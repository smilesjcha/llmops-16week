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charts/chart1.xml" ContentType="application/vnd.openxmlformats-officedocument.drawingml.chart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slides/charts/chart2.xml" ContentType="application/vnd.openxmlformats-officedocument.drawingml.chart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slides/charts/chart3.xml" ContentType="application/vnd.openxmlformats-officedocument.drawingml.chart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slides/charts/chart4.xml" ContentType="application/vnd.openxmlformats-officedocument.drawingml.chart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slides/charts/chart5.xml" ContentType="application/vnd.openxmlformats-officedocument.drawingml.chart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bb00602c94431" /><Relationship Type="http://schemas.openxmlformats.org/officeDocument/2006/relationships/extended-properties" Target="/docProps/app.xml" Id="R0157069a27ac4f05" /><Relationship Type="http://schemas.openxmlformats.org/officeDocument/2006/relationships/officeDocument" Target="/ppt/presentation.xml" Id="R87177474ab7c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6c909d1094b5a"/>
  </p:sldMasterIdLst>
  <p:notesMasterIdLst>
    <p:notesMasterId xmlns:r="http://schemas.openxmlformats.org/officeDocument/2006/relationships" r:id="R04ccd9b7c1674201"/>
  </p:notesMasterIdLst>
  <p:sldIdLst>
    <p:sldId xmlns:r="http://schemas.openxmlformats.org/officeDocument/2006/relationships" id="256" r:id="R06467032d67745aa"/>
    <p:sldId xmlns:r="http://schemas.openxmlformats.org/officeDocument/2006/relationships" id="257" r:id="Rf4dfa49088a04d97"/>
    <p:sldId xmlns:r="http://schemas.openxmlformats.org/officeDocument/2006/relationships" id="258" r:id="Rf250f79c593d4ab8"/>
    <p:sldId xmlns:r="http://schemas.openxmlformats.org/officeDocument/2006/relationships" id="259" r:id="Rc5ede9829bf4471d"/>
    <p:sldId xmlns:r="http://schemas.openxmlformats.org/officeDocument/2006/relationships" id="260" r:id="R7d8dcfd438784a2a"/>
    <p:sldId xmlns:r="http://schemas.openxmlformats.org/officeDocument/2006/relationships" id="261" r:id="Rc5bb155828144497"/>
    <p:sldId xmlns:r="http://schemas.openxmlformats.org/officeDocument/2006/relationships" id="262" r:id="R2922bf77b5934236"/>
    <p:sldId xmlns:r="http://schemas.openxmlformats.org/officeDocument/2006/relationships" id="263" r:id="Rd3a1e9aa5d9b480e"/>
    <p:sldId xmlns:r="http://schemas.openxmlformats.org/officeDocument/2006/relationships" id="264" r:id="R46dee2c25940471e"/>
    <p:sldId xmlns:r="http://schemas.openxmlformats.org/officeDocument/2006/relationships" id="265" r:id="R2ba3010c699a4ed9"/>
    <p:sldId xmlns:r="http://schemas.openxmlformats.org/officeDocument/2006/relationships" id="266" r:id="R3cc20aed4e584af1"/>
    <p:sldId xmlns:r="http://schemas.openxmlformats.org/officeDocument/2006/relationships" id="267" r:id="R8a3730a831be4747"/>
    <p:sldId xmlns:r="http://schemas.openxmlformats.org/officeDocument/2006/relationships" id="268" r:id="Rd4b4db3c447f4298"/>
    <p:sldId xmlns:r="http://schemas.openxmlformats.org/officeDocument/2006/relationships" id="269" r:id="R194c62ec067f4e66"/>
    <p:sldId xmlns:r="http://schemas.openxmlformats.org/officeDocument/2006/relationships" id="270" r:id="Ra657db05bc5440bd"/>
    <p:sldId xmlns:r="http://schemas.openxmlformats.org/officeDocument/2006/relationships" id="271" r:id="R516734d66443441c"/>
    <p:sldId xmlns:r="http://schemas.openxmlformats.org/officeDocument/2006/relationships" id="272" r:id="Rce13bd7c9f034967"/>
    <p:sldId xmlns:r="http://schemas.openxmlformats.org/officeDocument/2006/relationships" id="273" r:id="R0933d1022bd7477f"/>
    <p:sldId xmlns:r="http://schemas.openxmlformats.org/officeDocument/2006/relationships" id="274" r:id="Rbe48ec12234c401e"/>
    <p:sldId xmlns:r="http://schemas.openxmlformats.org/officeDocument/2006/relationships" id="275" r:id="R5bff16bd99f84c38"/>
    <p:sldId xmlns:r="http://schemas.openxmlformats.org/officeDocument/2006/relationships" id="276" r:id="Rfd5b894abb69498c"/>
    <p:sldId xmlns:r="http://schemas.openxmlformats.org/officeDocument/2006/relationships" id="277" r:id="Rad5a81b8a59244af"/>
    <p:sldId xmlns:r="http://schemas.openxmlformats.org/officeDocument/2006/relationships" id="278" r:id="R6671817d0e24446d"/>
    <p:sldId xmlns:r="http://schemas.openxmlformats.org/officeDocument/2006/relationships" id="279" r:id="R485c3165224840e8"/>
    <p:sldId xmlns:r="http://schemas.openxmlformats.org/officeDocument/2006/relationships" id="280" r:id="Rf4896e6270c24a4e"/>
    <p:sldId xmlns:r="http://schemas.openxmlformats.org/officeDocument/2006/relationships" id="281" r:id="Rb12fefd7f1a84311"/>
    <p:sldId xmlns:r="http://schemas.openxmlformats.org/officeDocument/2006/relationships" id="282" r:id="R6e6f41b2fc414166"/>
    <p:sldId xmlns:r="http://schemas.openxmlformats.org/officeDocument/2006/relationships" id="283" r:id="R4d3813779be74bd5"/>
    <p:sldId xmlns:r="http://schemas.openxmlformats.org/officeDocument/2006/relationships" id="284" r:id="R312ca034bc924ea6"/>
    <p:sldId xmlns:r="http://schemas.openxmlformats.org/officeDocument/2006/relationships" id="285" r:id="Rd31be73fc4eb4e33"/>
    <p:sldId xmlns:r="http://schemas.openxmlformats.org/officeDocument/2006/relationships" id="286" r:id="Rb509c2c420584c09"/>
    <p:sldId xmlns:r="http://schemas.openxmlformats.org/officeDocument/2006/relationships" id="287" r:id="R417345bcbf7d4dff"/>
    <p:sldId xmlns:r="http://schemas.openxmlformats.org/officeDocument/2006/relationships" id="288" r:id="R16975b46c4b8496e"/>
    <p:sldId xmlns:r="http://schemas.openxmlformats.org/officeDocument/2006/relationships" id="289" r:id="R7346dbd3e80d4ee0"/>
    <p:sldId xmlns:r="http://schemas.openxmlformats.org/officeDocument/2006/relationships" id="290" r:id="R140a63a50c9d435e"/>
    <p:sldId xmlns:r="http://schemas.openxmlformats.org/officeDocument/2006/relationships" id="291" r:id="R7388f6a5580847ae"/>
    <p:sldId xmlns:r="http://schemas.openxmlformats.org/officeDocument/2006/relationships" id="292" r:id="Rb283c4dc2fdb4f48"/>
    <p:sldId xmlns:r="http://schemas.openxmlformats.org/officeDocument/2006/relationships" id="293" r:id="R033900fe011442e9"/>
    <p:sldId xmlns:r="http://schemas.openxmlformats.org/officeDocument/2006/relationships" id="294" r:id="R95de54e089c54599"/>
    <p:sldId xmlns:r="http://schemas.openxmlformats.org/officeDocument/2006/relationships" id="295" r:id="Rf6cfcc866e4048a2"/>
    <p:sldId xmlns:r="http://schemas.openxmlformats.org/officeDocument/2006/relationships" id="296" r:id="R681802fdde6e42eb"/>
    <p:sldId xmlns:r="http://schemas.openxmlformats.org/officeDocument/2006/relationships" id="297" r:id="R39e1b959407342be"/>
    <p:sldId xmlns:r="http://schemas.openxmlformats.org/officeDocument/2006/relationships" id="298" r:id="R1b2813e6c4ab433c"/>
    <p:sldId xmlns:r="http://schemas.openxmlformats.org/officeDocument/2006/relationships" id="299" r:id="R13cbfa58ad4a4664"/>
    <p:sldId xmlns:r="http://schemas.openxmlformats.org/officeDocument/2006/relationships" id="300" r:id="R01c39bfcb7dd459f"/>
    <p:sldId xmlns:r="http://schemas.openxmlformats.org/officeDocument/2006/relationships" id="301" r:id="R7f391d97de574c7a"/>
    <p:sldId xmlns:r="http://schemas.openxmlformats.org/officeDocument/2006/relationships" id="302" r:id="R20d41985e2b34f96"/>
    <p:sldId xmlns:r="http://schemas.openxmlformats.org/officeDocument/2006/relationships" id="303" r:id="R60c37e81b49c4259"/>
    <p:sldId xmlns:r="http://schemas.openxmlformats.org/officeDocument/2006/relationships" id="304" r:id="R97b1592a3eba416e"/>
    <p:sldId xmlns:r="http://schemas.openxmlformats.org/officeDocument/2006/relationships" id="305" r:id="R5932ff03915341e8"/>
    <p:sldId xmlns:r="http://schemas.openxmlformats.org/officeDocument/2006/relationships" id="306" r:id="Ra49aa4a22f38492c"/>
    <p:sldId xmlns:r="http://schemas.openxmlformats.org/officeDocument/2006/relationships" id="307" r:id="R39c1ca2cd9b849ce"/>
    <p:sldId xmlns:r="http://schemas.openxmlformats.org/officeDocument/2006/relationships" id="308" r:id="Rce2513d7b7014d0f"/>
    <p:sldId xmlns:r="http://schemas.openxmlformats.org/officeDocument/2006/relationships" id="309" r:id="Rc282d9b6c2234a6d"/>
    <p:sldId xmlns:r="http://schemas.openxmlformats.org/officeDocument/2006/relationships" id="310" r:id="R501aa692e325420c"/>
    <p:sldId xmlns:r="http://schemas.openxmlformats.org/officeDocument/2006/relationships" id="311" r:id="R87f4069de1a048a8"/>
    <p:sldId xmlns:r="http://schemas.openxmlformats.org/officeDocument/2006/relationships" id="312" r:id="R7ebdd0c71df14d85"/>
    <p:sldId xmlns:r="http://schemas.openxmlformats.org/officeDocument/2006/relationships" id="313" r:id="R120e08b0fa004ca9"/>
    <p:sldId xmlns:r="http://schemas.openxmlformats.org/officeDocument/2006/relationships" id="314" r:id="Rebc3878d62e54536"/>
    <p:sldId xmlns:r="http://schemas.openxmlformats.org/officeDocument/2006/relationships" id="315" r:id="R4e033306179e4835"/>
    <p:sldId xmlns:r="http://schemas.openxmlformats.org/officeDocument/2006/relationships" id="316" r:id="R995396badcd34a11"/>
    <p:sldId xmlns:r="http://schemas.openxmlformats.org/officeDocument/2006/relationships" id="317" r:id="Ra47fb232d4d64cc2"/>
    <p:sldId xmlns:r="http://schemas.openxmlformats.org/officeDocument/2006/relationships" id="318" r:id="Rffdf1d40caaa4173"/>
    <p:sldId xmlns:r="http://schemas.openxmlformats.org/officeDocument/2006/relationships" id="319" r:id="Rc74ce12a01ae4ba3"/>
    <p:sldId xmlns:r="http://schemas.openxmlformats.org/officeDocument/2006/relationships" id="320" r:id="Rbceebf003ca04788"/>
    <p:sldId xmlns:r="http://schemas.openxmlformats.org/officeDocument/2006/relationships" id="321" r:id="Rec1633b1784646c4"/>
    <p:sldId xmlns:r="http://schemas.openxmlformats.org/officeDocument/2006/relationships" id="322" r:id="R1ee42e539cdc47d9"/>
    <p:sldId xmlns:r="http://schemas.openxmlformats.org/officeDocument/2006/relationships" id="323" r:id="Raf81358c2b8e4fb2"/>
    <p:sldId xmlns:r="http://schemas.openxmlformats.org/officeDocument/2006/relationships" id="324" r:id="R1f785749ee984450"/>
    <p:sldId xmlns:r="http://schemas.openxmlformats.org/officeDocument/2006/relationships" id="325" r:id="R1a9a63fe8f7e47b8"/>
    <p:sldId xmlns:r="http://schemas.openxmlformats.org/officeDocument/2006/relationships" id="326" r:id="Ra59312ce0cf7491f"/>
    <p:sldId xmlns:r="http://schemas.openxmlformats.org/officeDocument/2006/relationships" id="327" r:id="Rb10782b3c5564adc"/>
    <p:sldId xmlns:r="http://schemas.openxmlformats.org/officeDocument/2006/relationships" id="328" r:id="R7c9b37334b814c76"/>
    <p:sldId xmlns:r="http://schemas.openxmlformats.org/officeDocument/2006/relationships" id="329" r:id="R6ce71fd6c10247fe"/>
    <p:sldId xmlns:r="http://schemas.openxmlformats.org/officeDocument/2006/relationships" id="330" r:id="Re1528e475d4a47de"/>
    <p:sldId xmlns:r="http://schemas.openxmlformats.org/officeDocument/2006/relationships" id="331" r:id="R00287aa4e84a4f9a"/>
    <p:sldId xmlns:r="http://schemas.openxmlformats.org/officeDocument/2006/relationships" id="332" r:id="R9636d58281e340fb"/>
    <p:sldId xmlns:r="http://schemas.openxmlformats.org/officeDocument/2006/relationships" id="333" r:id="Re2d0d453aa474ab1"/>
    <p:sldId xmlns:r="http://schemas.openxmlformats.org/officeDocument/2006/relationships" id="334" r:id="R6b2bbdeda7504c79"/>
    <p:sldId xmlns:r="http://schemas.openxmlformats.org/officeDocument/2006/relationships" id="335" r:id="R85b998f526d845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2efc348b774356" /><Relationship Type="http://schemas.openxmlformats.org/officeDocument/2006/relationships/slideMaster" Target="/ppt/slideMasters/slideMaster1.xml" Id="R5226c909d1094b5a" /><Relationship Type="http://schemas.openxmlformats.org/officeDocument/2006/relationships/notesMaster" Target="/ppt/notesMasters/notesMaster1.xml" Id="R04ccd9b7c1674201" /><Relationship Type="http://schemas.openxmlformats.org/officeDocument/2006/relationships/presProps" Target="/ppt/presProps.xml" Id="R8201c2c73efb42f9" /><Relationship Type="http://schemas.openxmlformats.org/officeDocument/2006/relationships/tableStyles" Target="/ppt/tableStyles.xml" Id="R13a6ba6cbab44fb4" /><Relationship Type="http://schemas.openxmlformats.org/officeDocument/2006/relationships/slide" Target="/ppt/slides/slide1.xml" Id="R06467032d67745aa" /><Relationship Type="http://schemas.openxmlformats.org/officeDocument/2006/relationships/slide" Target="/ppt/slides/slide2.xml" Id="Rf4dfa49088a04d97" /><Relationship Type="http://schemas.openxmlformats.org/officeDocument/2006/relationships/slide" Target="/ppt/slides/slide3.xml" Id="Rf250f79c593d4ab8" /><Relationship Type="http://schemas.openxmlformats.org/officeDocument/2006/relationships/slide" Target="/ppt/slides/slide4.xml" Id="Rc5ede9829bf4471d" /><Relationship Type="http://schemas.openxmlformats.org/officeDocument/2006/relationships/slide" Target="/ppt/slides/slide5.xml" Id="R7d8dcfd438784a2a" /><Relationship Type="http://schemas.openxmlformats.org/officeDocument/2006/relationships/slide" Target="/ppt/slides/slide6.xml" Id="Rc5bb155828144497" /><Relationship Type="http://schemas.openxmlformats.org/officeDocument/2006/relationships/slide" Target="/ppt/slides/slide7.xml" Id="R2922bf77b5934236" /><Relationship Type="http://schemas.openxmlformats.org/officeDocument/2006/relationships/slide" Target="/ppt/slides/slide8.xml" Id="Rd3a1e9aa5d9b480e" /><Relationship Type="http://schemas.openxmlformats.org/officeDocument/2006/relationships/slide" Target="/ppt/slides/slide9.xml" Id="R46dee2c25940471e" /><Relationship Type="http://schemas.openxmlformats.org/officeDocument/2006/relationships/slide" Target="/ppt/slides/slide10.xml" Id="R2ba3010c699a4ed9" /><Relationship Type="http://schemas.openxmlformats.org/officeDocument/2006/relationships/slide" Target="/ppt/slides/slide11.xml" Id="R3cc20aed4e584af1" /><Relationship Type="http://schemas.openxmlformats.org/officeDocument/2006/relationships/slide" Target="/ppt/slides/slide12.xml" Id="R8a3730a831be4747" /><Relationship Type="http://schemas.openxmlformats.org/officeDocument/2006/relationships/slide" Target="/ppt/slides/slide13.xml" Id="Rd4b4db3c447f4298" /><Relationship Type="http://schemas.openxmlformats.org/officeDocument/2006/relationships/slide" Target="/ppt/slides/slide14.xml" Id="R194c62ec067f4e66" /><Relationship Type="http://schemas.openxmlformats.org/officeDocument/2006/relationships/slide" Target="/ppt/slides/slide15.xml" Id="Ra657db05bc5440bd" /><Relationship Type="http://schemas.openxmlformats.org/officeDocument/2006/relationships/slide" Target="/ppt/slides/slide16.xml" Id="R516734d66443441c" /><Relationship Type="http://schemas.openxmlformats.org/officeDocument/2006/relationships/slide" Target="/ppt/slides/slide17.xml" Id="Rce13bd7c9f034967" /><Relationship Type="http://schemas.openxmlformats.org/officeDocument/2006/relationships/slide" Target="/ppt/slides/slide18.xml" Id="R0933d1022bd7477f" /><Relationship Type="http://schemas.openxmlformats.org/officeDocument/2006/relationships/slide" Target="/ppt/slides/slide19.xml" Id="Rbe48ec12234c401e" /><Relationship Type="http://schemas.openxmlformats.org/officeDocument/2006/relationships/slide" Target="/ppt/slides/slide20.xml" Id="R5bff16bd99f84c38" /><Relationship Type="http://schemas.openxmlformats.org/officeDocument/2006/relationships/slide" Target="/ppt/slides/slide21.xml" Id="Rfd5b894abb69498c" /><Relationship Type="http://schemas.openxmlformats.org/officeDocument/2006/relationships/slide" Target="/ppt/slides/slide22.xml" Id="Rad5a81b8a59244af" /><Relationship Type="http://schemas.openxmlformats.org/officeDocument/2006/relationships/slide" Target="/ppt/slides/slide23.xml" Id="R6671817d0e24446d" /><Relationship Type="http://schemas.openxmlformats.org/officeDocument/2006/relationships/slide" Target="/ppt/slides/slide24.xml" Id="R485c3165224840e8" /><Relationship Type="http://schemas.openxmlformats.org/officeDocument/2006/relationships/slide" Target="/ppt/slides/slide25.xml" Id="Rf4896e6270c24a4e" /><Relationship Type="http://schemas.openxmlformats.org/officeDocument/2006/relationships/slide" Target="/ppt/slides/slide26.xml" Id="Rb12fefd7f1a84311" /><Relationship Type="http://schemas.openxmlformats.org/officeDocument/2006/relationships/slide" Target="/ppt/slides/slide27.xml" Id="R6e6f41b2fc414166" /><Relationship Type="http://schemas.openxmlformats.org/officeDocument/2006/relationships/slide" Target="/ppt/slides/slide28.xml" Id="R4d3813779be74bd5" /><Relationship Type="http://schemas.openxmlformats.org/officeDocument/2006/relationships/slide" Target="/ppt/slides/slide29.xml" Id="R312ca034bc924ea6" /><Relationship Type="http://schemas.openxmlformats.org/officeDocument/2006/relationships/slide" Target="/ppt/slides/slide30.xml" Id="Rd31be73fc4eb4e33" /><Relationship Type="http://schemas.openxmlformats.org/officeDocument/2006/relationships/slide" Target="/ppt/slides/slide31.xml" Id="Rb509c2c420584c09" /><Relationship Type="http://schemas.openxmlformats.org/officeDocument/2006/relationships/slide" Target="/ppt/slides/slide32.xml" Id="R417345bcbf7d4dff" /><Relationship Type="http://schemas.openxmlformats.org/officeDocument/2006/relationships/slide" Target="/ppt/slides/slide33.xml" Id="R16975b46c4b8496e" /><Relationship Type="http://schemas.openxmlformats.org/officeDocument/2006/relationships/slide" Target="/ppt/slides/slide34.xml" Id="R7346dbd3e80d4ee0" /><Relationship Type="http://schemas.openxmlformats.org/officeDocument/2006/relationships/slide" Target="/ppt/slides/slide35.xml" Id="R140a63a50c9d435e" /><Relationship Type="http://schemas.openxmlformats.org/officeDocument/2006/relationships/slide" Target="/ppt/slides/slide36.xml" Id="R7388f6a5580847ae" /><Relationship Type="http://schemas.openxmlformats.org/officeDocument/2006/relationships/slide" Target="/ppt/slides/slide37.xml" Id="Rb283c4dc2fdb4f48" /><Relationship Type="http://schemas.openxmlformats.org/officeDocument/2006/relationships/slide" Target="/ppt/slides/slide38.xml" Id="R033900fe011442e9" /><Relationship Type="http://schemas.openxmlformats.org/officeDocument/2006/relationships/slide" Target="/ppt/slides/slide39.xml" Id="R95de54e089c54599" /><Relationship Type="http://schemas.openxmlformats.org/officeDocument/2006/relationships/slide" Target="/ppt/slides/slide40.xml" Id="Rf6cfcc866e4048a2" /><Relationship Type="http://schemas.openxmlformats.org/officeDocument/2006/relationships/slide" Target="/ppt/slides/slide41.xml" Id="R681802fdde6e42eb" /><Relationship Type="http://schemas.openxmlformats.org/officeDocument/2006/relationships/slide" Target="/ppt/slides/slide42.xml" Id="R39e1b959407342be" /><Relationship Type="http://schemas.openxmlformats.org/officeDocument/2006/relationships/slide" Target="/ppt/slides/slide43.xml" Id="R1b2813e6c4ab433c" /><Relationship Type="http://schemas.openxmlformats.org/officeDocument/2006/relationships/slide" Target="/ppt/slides/slide44.xml" Id="R13cbfa58ad4a4664" /><Relationship Type="http://schemas.openxmlformats.org/officeDocument/2006/relationships/slide" Target="/ppt/slides/slide45.xml" Id="R01c39bfcb7dd459f" /><Relationship Type="http://schemas.openxmlformats.org/officeDocument/2006/relationships/slide" Target="/ppt/slides/slide46.xml" Id="R7f391d97de574c7a" /><Relationship Type="http://schemas.openxmlformats.org/officeDocument/2006/relationships/slide" Target="/ppt/slides/slide47.xml" Id="R20d41985e2b34f96" /><Relationship Type="http://schemas.openxmlformats.org/officeDocument/2006/relationships/slide" Target="/ppt/slides/slide48.xml" Id="R60c37e81b49c4259" /><Relationship Type="http://schemas.openxmlformats.org/officeDocument/2006/relationships/slide" Target="/ppt/slides/slide49.xml" Id="R97b1592a3eba416e" /><Relationship Type="http://schemas.openxmlformats.org/officeDocument/2006/relationships/slide" Target="/ppt/slides/slide50.xml" Id="R5932ff03915341e8" /><Relationship Type="http://schemas.openxmlformats.org/officeDocument/2006/relationships/slide" Target="/ppt/slides/slide51.xml" Id="Ra49aa4a22f38492c" /><Relationship Type="http://schemas.openxmlformats.org/officeDocument/2006/relationships/slide" Target="/ppt/slides/slide52.xml" Id="R39c1ca2cd9b849ce" /><Relationship Type="http://schemas.openxmlformats.org/officeDocument/2006/relationships/slide" Target="/ppt/slides/slide53.xml" Id="Rce2513d7b7014d0f" /><Relationship Type="http://schemas.openxmlformats.org/officeDocument/2006/relationships/slide" Target="/ppt/slides/slide54.xml" Id="Rc282d9b6c2234a6d" /><Relationship Type="http://schemas.openxmlformats.org/officeDocument/2006/relationships/slide" Target="/ppt/slides/slide55.xml" Id="R501aa692e325420c" /><Relationship Type="http://schemas.openxmlformats.org/officeDocument/2006/relationships/slide" Target="/ppt/slides/slide56.xml" Id="R87f4069de1a048a8" /><Relationship Type="http://schemas.openxmlformats.org/officeDocument/2006/relationships/slide" Target="/ppt/slides/slide57.xml" Id="R7ebdd0c71df14d85" /><Relationship Type="http://schemas.openxmlformats.org/officeDocument/2006/relationships/slide" Target="/ppt/slides/slide58.xml" Id="R120e08b0fa004ca9" /><Relationship Type="http://schemas.openxmlformats.org/officeDocument/2006/relationships/slide" Target="/ppt/slides/slide59.xml" Id="Rebc3878d62e54536" /><Relationship Type="http://schemas.openxmlformats.org/officeDocument/2006/relationships/slide" Target="/ppt/slides/slide60.xml" Id="R4e033306179e4835" /><Relationship Type="http://schemas.openxmlformats.org/officeDocument/2006/relationships/slide" Target="/ppt/slides/slide61.xml" Id="R995396badcd34a11" /><Relationship Type="http://schemas.openxmlformats.org/officeDocument/2006/relationships/slide" Target="/ppt/slides/slide62.xml" Id="Ra47fb232d4d64cc2" /><Relationship Type="http://schemas.openxmlformats.org/officeDocument/2006/relationships/slide" Target="/ppt/slides/slide63.xml" Id="Rffdf1d40caaa4173" /><Relationship Type="http://schemas.openxmlformats.org/officeDocument/2006/relationships/slide" Target="/ppt/slides/slide64.xml" Id="Rc74ce12a01ae4ba3" /><Relationship Type="http://schemas.openxmlformats.org/officeDocument/2006/relationships/slide" Target="/ppt/slides/slide65.xml" Id="Rbceebf003ca04788" /><Relationship Type="http://schemas.openxmlformats.org/officeDocument/2006/relationships/slide" Target="/ppt/slides/slide66.xml" Id="Rec1633b1784646c4" /><Relationship Type="http://schemas.openxmlformats.org/officeDocument/2006/relationships/slide" Target="/ppt/slides/slide67.xml" Id="R1ee42e539cdc47d9" /><Relationship Type="http://schemas.openxmlformats.org/officeDocument/2006/relationships/slide" Target="/ppt/slides/slide68.xml" Id="Raf81358c2b8e4fb2" /><Relationship Type="http://schemas.openxmlformats.org/officeDocument/2006/relationships/slide" Target="/ppt/slides/slide69.xml" Id="R1f785749ee984450" /><Relationship Type="http://schemas.openxmlformats.org/officeDocument/2006/relationships/slide" Target="/ppt/slides/slide70.xml" Id="R1a9a63fe8f7e47b8" /><Relationship Type="http://schemas.openxmlformats.org/officeDocument/2006/relationships/slide" Target="/ppt/slides/slide71.xml" Id="Ra59312ce0cf7491f" /><Relationship Type="http://schemas.openxmlformats.org/officeDocument/2006/relationships/slide" Target="/ppt/slides/slide72.xml" Id="Rb10782b3c5564adc" /><Relationship Type="http://schemas.openxmlformats.org/officeDocument/2006/relationships/slide" Target="/ppt/slides/slide73.xml" Id="R7c9b37334b814c76" /><Relationship Type="http://schemas.openxmlformats.org/officeDocument/2006/relationships/slide" Target="/ppt/slides/slide74.xml" Id="R6ce71fd6c10247fe" /><Relationship Type="http://schemas.openxmlformats.org/officeDocument/2006/relationships/slide" Target="/ppt/slides/slide75.xml" Id="Re1528e475d4a47de" /><Relationship Type="http://schemas.openxmlformats.org/officeDocument/2006/relationships/slide" Target="/ppt/slides/slide76.xml" Id="R00287aa4e84a4f9a" /><Relationship Type="http://schemas.openxmlformats.org/officeDocument/2006/relationships/slide" Target="/ppt/slides/slide77.xml" Id="R9636d58281e340fb" /><Relationship Type="http://schemas.openxmlformats.org/officeDocument/2006/relationships/slide" Target="/ppt/slides/slide78.xml" Id="Re2d0d453aa474ab1" /><Relationship Type="http://schemas.openxmlformats.org/officeDocument/2006/relationships/slide" Target="/ppt/slides/slide79.xml" Id="R6b2bbdeda7504c79" /><Relationship Type="http://schemas.openxmlformats.org/officeDocument/2006/relationships/slide" Target="/ppt/slides/slide80.xml" Id="R85b998f526d8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6cc2ce4f2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696d7e3ee04839" /><Relationship Type="http://schemas.openxmlformats.org/officeDocument/2006/relationships/notesMaster" Target="/ppt/notesMasters/notesMaster1.xml" Id="R88ca5964ed21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7bf4122dce4d52" /><Relationship Type="http://schemas.openxmlformats.org/officeDocument/2006/relationships/notesMaster" Target="/ppt/notesMasters/notesMaster1.xml" Id="R4f8f229fb4184d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3289c0449470d" /><Relationship Type="http://schemas.openxmlformats.org/officeDocument/2006/relationships/notesMaster" Target="/ppt/notesMasters/notesMaster1.xml" Id="R67fab9c0453941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99c5d13ed84f68" /><Relationship Type="http://schemas.openxmlformats.org/officeDocument/2006/relationships/notesMaster" Target="/ppt/notesMasters/notesMaster1.xml" Id="R743f82e44aa7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f707a98ff44c8" /><Relationship Type="http://schemas.openxmlformats.org/officeDocument/2006/relationships/notesMaster" Target="/ppt/notesMasters/notesMaster1.xml" Id="Rf3ef47584e59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84202cd9844e1e" /><Relationship Type="http://schemas.openxmlformats.org/officeDocument/2006/relationships/notesMaster" Target="/ppt/notesMasters/notesMaster1.xml" Id="Rb981ee8c461d41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2490cc68004288" /><Relationship Type="http://schemas.openxmlformats.org/officeDocument/2006/relationships/notesMaster" Target="/ppt/notesMasters/notesMaster1.xml" Id="R0c13c992568149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31e447f26f44d6" /><Relationship Type="http://schemas.openxmlformats.org/officeDocument/2006/relationships/notesMaster" Target="/ppt/notesMasters/notesMaster1.xml" Id="R80cab328a35849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d6f90d023c4bf7" /><Relationship Type="http://schemas.openxmlformats.org/officeDocument/2006/relationships/notesMaster" Target="/ppt/notesMasters/notesMaster1.xml" Id="R65e211b9ab74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a1158cdc764e46" /><Relationship Type="http://schemas.openxmlformats.org/officeDocument/2006/relationships/notesMaster" Target="/ppt/notesMasters/notesMaster1.xml" Id="R1e3e1d1e53e5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b7559b5284476" /><Relationship Type="http://schemas.openxmlformats.org/officeDocument/2006/relationships/notesMaster" Target="/ppt/notesMasters/notesMaster1.xml" Id="Rda7ce9584264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cde57925c54b25" /><Relationship Type="http://schemas.openxmlformats.org/officeDocument/2006/relationships/notesMaster" Target="/ppt/notesMasters/notesMaster1.xml" Id="Rc764bce4858b41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a1d5920859473e" /><Relationship Type="http://schemas.openxmlformats.org/officeDocument/2006/relationships/notesMaster" Target="/ppt/notesMasters/notesMaster1.xml" Id="Re5943cd474e046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16a7281c8e4603" /><Relationship Type="http://schemas.openxmlformats.org/officeDocument/2006/relationships/notesMaster" Target="/ppt/notesMasters/notesMaster1.xml" Id="R959f0b7351d4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2efd892feb43ed" /><Relationship Type="http://schemas.openxmlformats.org/officeDocument/2006/relationships/notesMaster" Target="/ppt/notesMasters/notesMaster1.xml" Id="R4265d8f723ec45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eed8a70f804de0" /><Relationship Type="http://schemas.openxmlformats.org/officeDocument/2006/relationships/notesMaster" Target="/ppt/notesMasters/notesMaster1.xml" Id="Rd676f82412834a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221104ae0a4266" /><Relationship Type="http://schemas.openxmlformats.org/officeDocument/2006/relationships/notesMaster" Target="/ppt/notesMasters/notesMaster1.xml" Id="R12043ecd8ad846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51294aee6e4c98" /><Relationship Type="http://schemas.openxmlformats.org/officeDocument/2006/relationships/notesMaster" Target="/ppt/notesMasters/notesMaster1.xml" Id="R45c04068d2184d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da4cb1ef2b4a92" /><Relationship Type="http://schemas.openxmlformats.org/officeDocument/2006/relationships/notesMaster" Target="/ppt/notesMasters/notesMaster1.xml" Id="R0fb4499cc89544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7b753d72a14ee0" /><Relationship Type="http://schemas.openxmlformats.org/officeDocument/2006/relationships/notesMaster" Target="/ppt/notesMasters/notesMaster1.xml" Id="Re35a89744e9e45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4d73f0f2404c3f" /><Relationship Type="http://schemas.openxmlformats.org/officeDocument/2006/relationships/notesMaster" Target="/ppt/notesMasters/notesMaster1.xml" Id="Red1db794fd3e4c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2eaf03ce384ade" /><Relationship Type="http://schemas.openxmlformats.org/officeDocument/2006/relationships/notesMaster" Target="/ppt/notesMasters/notesMaster1.xml" Id="Rbc11678e731a40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dc67c83f644e10" /><Relationship Type="http://schemas.openxmlformats.org/officeDocument/2006/relationships/notesMaster" Target="/ppt/notesMasters/notesMaster1.xml" Id="R37e8d47097bf41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8775e67df44ccd" /><Relationship Type="http://schemas.openxmlformats.org/officeDocument/2006/relationships/notesMaster" Target="/ppt/notesMasters/notesMaster1.xml" Id="R1f999da3218c47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e765cdf94f4f0c" /><Relationship Type="http://schemas.openxmlformats.org/officeDocument/2006/relationships/notesMaster" Target="/ppt/notesMasters/notesMaster1.xml" Id="Rfbe4bfb3151f43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97574acf304088" /><Relationship Type="http://schemas.openxmlformats.org/officeDocument/2006/relationships/notesMaster" Target="/ppt/notesMasters/notesMaster1.xml" Id="R0ad2d938299c4c0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3ae1c340c6a4c5b" /><Relationship Type="http://schemas.openxmlformats.org/officeDocument/2006/relationships/notesMaster" Target="/ppt/notesMasters/notesMaster1.xml" Id="R9563edc2eac34a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b340e7052f495e" /><Relationship Type="http://schemas.openxmlformats.org/officeDocument/2006/relationships/notesMaster" Target="/ppt/notesMasters/notesMaster1.xml" Id="Rdc54613a6b6041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9ec17be9c24f49" /><Relationship Type="http://schemas.openxmlformats.org/officeDocument/2006/relationships/notesMaster" Target="/ppt/notesMasters/notesMaster1.xml" Id="Rd5163e1d6a284ce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48f0de8b884dac" /><Relationship Type="http://schemas.openxmlformats.org/officeDocument/2006/relationships/notesMaster" Target="/ppt/notesMasters/notesMaster1.xml" Id="R2c205c9261874d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fd8bc1427a84c60" /><Relationship Type="http://schemas.openxmlformats.org/officeDocument/2006/relationships/notesMaster" Target="/ppt/notesMasters/notesMaster1.xml" Id="R757139e210be47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4922c8b05914c6f" /><Relationship Type="http://schemas.openxmlformats.org/officeDocument/2006/relationships/notesMaster" Target="/ppt/notesMasters/notesMaster1.xml" Id="Ra13055b670d04b2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3c04b49f21a4e76" /><Relationship Type="http://schemas.openxmlformats.org/officeDocument/2006/relationships/notesMaster" Target="/ppt/notesMasters/notesMaster1.xml" Id="R4e5a0736ccaf487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fcf47fbd9264b86" /><Relationship Type="http://schemas.openxmlformats.org/officeDocument/2006/relationships/notesMaster" Target="/ppt/notesMasters/notesMaster1.xml" Id="R3e1160abfe3d41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92db77037ac4b31" /><Relationship Type="http://schemas.openxmlformats.org/officeDocument/2006/relationships/notesMaster" Target="/ppt/notesMasters/notesMaster1.xml" Id="R6d8c386439e74b2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e8b89e8cc34e9e" /><Relationship Type="http://schemas.openxmlformats.org/officeDocument/2006/relationships/notesMaster" Target="/ppt/notesMasters/notesMaster1.xml" Id="R2be61624f2e240e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acc4db2b1e34b3e" /><Relationship Type="http://schemas.openxmlformats.org/officeDocument/2006/relationships/notesMaster" Target="/ppt/notesMasters/notesMaster1.xml" Id="R68a6639eb6f04f8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0921cc43c94ef1" /><Relationship Type="http://schemas.openxmlformats.org/officeDocument/2006/relationships/notesMaster" Target="/ppt/notesMasters/notesMaster1.xml" Id="Rc115ef53121748f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5de95bb56741c3" /><Relationship Type="http://schemas.openxmlformats.org/officeDocument/2006/relationships/notesMaster" Target="/ppt/notesMasters/notesMaster1.xml" Id="R1b4b2c754e784be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1f4e2da8966473a" /><Relationship Type="http://schemas.openxmlformats.org/officeDocument/2006/relationships/notesMaster" Target="/ppt/notesMasters/notesMaster1.xml" Id="R525a32ca97444f6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51d281fec6b4a0c" /><Relationship Type="http://schemas.openxmlformats.org/officeDocument/2006/relationships/notesMaster" Target="/ppt/notesMasters/notesMaster1.xml" Id="Rf2cf89b525fd485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c54f1d03d104782" /><Relationship Type="http://schemas.openxmlformats.org/officeDocument/2006/relationships/notesMaster" Target="/ppt/notesMasters/notesMaster1.xml" Id="R04c70c37485248b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456f86eaba54e84" /><Relationship Type="http://schemas.openxmlformats.org/officeDocument/2006/relationships/notesMaster" Target="/ppt/notesMasters/notesMaster1.xml" Id="Rdf3e8b462b4849f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6e482afbaa14335" /><Relationship Type="http://schemas.openxmlformats.org/officeDocument/2006/relationships/notesMaster" Target="/ppt/notesMasters/notesMaster1.xml" Id="R08de08d374a44fb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f7d2b42fcff4eb9" /><Relationship Type="http://schemas.openxmlformats.org/officeDocument/2006/relationships/notesMaster" Target="/ppt/notesMasters/notesMaster1.xml" Id="R5c368a5a1e6a42b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1f74d324a0740f1" /><Relationship Type="http://schemas.openxmlformats.org/officeDocument/2006/relationships/notesMaster" Target="/ppt/notesMasters/notesMaster1.xml" Id="Rb9d87c7750bf42e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2a49b2fc8694733" /><Relationship Type="http://schemas.openxmlformats.org/officeDocument/2006/relationships/notesMaster" Target="/ppt/notesMasters/notesMaster1.xml" Id="R4379baf7f4a04b0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9b8cb7a89b5430c" /><Relationship Type="http://schemas.openxmlformats.org/officeDocument/2006/relationships/notesMaster" Target="/ppt/notesMasters/notesMaster1.xml" Id="R36342642570c42f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cdf9d10bcc34172" /><Relationship Type="http://schemas.openxmlformats.org/officeDocument/2006/relationships/notesMaster" Target="/ppt/notesMasters/notesMaster1.xml" Id="Reb68220ee884485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c3ad1f33beb4b07" /><Relationship Type="http://schemas.openxmlformats.org/officeDocument/2006/relationships/notesMaster" Target="/ppt/notesMasters/notesMaster1.xml" Id="Rbf5894232dd74e8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0eb1bc75bb446eb" /><Relationship Type="http://schemas.openxmlformats.org/officeDocument/2006/relationships/notesMaster" Target="/ppt/notesMasters/notesMaster1.xml" Id="Re321f6e66af04c2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6e82aafef354fe8" /><Relationship Type="http://schemas.openxmlformats.org/officeDocument/2006/relationships/notesMaster" Target="/ppt/notesMasters/notesMaster1.xml" Id="Rb4162afcf1d446a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86bd68446fe4f30" /><Relationship Type="http://schemas.openxmlformats.org/officeDocument/2006/relationships/notesMaster" Target="/ppt/notesMasters/notesMaster1.xml" Id="Rc57b20a1f7df4ef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d7e475e1e9542ea" /><Relationship Type="http://schemas.openxmlformats.org/officeDocument/2006/relationships/notesMaster" Target="/ppt/notesMasters/notesMaster1.xml" Id="R5144d40b61c749d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f3d7beed1644d39" /><Relationship Type="http://schemas.openxmlformats.org/officeDocument/2006/relationships/notesMaster" Target="/ppt/notesMasters/notesMaster1.xml" Id="Rd75f891e0e86492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536901d2ce34893" /><Relationship Type="http://schemas.openxmlformats.org/officeDocument/2006/relationships/notesMaster" Target="/ppt/notesMasters/notesMaster1.xml" Id="R50833eb5daba4a6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1649a2721054094" /><Relationship Type="http://schemas.openxmlformats.org/officeDocument/2006/relationships/notesMaster" Target="/ppt/notesMasters/notesMaster1.xml" Id="R7ff26ef8568e4e5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c96b9c3fdb445cb" /><Relationship Type="http://schemas.openxmlformats.org/officeDocument/2006/relationships/notesMaster" Target="/ppt/notesMasters/notesMaster1.xml" Id="Rcc67870f1ccf429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bbfcebb9f6b41c8" /><Relationship Type="http://schemas.openxmlformats.org/officeDocument/2006/relationships/notesMaster" Target="/ppt/notesMasters/notesMaster1.xml" Id="R51757580c7d747f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1f872f4fe02464f" /><Relationship Type="http://schemas.openxmlformats.org/officeDocument/2006/relationships/notesMaster" Target="/ppt/notesMasters/notesMaster1.xml" Id="Rac892c7502454ff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32b2cf5f4854555" /><Relationship Type="http://schemas.openxmlformats.org/officeDocument/2006/relationships/notesMaster" Target="/ppt/notesMasters/notesMaster1.xml" Id="R732d62b526d6408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d77e74963ad46bf" /><Relationship Type="http://schemas.openxmlformats.org/officeDocument/2006/relationships/notesMaster" Target="/ppt/notesMasters/notesMaster1.xml" Id="R20527b7bfb5143c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f02fcca85c8445c" /><Relationship Type="http://schemas.openxmlformats.org/officeDocument/2006/relationships/notesMaster" Target="/ppt/notesMasters/notesMaster1.xml" Id="R5ac580000aa84c9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97007a7a13545cf" /><Relationship Type="http://schemas.openxmlformats.org/officeDocument/2006/relationships/notesMaster" Target="/ppt/notesMasters/notesMaster1.xml" Id="R257a7edcdc65458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18f38895a124f95" /><Relationship Type="http://schemas.openxmlformats.org/officeDocument/2006/relationships/notesMaster" Target="/ppt/notesMasters/notesMaster1.xml" Id="R328620c4cc7641e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320d3f7604f4351" /><Relationship Type="http://schemas.openxmlformats.org/officeDocument/2006/relationships/notesMaster" Target="/ppt/notesMasters/notesMaster1.xml" Id="Rd6b3a5cfd4db4b4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bd8991d11f7475c" /><Relationship Type="http://schemas.openxmlformats.org/officeDocument/2006/relationships/notesMaster" Target="/ppt/notesMasters/notesMaster1.xml" Id="Rb3e7daf6d4ed499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fb0d95748aa446f" /><Relationship Type="http://schemas.openxmlformats.org/officeDocument/2006/relationships/notesMaster" Target="/ppt/notesMasters/notesMaster1.xml" Id="R3df7d375df2343a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fb5637705f6413a" /><Relationship Type="http://schemas.openxmlformats.org/officeDocument/2006/relationships/notesMaster" Target="/ppt/notesMasters/notesMaster1.xml" Id="Rbae93a25e02c41b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9804773e624451f" /><Relationship Type="http://schemas.openxmlformats.org/officeDocument/2006/relationships/notesMaster" Target="/ppt/notesMasters/notesMaster1.xml" Id="R5bef62bbd4e24b3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b508be8a2e64066" /><Relationship Type="http://schemas.openxmlformats.org/officeDocument/2006/relationships/notesMaster" Target="/ppt/notesMasters/notesMaster1.xml" Id="R4b20e46bbd6d480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9f59dbb29a741fb" /><Relationship Type="http://schemas.openxmlformats.org/officeDocument/2006/relationships/notesMaster" Target="/ppt/notesMasters/notesMaster1.xml" Id="R6b225ed21dab4b5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c13e3bbe7c246cd" /><Relationship Type="http://schemas.openxmlformats.org/officeDocument/2006/relationships/notesMaster" Target="/ppt/notesMasters/notesMaster1.xml" Id="Rdc043fdbe3d5438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f7d62c3955f42c3" /><Relationship Type="http://schemas.openxmlformats.org/officeDocument/2006/relationships/notesMaster" Target="/ppt/notesMasters/notesMaster1.xml" Id="R7e3827160e04405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8db82e9411d4514" /><Relationship Type="http://schemas.openxmlformats.org/officeDocument/2006/relationships/notesMaster" Target="/ppt/notesMasters/notesMaster1.xml" Id="Rd81e8b445bae4ca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7da52d3a6f94eef" /><Relationship Type="http://schemas.openxmlformats.org/officeDocument/2006/relationships/notesMaster" Target="/ppt/notesMasters/notesMaster1.xml" Id="R0e4b3e451555468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bcc89a1d8b94f82" /><Relationship Type="http://schemas.openxmlformats.org/officeDocument/2006/relationships/notesMaster" Target="/ppt/notesMasters/notesMaster1.xml" Id="Rf6c0c2912ed643b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e00832f4e4884274" /><Relationship Type="http://schemas.openxmlformats.org/officeDocument/2006/relationships/notesMaster" Target="/ppt/notesMasters/notesMaster1.xml" Id="R75e26f85542e46f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0255ace896e4793" /><Relationship Type="http://schemas.openxmlformats.org/officeDocument/2006/relationships/notesMaster" Target="/ppt/notesMasters/notesMaster1.xml" Id="Rd42980f579ac401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4b16a465a854852" /><Relationship Type="http://schemas.openxmlformats.org/officeDocument/2006/relationships/notesMaster" Target="/ppt/notesMasters/notesMaster1.xml" Id="R17e2aa271f404f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기획서에 적은 사용자 흐름을 실제 요청과 응답으로 옮기는 주차다. 오늘 구현할 기능은 하나의 합성 안내 서비스이며 기술 이름을 나열하기보다 성공·실패·중단의 계약을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증거는 화면 한 장이 아니라 실행 명령과 재현 가능한 입력이다. 정상 한 건, 잘못된 입력 한 건, 시간 초과 한 건, 사용자 중단 한 건을 같은 버전에서 확인하면 서비스 경계를 설명하기 쉬워진다.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수정본의 제출 마감은 10월22일이었다. 10월23일은 시험·실시간 수업 없이 평가했다. 오늘은 10월30일 온라인 실시간 수업이며 새 제출 일정을 추정하지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기획서의 기능 요구사항을 하나 고른 뒤 누가 어떤 입력을 보내고 어떤 필드를 받는지 적는다. 다음으로 잘못된 입력과 외부 장애를 구분하는 시험을 만든다. 오늘 자료가 실제 프로젝트의 모든 요구를 구현한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100분 안에 모든 세부 장표와 53개 코드 셀을 완독하지 않는다. 계약·용량·스트리밍·지표 해석의 핵심 셀을 함께 실행하고 상세 캐시 실험과 선택 제공자는 복습에서 확장한다.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명에게 답변하는 함수가 잘 동작해도 수십 명이 동시에 요청하거나 브라우저를 닫으면 다른 문제가 생긴다. 실제 고객 정책을 검증하는 수업이 아니므로 응답 문구 앞에 합성 정책 또는 MOCK 표시를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함수에서는 예외를 개발자가 직접 읽지만 서비스에서는 사용자 화면과 클라이언트 코드가 다음 행동을 알아야 한다. 출력 형태와 실패 코드를 고정하면 다른 팀원이 UI와 테스트를 독립적으로 만들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브라우저는 API에 요청하고 API가 입력을 검증한 뒤 제공자를 호출한다. Python 함수·웹 서버·모델 서버는 서로 다른 역할이며 Uvicorn worker를 늘려도 모델 GPU가 자동으로 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클라이언트 요청을 받자마자 모델을 호출하지 않는다. 입력 검증·유입 제한·처리 용량·캐시를 통과한 후에 제공자를 호출한다. 입력 오류는 모델 비용 없이 종료하고 요청 ID는 사용자 응답과 내부 메타데이터를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저장소의 실제 index.html을 로컬 서버에서 실행한 캡처다. 같은 질문을 두 번 실행하고 cached와 provider_calls를 확인한다. 숫자는 기기와 실행 시점의 관측값이며 서비스 목표나 모델 속도 기준이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명세는 정상 응답의 필드만으로 완성되지 않는다. 최대 입력, 허용 타입, 오류 상태, 버전 호환성, 스트림 완료의 의미도 계약이다. 이 계약을 테스트로 바꾸면 구현 변경의 영향을 빠르게 확인할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경로, Content-Type 헤더, JSON 본문은 서로 다른 정보다. 문법상 올바른 JSON도 message가 공백이면 업무 입력으로 유효하지 않다. HTTP 전송 성공과 생성 결과의 의미 정확성도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extra=forbid는 알 수 없는 필드를 거부하고 strict=True는 숫자 문자열의 암묵적 변환을 줄인다. message의 공백 제거·빈 값 검사는 별도 validator에서 수행한다. 수업은 공통 requirements에 고정한 Pydantic 2.11.7을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max_tokens는 실제 제공자에 넘기는 생성 상한이다. MOCK은 고정 문장을 반환하므로 그 문자의 길이를 토큰 수라고 표시하지 않는다. 전체 요청 바이트 크기 제한은 현재 실습 외의 배포 전 보완 사항이다.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프레임워크의 기본 검증 오류에는 입력값이 포함될 수 있어 교육용 앱은 위치와 오류 유형만 반환한다. 메시지나 비밀정보가 예외 응답·접근 로그·모니터링에 복제되는 경로를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- https://fastapi.tiangolo.com/tutorial/handling-errors/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응답 모델은 서비스가 반환할 필드를 제한하고 문서화한다. 요청 ID는 호출마다 새로 발급하지만 캐시된 답변은 재사용될 수 있다. 200과 simulated=true는 전송 및 모사 여부이지 실제 업무 정확도 점수가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health가 성공해도 모델 서버가 꺼져 있을 수 있다. ready의 Ollama 경로는 설치 목록에서 정확한 모델 태그만 검사하며 모델을 다운로드하거나 생성하지 않는다. 실제 짧은 생성과 품질 평가는 별도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OpenAPI는 요청·응답 구조의 공유 언어다. /docs에서 한 번 실행한 성공 사례를 반복 검증으로 대체할 수 없으므로 HTTPX 테스트도 유지한다. 자동 문서가 모델 품질·권한 정책까지 검증해 주지는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https://fastapi.tiangolo.com/tutorial/response-model/</a:t>
            </a:r>
          </a:p>
          <a:p xmlns:a="http://schemas.openxmlformats.org/drawingml/2006/main">
            <a:r>
              <a:t>- https://www.python-httpx.org/advanced/transports/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경로 버전은 클라이언트 호환성과 연결되고 프롬프트·모델 버전은 같은 계약 안의 결과 변화와 연결된다. 모델 변경 후 같은 캐시를 재사용하면 이전 결과가 남을 수 있으므로 생성 의미를 바꾸는 설정을 키와 실행 기록에 반영한다.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ASGITransport는 HTTPX 요청을 메모리 안의 앱에 직접 전달한다. 서버 포트가 필요 없고 입력 검사가 빨라지지만 DNS·TCP·프록시·실제 스트림 도착 간격은 검증하지 않는다. 앱에 lifespan 자원이 생기면 수명주기 실행도 별도 관리해야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https://www.python-httpx.org/advanced/transports/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코드별 복구 안내를 읽고 어떤 요청을 수정해야 하는지 질문한다. 503은 실습에서 용량 초과와 제공자 연결 실패를 모두 나타낼 수 있으므로 error.code를 함께 본다. 재시도 여부와 횟수는 전체 시간 예산과 중복 실행 위험을 기준으로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https://www.rfc-editor.org/rfc/rfc6585.html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request_id는 서버가 발급하며 사용자 입력을 그대로 로그 키로 사용하지 않는다. 최근200건의 상태·시간·캐시 여부만 메모리에 보관한다. 실제 운영의 로그 접근권한·보존기간·다중 프로세스 수집은 추가 설계가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실험에서 확인할 경계와 성공·실패 조건을 살펴본다.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순차 대기는 4개의 30ms 작업을 연속 수행하므로 개념상 약120ms이고 동시 대기는 대기를 겹친다. 실제 측정은 스케줄링 오버헤드를 포함한다. 수면 모사로 GPU 연산 개선을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https://fastapi.tiangolo.com/async/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코루틴을 만들기만 하면 실행이 완료되는 것은 아니다. await하거나 task로 예약해야 한다. await 지점에서 대기를 양보하는 성질과 여러 CPU 코어에서 계산을 병렬 수행하는 성질을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https://fastapi.tiangolo.com/async/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async def 내부의 동기 sleep이나 동기 HTTP 호출은 이벤트 루프를 막을 수 있다. 네트워크 I/O는 비동기 클라이언트를 사용하고 기존 동기 I/O는 제한된 스레드 실행을 검토한다. 무제한 스레드는 별도의 용량 문제를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https://fastapi.tiangolo.com/async/</a:t>
            </a:r>
          </a:p>
          <a:p xmlns:a="http://schemas.openxmlformats.org/drawingml/2006/main">
            <a:r>
              <a:t>- https://docs.python.org/3.11/library/asyncio-task.html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워크로드에 맞는 실행 위치를 선택한다. Python 중심 CPU 계산은 프로세스 분리 비용을, GPU 추론은 모델 메모리와 스케줄링을 함께 본다. API 작업자 수와 모델 복제 수는 같은 숫자가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https://fastapi.tiangolo.com/async/</a:t>
            </a:r>
          </a:p>
          <a:p xmlns:a="http://schemas.openxmlformats.org/drawingml/2006/main">
            <a:r>
              <a:t>- https://docs.python.org/3.11/library/asyncio-task.html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실습의 CPython3.11을 기준으로 설명한다. GIL을 이유로 I/O 동시성이 불가능하다고 말하지 않는다. 네이티브 수치 라이브러리와 GPU 실행은 잠금 해제·장치 실행 조건이 달라 Python 반복문의 결과를 그대로 일반화하지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https://docs.python.org/3.11/glossary.html#term-global-interpreter-lock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검사는 단일 이벤트 루프에서 await 없는 구간으로 수행한다. 다른 프로세스·스레드에 공유되지 않는다. 요청 빈도 검사는 active 검사보다 먼저 수행하므로 용량 거절도 유입 토큰을 소비한다.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빈도는 일정 시간에 유입되는 양이고 동시성은 현재 점유한 작업 수다. 짧은 burst를 허용해도 처리 중인 요청이 길면 active 한도에 먼저 도달할 수 있다. 이번 토큰 버킷은 사용자별 인증 제한이 아닌 전체 프로세스의 실험 장치다.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서버의 전체 제한시간과 HTTP 클라이언트의 접속·읽기·쓰기·풀 대기 제한은 서로 다른 경계다. 서버가 대기를 끝냈다고 외부 모델의 작업이나 과금도 종료됐다고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https://www.python-httpx.org/advanced/timeouts/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finally는 정상·상류 오류·시간 초과·코루틴 취소 모두에서 로컬 용량을 돌려주는 지점이다. 예제 발췌는 실제 service.py 구조의 요점을 보여주며 클래스 메서드의 인자명까지 동일한 복사 실행 코드는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https://docs.python.org/3.11/library/asyncio-task.html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초과 시뮬레이션은 서버 설정의 두 배를 기다려 deadline을 넘기게 한다. 성공 캐시가 있더라도 장애 주입은 캐시를 우회하므로 오류를 관찰할 수 있다. 실패 이후 /lab/stats의 active=0과 후속 요청을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즉시 무한 재시도는 과부하를 더 키운다. 지수 백오프·임의 분산·횟수 상한도 원래 작업의 중복 실행 위험을 없애지는 못한다. 이 앱은 재시도를 자동으로 넣지 않고 판단할 조건을 먼저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클라이언트 단절·코루틴 취소·서버 제한시간은 별개다. 로컬 finally가 실행되어도 외부 제공자의 GPU 작업이나 과금 종료를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실험에서 확인할 경계와 성공·실패 조건을 살펴본다.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응답 캐시는 최종 문자열을, 검색 캐시는 문서 후보를, KV 캐시는 모델 내부 attention 상태를 재사용한다. 무엇을 저장하고 어떤 조건에서 재사용을 중단할지가 다르다. 실습의 TTLCache를 KV 캐시 구현이라고 소개하지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키이고 아직 만료되지 않은 완료 결과만 적중한다. 적중해도 새 요청 ID를 발급하고 cached=true로 표시한다. 캐시 적중률이 높더라도 오래되거나 권한이 맞지 않는 답변이면 서비스 품질은 나빠질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해시는 암호화가 아니다. 예제 키에는 원문 자체 대신 해시를 사용하지만 메모리 캐시는 답변을 저장한다. 사용자 식별자를 클라이언트가 보내는 값만으로 권한 경계로 믿지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직원과 일반 사용자라는 동일 질문의 권한 반례다. 다중 사용자 서비스는 인증된 신원·접근 가능 문서·버전을 생성과 캐시 경계에 결합해야 한다. 민감 문서의 존재 자체가 검색 결과나 로그에 드러나는 경로도 검토한다.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TTL은 최신성 정책의 일부이고 LRU는 메모리 용량 정책이다. 단조 시계를 사용해 시스템 시간 조정의 영향을 줄인다. 만료 항목은 조회 또는 용량 제거 시 정리되며 별도 청소 프로세스와 영구 저장소는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시계를 함수로 주입하면 실제로2초를 기다리지 않고 만료 직전·정확한 만료 시각·이후를 검사할 수 있다. 의존성 주입은 모델 연결뿐 아니라 시간과 전송을 재현하는 작은 설계에도 유용하다.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캐시 적중은 완료된 값에 대해서만 일어난다. 같은 콜드 키의 동시 요청은 두 번 제공자를 호출한다. 개선하려면 키별 진행 작업 병합과 취소·실패·한도 정책을 따로 설계해야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처리와 생성 단계를 분리하면 긴 질문과 긴 답변이 서로 다른 병목을 만들 수 있음을 설명하기 쉽다. 실제 장치·모델·배치에 따라 계산 및 메모리 병목이 달라지며 단정적인 속도 비율을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PagedAttention은 연속한 논리 토큰의 KV를 반드시 물리적으로 연속한 메모리에 보관하지 않도록 블록 기반 참조를 사용한다. Figure5는 구조 이해용이며 논문 성능 수치를 강좌 실습의 결과로 전이하지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Figure4에서 API가 아닌 추론 엔진 내부의 스케줄러·캐시 관리자·작업자 역할을 구분한다. 이 도식만 보고 GPU 한 대의 최적 배치나 현재 vLLM 설치 호환성을 결정할 수는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동시성은 기다리는 여러 요청을 다루는 앱 구조이고 추론 배칭은 모델 실행의 스케줄링이다. asyncio.sleep 실험은 전자를 보여주지만 후자의 효율이나 모델 처리량을 측정하지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https://fastapi.tiangolo.com/async/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출력 길이를 줄이면 필요한 정보가 누락될 수 있고 양자화로 저장량을 줄여도 특정 커널에서 더 빠르다는 보장은 없다. 품질·지연·처리량·메모리·비용을 같은 조건으로 비교하고 한 지표의 개선을 전체 성공으로 소개하지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https://arxiv.org/abs/2309.06180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실험에서 확인할 경계와 성공·실패 조건을 살펴본다.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브라우저 EventSource는 GET 기반이다. 본 실습은 POST 요청 본문을 보내므로 fetch Response.body를 읽고 빈 줄 단위 SSE 이벤트를 파싱한다. meta는 첫 토큰이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https://html.spec.whatwg.org/multipage/server-sent-events.html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네트워크에서 한 번 읽은 바이트 묶음이 한 이벤트와 같지 않을 수 있다. UTF-8 디코더 상태와 남은 문자열을 유지한 뒤 빈 줄이 나올 때 프레임을 파싱한다. 예제 서버는 event와 JSON data를 함께 보낸다.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https://html.spec.whatwg.org/multipage/server-sent-events.html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 화면의 first_delta_ms는 최초 내용 이벤트가 도착한 시각이다. 메타데이터가 먼저 도착해도 내용 시간으로 세지 않는다. 일반 응답과 달리 이 경로는 캐시를 사용하지 않고 MOCK 전용이다.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StreamingResponse가 헤더를 보낸 뒤에는 이미 전송한 HTTP 상태를 새 오류 코드로 교체할 수 없다. 오류 이벤트를 전송하거나 연결이 끝날 수 있으므로 클라이언트가 완료 마커와 미완료 상태를 구분해야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https://html.spec.whatwg.org/multipage/server-sent-events.html</a:t>
            </a:r>
          </a:p>
          <a:p xmlns:a="http://schemas.openxmlformats.org/drawingml/2006/main">
            <a:r>
              <a:t>- https://fastapi.tiangolo.com/advanced/custom-response/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답변 일부가 유용하더라도 done이 없으면 완료 성공으로 저장하지 않는다. 사용자 중단, 네트워크 단절, 서버 오류를 UI에서 구분할 수 있는 최소 정보를 남긴다. 스트림 오류율은 일반 HTTP 상태만으로 집계하면 빠진다.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TCP에서 수신한 첫 내용 조각과 done까지의 시간을 비교한다. 네트워크 응답 크기나 앱의 고정 sleep에 좌우되는 교육용 측정이며 실제 모델 토큰 단위 성능은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repo:scripts/verify_week09_live.py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TCP 검증은 별도 Uvicorn 프로세스를 임시 포트에 띄우고 HTTPX 스트림 수신 시간을 기록한다. 그래프는 첫 delta와 전체 완료의 실측값이며 모델 토큰 생성·인터넷 환경은 다루지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https://www.python-httpx.org/advanced/transports/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실험에서 확인할 경계와 성공·실패 조건을 살펴본다.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Notebook은 새 앱을 만들어 다른 파일의 실행 순서에 의존하지 않는다. 전체 실행은85분 권장이고 수업은 선택 셀로40분 정도를 진행한다. 실제 셀 실행 시간보다 예상·변경·해석의 토론 시간이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.venv가 있으면 재생성하지 않는다. 설치와 실행은 동일한 Python3.11 환경에서 수행한다. 필수 실습에 Locust·Redis·GPU 패키지를 추가하지 않으며 공통 requirements는 변경하지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커널이 다른 Python이면 import가 되더라도 패키지 동작이 달라질 수 있다. 파일 하나가 아닌 저장소 루트를 열어 week09 패키지와 공통 모듈 경로를 함께 인식시킨다.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127.0.0.1에만 바인딩하고 한 worker를 사용한다. 이 앱은 인증이 없고 교육용 장애 주입을 제공하므로 공용 IP로 공개하지 않는다. 다른 수업 서버를 임의로 종료하지 말고 자신의 포트를 변경한다.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01의 정상·공백 검사,02의 동시 한도·시간 초과,03의 캐시 적중과 중복,04의 done·error를 우선한다. 05의 부하 결과는 함께 읽고 전체 실행·선택 제공자 연결은 복습에서 확장한다.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run_load는 동시 진행 수를 semaphore로 제한하고 매 실행 최대100건·동시성8로 제한한다. warmup 요청은 요약에서 제외한다. 응답이 끝나면 다음 요청이 진행되므로 고정 도착률 시험과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폐쇄형 클라이언트에서는 지연이 늘면 다음 요청의 발행도 늦어진다. 운영의 급격한 유입이나 대기열 증가를 충분히 재현하지 못할 수 있다. 외부 API나 타인의 서버에 이 코드를 무단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repo:week09/lab/benchmark.py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동시성1과2는 각24건이 성공한다. 동시성6은 처리 한도2를 초과해 빠른503이 발생할 수 있다. 폐쇄형 단기 시험의 특성으로 오류 건수와 시간은 실행마다 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repo:week09/lab/benchmark.py</a:t>
            </a:r>
          </a:p>
          <a:p xmlns:a="http://schemas.openxmlformats.org/drawingml/2006/main">
            <a:r>
              <a:t>- repo:week09/lab/notebooks/05_load_and_project.ipynb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가상값의 전체 평균은 (100+9×1)/10=10.9ms다. 성공 응답은100ms이며 오류율은90%다. 평균만 보면 빠르지만 대부분 요청을 거절했다는 중요한 사실이 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분포에는 성공 응답만 포함한다. 실패율과 전체 표본은 다른 장표에서 함께 보고한다. 성공 표본이 없는 경우 지연을0으로 기록하지 않고 None으로 남겨 측정 불가능을 표현한다.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repo:week09/lab/benchmark.py</a:t>
            </a:r>
          </a:p>
          <a:p xmlns:a="http://schemas.openxmlformats.org/drawingml/2006/main">
            <a:r>
              <a:t>- repo:week09/lab/notebooks/05_load_and_project.ipynb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백분위수 보간 방법과 성공만 포함하는 필터를 명시한다. 작은 표본에서 p99는 극단값 몇 개에 크게 좌우되므로 운영 보장이나 SLA로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완료 처리량은 성공과 빠른 오류를 모두 세고 성공 처리량은200 응답만 센다. 같은 단위인 요청/초라도 분자의 의미가 다르다. 스트리밍은 done까지 확인하는 별도의 성공 정의가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repo:week09/lab/benchmark.py</a:t>
            </a:r>
          </a:p>
          <a:p xmlns:a="http://schemas.openxmlformats.org/drawingml/2006/main">
            <a:r>
              <a:t>- repo:week09/lab/notebooks/05_load_and_project.ipynb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SLI는 측정값, SLO는 대상·기간·목표를 포함한 운영 목표, SLA는 계약과 책임의 합의다. 단기 로컬 실험의 p95를 장기 목표 달성이나 계약 보장으로 바꾸어 쓰지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https://sre.google/sre-book/service-level-objectives/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캐시 적중 조건에서는 워밍업에서 만든 답변을 재사용해 제공자 호출이1회다. 캐시 OFF와 비교한 지연 개선을 모델 자체의 추론 최적화라고 쓰면 안 된다. 실제 서비스에서는 반복 질의 비율과 권한·만료 조건을 함께 측정한다.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repo:week09/lab/benchmark.py</a:t>
            </a:r>
          </a:p>
          <a:p xmlns:a="http://schemas.openxmlformats.org/drawingml/2006/main">
            <a:r>
              <a:t>- repo:week09/lab/notebooks/05_load_and_project.ipynb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환경·입력 길이·표본·동시성·캐시·워밍업·실행 시간을 결과와 함께 저장한다. 파일은 로컬 output/validation에 남고 공개 자료에 개인 입력이나 학생 제출물을 포함하지 않는다. 수치가 달라지면 원인을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실험에서 확인할 경계와 성공·실패 조건을 살펴본다.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요구사항과 비기능 요구사항에 각각 확인 방법과 실패 처리를 연결한다. 문서에 적은 응답 목표는 실제 비교 실험 이전에는 제안값이다. 평균 지연 하나보다 성공·실패·완료·자원 복구의 증거가 먼저다.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 list로 설치된 정확한 태그를 확인한다. 404는 경로·버전·모델명 등 원인을 나누어 확인하고 모델 다운로드를 자동 실행하지 않는다. think:false의 지원과 실제 응답은 선택 모델에서 확인해야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https://docs.ollama.com/api/chat</a:t>
            </a:r>
          </a:p>
          <a:p xmlns:a="http://schemas.openxmlformats.org/drawingml/2006/main">
            <a:r>
              <a:t>- https://docs.ollama.com/capabilities/thinking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설정은 학생이 명시적으로 선택한 로컬 제공자만 사용한다. 실습의 기본 경로에서는 실제 Ollama를 호출하지 않는다. /ready는 설치 확인이고 생성·품질·thinking 동작은 별도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https://docs.ollama.com/api/chat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경로는 외부 모델이 없어도 모두 실행할 수 있다. Ollama 어댑터는 모의 HTTP 전송으로 정상·누락 모델·연결 실패 계약을 검사했으며 실제 모델의 속도·메모리·출력 품질은 이 결과에 포함되지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리뷰에서는 어떤 모델을 썼는지보다 요구사항 하나가 실제로 동작하는지와 실패 이후 사용자에게 어떤 선택을 주는지 확인한다. 다음 주 배포 단원으로 넘어가기 전에 실행 명령·대표 입력·알려진 한계를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앱을 그대로 운영 배포하지 않는다. 인증·권한·전체 요청 크기 제한·암호화·영속 저장·다중 worker 상태·실제 제공자 취소·중앙 지표가 남은 작업이다. 구현하지 않은 기능은 시연에서 명확히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FastAPI와 HTTPX는 고정된 강좌 패키지에서 실행하고 공식 문서는 개념과 API 의미를 확인하는 데 사용했다. 논문 Figure4·5는2023년 구조 설명용이며 현재 제품의 설치·성능·우위를 대신하지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repo:week09/lab/service.py</a:t>
            </a:r>
          </a:p>
          <a:p xmlns:a="http://schemas.openxmlformats.org/drawingml/2006/main">
            <a:r>
              <a:t>- repo:week09/lab/app.py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b1a6195df4d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baa75c27a41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e9605fdf84f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1dccf911645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c27d0f1f447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7cf0f00ef45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EA7B0-7FA9-4730-8C32-E17677B43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7181FC-6F13-4D7A-AEC0-5FC4A14752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5C8135-1E05-42EF-9AC4-0A46ED3E3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A261B7-3BDB-4E1C-9752-F4266F3DE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6E585B-B1A9-4A07-BA39-475EEB537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AFA657-CEE0-45C7-9B39-49A0411EF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CF57AE-FFAF-478D-858B-0787C6DBFA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B02A2E-A847-4A3B-A7E9-BF930BA29F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2148A0-8976-4BD4-AB22-6F34556112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27EF43-3B64-4520-88A0-8187F53090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41827616d4795" /><Relationship Type="http://schemas.openxmlformats.org/officeDocument/2006/relationships/slideLayout" Target="/ppt/slideLayouts/slideLayout1.xml" Id="R27c713eaef95403b" /><Relationship Type="http://schemas.openxmlformats.org/officeDocument/2006/relationships/slideLayout" Target="/ppt/slideLayouts/slideLayout2.xml" Id="R26373734ac084e20" /><Relationship Type="http://schemas.openxmlformats.org/officeDocument/2006/relationships/slideLayout" Target="/ppt/slideLayouts/slideLayout3.xml" Id="R98dc3f9402c74ec0" /><Relationship Type="http://schemas.openxmlformats.org/officeDocument/2006/relationships/slideLayout" Target="/ppt/slideLayouts/slideLayout4.xml" Id="R0e7fa5b234e6423f" /><Relationship Type="http://schemas.openxmlformats.org/officeDocument/2006/relationships/slideLayout" Target="/ppt/slideLayouts/slideLayout5.xml" Id="Rf8b044806b5c4c03" /><Relationship Type="http://schemas.openxmlformats.org/officeDocument/2006/relationships/slideLayout" Target="/ppt/slideLayouts/slideLayout6.xml" Id="Rf24c168280ce48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713eaef95403b"/>
    <p:sldLayoutId xmlns:r="http://schemas.openxmlformats.org/officeDocument/2006/relationships" id="2147483650" r:id="R26373734ac084e20"/>
    <p:sldLayoutId xmlns:r="http://schemas.openxmlformats.org/officeDocument/2006/relationships" id="2147483651" r:id="R98dc3f9402c74ec0"/>
    <p:sldLayoutId xmlns:r="http://schemas.openxmlformats.org/officeDocument/2006/relationships" id="2147483652" r:id="R0e7fa5b234e6423f"/>
    <p:sldLayoutId xmlns:r="http://schemas.openxmlformats.org/officeDocument/2006/relationships" id="2147483653" r:id="Rf8b044806b5c4c03"/>
    <p:sldLayoutId xmlns:r="http://schemas.openxmlformats.org/officeDocument/2006/relationships" id="2147483654" r:id="Rf24c168280ce48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5efcb7e4043ac" /><Relationship Type="http://schemas.openxmlformats.org/officeDocument/2006/relationships/notesSlide" Target="/ppt/notesSlides/notesSlide1.xml" Id="R2dd7eff1f69a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024482ea84fe9" /><Relationship Type="http://schemas.openxmlformats.org/officeDocument/2006/relationships/notesSlide" Target="/ppt/notesSlides/notesSlide2.xml" Id="R6615fd1e477d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3f867a4d041ac" /><Relationship Type="http://schemas.openxmlformats.org/officeDocument/2006/relationships/notesSlide" Target="/ppt/notesSlides/notesSlide3.xml" Id="R3580f4bd9ad1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62cb6f4a54c7b" /><Relationship Type="http://schemas.openxmlformats.org/officeDocument/2006/relationships/notesSlide" Target="/ppt/notesSlides/notesSlide4.xml" Id="Rc803a2a83adc4e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082c25f9b47e2" /><Relationship Type="http://schemas.openxmlformats.org/officeDocument/2006/relationships/notesSlide" Target="/ppt/notesSlides/notesSlide5.xml" Id="R8c826eda043246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95c641b4049a5" /><Relationship Type="http://schemas.openxmlformats.org/officeDocument/2006/relationships/notesSlide" Target="/ppt/notesSlides/notesSlide6.xml" Id="R6a0815fde68a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383a5771d4648" /><Relationship Type="http://schemas.openxmlformats.org/officeDocument/2006/relationships/notesSlide" Target="/ppt/notesSlides/notesSlide7.xml" Id="Rb959fadb6588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a110f2bc34eb3" /><Relationship Type="http://schemas.openxmlformats.org/officeDocument/2006/relationships/notesSlide" Target="/ppt/notesSlides/notesSlide8.xml" Id="Rd867ce17fd1148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098e8c1f24d43" /><Relationship Type="http://schemas.openxmlformats.org/officeDocument/2006/relationships/notesSlide" Target="/ppt/notesSlides/notesSlide9.xml" Id="R80018b85c1dd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c2be056bb4c93" /><Relationship Type="http://schemas.openxmlformats.org/officeDocument/2006/relationships/image" Target="/ppt/media/image.jpeg" Id="Rf3a454743e9d429e" /><Relationship Type="http://schemas.openxmlformats.org/officeDocument/2006/relationships/notesSlide" Target="/ppt/notesSlides/notesSlide10.xml" Id="R7f4e988ab418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0f3cfef7e40cc" /><Relationship Type="http://schemas.openxmlformats.org/officeDocument/2006/relationships/notesSlide" Target="/ppt/notesSlides/notesSlide11.xml" Id="R5d576aa7957b45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d4090f0d34e82" /><Relationship Type="http://schemas.openxmlformats.org/officeDocument/2006/relationships/notesSlide" Target="/ppt/notesSlides/notesSlide12.xml" Id="R38e2be32278045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023e1061a4da4" /><Relationship Type="http://schemas.openxmlformats.org/officeDocument/2006/relationships/notesSlide" Target="/ppt/notesSlides/notesSlide13.xml" Id="Rcdb4b30d5a6a4c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ad17ba17d4b9b" /><Relationship Type="http://schemas.openxmlformats.org/officeDocument/2006/relationships/notesSlide" Target="/ppt/notesSlides/notesSlide14.xml" Id="R680f8fb0a8dc42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38ec83b984d1d" /><Relationship Type="http://schemas.openxmlformats.org/officeDocument/2006/relationships/notesSlide" Target="/ppt/notesSlides/notesSlide15.xml" Id="Rbd66f140360d4a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ba157097e425e" /><Relationship Type="http://schemas.openxmlformats.org/officeDocument/2006/relationships/notesSlide" Target="/ppt/notesSlides/notesSlide16.xml" Id="R888e4063779347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f462e034f4991" /><Relationship Type="http://schemas.openxmlformats.org/officeDocument/2006/relationships/notesSlide" Target="/ppt/notesSlides/notesSlide17.xml" Id="R318f64014aa141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de3e13e5c4bb9" /><Relationship Type="http://schemas.openxmlformats.org/officeDocument/2006/relationships/notesSlide" Target="/ppt/notesSlides/notesSlide18.xml" Id="R1c2ccff86a3445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3eb575e9842e0" /><Relationship Type="http://schemas.openxmlformats.org/officeDocument/2006/relationships/notesSlide" Target="/ppt/notesSlides/notesSlide19.xml" Id="Rf9b8e3f9071b4e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67d22c81d4840" /><Relationship Type="http://schemas.openxmlformats.org/officeDocument/2006/relationships/notesSlide" Target="/ppt/notesSlides/notesSlide20.xml" Id="Rae27107fc95a4b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6c36dae004827" /><Relationship Type="http://schemas.openxmlformats.org/officeDocument/2006/relationships/notesSlide" Target="/ppt/notesSlides/notesSlide21.xml" Id="R9affd9198ce345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59c755c1f4ddf" /><Relationship Type="http://schemas.openxmlformats.org/officeDocument/2006/relationships/notesSlide" Target="/ppt/notesSlides/notesSlide22.xml" Id="R405f36bf4b0b48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3bcb721024536" /><Relationship Type="http://schemas.openxmlformats.org/officeDocument/2006/relationships/notesSlide" Target="/ppt/notesSlides/notesSlide23.xml" Id="Rff6ab458be8c43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f626b82114903" /><Relationship Type="http://schemas.openxmlformats.org/officeDocument/2006/relationships/notesSlide" Target="/ppt/notesSlides/notesSlide24.xml" Id="R99d2a1cbc1b942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6693e40974906" /><Relationship Type="http://schemas.openxmlformats.org/officeDocument/2006/relationships/notesSlide" Target="/ppt/notesSlides/notesSlide25.xml" Id="Rf734bcc3991848c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2e645e30a47c9" /><Relationship Type="http://schemas.openxmlformats.org/officeDocument/2006/relationships/notesSlide" Target="/ppt/notesSlides/notesSlide26.xml" Id="R92a31f4c243a42d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bedde264a42ff" /><Relationship Type="http://schemas.openxmlformats.org/officeDocument/2006/relationships/notesSlide" Target="/ppt/notesSlides/notesSlide27.xml" Id="R8906774eb9d847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075edded34a66" /><Relationship Type="http://schemas.openxmlformats.org/officeDocument/2006/relationships/notesSlide" Target="/ppt/notesSlides/notesSlide28.xml" Id="Rf91ddcd28f6941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78053101b472d" /><Relationship Type="http://schemas.openxmlformats.org/officeDocument/2006/relationships/notesSlide" Target="/ppt/notesSlides/notesSlide29.xml" Id="Rc47d0d8adef44c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0b3a255ab4065" /><Relationship Type="http://schemas.openxmlformats.org/officeDocument/2006/relationships/notesSlide" Target="/ppt/notesSlides/notesSlide30.xml" Id="Rdded516c465246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fdb762dcb4eb5" /><Relationship Type="http://schemas.openxmlformats.org/officeDocument/2006/relationships/notesSlide" Target="/ppt/notesSlides/notesSlide31.xml" Id="R335e0f092f7c4d3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63edbfe504742" /><Relationship Type="http://schemas.openxmlformats.org/officeDocument/2006/relationships/notesSlide" Target="/ppt/notesSlides/notesSlide32.xml" Id="Ra0927df78fe64b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7a796a0ef4a22" /><Relationship Type="http://schemas.openxmlformats.org/officeDocument/2006/relationships/image" Target="/ppt/media/image2.jpeg" Id="R8463e529d0514a4f" /><Relationship Type="http://schemas.openxmlformats.org/officeDocument/2006/relationships/notesSlide" Target="/ppt/notesSlides/notesSlide33.xml" Id="R0c2c68fcc0724a9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e99b1af7040ec" /><Relationship Type="http://schemas.openxmlformats.org/officeDocument/2006/relationships/notesSlide" Target="/ppt/notesSlides/notesSlide34.xml" Id="R3eac4c6731e940b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7af0cda9e4c38" /><Relationship Type="http://schemas.openxmlformats.org/officeDocument/2006/relationships/notesSlide" Target="/ppt/notesSlides/notesSlide35.xml" Id="R723a48f204f14a0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d591fc672432a" /><Relationship Type="http://schemas.openxmlformats.org/officeDocument/2006/relationships/notesSlide" Target="/ppt/notesSlides/notesSlide36.xml" Id="R7c3b33fe1f604b5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1e58cc92c455c" /><Relationship Type="http://schemas.openxmlformats.org/officeDocument/2006/relationships/notesSlide" Target="/ppt/notesSlides/notesSlide37.xml" Id="Rf078092097aa4c3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7d634b45b449a" /><Relationship Type="http://schemas.openxmlformats.org/officeDocument/2006/relationships/notesSlide" Target="/ppt/notesSlides/notesSlide38.xml" Id="Rd481a2d36ba74d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732be5abe4f3f" /><Relationship Type="http://schemas.openxmlformats.org/officeDocument/2006/relationships/notesSlide" Target="/ppt/notesSlides/notesSlide39.xml" Id="R4e1c4e8c62a045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7d1a2ba004c69" /><Relationship Type="http://schemas.openxmlformats.org/officeDocument/2006/relationships/notesSlide" Target="/ppt/notesSlides/notesSlide40.xml" Id="Rbdf6fda6f9a7491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c0c4aa3b4456c" /><Relationship Type="http://schemas.openxmlformats.org/officeDocument/2006/relationships/notesSlide" Target="/ppt/notesSlides/notesSlide41.xml" Id="R3847fabc91d042e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2df4334ae406b" /><Relationship Type="http://schemas.openxmlformats.org/officeDocument/2006/relationships/notesSlide" Target="/ppt/notesSlides/notesSlide42.xml" Id="Rc6be82412b74493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4ef58c4704d10" /><Relationship Type="http://schemas.openxmlformats.org/officeDocument/2006/relationships/notesSlide" Target="/ppt/notesSlides/notesSlide43.xml" Id="R23a874dcf6d64fb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37fe76d7c4715" /><Relationship Type="http://schemas.openxmlformats.org/officeDocument/2006/relationships/notesSlide" Target="/ppt/notesSlides/notesSlide44.xml" Id="R84f7f4c6f0b0430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93017ba064e0c" /><Relationship Type="http://schemas.openxmlformats.org/officeDocument/2006/relationships/image" Target="/ppt/media/image.png" Id="R24800470cbc74103" /><Relationship Type="http://schemas.openxmlformats.org/officeDocument/2006/relationships/notesSlide" Target="/ppt/notesSlides/notesSlide45.xml" Id="Rf4de3008400d464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46ae4cd074df7" /><Relationship Type="http://schemas.openxmlformats.org/officeDocument/2006/relationships/image" Target="/ppt/media/image2.png" Id="Rce7eb371f9154e5f" /><Relationship Type="http://schemas.openxmlformats.org/officeDocument/2006/relationships/notesSlide" Target="/ppt/notesSlides/notesSlide46.xml" Id="Rd79ba820fbb9413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0c53554c247d9" /><Relationship Type="http://schemas.openxmlformats.org/officeDocument/2006/relationships/notesSlide" Target="/ppt/notesSlides/notesSlide47.xml" Id="R9aac6456a73b429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b73ae7fc4477f" /><Relationship Type="http://schemas.openxmlformats.org/officeDocument/2006/relationships/notesSlide" Target="/ppt/notesSlides/notesSlide48.xml" Id="R155651503d4842c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62527a6ac470c" /><Relationship Type="http://schemas.openxmlformats.org/officeDocument/2006/relationships/notesSlide" Target="/ppt/notesSlides/notesSlide49.xml" Id="Rbad9afead7614a9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91b82a0c34813" /><Relationship Type="http://schemas.openxmlformats.org/officeDocument/2006/relationships/notesSlide" Target="/ppt/notesSlides/notesSlide50.xml" Id="Ra4b2bc25f73a456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eaa5518a148ee" /><Relationship Type="http://schemas.openxmlformats.org/officeDocument/2006/relationships/notesSlide" Target="/ppt/notesSlides/notesSlide51.xml" Id="Rc36bf30b735547e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0dd9429f94bd0" /><Relationship Type="http://schemas.openxmlformats.org/officeDocument/2006/relationships/image" Target="/ppt/media/image3.jpeg" Id="Rc5e5b3dc999a466c" /><Relationship Type="http://schemas.openxmlformats.org/officeDocument/2006/relationships/notesSlide" Target="/ppt/notesSlides/notesSlide52.xml" Id="R85fdbe705f604b3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ce14a98d64e41" /><Relationship Type="http://schemas.openxmlformats.org/officeDocument/2006/relationships/notesSlide" Target="/ppt/notesSlides/notesSlide53.xml" Id="R92d27a66a5ef463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f9d06e5324042" /><Relationship Type="http://schemas.openxmlformats.org/officeDocument/2006/relationships/notesSlide" Target="/ppt/notesSlides/notesSlide54.xml" Id="R82336cd16a01470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a5f53d65a476f" /><Relationship Type="http://schemas.openxmlformats.org/officeDocument/2006/relationships/chart" Target="/ppt/slides/charts/chart1.xml" Id="Rb8495c2a8e03420e" /><Relationship Type="http://schemas.openxmlformats.org/officeDocument/2006/relationships/notesSlide" Target="/ppt/notesSlides/notesSlide55.xml" Id="R80c9d8c49d2a4b7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d71ba35c04b9f" /><Relationship Type="http://schemas.openxmlformats.org/officeDocument/2006/relationships/notesSlide" Target="/ppt/notesSlides/notesSlide56.xml" Id="R8d99c4d320cb47a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d0268893b4626" /><Relationship Type="http://schemas.openxmlformats.org/officeDocument/2006/relationships/notesSlide" Target="/ppt/notesSlides/notesSlide57.xml" Id="R3cdb3117b5ee4b1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25c635e2e4f3a" /><Relationship Type="http://schemas.openxmlformats.org/officeDocument/2006/relationships/notesSlide" Target="/ppt/notesSlides/notesSlide58.xml" Id="R49cfe314804e4ff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4ebdb853e4ffe" /><Relationship Type="http://schemas.openxmlformats.org/officeDocument/2006/relationships/notesSlide" Target="/ppt/notesSlides/notesSlide59.xml" Id="R1b16d000937143f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b4556a6354d03" /><Relationship Type="http://schemas.openxmlformats.org/officeDocument/2006/relationships/notesSlide" Target="/ppt/notesSlides/notesSlide60.xml" Id="R4f13f9d9437b48c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be9b85fe940a7" /><Relationship Type="http://schemas.openxmlformats.org/officeDocument/2006/relationships/notesSlide" Target="/ppt/notesSlides/notesSlide61.xml" Id="R74459b7b538148a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f9f7d3dc248ba" /><Relationship Type="http://schemas.openxmlformats.org/officeDocument/2006/relationships/notesSlide" Target="/ppt/notesSlides/notesSlide62.xml" Id="R13bdc093a31a4e4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98a9c4acb4461" /><Relationship Type="http://schemas.openxmlformats.org/officeDocument/2006/relationships/notesSlide" Target="/ppt/notesSlides/notesSlide63.xml" Id="R1a9412d6f3bf4f8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ce924dbdc47f7" /><Relationship Type="http://schemas.openxmlformats.org/officeDocument/2006/relationships/notesSlide" Target="/ppt/notesSlides/notesSlide64.xml" Id="R2c82528939624e5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d36f34f604b9f" /><Relationship Type="http://schemas.openxmlformats.org/officeDocument/2006/relationships/chart" Target="/ppt/slides/charts/chart2.xml" Id="R8275f8269dee4e8e" /><Relationship Type="http://schemas.openxmlformats.org/officeDocument/2006/relationships/notesSlide" Target="/ppt/notesSlides/notesSlide65.xml" Id="R0111e64d2baa4c7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445b17aa94992" /><Relationship Type="http://schemas.openxmlformats.org/officeDocument/2006/relationships/notesSlide" Target="/ppt/notesSlides/notesSlide66.xml" Id="Rf5894e577f33495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f3e923edc4e69" /><Relationship Type="http://schemas.openxmlformats.org/officeDocument/2006/relationships/chart" Target="/ppt/slides/charts/chart3.xml" Id="Rd6e50675fe3246ec" /><Relationship Type="http://schemas.openxmlformats.org/officeDocument/2006/relationships/notesSlide" Target="/ppt/notesSlides/notesSlide67.xml" Id="R484e8a3243a7494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4dfc7395340da" /><Relationship Type="http://schemas.openxmlformats.org/officeDocument/2006/relationships/notesSlide" Target="/ppt/notesSlides/notesSlide68.xml" Id="R603b8fde8b29498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f44a4a4e3452a" /><Relationship Type="http://schemas.openxmlformats.org/officeDocument/2006/relationships/chart" Target="/ppt/slides/charts/chart4.xml" Id="R2667f77298d94999" /><Relationship Type="http://schemas.openxmlformats.org/officeDocument/2006/relationships/notesSlide" Target="/ppt/notesSlides/notesSlide69.xml" Id="Rd9a2422d40d9452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38ef16f3b451b" /><Relationship Type="http://schemas.openxmlformats.org/officeDocument/2006/relationships/notesSlide" Target="/ppt/notesSlides/notesSlide70.xml" Id="R32081088984e467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cbb58c0d74a62" /><Relationship Type="http://schemas.openxmlformats.org/officeDocument/2006/relationships/chart" Target="/ppt/slides/charts/chart5.xml" Id="Rcf97b35c01ac4784" /><Relationship Type="http://schemas.openxmlformats.org/officeDocument/2006/relationships/notesSlide" Target="/ppt/notesSlides/notesSlide71.xml" Id="R87cefedcba544bd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e7ee6e7bc4c6d" /><Relationship Type="http://schemas.openxmlformats.org/officeDocument/2006/relationships/notesSlide" Target="/ppt/notesSlides/notesSlide72.xml" Id="Re08799e62d32403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ccc0b809145aa" /><Relationship Type="http://schemas.openxmlformats.org/officeDocument/2006/relationships/notesSlide" Target="/ppt/notesSlides/notesSlide73.xml" Id="R948104cc4b9d4c4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46d6af60c43b2" /><Relationship Type="http://schemas.openxmlformats.org/officeDocument/2006/relationships/notesSlide" Target="/ppt/notesSlides/notesSlide74.xml" Id="Re0af55928ba04b6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04f46602343ed" /><Relationship Type="http://schemas.openxmlformats.org/officeDocument/2006/relationships/notesSlide" Target="/ppt/notesSlides/notesSlide75.xml" Id="R259bc587354d4e1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a2233442d4717" /><Relationship Type="http://schemas.openxmlformats.org/officeDocument/2006/relationships/notesSlide" Target="/ppt/notesSlides/notesSlide76.xml" Id="Rd593437e1ac54d1a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59f4636b84e3a" /><Relationship Type="http://schemas.openxmlformats.org/officeDocument/2006/relationships/notesSlide" Target="/ppt/notesSlides/notesSlide77.xml" Id="Rd29609a73298417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8817892ad459e" /><Relationship Type="http://schemas.openxmlformats.org/officeDocument/2006/relationships/notesSlide" Target="/ppt/notesSlides/notesSlide78.xml" Id="R4a3b26f7388d444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691c8be964fb2" /><Relationship Type="http://schemas.openxmlformats.org/officeDocument/2006/relationships/notesSlide" Target="/ppt/notesSlides/notesSlide79.xml" Id="Rbb0b2c7693884c7b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f9b0610f9477d" /><Relationship Type="http://schemas.openxmlformats.org/officeDocument/2006/relationships/notesSlide" Target="/ppt/notesSlides/notesSlide80.xml" Id="Reb875590667341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로컬 TCP · ms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첫 내용 조각</c:v>
                </c:pt>
                <c:pt idx="1">
                  <c:v>전체 완료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43.558667</c:v>
                </c:pt>
                <c:pt idx="1">
                  <c:v>213.802625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오류율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동시 요청 1</c:v>
                </c:pt>
                <c:pt idx="1">
                  <c:v>동시 요청 2</c:v>
                </c:pt>
                <c:pt idx="2">
                  <c:v>동시 요청 6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0.916667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성공 p50 · ms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동시 1 (n=24)</c:v>
                </c:pt>
                <c:pt idx="1">
                  <c:v>동시 2 (n=24)</c:v>
                </c:pt>
                <c:pt idx="2">
                  <c:v>동시 6 (n=2)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34.276376</c:v>
                </c:pt>
                <c:pt idx="1">
                  <c:v>35.513916</c:v>
                </c:pt>
                <c:pt idx="2">
                  <c:v>36.856417</c:v>
                </c:pt>
              </c:numCache>
            </c:numRef>
          </c:val>
        </c:ser>
        <c:ser>
          <c:idx val="1"/>
          <c:order val="1"/>
          <c:tx>
            <c:v>성공 p95 · ms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동시 1 (n=24)</c:v>
                </c:pt>
                <c:pt idx="1">
                  <c:v>동시 2 (n=24)</c:v>
                </c:pt>
                <c:pt idx="2">
                  <c:v>동시 6 (n=2)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35.724923</c:v>
                </c:pt>
                <c:pt idx="1">
                  <c:v>37.658409</c:v>
                </c:pt>
                <c:pt idx="2">
                  <c:v>37.101592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성공 요청/s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동시 요청 1</c:v>
                </c:pt>
                <c:pt idx="1">
                  <c:v>동시 요청 2</c:v>
                </c:pt>
                <c:pt idx="2">
                  <c:v>동시 요청 6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29.083443</c:v>
                </c:pt>
                <c:pt idx="1">
                  <c:v>55.853224</c:v>
                </c:pt>
                <c:pt idx="2">
                  <c:v>53.405491</c:v>
                </c:pt>
              </c:numCache>
            </c:numRef>
          </c:val>
        </c:ser>
        <c:ser>
          <c:idx val="1"/>
          <c:order val="1"/>
          <c:tx>
            <c:v>전체 완료 요청/s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동시 요청 1</c:v>
                </c:pt>
                <c:pt idx="1">
                  <c:v>동시 요청 2</c:v>
                </c:pt>
                <c:pt idx="2">
                  <c:v>동시 요청 6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29.083443</c:v>
                </c:pt>
                <c:pt idx="1">
                  <c:v>55.853224</c:v>
                </c:pt>
                <c:pt idx="2">
                  <c:v>640.865887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성공 p50 · ms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캐시 OFF</c:v>
                </c:pt>
                <c:pt idx="1">
                  <c:v>워밍업 후 적중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35.513916</c:v>
                </c:pt>
                <c:pt idx="1">
                  <c:v>0.99602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097A0-4483-4C7F-9BF9-4E53260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LLMOPS / WEEK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F6F97-3268-47C0-9505-129953B1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API 계약과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서비스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3592D-2EBB-412A-BEFB-BE30B4C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B462B-9B87-41A3-AD40-71E2BE0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WEEK 09 · 2026.10.30 · 온라인 실시간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989C8-D77B-40C6-98E3-168020B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입출력 계약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CCE3D-9B81-4BBC-88D0-A6ABC46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2050921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05A2D-D208-4520-9ABB-6E560B7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419F0-B5CE-4213-AF51-C57D1721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A0262-0924-4321-8495-5B3D62A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이번 주의 완료 증거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20A30-7842-497E-8B57-9F360BDA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6FA49-99FB-4B73-8EBB-1585B8D8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249EE-340C-4F7C-A231-255707B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8BBF3-057D-4F57-A6F6-CC46001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계약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FAC4B-893D-4E0C-B774-AAB44162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정상 응답·입력 오류를 구분하는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92312-7914-4EEF-8E43-9910B65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9ADEF-2223-4909-B0B8-054E0773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99DC7-0D50-4C53-AB97-36443BA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904D5-903F-4F82-949A-34EA37A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시간 초과·거절·중단 이후 자원 해제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4C30F-42C8-41BB-BB56-B5371FD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03522-90EC-4D8B-AE05-7BC9C9E4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AEA6E-ABB0-4684-BC14-AC9C9736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7CC76-D006-496D-BCF2-F39C743E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조건·표본·성공 지연·오류율의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C9E0A-0E5E-4D25-8308-C26C204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76609-6750-4459-B951-13021E1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API · Application Programming Interface · 응용 프로그래밍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734444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58045-9B9E-4F13-BAF1-CE54AFD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8E0E5-A66B-4F4D-B128-28C2821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A4B85-E581-49F5-AFAB-A994152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16주 로드맵 · 9주차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3DB53-68D1-42AD-9FE4-58F6D73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5B0D6-753E-4833-B5F8-6D580B4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421BD-EA82-4E8E-B3F9-4A476B3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01–03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D463E-2039-47CA-A655-2ECF54F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09.04–09.18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02955-A576-4851-9259-0D817C8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문제·프롬프트·평가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CDB21-5BAE-421C-950E-B768B55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04–05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D80DE-C551-4E23-B69B-4F207A4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09.25–10.02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F4881-3CC7-4F45-A595-E087B38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검색·근거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2368A-A3A9-40D1-9DE1-7E4DAFA0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5E58E-2DAB-4E0C-8D75-39AC0CB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909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31F66-5B0E-4430-AC43-5A0C560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휴일·수업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F3C9D-5312-4E71-9D90-58F0F92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07–08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A7C0C-5D6D-4535-A172-96D5E71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10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10.16–10.23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5224F-AEDF-4FE2-9C36-28AFC27C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기획 리뷰·제출 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3461E-6455-46C0-913E-4ED69A0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1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5A97A-7910-4855-AC0C-A8A9E62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84B72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2F081-CC5B-4375-94A7-31B6272A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10.30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96E8D-6681-4D31-BC2A-2F0DA9E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284B72"/>
                </a:solidFill>
                <a:latin typeface="AppleGothic"/>
                <a:ea typeface="AppleGothic"/>
                <a:cs typeface="AppleGothic"/>
              </a:rPr>
              <a:t>API 계약·실패 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F8D4A-3A0A-4AB1-86D5-24A5EDB3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AD26C-566F-4993-9922-A914578D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11.06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36606-203D-4B9C-B20C-848C59A2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배포·실행 관찰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80F5F-FFA4-4304-B9A1-FA785073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11–12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05C0A3-5929-4BDC-B23F-E9F2BD04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11.13–11.20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76D24-0572-451C-9D96-434C3C22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오프라인·온라인 평가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6CFB4-5D4E-4425-B52B-E40B7F9B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13–14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938F5-43DE-40E7-8A3E-ED6518D3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11.27–12.04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33650-43C4-45EB-B9C2-FA908496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안전·비용·용량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DBFA6-D856-4356-9E25-CFDCFD0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D33F8-1824-4EC8-84C7-2B03996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10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12.11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CB79A-AF41-4A64-92DE-B46D613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통합 점검·리허설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B8D8C8-8F5A-4482-8BD5-6DEE1C14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3132AC-568D-4F48-A909-4B3066F8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292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12.18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97ABDB-BF3F-4E1F-8113-8A5AFFD3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435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실시간 온라인 발표</a:t>
            </a:r>
          </a:p>
        </p:txBody>
      </p:sp>
    </p:spTree>
    <p:extLst>
      <p:ext uri="{BB962C8B-B14F-4D97-AF65-F5344CB8AC3E}">
        <p14:creationId xmlns:p14="http://schemas.microsoft.com/office/powerpoint/2010/main" val="372054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1BF7C-C643-4E92-AAED-59E8E11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EFAD5-10CC-4E04-9502-F234723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E716D-DDCB-4E40-9D60-0BE849A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기획서에서 실행 계약까지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8D7AA-C64E-42E3-9D3C-0A0E060C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20E24-CA83-45E8-9C35-E20EEBA2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32DB4-455C-4963-8619-3FC100E6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BBC0-53F7-4966-8625-41451CD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240AF-C5DA-494E-B6E2-20ABF9B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4139D-2C5E-44F3-9DBB-F4BAF58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요구사항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2051D-95D3-44F2-BF6D-645BD66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사용자·실패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BE2B3-257E-42F1-A673-E9D7BEB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FD4A5-D520-4D83-AEDF-09C7812C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ACDC9-4A94-433E-8D11-0DB4CAD1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API 명세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01BEC-D2DB-4482-B9E8-100E5FE0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입력·출력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59278-D8AA-4754-975A-C635DD7D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1DB2B-048A-4E29-B135-A89DEAE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5BA4E-E0C0-4015-8A20-AFB4A753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검증 코드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9C2DC-4130-4047-9B08-05A3206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성공·오류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FA55A-02AB-4BAE-92E7-2174B2B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494E8-B003-4F48-BEF9-93F709EF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245E7-50C4-4BBD-9E9A-1F3FF66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3D6EB-56B0-450D-BF2F-ED7ACE8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판단·한계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709B3-245D-4DEE-8836-A1EB5D3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8주차 문서를 다시 쓰기보다, 요구사항 하나를 실행 가능한 기능으로 연결</a:t>
            </a:r>
          </a:p>
        </p:txBody>
      </p:sp>
    </p:spTree>
    <p:extLst>
      <p:ext uri="{BB962C8B-B14F-4D97-AF65-F5344CB8AC3E}">
        <p14:creationId xmlns:p14="http://schemas.microsoft.com/office/powerpoint/2010/main" val="440950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B7730-FA37-4B9C-80B3-F2F28469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B4812-8445-4700-A902-8D2D3BC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D752D-A4DE-4DD8-9EDE-ED35A28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100분 수업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6BCF6-0F20-4B72-B128-B690662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7C57-A7B0-4E46-A068-28B7AD6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75235-74F2-4FDC-A904-81A3CA77947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학습·활동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00–20분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문제·API 계약·실패 응답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20–40분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비동기·용량·캐시·추론 구조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40–45분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휴식·환경·커널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45–85분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핵심 셀·브라우저·실패 복구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85–100분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부하 결과·프로젝트 리뷰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C98E-94A1-40DF-80B8-EE4B7F16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C281F-251E-4BBE-9836-EDD0095E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89EE-87D8-48E1-A038-680C931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F5FF3-9490-4122-8EF5-EB87CCFD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0338F-3454-4910-BBDC-648119D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4D541-4F39-41CB-8668-C3EBA5A9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D8F32-74D9-4255-A7EA-9F8E4F89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6DD66-55AD-46AF-9897-1AF7C78C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전체 Notebook 85분 분량 · 수업은 핵심 셀, 나머지는 복습</a:t>
            </a:r>
          </a:p>
        </p:txBody>
      </p:sp>
    </p:spTree>
    <p:extLst>
      <p:ext uri="{BB962C8B-B14F-4D97-AF65-F5344CB8AC3E}">
        <p14:creationId xmlns:p14="http://schemas.microsoft.com/office/powerpoint/2010/main" val="685804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54BAF-5497-4E8E-878B-A1FE232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810F0-4AAF-41BF-A8BB-B336EB3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B6507-E42D-4858-8A6B-F39A73DA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중인 반품 안내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36195-BA73-4CA6-9FBC-AF01916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885F-0A9E-411C-8DAF-237597F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D6563-AE82-42A7-BF39-A93E18C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E0C4F-6530-466A-802C-4D479801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한 명의 질문에는 정상 응답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62BEE-1340-4B43-BC9B-1E83805F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동시 접속에서는 대기·중단·잘못된 입력이 발생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00AD9-FAB7-4CDF-85D8-81C9370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오늘의 대상은 답변 함수 주변의 서비스 동작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0EDAC-4A60-4FF7-BDCD-0B006520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정책·고정 응답으로 운영 구조를 실험 · 실제 고객 정책 아님</a:t>
            </a:r>
          </a:p>
        </p:txBody>
      </p:sp>
    </p:spTree>
    <p:extLst>
      <p:ext uri="{BB962C8B-B14F-4D97-AF65-F5344CB8AC3E}">
        <p14:creationId xmlns:p14="http://schemas.microsoft.com/office/powerpoint/2010/main" val="998530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AD82F-A5B3-49A2-B398-1AEC371C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08204-F6C3-4F43-9CD4-A780BB35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C52A6-F43C-4053-ADB0-DB03702D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노트북 함수와 서비스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01CE7-1EBB-4D14-B429-0174FEC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4865A-9BAB-4198-97AD-3A9361F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6B5C3-A1DB-41FC-B824-94E85AE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노트북 함수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5EBF0-4E93-4D2E-9991-9C3292D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20540-E88C-4861-A7BF-119012A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개발자가 입력·예외를 직접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0E8F1-5B38-42BA-8D38-23C824C0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커널 안의 한 실행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8797D-6499-4A96-9290-B9250E9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서비스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B6538-7B1F-43E6-855B-2B2288B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DC609-A524-479E-8389-44125378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서로 다른 클라이언트의 동시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423A5-AEFF-43D6-A575-A7DE954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명시적 계약·실패 응답·자원 한도</a:t>
            </a:r>
          </a:p>
        </p:txBody>
      </p:sp>
    </p:spTree>
    <p:extLst>
      <p:ext uri="{BB962C8B-B14F-4D97-AF65-F5344CB8AC3E}">
        <p14:creationId xmlns:p14="http://schemas.microsoft.com/office/powerpoint/2010/main" val="1833826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3016B-567B-413B-BCC5-75381DDE5DE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77125" y="33718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1C7B0-359E-49DF-9F22-AE20D8D55F5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33718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1F330-EC85-4725-87F7-D6AD132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7D567-2730-45AD-93FA-8059D01A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B802F-DC51-482A-91B4-0DDF37E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클라이언트·API·모델의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4B586-A92B-4051-A8BF-18A681A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118BA-350A-4EBA-A08A-DB148297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A0C2E-4751-4933-A8EF-09A7D0A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762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20865-5107-483E-999C-ED8C77B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클라이언트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1C7D6-A522-4735-9E6A-04C9CD5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브라우저·Notebook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요청과 완료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C496D-3C17-4E59-95FF-E68DF8E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71700"/>
            <a:ext cx="2762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63ECD-6DB3-4CDB-A8BD-E9A3132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API 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CF347-54DE-4B70-9EA5-8CCDE5E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337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 검증·한도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캐시·오류 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F7AA8-5FE9-4EA1-B48E-8CF4E93D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71700"/>
            <a:ext cx="2762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58F7C-4A76-4C01-9E83-888415F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모델 제공자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53F64-5527-4766-A96D-D29565E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 기본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Ollama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760E6-3276-468D-91C4-B8F4483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Uvicorn: HTTP 요청을 앱에 전달하는 ASGI 서버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10B4D-E76E-4C2D-889D-A6EEF32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이번 실습은 한 프로세스 · 외부 모델은 선택 · 인증·영구 저장은 미구현</a:t>
            </a:r>
          </a:p>
        </p:txBody>
      </p:sp>
    </p:spTree>
    <p:extLst>
      <p:ext uri="{BB962C8B-B14F-4D97-AF65-F5344CB8AC3E}">
        <p14:creationId xmlns:p14="http://schemas.microsoft.com/office/powerpoint/2010/main" val="915243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8042B-AEDE-4084-939E-A84FD1296030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1809750" y="5414963"/>
            <a:ext cx="429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A3EB-D923-4B6E-8D93-554F6F93C95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096000" y="4576763"/>
            <a:ext cx="429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5BCF7-F7DA-4222-9006-62FDA8C3AD4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105525" y="3719513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5FF0-A2BF-45AC-B06B-6D85D6B99D3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819275" y="2786063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F86A3-BED9-462E-8AEF-EB1CB7C2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7CD5B-0BF0-4159-BA81-8CFE8955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68F51-59F6-4867-8254-5DB028D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한 요청의 왕복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7000-070A-42D3-95B4-31955B4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6F77B-ABDC-47D7-A404-05138831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58419-EFA8-4F12-A286-87A48A7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클라이언트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0F0DE-1B2A-4062-B698-B4DC561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6F81-F212-43EE-91BF-7B61FE5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FD072-5C87-470C-AFDC-5F009C21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9E392-3348-416C-8515-22BDEA3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ctr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제공자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96D7B-F49F-4284-8596-A0AB6F8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669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FF29B-5674-4625-905F-44C0F93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DD4E6-30F8-4EEA-A1E0-592A8219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1915C-3C86-442B-AC22-021CB66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 요청·JSON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B9B17-75EB-4E18-BA3D-5B8C97E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4B7AB-E4A6-498F-8735-8615A9AA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924D9-5BA2-4BF7-8417-43A330E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 검증 후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DBBE3-3508-47D3-BE39-233EA1F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5B483-6851-4B52-B40B-5E6B738E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F0CD4-DE57-42EE-9ED4-33732FEC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3 결과·오류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E02E3-86C4-4201-9BDC-CAFCDFB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DDA04-504F-45D2-AEB0-82A9021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E63FA-51CF-4EC2-A229-50A8586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 응답·요청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D364A-A555-4FB0-9734-1F400B42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검증 실패는 모델 호출 전 종료 · 요청 ID로 결과와 메타데이터 연결</a:t>
            </a:r>
          </a:p>
        </p:txBody>
      </p:sp>
    </p:spTree>
    <p:extLst>
      <p:ext uri="{BB962C8B-B14F-4D97-AF65-F5344CB8AC3E}">
        <p14:creationId xmlns:p14="http://schemas.microsoft.com/office/powerpoint/2010/main" val="98853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4CB4-2A75-4806-B8F1-1DC30D1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8A9B0-ADC1-4A5B-95D0-E927C07B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2AB4F-FCB3-4A9C-8A98-544D4018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오늘의 실습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5764B-B912-4DF6-88E1-30FDF3F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A6FF2-E787-4D82-BA7D-373393FB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B74C4-02CF-43EF-9B21-8BA9E23C3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454743e9d429e"/>
          <a:stretch xmlns:a="http://schemas.openxmlformats.org/drawingml/2006/main"/>
        </p:blipFill>
        <p:spPr>
          <a:xfrm xmlns:a="http://schemas.openxmlformats.org/drawingml/2006/main">
            <a:off x="2383027" y="1619250"/>
            <a:ext cx="4263647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CEF87-794A-4400-8BA8-968A4C0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요청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C38BC-D9FF-4D05-9191-692D6BFE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메시지·캐시·장애 주입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5EEF1-9EC2-4856-968C-CF555F2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응답 계약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DD11-124C-4D2E-881F-C848FFE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상태·요청 ID·버전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F5B0-1A26-443D-95C1-6690072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2C7B9-8AB8-40CC-8A79-591928F8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 고정 응답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E953F-E239-4BFF-9FD9-5BF9BD8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로컬 실행 화면 · 세부 JSON은 다음 장표에서 확대</a:t>
            </a:r>
          </a:p>
        </p:txBody>
      </p:sp>
    </p:spTree>
    <p:extLst>
      <p:ext uri="{BB962C8B-B14F-4D97-AF65-F5344CB8AC3E}">
        <p14:creationId xmlns:p14="http://schemas.microsoft.com/office/powerpoint/2010/main" val="254019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445C-5C13-4ECE-87E2-C3055B0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9397C-1AE8-4264-888F-738977E1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요청·응답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4186E-4164-4967-9F94-C5914C2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390ED-8278-42E8-A225-6B7B19A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정상 입력만 정의하는 명세의 한계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8CFCD-4C73-43A8-97F0-C9F63676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입력 검증·상태 코드·버전·완료 조건</a:t>
            </a:r>
          </a:p>
        </p:txBody>
      </p:sp>
    </p:spTree>
    <p:extLst>
      <p:ext uri="{BB962C8B-B14F-4D97-AF65-F5344CB8AC3E}">
        <p14:creationId xmlns:p14="http://schemas.microsoft.com/office/powerpoint/2010/main" val="513627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5597B-9897-43B7-8135-EE8AD2E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2FBBF-69C0-4492-9E6B-5F4F09C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716FF-5CAD-449C-AC89-21E3152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HTTP 요청의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A7451-DEAF-4A66-AF6D-FB9A7DE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0FAB8-C4C1-4DD8-9FDC-B7AD0299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556E2-4FEF-4A15-A8BA-FF185228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715D-C37A-46D7-B9AB-D7EBC08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/api/v1/chat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{"message": "반품 정책",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"max_tokens": 64,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"use_cache": true}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82172-DFC7-4F1C-A8C3-BDFABDB0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전송 계약의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00F2C-AC6C-4ADB-8CBA-4AFD73CE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28342-072B-4F10-B710-69CB2A5E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경로·메서드·헤더·본문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42E43-BA49-4C7C-B3E6-B0EDF22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0383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JSON 문법과 업무 의미는 별도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ECDF7-05EB-4DAF-9430-E767897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HTTP · Hypertext Transfer Protocol · JSON · JavaScript Object Notation</a:t>
            </a:r>
          </a:p>
        </p:txBody>
      </p:sp>
    </p:spTree>
    <p:extLst>
      <p:ext uri="{BB962C8B-B14F-4D97-AF65-F5344CB8AC3E}">
        <p14:creationId xmlns:p14="http://schemas.microsoft.com/office/powerpoint/2010/main" val="15048523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D44EB-9846-4FFA-9C13-52417E3F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7BBFB-0F27-4125-9BC2-094882D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A9249-D5FB-4FAF-91FA-E9E7F3A9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Pydantic 입력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F4F1A-D4E1-41C3-88DC-BA532A22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A543-E92D-4F15-BDBC-B033046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E5999-6AC6-4E5F-BE0E-B1E7880E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B1695-5FA8-46FB-97E1-A410E019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ChatRequest(BaseModel):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model_config = ConfigDict(extra="forbid", strict=True)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message: str = Field(min_length=1, max_length=1000)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max_tokens: int = Field(default=64, ge=8, le=128)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5FD9E-92DB-45CF-ADDD-87DC628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공백 검사 추가 · 숫자 문자열·임의 필드 거부 · app.py의 실제 계약과 연결</a:t>
            </a:r>
          </a:p>
        </p:txBody>
      </p:sp>
    </p:spTree>
    <p:extLst>
      <p:ext uri="{BB962C8B-B14F-4D97-AF65-F5344CB8AC3E}">
        <p14:creationId xmlns:p14="http://schemas.microsoft.com/office/powerpoint/2010/main" val="605832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10796-88D3-4FC1-BD90-512134A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6BDC-7D38-4B08-889A-7C99AC7D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91071-8993-4F74-B1CC-823AED87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필드의 의미와 한도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9BD28-9A4E-4817-9E98-BB5E136D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00EA2-2D2B-4345-BDFD-6CD49F9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1FB82-526F-4163-96F5-EB0A8E03C44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message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1–1000자·공백 제거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공백만 있으면 422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max_tokens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정수 8–128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MOCK 토큰 수 보장 아님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use_cache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불리언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일반 응답만 적용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MOCK 장애 주입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제공자는 normal만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22328-2E3A-4760-B9A9-C747D98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B9276-6FA7-44BD-A7AB-06E9AC5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5DBC3-1061-49FD-8344-2DA3476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45AFC-C535-48E6-A7EB-9479AC8D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A20AF-FC1F-49F2-8207-5BD65F8C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F954E-E821-4580-8278-5F6EA380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EC555-F318-41B6-833B-292EB5C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문자 수·토큰 수·바이트 크기는 서로 다름</a:t>
            </a:r>
          </a:p>
        </p:txBody>
      </p:sp>
    </p:spTree>
    <p:extLst>
      <p:ext uri="{BB962C8B-B14F-4D97-AF65-F5344CB8AC3E}">
        <p14:creationId xmlns:p14="http://schemas.microsoft.com/office/powerpoint/2010/main" val="6783878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E1E39-780E-4B1F-8E1C-D29A4A6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9F646-A77C-45DA-98F0-7DD1538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B8E72-58E8-45FF-A7A7-1ACCD9A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422 오류의 안전한 응답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2CA81-60DC-41CD-BF63-CADFA32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9A3BA-348B-46AD-BA98-684056E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FF037-75A9-4F6D-9056-422C7A4C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0C8BF-55DB-4783-A671-DEF3271E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{"error": {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"code": "validation_error",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"fields": [{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"location": ["body", "message"],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"type": "string_too_short"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}, "request_id": "..."}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C83B5-0123-43E5-93A9-2EC8884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수정 가능한 입력 오류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26B42-0C4D-405E-9A34-5860E4B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BC74D-8852-4653-87AA-BBC197B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588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원문 입력은 오류에 복사하지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DFBFA-0F39-4E78-ACFB-5F4096E6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0291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클라이언트는 입력 수정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729E2-B1F4-4DD4-94F0-BE325B4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422 · 입력 검증 실패 · 무조건 재시도로 해결하지 않음</a:t>
            </a:r>
          </a:p>
        </p:txBody>
      </p:sp>
    </p:spTree>
    <p:extLst>
      <p:ext uri="{BB962C8B-B14F-4D97-AF65-F5344CB8AC3E}">
        <p14:creationId xmlns:p14="http://schemas.microsoft.com/office/powerpoint/2010/main" val="2527603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45F04-33A5-4601-AAD6-3D03131C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6A3CA-2422-4EA7-A523-72944570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C51C8-1400-4433-A228-279A045B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정상 응답의 버전 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DF80D-7720-465D-A028-43A72668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FDBB0-607D-482F-B4D2-0339CE8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3BC35-8C45-4CDF-835E-20CE88CA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5B891-EB23-42ED-BED5-7CC48CB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{"request_id": "...",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"output": "[MOCK] ...",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"provider": "mock",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"model": "teaching-mock-v1",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"prompt_version": "v1",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"cached": false,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"simulated": true}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0C91A-B856-4546-855E-FF7D38B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다시 확인 가능한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2563-47A0-461A-A958-DE68CAC0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662C9-9FED-443A-9358-5AD05BFC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상태 200과 의미 정확성은 별개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98103-C96E-443A-8013-FC8FF01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0383"/>
            <a:ext cx="3429000" cy="588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버전·캐시·모사 여부를 함께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6A386-4539-4BD9-A205-0524BCD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response_model=ChatResponse · 응답에 허용할 필드 명시</a:t>
            </a:r>
          </a:p>
        </p:txBody>
      </p:sp>
    </p:spTree>
    <p:extLst>
      <p:ext uri="{BB962C8B-B14F-4D97-AF65-F5344CB8AC3E}">
        <p14:creationId xmlns:p14="http://schemas.microsoft.com/office/powerpoint/2010/main" val="20670827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6279D-0D40-4F6D-90BA-0A97249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D6E47-0ABB-4058-883F-A1AD3215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3622-44EC-4E32-8955-014676C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프로세스 상태와 준비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0E571-37C7-466A-94F2-9A2794E4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2D1C4-092E-4B60-AEC6-5F11CF8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83CC1-606B-492D-9C87-0FD9523C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GET /health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1CB90-DAA5-459A-8D6D-3705E7EA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C2C5D-2766-436E-8C0F-AD04E402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프로세스가 응답하는지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736FB-B368-42B3-867E-888D9A9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모델의 존재·생성 성공 보장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E2E2-AE7A-4D58-AF37-FF702F2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GET /ready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900F8-D915-450C-B590-C3D22B51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2AAAB-649F-4FCA-BA43-ABB23E0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 준비 또는 Ollama 설치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FE6D7-1D97-4AB8-A6A4-603D6D43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생성 성공은 별도 점검</a:t>
            </a:r>
          </a:p>
        </p:txBody>
      </p:sp>
    </p:spTree>
    <p:extLst>
      <p:ext uri="{BB962C8B-B14F-4D97-AF65-F5344CB8AC3E}">
        <p14:creationId xmlns:p14="http://schemas.microsoft.com/office/powerpoint/2010/main" val="1719093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36F03-17F5-4E24-8F87-44033B3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7C07-7B80-4E42-9D99-C02884AD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C08EB-0A5B-4606-AB1A-C0A4629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OpenAPI와 클라이언트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D6482-0F3F-4290-AE81-361B04EC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0D136-1661-4A0B-96D2-11EE2E1D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D603F-DFFD-4E03-A578-335AC5A3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11FE1-21D7-4F75-974D-651D4C54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0FDF3-3A16-47A2-BC18-2B0418E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9CE58-762D-4D60-A50A-F999C8A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명세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11232-9C93-429E-A12E-3341C5C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/openapi.json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B9B9D-21B3-46E1-9A16-6F7E16F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988B1-424B-431B-AFA7-DAD9E4B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6BCAA-4DE2-44C0-A279-20DF5CB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수동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08A63-B992-49F5-A081-82E3AC4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/docs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6437E-F2D4-4BC0-ABE3-836C526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A80B9-CA2E-4C9C-8933-CFF947C0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4EB4B-9095-4721-A817-E938918A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반복 검사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DF601-86AE-4321-8E5C-649C625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HTTPX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4ADB0-4DE2-44D5-AC73-DC30CE1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DEA28-594D-4005-A21B-C5240310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0C755-0D7E-4DF7-9CC7-EC24A8AD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변경 검토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1D1E0-13AE-44A2-8759-B85E060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호환성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19797-B1AA-4AEC-83E3-3ECCE62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OpenAPI · API 명세 형식 · 문서 화면과 자동 테스트를 함께 활용</a:t>
            </a:r>
          </a:p>
        </p:txBody>
      </p:sp>
    </p:spTree>
    <p:extLst>
      <p:ext uri="{BB962C8B-B14F-4D97-AF65-F5344CB8AC3E}">
        <p14:creationId xmlns:p14="http://schemas.microsoft.com/office/powerpoint/2010/main" val="4386693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C9D77-7D26-4899-A6A2-3F4CEA4F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C7CB7-1C36-4D83-B56D-3A41352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C717-939C-43E6-85C4-30914B6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경로 버전과 동작 버전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6B16C-3C17-4A4D-85B6-199FADB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88D26-6833-4AD7-9E59-D55C38E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AD86C-2B20-42AB-B2CD-907899E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/api/v1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79515-767D-4501-96D9-B2A96D3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D3390-11A6-4FD1-966F-53E0645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클라이언트 입출력 계약의 버전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93999-75AD-4767-B16B-F306734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삭제·타입 변경은 호환성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FEAD3-90B0-4C3D-898B-362BFD8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prompt_version ·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F3E2A-394C-463D-9D31-04E80DA3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6BD23-B135-449E-BA50-3A6DBEC8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API 내부의 생성 동작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FC287-54E4-47F1-969D-B3DE92D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캐시·평가·비교 조건에 반영</a:t>
            </a:r>
          </a:p>
        </p:txBody>
      </p:sp>
    </p:spTree>
    <p:extLst>
      <p:ext uri="{BB962C8B-B14F-4D97-AF65-F5344CB8AC3E}">
        <p14:creationId xmlns:p14="http://schemas.microsoft.com/office/powerpoint/2010/main" val="584944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819A6-6890-41DF-88AC-35499FBC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2274F-8ABA-4158-8E24-DD94E27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39499-8AD3-4D6E-9EF6-63AE97F8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서버 없이 가능한 계약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8FF43-905E-4291-A4FD-C747EF9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DFA19-2E22-47A1-B95E-A3CB9C7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7D660-2D1C-4FFB-8627-AFBF1D93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618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C49A8-5FA9-47A7-A617-C5A78B9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 = create_app()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transport = httpx.ASGITransport(app=app)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async with httpx.AsyncClient(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transport=transport, base_url="http://lab") as client: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 = await client.post("/api/v1/chat",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    json={"message": "반품 정책"})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r.status_code ==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6CB77-E92C-4BBE-9B67-BC828E7A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01 · 실제 네트워크·Uvicorn 성능 측정과 구분</a:t>
            </a:r>
          </a:p>
        </p:txBody>
      </p:sp>
    </p:spTree>
    <p:extLst>
      <p:ext uri="{BB962C8B-B14F-4D97-AF65-F5344CB8AC3E}">
        <p14:creationId xmlns:p14="http://schemas.microsoft.com/office/powerpoint/2010/main" val="682084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DABC0-866C-45C3-9FD8-7AD6A79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BF9A9-28A9-4DB8-AB64-6E4F486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8ABA9-D8A9-40EC-8C77-79F33265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오류 코드와 다음 행동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D4AC8-5160-44A4-B5C3-B5CC10A1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81701-5248-407F-A338-D5DB8C2E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45002-2D14-41E5-A450-2A958C4A586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 의미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행동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계약 위반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필드·길이·타입 수정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429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 빈도 제한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빈도·재시도 예산 조정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상류 응답 오류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모델명·상류 응답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용량 초과·연결 불가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용량·포트·제공자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제한시간 초과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 예산·상류 생존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4D25A-3FF9-4505-AB26-6883C34F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30F1F-DF7B-49D6-8E02-189F18A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D6CF8-1625-434B-A3F4-4B30BE2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7F7AC-01D3-4CB0-BB91-28CEEEEF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2807F-F84D-42D8-A891-7CCAC8B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0B748-F790-4DC9-B726-8814A5A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7C577-AFE1-4B33-AC9B-CEA6F58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492CA-3709-400A-88B3-737C8085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상태의 원인은 error.code로 구분 · Retry-After는 보장 시간이 아님</a:t>
            </a:r>
          </a:p>
        </p:txBody>
      </p:sp>
    </p:spTree>
    <p:extLst>
      <p:ext uri="{BB962C8B-B14F-4D97-AF65-F5344CB8AC3E}">
        <p14:creationId xmlns:p14="http://schemas.microsoft.com/office/powerpoint/2010/main" val="3900637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7BC39-1C8E-4C9B-8C6D-34ECB0DD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FD549-91D0-4005-ADF2-B91DF026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41340-124B-4196-B7FA-CB7FEBD5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요청 ID와 원문 없는 추적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FDA90-4E15-450B-8A86-615DB7CA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87D6B-EC64-433B-8F93-848FADE6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80677-C75C-40CC-813B-EB13BA1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D710D-0859-41D7-BDD0-13B77EBF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9E028-214C-4EB6-9B1E-689A7E1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AAE45-D333-4202-B7E7-669622B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요청 수신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C94E9-9903-4006-BD83-44837ECF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ID 발급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3A3DC-ECFF-42E3-BA72-A4DE3D9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6C1EA-CCE9-429A-8745-F80334E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6A780-102E-4E95-98A2-18C9CBA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처리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AAF7E-03C2-4F18-84D9-4522FAB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상태·시간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073D7-9CA6-4C51-8BE2-27138D7D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F39C8-8E43-4E29-9558-6E73AFC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AAA0C-FC64-4848-9AAA-28FF2C3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최근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3FA1C-D751-44EA-9D91-BC899DB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최대 200건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6830D-5588-45B9-929B-18D88357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0DB44-08FE-4D0C-9E52-1F4F518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5A0E0-39D1-4740-AF5E-E12B0B6F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3395A-263A-4EE1-9400-159926BD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코드·버전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8E7B2-6242-461A-A871-C55A36E2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메시지·답변·연락처는 기록하지 않음 · 메모리 캐시의 답변 보유는 별도</a:t>
            </a:r>
          </a:p>
        </p:txBody>
      </p:sp>
    </p:spTree>
    <p:extLst>
      <p:ext uri="{BB962C8B-B14F-4D97-AF65-F5344CB8AC3E}">
        <p14:creationId xmlns:p14="http://schemas.microsoft.com/office/powerpoint/2010/main" val="13938836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34679-192A-4851-A1A7-476DDEA3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D815E-7402-4CBF-AEEC-BA1B9E6D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동시 요청과 실패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0682-4763-47A7-A5BA-5AAC2224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D676A-BFA6-4924-AF89-556F00C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기다리는 작업과 계산하는 작업의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DAB4E-94AB-4F1B-A021-10E0C87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요청 유입·처리 용량·시간 예산의 분리</a:t>
            </a:r>
          </a:p>
        </p:txBody>
      </p:sp>
    </p:spTree>
    <p:extLst>
      <p:ext uri="{BB962C8B-B14F-4D97-AF65-F5344CB8AC3E}">
        <p14:creationId xmlns:p14="http://schemas.microsoft.com/office/powerpoint/2010/main" val="10163786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4B6FA-039F-4D13-A227-7158E4D2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072B6-0563-4476-BB9D-6D06059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AAA20-D6AB-4FC8-A68A-8B9E923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순차 대기와 동시 대기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C860A-322C-45C0-84A6-88D3ED6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4E9B0-CB25-4B29-9380-EEE38313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0C905-2750-4A88-8A29-E2C2042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순차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8658-3EA9-4E60-9FC3-F20D697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1ECCA-7E27-44E0-8D25-B2077E16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DC947-D500-461C-8C7C-1D466F51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860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 · 30ms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7AC91-60B5-4392-914F-FCE758A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4332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74517-2A20-4E6F-A922-5080182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작업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8A1E6-201B-4AA3-8E66-91FE3D6C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241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B1393-3D2F-4CCB-9D5B-517F54B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 · 30ms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5027F-34B2-4EA9-8861-9D5C6C5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529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8C5BA-EF51-4DB4-B89A-02BE7190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243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작업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2CFA6-D7E8-4ABB-B675-C89BD66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2F498-8619-4C43-9653-D4B179A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860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3 · 30ms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4FF8E-4433-4577-AE29-DF9E8D1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624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5D0C2-1C0A-4F9A-BCAA-A8667C9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339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작업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641EF-3AAA-4CA5-B451-B0ED14C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241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BD076-AEAE-4326-BBA9-0DCCB5EF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860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 · 30ms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5FEF0-09D3-4DA0-A177-BE8A885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5B563-4114-4F8F-B17F-ABE409F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434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작업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4D85D-B15D-415D-92C5-38A2E78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대기의 합 약 120ms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67200-CA4A-4089-ACB5-4E32A3E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대기를 겹치는 구조 · 약 30ms + 오버헤드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DE7FF-0AF5-47D9-9B54-2901D69C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30ms 대기 4건의 개념도 · 실제 GPU 계산 속도와 무관</a:t>
            </a:r>
          </a:p>
        </p:txBody>
      </p:sp>
    </p:spTree>
    <p:extLst>
      <p:ext uri="{BB962C8B-B14F-4D97-AF65-F5344CB8AC3E}">
        <p14:creationId xmlns:p14="http://schemas.microsoft.com/office/powerpoint/2010/main" val="3012270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63FB6-85F3-482D-8A78-DC80781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6F5EC-7B57-4F0D-B900-14A1BD0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45298-110B-40FD-91DC-0CD3C84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비동기 I/O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36067-D822-4DDA-9F24-71245783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532A9-1AA4-4371-A26F-1A0634E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615EE-8148-4B7C-922A-94B6856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340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66251-1870-447A-AF4B-10C25317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async def io_job():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await asyncio.sleep(0.03)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"done"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results = await asyncio.gather(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*(io_job() for _ in range(4)))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DC420-9361-4568-B8AE-70F5955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I/O · Input/Output · 입출력 / ASGI · Asynchronous Server Gateway Interface</a:t>
            </a:r>
          </a:p>
        </p:txBody>
      </p:sp>
    </p:spTree>
    <p:extLst>
      <p:ext uri="{BB962C8B-B14F-4D97-AF65-F5344CB8AC3E}">
        <p14:creationId xmlns:p14="http://schemas.microsoft.com/office/powerpoint/2010/main" val="14936445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B63B7-1DBF-4E43-A4DF-FBF8252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331F6-7BC4-47F7-9003-2B4062DD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BA4B1-B336-41BA-A8EF-A112987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async def와 블로킹 호출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813E2-522D-4773-A568-CA248F6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B453C-38B4-4516-8F0C-96072570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BCA6A-8168-499B-B08A-EE8BEAE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협력 가능한 대기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A8E50-7A5F-4260-A2DC-602916A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25FD0-8CB7-4E54-BCBF-9E5BBBB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await client.post(...)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2BEA2-D266-46A9-A2B0-2B3C4986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I/O 대기 중 다른 요청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8FE20-5948-4BB8-9E89-5AD80BC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이벤트 루프를 막는 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C582C-6A3B-40E3-B712-9E943152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95FC0-3B4D-4D55-AC48-DABEC333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time.sleep(...) · 동기 HTTP 호출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C51BF-A671-41D1-997F-C9C0CD45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async def 안이라고 자동 비동기 아님</a:t>
            </a:r>
          </a:p>
        </p:txBody>
      </p:sp>
    </p:spTree>
    <p:extLst>
      <p:ext uri="{BB962C8B-B14F-4D97-AF65-F5344CB8AC3E}">
        <p14:creationId xmlns:p14="http://schemas.microsoft.com/office/powerpoint/2010/main" val="17205000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7665C-AF90-4B35-97D0-7C40960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04576-C92A-4044-908D-9F3D2FC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62475-218D-4B28-B8AE-363E4DE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작업 성격과 실행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5F09-1734-4BF1-BBBA-17BA3D67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6F337-3435-4A96-8511-85B6EC2D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7E030-5770-4C31-BE34-E15493ECBA7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I/O 대기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외부 HTTP·저장소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비동기 클라이언트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동기 I/O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기존 동기 라이브러리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제한된 스레드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CPU 계산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 중심 반복 계산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프로세스·별도 작업자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GPU 추론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언어 모델 실행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 서버·스케줄러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DEEC6-808C-47E6-85E7-EFF6A4E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281F-27D3-4FF2-8048-D31ABA4C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74619-6FA2-4FA8-838B-A7D3562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74642-8EBB-480A-B72F-D454C1E7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7A2C1-BF1C-49A1-9F16-BBA3DDC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39DC2-BFB9-4394-BB76-A905B18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4552-EE03-49B2-9629-CD8DD94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CPU · Central Processing Unit / GPU · Graphics Processing Unit</a:t>
            </a:r>
          </a:p>
        </p:txBody>
      </p:sp>
    </p:spTree>
    <p:extLst>
      <p:ext uri="{BB962C8B-B14F-4D97-AF65-F5344CB8AC3E}">
        <p14:creationId xmlns:p14="http://schemas.microsoft.com/office/powerpoint/2010/main" val="13164382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5CE39-150A-43CB-B191-A4E1509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F10A2-1ADC-41CD-B544-AFF56FC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5CD91-0749-401F-9A98-FE27B3F1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CPython 3.11과 GIL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A9E88-AF1E-48EA-83EC-EA78C2F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E2371-046C-4827-9012-A5CC74A1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4C15-202A-47C1-93B2-2FEA3A1E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02EBD-8307-4226-A2D6-DD90DAA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GIL · Global Interpreter Lock · 전역 인터프리터 잠금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B6E48-DBA7-4200-B97F-E913468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일반 Python 바이트코드의 스레드 병렬 실행에 제약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4A805-456F-40DE-A11A-22CDB75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I/O·네이티브 연산·별도 프로세스는 조건을 나누어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D890E-503F-43D2-8F07-739FEAD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 강좌 환경은 CPython 3.11 · 다른 런타임·버전의 조건을 혼합하지 않음</a:t>
            </a:r>
          </a:p>
        </p:txBody>
      </p:sp>
    </p:spTree>
    <p:extLst>
      <p:ext uri="{BB962C8B-B14F-4D97-AF65-F5344CB8AC3E}">
        <p14:creationId xmlns:p14="http://schemas.microsoft.com/office/powerpoint/2010/main" val="9050662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FE3D3-FB8F-426D-B131-B9AE158A4ED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24700" y="3609975"/>
            <a:ext cx="1476375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27142-9A2F-4E72-B05C-E0E88B0ADA1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124700" y="2466975"/>
            <a:ext cx="14763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54AD7-9844-477F-B9CB-B62162093F1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43225" y="360997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F4CE-E083-4E1C-9AB4-E7AE2B1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C5566-4479-479C-8389-816F802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1F18-2755-4B22-B6C8-8CECDAD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처리 용량과 즉시 거절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2D704-44F5-4006-A6AA-4DA999B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A4851-54F6-49FC-9938-5E10DBF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8507-087D-43A4-9C91-35EA236C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13AD-B15F-4176-BE35-0D2ED02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새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58324-32C5-43C3-B9EB-41D2C1B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유입 빈도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BE68B-BABB-4049-840E-7CAEA09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43225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6D13D-D47C-4147-95A0-0973A2A1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146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실행 중 작업 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1B6C6-E2C6-403F-97AB-04143B48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052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active &lt; 한도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DB31-C416-432B-84D2-B802A144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71650"/>
            <a:ext cx="29813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2F3E4-FC72-4BA6-887D-30D44053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43100"/>
            <a:ext cx="2600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처리 허용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E0018-198D-470A-8842-D28D4A9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33650"/>
            <a:ext cx="2600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종료·취소 후 해제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70BD-047B-4D3A-BE10-ACA79A1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24350"/>
            <a:ext cx="29813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D6CA3-9BA4-4344-9B68-7F310E2D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95800"/>
            <a:ext cx="2600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503 거절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E39C5-E317-45E2-99CF-CB2EBE95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86350"/>
            <a:ext cx="2600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용량 초과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F74C4-0A53-4E91-9FCC-3A73B01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max_inflight=2 · 무제한 대기열 없음 · 빈도 초과는 별도 429</a:t>
            </a:r>
          </a:p>
        </p:txBody>
      </p:sp>
    </p:spTree>
    <p:extLst>
      <p:ext uri="{BB962C8B-B14F-4D97-AF65-F5344CB8AC3E}">
        <p14:creationId xmlns:p14="http://schemas.microsoft.com/office/powerpoint/2010/main" val="19651545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0C16F-AF7E-45E5-924D-4054857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BFD84-7476-46AB-82B7-274FC5C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23301-7F2A-4FE2-99DA-406E6F8F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빈도 제한과 동시 처리 제한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3A0A9-2183-4472-AF36-DA269703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3DE52-D9A1-4746-B7A5-88FCE8F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B9202-FD0A-4562-916B-7D7ECA8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빈도 제한 · 429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48158-C2FF-485C-9DCA-9BFACC5B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3712-9AEA-4C15-98EF-D4112EEC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일정 시간에 들어오는 요청 제어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5DBFE-DE95-4DEB-9D7A-BB31069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토큰 버킷의 보충률·burst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841A0-1829-4405-8A55-B09D24E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동시 처리 제한 · 503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2260E-FA58-4E62-8DA9-62EDA5F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276CC-9351-4043-8717-ABB18F73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실행 중인 작업 수 제어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9B47-3DE2-4233-92A2-DF8667BC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max_inflight · 종료 후 해제</a:t>
            </a:r>
          </a:p>
        </p:txBody>
      </p:sp>
    </p:spTree>
    <p:extLst>
      <p:ext uri="{BB962C8B-B14F-4D97-AF65-F5344CB8AC3E}">
        <p14:creationId xmlns:p14="http://schemas.microsoft.com/office/powerpoint/2010/main" val="19760356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6A635-2358-44F0-A422-A768064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C9F0-0456-4C4C-B9AE-0637654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E6F59-BA22-414B-A157-1CC97BBA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클라이언트와 서버의 시간 예산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8E4F0-0DCB-40DC-976D-3453F24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BAA0-7C89-4BD3-8C0A-4C63CAE2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76BFF-C2EF-4287-9156-51BA356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전체 요청 예산 ≥ 접속·대기·생성·전송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14DB1-2802-4EAA-85A0-56DE3BFE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096A5-2C37-437A-94F6-DB91BA4E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서버 제한시간과 클라이언트 대기시간을 각각 명시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1A040-6E75-43C3-915F-D36E083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외부 작업 취소는 별도의 확인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20FD2-014C-4761-93C5-E32B36CD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 기본 제한 0.3초 · 실제 Ollama 경로는 30초 · 서비스 목표값 아님</a:t>
            </a:r>
          </a:p>
        </p:txBody>
      </p:sp>
    </p:spTree>
    <p:extLst>
      <p:ext uri="{BB962C8B-B14F-4D97-AF65-F5344CB8AC3E}">
        <p14:creationId xmlns:p14="http://schemas.microsoft.com/office/powerpoint/2010/main" val="5536909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27445-3455-4BF9-B9FE-8AC09D8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45A4F-C340-4925-B893-27EA05D2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575FE-B3C6-428A-BD9B-997B0A8B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제한시간과 자원 해제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C3BC6-02E5-4C92-AE7B-C97868F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14B9-3A77-4EF8-B342-3C2FF5F7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34F6C-ABC5-4E6F-AD00-A7DE843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897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B0D8B-849F-4256-8D13-7C7F36C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async with asyncio.timeout(self.settings.timeout_s):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output = await self.generate(req)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TimeoutError: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# 504 오류 계약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...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finally: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self.active -=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F0C60-6D45-4F71-AC1B-23DDB97E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서비스 메서드의 개념 발췌 · 정상·오류·취소 모두 해제 · 전체 함수는 service.py</a:t>
            </a:r>
          </a:p>
        </p:txBody>
      </p:sp>
    </p:spTree>
    <p:extLst>
      <p:ext uri="{BB962C8B-B14F-4D97-AF65-F5344CB8AC3E}">
        <p14:creationId xmlns:p14="http://schemas.microsoft.com/office/powerpoint/2010/main" val="19221177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ACEDF-7655-4674-8C88-7C583764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07D78-1F3E-4E92-B48F-99618148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C0AC-5F1A-4549-9BF3-8007FEA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시간 초과의 실제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6BAD8-01D2-4973-96E3-BBEFF2B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8C57E-9FC1-4536-92D0-8FF98BF5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75EC1-AA4E-416E-A823-7108F90BC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3e529d0514a4f"/>
          <a:stretch xmlns:a="http://schemas.openxmlformats.org/drawingml/2006/main"/>
        </p:blipFill>
        <p:spPr>
          <a:xfrm xmlns:a="http://schemas.openxmlformats.org/drawingml/2006/main">
            <a:off x="2284606" y="1619250"/>
            <a:ext cx="4460488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A6E42-370F-4A41-831F-39DC775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선택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06586-FC23-4C57-AB6A-C2BAA3F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 제한시간 초과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BEB5A-2DFF-4317-A38C-E80B1301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확인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7BDFF-4D81-4FFA-9CEA-B17F228A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504 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deadline_exceeded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DB8A3-738A-47AE-AD05-579DF3F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복구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C4072-D1CE-470D-9AB6-2258056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active=0 후 다음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DF676-D343-4098-9EF0-189DCF44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실행 캡처 · 정상값으로 오류를 숨기지 않는 계약</a:t>
            </a:r>
          </a:p>
        </p:txBody>
      </p:sp>
    </p:spTree>
    <p:extLst>
      <p:ext uri="{BB962C8B-B14F-4D97-AF65-F5344CB8AC3E}">
        <p14:creationId xmlns:p14="http://schemas.microsoft.com/office/powerpoint/2010/main" val="19418289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80475-EC83-438B-9AF0-A5AB32BD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D018-0E5B-489B-9134-CC25C34B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01C44-F239-4900-BCBF-2C5BBF9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재시도 정책의 검토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67A8-2082-4640-84D5-7E41B42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28B40-0C84-4F4B-9A53-AC04D889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B7EF5-EA92-4B35-8E8C-7E844DB5EE9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금지할 동작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수정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입력 무한 반복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429·503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안내·백오프·횟수 상한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즉시 반복으로 부하 증폭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중복 실행·과금·취소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원래 작업 종료로 단정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스트림 중단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부분 답변·완료 상태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이어 붙여 완성으로 표시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680FE-5A26-473B-A6BC-F50586F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0A8AC-E861-44CE-8803-C1FD53B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55A2D-EB53-4E4F-8FEF-0B91454E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DF041-2D4D-4660-9A9E-BA7DA91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4D52F-F8AA-4041-9968-80C8C1D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DF69B-EF69-4088-9E56-068F3B6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2C04A-4C17-4D1B-8F86-6075461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이번 앱은 자동 재시도 미구현 · 재시도는 비용·중복·시간 예산과 함께 결정</a:t>
            </a:r>
          </a:p>
        </p:txBody>
      </p:sp>
    </p:spTree>
    <p:extLst>
      <p:ext uri="{BB962C8B-B14F-4D97-AF65-F5344CB8AC3E}">
        <p14:creationId xmlns:p14="http://schemas.microsoft.com/office/powerpoint/2010/main" val="3330143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FF881-9E69-4BED-B687-D856D43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C45E-31AE-45CE-A9CA-160155D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3B55-08D7-467C-9C84-702D4A8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취소 이후의 용량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3A32F-9E8F-4958-8E3A-520FBB8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62F1-35EF-4A32-91CC-42CFFE2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BBC3A-FE70-4E68-B7A4-ABD5CA0B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897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EEB68-6E16-46EE-82F5-C07524D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task = asyncio.create_task(service.chat(req, "cancel-demo"))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await asyncio.sleep(0.001)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task.cancel()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await task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asyncio.CancelledError: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pass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service.active ==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A358D-9014-45EA-84AA-E0FE152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02 · 로컬 자원 해제와 외부 GPU 작업 종료를 구분</a:t>
            </a:r>
          </a:p>
        </p:txBody>
      </p:sp>
    </p:spTree>
    <p:extLst>
      <p:ext uri="{BB962C8B-B14F-4D97-AF65-F5344CB8AC3E}">
        <p14:creationId xmlns:p14="http://schemas.microsoft.com/office/powerpoint/2010/main" val="17015979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A48E2-2F1A-4EDD-BEA3-7186819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E8189-1D9C-467C-B110-8FD2E425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캐시와 추론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F377C-9BB5-4367-B303-C810579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3A614-7B91-443D-A8C0-13B3A05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응답 재사용과 모델 내부 상태 재사용의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D1D7-5BC6-44C5-A9A2-15887905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빠른 응답의 원인과 재사용 가능한 범위</a:t>
            </a:r>
          </a:p>
        </p:txBody>
      </p:sp>
    </p:spTree>
    <p:extLst>
      <p:ext uri="{BB962C8B-B14F-4D97-AF65-F5344CB8AC3E}">
        <p14:creationId xmlns:p14="http://schemas.microsoft.com/office/powerpoint/2010/main" val="1622958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AEA64-645A-41FD-AA0F-BFCB987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8B4A2-4C78-4676-8903-6ADA5FE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A36A7-6F55-49BA-94AC-133710B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세 종류의 캐시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4A272-13F7-4CF4-ACB3-B75B8F9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EAD61-2D61-4A7C-92E0-548ED81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FD0C2-59D2-44BD-8B53-BB0AE503140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재사용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무효화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캐시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완성된 답변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입력·버전·권한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캐시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결과·문서 조각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자료·권한·검색 설정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KV 캐시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Attention의 Key·Value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모델·토큰·위치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22434-9558-4C55-8AAD-4B8AA7C4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5951-074D-4160-80E1-21BBCDA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09E5F-D40E-4AD0-9890-50D1FE2D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ADC62-55A7-4DE5-A49E-FD691613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8110F-91F3-497A-AFC0-1BE7C3B2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FEED3-E372-411D-AC2F-A3F4682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KV · Key–Value · 세 캐시는 별도 계층 · 이번 앱은 응답 캐시만 구현</a:t>
            </a:r>
          </a:p>
        </p:txBody>
      </p:sp>
    </p:spTree>
    <p:extLst>
      <p:ext uri="{BB962C8B-B14F-4D97-AF65-F5344CB8AC3E}">
        <p14:creationId xmlns:p14="http://schemas.microsoft.com/office/powerpoint/2010/main" val="19484639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63556-777D-4C49-8F8E-A176C5483D6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258050" y="3762375"/>
            <a:ext cx="16002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BE3E3-4E9C-4068-87A4-5D31FCAA7AB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258050" y="2524125"/>
            <a:ext cx="16002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45DC7-826B-4D0A-83F1-58E6055E62E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76600" y="3762375"/>
            <a:ext cx="13144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F2948-94A4-40B9-9C69-63B8DDDFE78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76600" y="2524125"/>
            <a:ext cx="13144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FB6B2-A7CD-42A2-A60F-D1CFCCE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D0086-62B2-44A1-ABA9-3B0F1292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B93E1-577B-4781-8A6C-B5374C9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같은 질문의 두 번째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23B67-A59C-441C-8521-61B837B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65B5-F3FB-4B72-BADB-43ADAAC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3F5B-CA56-488B-A6D1-4E1FD79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80651-D44D-4AF4-AD00-83AF2B9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키·만료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8387-B459-4178-A58A-FC7469B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입력·버전·설정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57442-FD88-4864-9802-5AA3B7E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A821D-07D1-454C-9048-3FEAA0E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812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적중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115FE-E69A-4DA4-8CD2-E541974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응답 재사용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39E90-DB0B-4D6C-AC6F-111179AA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C0231-466F-48E3-BECA-E217032B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비적중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A12C1-66F8-46F7-9D82-F776FD9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482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제공자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A4C06-1205-4AE1-986C-1C99C07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CE4A0-9D10-475C-812B-A2E64508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출력 계약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BF31A-78F7-425C-8083-B837B366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cached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59202-FAD3-4120-BB96-E2499E6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키 일치와 만료 확인 후 재사용 · 캐시 적중은 새 모델 추론이 아님</a:t>
            </a:r>
          </a:p>
        </p:txBody>
      </p:sp>
    </p:spTree>
    <p:extLst>
      <p:ext uri="{BB962C8B-B14F-4D97-AF65-F5344CB8AC3E}">
        <p14:creationId xmlns:p14="http://schemas.microsoft.com/office/powerpoint/2010/main" val="20020495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7DDFD-E961-4421-9737-6F4DD44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C973D-E04F-47DD-AC0E-A694638A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BD1AF-8AD4-4BDB-A277-8D17E02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재사용 경계가 포함된 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80C0C-80B6-481C-9389-3370182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7CA02-C6CD-4BC9-9F00-3A8D55EB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95929-1F6A-47AC-BEE0-61E94E9C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340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25A8-C62D-470E-82A4-266177FE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{"message": req.message,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"max_tokens": req.max_tokens,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"provider": cfg.provider, "model": cfg.model,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"prompt_version": cfg.prompt_version,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"schema": "v1"}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key = sha256(canonical_json(payload)).hexdigest()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834F5-54C2-4404-B4EE-5F4C6D1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개념 발췌 · 실제 함수 cache_key · 인증·문서 권한이 있는 서비스는 그 경계도 포함</a:t>
            </a:r>
          </a:p>
        </p:txBody>
      </p:sp>
    </p:spTree>
    <p:extLst>
      <p:ext uri="{BB962C8B-B14F-4D97-AF65-F5344CB8AC3E}">
        <p14:creationId xmlns:p14="http://schemas.microsoft.com/office/powerpoint/2010/main" val="20585315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73459-E1B1-49E1-B268-5397E62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21AE7-DBD0-46E9-BE83-CEFE9F20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86A24-B357-4AA6-AD9D-9E11B2BB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권한과 버전 누락의 반례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BA925-87C9-4C9C-B38B-93A8E1D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75308-3786-4EDD-8556-AD7B217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D34E3-DE71-44C8-9CAC-18ED9C9F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431BD-B2A9-4998-97EC-AD613D82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직원용 문서를 참고한 답변이 같은 질문의 캐시에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3F583-55E3-400D-8C1E-117EBFFD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일반 사용자의 질문에 그 캐시가 재사용되는 위험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FDDEF-E4AE-4354-88F8-142A6E1F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인증된 권한·문서 버전 경계부터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0C0E4-499E-4DD4-B159-8094FCD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설계 반례 · 현재 실습에는 인증·다중 tenant·문서 검색이 없음</a:t>
            </a:r>
          </a:p>
        </p:txBody>
      </p:sp>
    </p:spTree>
    <p:extLst>
      <p:ext uri="{BB962C8B-B14F-4D97-AF65-F5344CB8AC3E}">
        <p14:creationId xmlns:p14="http://schemas.microsoft.com/office/powerpoint/2010/main" val="18004195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7873A-FB7F-497D-87A5-887ECF3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9D650-720E-4DAE-95E9-E56A5E4D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42ED1-BE42-43A6-AE5D-C43C464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만료와 메모리 상한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1480D-81FE-4CD8-8344-DD43D19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6B2EB-6813-49A9-9C11-21D04FD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35EC6-58D9-452D-B633-1523627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TTL · Time To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0CDCD-BA8F-4B2F-B4A4-BB167E03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31075-07DB-4EBB-A1B3-0765C017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시간 경과 후 재사용 중단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0B06D-2F53-41A3-9449-7C83D78D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기본 30초 · 단조 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BBCF4-EE9D-4A2A-9DE2-7DE9EED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LRU · Least Recently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73E00-77B1-4510-AD1B-DDBA093D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4382F-E3CA-493E-8174-ABF80374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최근 사용하지 않은 항목부터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A409F-D081-4E9D-A9FF-7288D7E1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최대 128항목 · 재시작 시 초기화</a:t>
            </a:r>
          </a:p>
        </p:txBody>
      </p:sp>
    </p:spTree>
    <p:extLst>
      <p:ext uri="{BB962C8B-B14F-4D97-AF65-F5344CB8AC3E}">
        <p14:creationId xmlns:p14="http://schemas.microsoft.com/office/powerpoint/2010/main" val="405248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214A5-6B49-4C30-A0E7-5D205B3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EC28-8848-458B-90FC-7D1F05A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D806-28F1-4424-943A-0E51FD8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가짜 시계로 확인하는 만료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4A505-EAED-4D72-AB92-FD969AE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05C8-98BB-4152-8ECA-6579A51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D8BD6-D6BD-4F4E-8597-BA9ABBA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A5EC0-9D6E-4A48-BCA4-16416A99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clock = [0.0]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cache = TTLCache(2, 2, clock=lambda: clock[0])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cache.set("A", "version1")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clock[0] = 2.0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cache.get("A") is None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F2348-9763-42E8-8F7B-7620102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03 · 오래 기다리지 않고 만료 경계·용량 제거를 재현</a:t>
            </a:r>
          </a:p>
        </p:txBody>
      </p:sp>
    </p:spTree>
    <p:extLst>
      <p:ext uri="{BB962C8B-B14F-4D97-AF65-F5344CB8AC3E}">
        <p14:creationId xmlns:p14="http://schemas.microsoft.com/office/powerpoint/2010/main" val="19303665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2B4EB-772A-4506-9B69-7E5C755C489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966B8-1237-4677-82F5-3B5E6B289AC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3C849-8181-449C-9603-E8F71AE51C3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18ED9-E041-40B5-B42F-F035CF66E40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7EEFC-226E-478F-A73D-52AB693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AAA25-1E54-49AC-9EBC-986BEF6E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04C3-85CF-4898-B47C-41086FDB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콜드 캐시의 중복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06E85-E61D-4368-8A59-7F2B000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FD918-07E0-4718-BE01-53C9176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0C87-5393-4252-9753-7AB0FD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요청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28C18-4690-46E9-89EC-8A1A137E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77874-A4A8-4FF6-A53B-60FE9F1A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캐시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04EFE-756E-4D3B-B22F-506838C1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4A840-71E6-4A46-94CF-937A356A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제공자 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9B1FF-6312-4B92-A960-911D92A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848D-8645-4E9C-8D6D-D83248F1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캐시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BB0E2-DC3E-4CD7-9769-4D9ABAF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요청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69571-AEA5-42BE-8043-FC33F88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11393-B6F4-47AA-A81E-D47C19B2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캐시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4F390-FE8C-4131-A7B3-D641186A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510F4-3310-4E96-96C6-726FA88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제공자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5B618-240E-4AA5-8779-E1851F9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9DCDC-B799-4DBF-AD2D-3718165E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캐시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7CE42-F1D3-4257-B030-794A751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동시에 시작하면 두 호출 모두 실행 가능 · 진행 작업 병합은 별도 기능</a:t>
            </a:r>
          </a:p>
        </p:txBody>
      </p:sp>
    </p:spTree>
    <p:extLst>
      <p:ext uri="{BB962C8B-B14F-4D97-AF65-F5344CB8AC3E}">
        <p14:creationId xmlns:p14="http://schemas.microsoft.com/office/powerpoint/2010/main" val="9052745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9F742-87B2-46B2-88F4-0CF5EFE2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EC028-4414-45C3-9E7C-0B253DF4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90870-44C1-471C-B534-A47D85D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 처리와 순차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2B50-DAEE-4D17-B9A1-B730F522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EA836-0DB8-44BF-9CCE-9538453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FC10F-8F8A-4CB0-A402-D98ED1B5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Prefill · 입력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E73D-4838-4C63-9B6C-07C314E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DF683-2EAE-4B1D-B18A-03BF8FD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 토큰의 상태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FC6AB-7137-4CCA-A493-B2059B31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길이·배치·모델·장치에 영향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1C44F-4022-428C-B109-293CD2D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Decode · 순차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2CF51-8DF2-4358-97D1-36702EC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56468-58B4-4C8D-BF02-50AC681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이전 토큰을 참고해 다음 토큰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368B3-DC30-4236-B0EA-4B75970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응답 길이·메모리·스케줄링에 영향</a:t>
            </a:r>
          </a:p>
        </p:txBody>
      </p:sp>
    </p:spTree>
    <p:extLst>
      <p:ext uri="{BB962C8B-B14F-4D97-AF65-F5344CB8AC3E}">
        <p14:creationId xmlns:p14="http://schemas.microsoft.com/office/powerpoint/2010/main" val="190043915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A8A94-2DEE-498B-A09A-8C3C9776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B31A6-18E7-4A2B-8736-F4DBD123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A5790-88FD-4450-85D8-41854E2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PagedAttention의 블록 참조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CEB18-2A36-40C6-929D-4B020CF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14B73-09FB-446B-8522-06474784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CF1AD-4DB5-432D-BF57-5258BDF71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00470cbc74103"/>
          <a:stretch xmlns:a="http://schemas.openxmlformats.org/drawingml/2006/main"/>
        </p:blipFill>
        <p:spPr>
          <a:xfrm xmlns:a="http://schemas.openxmlformats.org/drawingml/2006/main">
            <a:off x="1389673" y="1562100"/>
            <a:ext cx="9412654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39E6C-CB36-4514-B0A7-A8D58AE5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토큰별 Key·Value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DD1B-27E0-4247-A767-954A859C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비연속 블록의 참조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1DD4A-318C-44C5-BED7-FC55A21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GPU 성능 검증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4482C-B65E-4A60-8BA2-0ED5E35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Kwon et al., SOSP 2023, Figure 5 · CC BY 4.0 · 흑백 발췌</a:t>
            </a:r>
          </a:p>
        </p:txBody>
      </p:sp>
    </p:spTree>
    <p:extLst>
      <p:ext uri="{BB962C8B-B14F-4D97-AF65-F5344CB8AC3E}">
        <p14:creationId xmlns:p14="http://schemas.microsoft.com/office/powerpoint/2010/main" val="12684096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1BF6F-D6B3-4D5B-B930-8D26A533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F80C-76D3-4757-A022-D38BCC4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F6E34-EFBD-4E24-ABA9-A3DA803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vLLM의 작업자와 캐시 관리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BEE09-E3C4-4339-BFAE-E397F6BC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A80A-1CEC-43CF-8592-CBCD8114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4EDAC-DB72-43B7-84AA-10668CE8E6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eb371f9154e5f"/>
          <a:stretch xmlns:a="http://schemas.openxmlformats.org/drawingml/2006/main"/>
        </p:blipFill>
        <p:spPr>
          <a:xfrm xmlns:a="http://schemas.openxmlformats.org/drawingml/2006/main">
            <a:off x="2339407" y="1562100"/>
            <a:ext cx="7513187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9379D-94EE-40C9-8B97-F321C827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 실행의 조정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B1EEE-A512-462A-9DBB-3AA1AED9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블록 할당과 해제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D5A7F-5893-477A-9A8F-3D4A118D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53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추론 엔진 내부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4C620-7533-4110-BC75-70C6E904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Kwon et al., Figure 4 · CC BY 4.0 · 흑백 발췌 · 배포 성능 보장 아님</a:t>
            </a:r>
          </a:p>
        </p:txBody>
      </p:sp>
    </p:spTree>
    <p:extLst>
      <p:ext uri="{BB962C8B-B14F-4D97-AF65-F5344CB8AC3E}">
        <p14:creationId xmlns:p14="http://schemas.microsoft.com/office/powerpoint/2010/main" val="15163626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7C9C9-658D-4FA8-91B9-BC096D5F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69178-1FFD-457E-91EA-68F88D03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49CF-F768-414D-A6BC-77CBCE7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동시 API 요청과 추론 배칭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1DB67-9D96-4B71-97B6-36B82B4D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3D564-06C4-45F2-8E1A-90735B9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9D6DE-F379-44C7-AD31-BD41536F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API 동시성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5D667-1AD5-4FA4-A72D-F2FE3EA7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F5D8-0041-4EEA-89FD-58722086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여러 요청이 I/O 대기를 공유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B6F1B-0266-4D2D-87D5-1ABEBEC1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MOCK의 asyncio 실험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D03FD-72A0-4756-BACE-79566E9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모델 배칭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09491-6AAD-4B36-8B4C-0626900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5252F-988C-4A7B-9CD0-53BCF8FC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여러 시퀀스를 추론 엔진에서 스케줄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3AA5A-5420-47D1-93C2-C5859D65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메모리·토큰·장치에 따른 별도 검증</a:t>
            </a:r>
          </a:p>
        </p:txBody>
      </p:sp>
    </p:spTree>
    <p:extLst>
      <p:ext uri="{BB962C8B-B14F-4D97-AF65-F5344CB8AC3E}">
        <p14:creationId xmlns:p14="http://schemas.microsoft.com/office/powerpoint/2010/main" val="365199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44F83-656B-4719-A605-8D93C0B4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FF4C-40BA-4C5F-8526-0AE8354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9FAEB-F2E7-4D3F-9002-2964231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추론 개선의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FCB94-7EED-4845-80F7-4A356D9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69D3-1502-446E-9742-08F2DD5E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88EC3-9D72-40BC-BB3B-8FBF042207C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기대 효과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같이 볼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 길이 제한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생성 작업 감소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답변 완전성·중단 이유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양자화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가중치 저장량 감소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품질·커널·장치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캐시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반복 호출 감소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최신성·권한·유효성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추론 배칭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장치 활용·처리량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대기·메모리·개별 지연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C795C-70DC-4A3E-8002-0F234C9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DE2D1-C0FA-465F-8BC1-A939B6B4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F20CE-84C7-4619-A574-47D7EEC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8937C-D8F6-43D9-8AA9-C331E6FF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EE767-A648-4313-96B0-05D91A54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7154E-3744-4137-87EE-E2F4212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7E9C6-85ED-4A8C-8C66-43377BF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특정 기법의 보편적 속도 우위를 가정하지 않음 · 실제 제공자 환경에서 비교</a:t>
            </a:r>
          </a:p>
        </p:txBody>
      </p:sp>
    </p:spTree>
    <p:extLst>
      <p:ext uri="{BB962C8B-B14F-4D97-AF65-F5344CB8AC3E}">
        <p14:creationId xmlns:p14="http://schemas.microsoft.com/office/powerpoint/2010/main" val="143132981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F5E1-F20C-4C08-A9FF-9A32314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49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418CE-8155-468E-A65E-E32A1A5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스트리밍과 완료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B3250-4FF0-42E0-8382-FBB5BD35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64CBD-E9E1-4CB3-AF9E-0477B76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첫 바이트·첫 내용·완료 시점의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E2F5F-3E50-4B45-8CCF-8211CB2A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부분 답변과 실패·중단의 명시적 처리</a:t>
            </a:r>
          </a:p>
        </p:txBody>
      </p:sp>
    </p:spTree>
    <p:extLst>
      <p:ext uri="{BB962C8B-B14F-4D97-AF65-F5344CB8AC3E}">
        <p14:creationId xmlns:p14="http://schemas.microsoft.com/office/powerpoint/2010/main" val="192019770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087D7-E677-488D-8BFD-46A3F65D1C37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172450" y="49149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26B6C-D0E0-499C-9737-E81CBE05706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48250" y="49149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3101E-372D-4191-BF63-0163023A45E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172450" y="2971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6C1B1-4FCE-471F-8A8C-E4778647CC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48250" y="2971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73386-6566-4918-9D49-531F805A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96B95-C04A-4EBF-8B3A-641C290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34B3-B513-4EDD-B28F-DA6D2AD7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SSE 이벤트의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54CA0-7A7A-4AC8-9914-1597461F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31608-5ECD-422C-B425-1DFFD57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50D5E-C0AD-4EC1-8485-403C8D4E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B8020-E4C4-45F3-A27A-4CCBF2A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E2276-FBB5-420C-99B2-FFF753A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meta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F3365-811E-4560-97F5-FCBE89A4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응답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D51BD-B883-487B-8AFB-C2342A34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622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2E5FD-B874-4EF1-8F1F-C329E6E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33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2C683-89F5-4322-91A1-35BB3510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내용 조각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75D91-20AA-4C84-AAAD-C04CB0F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A89EF-BF19-4427-982B-7639A75C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D447A-171A-4EFF-9D51-DE11934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완료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1B47C-4771-4578-A565-9D3709A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E1C90-72FC-4B99-9981-40365FFA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2BF76-9098-4AAC-A3FF-9F8ADC1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meta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CFF55-5EA6-469C-9214-93E20104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응답 시작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59FC2-D3EA-4289-8845-4C805F9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053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C9EC2-3D97-4F66-BB1C-78C64D6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delta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89EAE-4173-4364-97E3-677B98B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67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내용 조각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6FCCE-0171-4165-AA06-39A774D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70E9D-28DE-45F5-845B-BDFB0ED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D06EF-2DB4-4CA0-A911-AE2E7BA2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67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미완료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65D7E-F9A6-4924-A2B4-92C8A551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SSE · Server-Sent Events · 서버가 보내는 단방향 이벤트 · POST는 fetch 사용</a:t>
            </a:r>
          </a:p>
        </p:txBody>
      </p:sp>
    </p:spTree>
    <p:extLst>
      <p:ext uri="{BB962C8B-B14F-4D97-AF65-F5344CB8AC3E}">
        <p14:creationId xmlns:p14="http://schemas.microsoft.com/office/powerpoint/2010/main" val="5979893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C749F-97E7-426B-B2E6-379BC463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370D-CBDE-4598-9544-814E788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7F027-D832-4AAF-96C0-A5E86179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빈 줄로 구분하는 이벤트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F29AD-C9F4-4130-933A-2E49E93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C1D21-A7EF-4005-A54B-3B898A1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EA9A1-F975-417A-A4A4-7E814D6C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897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6AB27-8D07-4F39-A32D-93B018D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event: meta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data: {"request_id":"...","simulated":true}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event: delta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data: {"text":"첫 내용 조각"}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event: done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data: {"complete":true}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8768A-F4E6-4D76-8B99-E3093BE0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UTF-8 · text/event-stream · 네트워크 청크와 이벤트 프레임 경계는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25870738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D0E6C-6E85-4A67-A0BE-0BAADC7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4884E-F035-413F-B943-396CBFE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4A368-8639-4361-A3C5-1D034D5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브라우저의 스트림 수신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8AB3B-2E7B-4E6A-83AC-4F67FD59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96B4-202B-4E3F-B28E-65B02183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4E583-AE41-469D-B787-5ADDAC50E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5b3dc999a466c"/>
          <a:stretch xmlns:a="http://schemas.openxmlformats.org/drawingml/2006/main"/>
        </p:blipFill>
        <p:spPr>
          <a:xfrm xmlns:a="http://schemas.openxmlformats.org/drawingml/2006/main">
            <a:off x="958850" y="161925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9ADD1-D1E1-416D-9997-504B9D0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메타와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E4EF3-F174-4AFA-872A-DAF237F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첫 delta에서 내용 시간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ADBB1-2876-4473-93E4-D0D399EC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AD5D3-7339-4D18-9441-E18C4757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done 수신 여부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556ED-DBFD-47F4-8463-EA72688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중단 동작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A2BD-CA7F-47D5-B8CC-B1706EF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수신 중단·서버 용량 해제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F3DF9-F6F1-4AD0-9BB3-3F4E53C4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로컬 캡처 · 내용은 MOCK 문자 조각 · 토큰 생성 속도 아님</a:t>
            </a:r>
          </a:p>
        </p:txBody>
      </p:sp>
    </p:spTree>
    <p:extLst>
      <p:ext uri="{BB962C8B-B14F-4D97-AF65-F5344CB8AC3E}">
        <p14:creationId xmlns:p14="http://schemas.microsoft.com/office/powerpoint/2010/main" val="157811837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229F9-7DDC-4088-ABB7-69B4B8A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4DB2-A361-4F24-BB8B-6F637419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4534F-1890-47AE-AB2E-0EBA6DF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HTTP 200과 스트림 성공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23490-C503-40DD-B4F4-D414F07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E7528-FB3D-48FC-B452-3D895113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B54DF-DCC6-4354-AD31-3AFC883F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응답 시작 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E5986-3691-4B10-9E23-BE66ED0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7710E-6E1B-4B09-BEC9-05B05E29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입력·용량 검증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A9703-043B-4F62-86B6-2561485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422·503 등 상태 코드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713C8-B6CC-4E6D-8F65-1DD9E81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응답 시작 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6A368-709D-46CA-8448-2F6E2FDC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88403-6CF8-47C5-82B6-8D6FA7D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상태를 504로 바꿀 수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DF18-EED6-4F0A-975B-475691F2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error 이벤트·미완료 상태로 전달</a:t>
            </a:r>
          </a:p>
        </p:txBody>
      </p:sp>
    </p:spTree>
    <p:extLst>
      <p:ext uri="{BB962C8B-B14F-4D97-AF65-F5344CB8AC3E}">
        <p14:creationId xmlns:p14="http://schemas.microsoft.com/office/powerpoint/2010/main" val="58706455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8C99-A597-41E5-B527-5BE2FA9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541BF-9E5C-4B3C-83E2-B27CBB56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B2BBC-0C64-4C63-8DA0-FFAE19C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사용자가 보는 완료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91FE3-8561-47F7-B734-004365FF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E73CC-BABA-4248-80B3-EF2553F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B5ED9-FC4A-4225-8B89-A5EDA5132B8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관측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화면·저장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done 수신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표시·결과 저장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error 수신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실패·미완료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이유·다음 행동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done 없는 종료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중단·불확실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부분 답변 표시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수신 중단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사용자 취소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자원 해제 별도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BA25-6D06-414B-AF22-A58A98E8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75DAF-0CFD-4C8D-93BE-0A5A602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A6173-106D-41C5-B273-02FF3A1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5CFBC-BACA-4397-865B-E7E967AD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3C2D2-C23B-4B33-A91D-87918A54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24DD2-A862-4112-90CA-D2ACC898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1636C-A625-4E8F-8681-041E18B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토큰 하나 수신했다고 전체 요청 성공으로 집계하지 않음</a:t>
            </a:r>
          </a:p>
        </p:txBody>
      </p:sp>
    </p:spTree>
    <p:extLst>
      <p:ext uri="{BB962C8B-B14F-4D97-AF65-F5344CB8AC3E}">
        <p14:creationId xmlns:p14="http://schemas.microsoft.com/office/powerpoint/2010/main" val="3687014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D9B9D-5674-4196-B9DF-7D8AE00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27D14-0814-4A13-863D-1B08E918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593A1-3D43-4798-94E1-4016C19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첫 내용 조각과 전체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DC1FB-AC2D-49B5-93F9-8745EE29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E61B1-F595-4B3F-9115-21165FEB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C365B10-DEB7-4E54-ABD4-99AE21F0758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495c2a8e03420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C9212-9379-4C60-B0E5-009C6B2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로컬 TCP 실측 · ms · MOCK 문자 조각 · 실제 LLM TTFT와 구분</a:t>
            </a:r>
          </a:p>
        </p:txBody>
      </p:sp>
    </p:spTree>
    <p:extLst>
      <p:ext uri="{BB962C8B-B14F-4D97-AF65-F5344CB8AC3E}">
        <p14:creationId xmlns:p14="http://schemas.microsoft.com/office/powerpoint/2010/main" val="44162264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2B4F5-B8D6-473D-A5D6-B6E35E6A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190F1-CEA3-4DA6-8D45-1B298702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0C423-0A18-4082-9C34-7530364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TTFT와 스트림 측정의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50C2B-B519-460C-8679-A8C32FC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522F2-A024-4E31-927F-7B8BEC72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37496-8D70-4662-95E2-482A5DF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5BB9A-037E-42C6-8AC2-E30363D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TTFT · Time To First Token · 첫 토큰까지의 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7DEB2-8678-4707-8753-E8A267C5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이번 MOCK은 첫 delta와 전체 완료 시간을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0343D-F089-4DB1-96AB-A4830FEF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ASGITransport는 버퍼링 가능하므로 TCP 실험에서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AD68C-1ECD-498C-926A-B24149D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04는 형식 검사 · scripts/verify_week09_live.py는 실제 로컬 TCP 검사</a:t>
            </a:r>
          </a:p>
        </p:txBody>
      </p:sp>
    </p:spTree>
    <p:extLst>
      <p:ext uri="{BB962C8B-B14F-4D97-AF65-F5344CB8AC3E}">
        <p14:creationId xmlns:p14="http://schemas.microsoft.com/office/powerpoint/2010/main" val="116270764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A57B-6049-41A6-BAEE-731C0ED2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57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062DA-68FD-43A0-AD44-0EEA936D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단계별 실행과 부하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440C0-FF11-44B2-830A-E6AC03EB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B994E-CE0B-4602-B5A5-6B7C546F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예상·실행·변경·해석의 순서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BBFF7-7B64-40D5-9B75-5A986B49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성공 지연·오류율·성공 처리량의 동시 확인</a:t>
            </a:r>
          </a:p>
        </p:txBody>
      </p:sp>
    </p:spTree>
    <p:extLst>
      <p:ext uri="{BB962C8B-B14F-4D97-AF65-F5344CB8AC3E}">
        <p14:creationId xmlns:p14="http://schemas.microsoft.com/office/powerpoint/2010/main" val="182388823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30079-9198-49DE-AE18-6729D498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C9F8C-3E24-4438-AC4E-405FA72E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F30A7-73F6-4500-938B-67E2D0F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다섯 Notebook의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46D68-4380-42B1-B199-04F06602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DC463-EB02-4C47-A3F7-250EDC7C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D5DDC-6DEB-48F6-8ABF-3EC1BA71993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 API 계약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명세·정상·422·추적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02 비동기·복구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503·504·502·429·취소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03 캐시·버전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적중·키·TTL·중복 호출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 스트리밍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프레임·done·error·중단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05 부하·프로젝트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 지연·오류율·요구사항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B07E5-9EB5-41F8-97F3-2A393858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6F04D-E6AE-438B-956D-CE9D23C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D4937-9638-409D-9C04-A88BEC0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20F49-8E38-4EFE-9477-7D602C8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5012B-50E9-45DE-8837-ED026AE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F50BC-C546-42BC-8D8E-ED09223A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84FF7-DEF0-46F3-AE26-BAC2E16F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6D63B-00B3-46B4-A30B-8F570C4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각 파일 독립 실행 · 총 111셀·코드 53셀 · 수업은 핵심 셀 선택</a:t>
            </a:r>
          </a:p>
        </p:txBody>
      </p:sp>
    </p:spTree>
    <p:extLst>
      <p:ext uri="{BB962C8B-B14F-4D97-AF65-F5344CB8AC3E}">
        <p14:creationId xmlns:p14="http://schemas.microsoft.com/office/powerpoint/2010/main" val="167647809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8B684-64F0-4F6F-BCEE-3F8484C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A8A35-0CBF-4507-BEFE-1BDAEFC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905D1-4563-4FEC-833B-F64DEB2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VS Code 환경과 커널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42F4-AC6B-42AC-A2AC-EF325B17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8D96D-498A-4132-AFD1-9872E9AF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771D4-1812-4E0D-A1E3-6B8566A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B0679-E97B-4CD8-A9B5-A17A047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저장소 루트에서 기존 환경 활성화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requirements.txt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week09/lab/tests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71F0C-3EBE-4D45-B62E-ABE3BAB3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처음 설치: python3.11 -m venv .venv · Windows 활성화는 실습 README 참조</a:t>
            </a:r>
          </a:p>
        </p:txBody>
      </p:sp>
    </p:spTree>
    <p:extLst>
      <p:ext uri="{BB962C8B-B14F-4D97-AF65-F5344CB8AC3E}">
        <p14:creationId xmlns:p14="http://schemas.microsoft.com/office/powerpoint/2010/main" val="127732903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2042B-B2D9-4595-9508-58076077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E6DE-A729-45D5-9B15-4EEEF3A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D7BB6-8237-461E-8F84-675A793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VS Code의 실행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27140-BBE7-451F-9953-7F59BF3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3F90B-F14A-4149-BD2C-993B396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8F75C-9EEC-4D43-8C5D-417E0F66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216C9-1AEA-4B81-86B3-16A8107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저장소 루트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8BE34-D217-42D4-883B-3F4624C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llmops-16week 폴더 전체 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15F0B-1CD9-4064-9478-402DF232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9EAE-6BC2-45FF-B743-EDA102C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BE556-98CB-4FCD-A42C-3DB38ED3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커널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EF66-44C2-4618-9BDE-DB5FDAF0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Python Environments · .venv / Python 3.11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EB375-CCC0-4E1D-AA07-935EAB1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B8925-9D6B-40DB-8423-E3EB1AFE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A1D7A-BCEF-45E8-86AC-ED07ACA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순차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3030C-8151-4F1F-BD74-2AF887E2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위에서 아래로 실행 후 변수 하나 변경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5592A-6475-4B51-AF87-0D957E2D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2540F-1749-4C3C-BFF1-3B9F2736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자동 실행은 앱 소스나 requirements를 덮어쓰지 않음</a:t>
            </a:r>
          </a:p>
        </p:txBody>
      </p:sp>
    </p:spTree>
    <p:extLst>
      <p:ext uri="{BB962C8B-B14F-4D97-AF65-F5344CB8AC3E}">
        <p14:creationId xmlns:p14="http://schemas.microsoft.com/office/powerpoint/2010/main" val="132726547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98730-8D91-448C-9697-7CFDD82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BC391-7DB2-4B3E-8046-DF10282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7CA0E-0CD5-4152-AFEE-212415B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브라우저 실습 서버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3927E-9ABA-4E54-8DE8-06974A17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E5BB6-7125-4E9F-879E-EE6A3609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89C9-395C-4742-87DA-72651291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340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ADEAF-BC1E-46C1-A1AF-7A7DA979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uvicorn week09.lab.app:app \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--host 127.0.0.1 --port 8009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브라우저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http://127.0.0.1:8009/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http://127.0.0.1:8009/docs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081D-A4BD-4957-8B84-0C94BEBB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한 worker · 외부 공개 금지 · 포트 충돌 시 8019로 변경 · 종료 Ctrl+C</a:t>
            </a:r>
          </a:p>
        </p:txBody>
      </p:sp>
    </p:spTree>
    <p:extLst>
      <p:ext uri="{BB962C8B-B14F-4D97-AF65-F5344CB8AC3E}">
        <p14:creationId xmlns:p14="http://schemas.microsoft.com/office/powerpoint/2010/main" val="19405211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40697-9A42-45A4-8052-67F363B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32940-022B-461F-B857-50B5A8A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4C66-B68B-4C61-B661-1E482517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40분 핵심 실습의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9EDE3-FBA2-44F1-80C1-28A2F97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37AF5-9243-41B4-B40F-7488F3B3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44346-74FD-4F8F-AA12-E9A54C20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7F492-2976-4118-B1CA-5EF20299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95D4D-796A-4761-9307-DDC113A8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37A3C-5BA6-4729-9924-6BBB5D5C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계약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64971-C296-42AA-9330-E85C01F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01 정상·422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A35FB-A792-41D8-91B4-545AA2B4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289D4-1584-45C8-BBBC-78200BA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6CBF2-8CAA-4C9C-AB4E-F0745A26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B3BE8-33A1-43CE-84E7-FC06835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02 한도·초과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9D2F8-CE0E-4A24-8A3D-9FA33B53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41FF5-8E04-4DEE-A581-4D645B0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B20A0-117F-4AEE-9241-F3A73B6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F716B-5FED-4DCB-8961-5DFE252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03 적중·중복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ED217-69A5-4F7E-B369-FA1AC72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1EFEB-4FC2-4BAE-9726-0772135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0EE44-CCF6-43DE-B146-0E3DCF2B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62779-ADE0-4A8C-9747-2F2395A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04 error·중단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87A87-C820-4EC4-A934-1508A124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남은 시간에 05 결과 해석 · 전체 Notebook은 복습에서 확장</a:t>
            </a:r>
          </a:p>
        </p:txBody>
      </p:sp>
    </p:spTree>
    <p:extLst>
      <p:ext uri="{BB962C8B-B14F-4D97-AF65-F5344CB8AC3E}">
        <p14:creationId xmlns:p14="http://schemas.microsoft.com/office/powerpoint/2010/main" val="173652410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9F90F-453E-40F6-9BE6-CE4F4220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767B8-9B57-4F61-B0BA-A876FEB6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6269C-2E99-40BE-90A5-1B94EA4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부하 실험의 실행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E5042-311F-4DF0-8E29-8FF32CB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C293-9E4D-4A5A-A5A4-CC3C499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82931-5E9B-43B8-80CA-BB0B69F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BE833-0F41-4168-9F57-031F5D1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= await run_load(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client, n=24, concurrency=2,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use_cache=False, warmup=2)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display(report["summary"])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585EC-80AA-4413-A1A8-32D5C20D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Notebook 05 · 동시 요청 1·2·6 비교 · 처리 용량 2 · 수면 30ms · 캐시 OFF</a:t>
            </a:r>
          </a:p>
        </p:txBody>
      </p:sp>
    </p:spTree>
    <p:extLst>
      <p:ext uri="{BB962C8B-B14F-4D97-AF65-F5344CB8AC3E}">
        <p14:creationId xmlns:p14="http://schemas.microsoft.com/office/powerpoint/2010/main" val="21323436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189E-14E1-4E77-A6BC-FBA4AFE0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C0314-2C6F-41F9-B48A-1169B5A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6ECE5-C576-4F62-97BE-9B17FE0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동시 요청 기반 부하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9C5D-17F6-459F-A7C2-02D8A24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2E40F-31B4-4AA6-908B-9D8AA80E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77E1E-F89F-4D0A-8F84-A889C20A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05EB1-2388-48B0-9A85-7473DF5C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Closed-loop · 응답 후 다음 요청을 진행하는 부하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1A6FE-2E85-4888-9A33-2DE0B17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응답이 느리면 클라이언트의 다음 요청 유입도 줄어듦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51A59-36C0-4A8C-96B6-07140D2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고정 도착률·운영 트래픽·장시간 안정성은 별도 시험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8E1D2-4A8E-4162-8FFB-4FB6530F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이번 실험은 최대 100요청·동시성 8 · 외부 서비스 부하테스트 금지</a:t>
            </a:r>
          </a:p>
        </p:txBody>
      </p:sp>
    </p:spTree>
    <p:extLst>
      <p:ext uri="{BB962C8B-B14F-4D97-AF65-F5344CB8AC3E}">
        <p14:creationId xmlns:p14="http://schemas.microsoft.com/office/powerpoint/2010/main" val="55645173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40416-988E-4367-B294-F86E39F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E7B88-1AE8-46A7-8A1B-9787227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21ADB-447E-4D75-B086-8493529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동시 요청과 오류율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D88D0-8811-4D26-B00F-A9661615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8D717-B94C-4CD0-9258-EF8A19D6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B29D239-FF33-4150-8EE9-AF9A22607670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75f8269dee4e8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8AFF7-1325-4256-A8AD-51544DE2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실행별 24요청 · 처리 용량 2 · 성공과 거절을 합쳐 분모 계산 · ASGI MOCK</a:t>
            </a:r>
          </a:p>
        </p:txBody>
      </p:sp>
    </p:spTree>
    <p:extLst>
      <p:ext uri="{BB962C8B-B14F-4D97-AF65-F5344CB8AC3E}">
        <p14:creationId xmlns:p14="http://schemas.microsoft.com/office/powerpoint/2010/main" val="125823278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D36DF-11DF-4F95-B482-0560BDE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8FB4B-5889-4273-B358-667174C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6E9BC-2F66-43DF-92E7-1CE34FCF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빠른 오류가 만드는 평균 착시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C68AB-B673-4764-9C8B-8F289320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1120C-E718-4D25-92C3-101F810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48B9-2F63-4809-84BE-2FD2829ED82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가상 요청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100ms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503 거절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1ms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평균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10.9ms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 p50 / 오류율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성공만 / 전체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100ms / 90%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53FB-0707-496E-9F05-88CAC8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2735-6854-48EA-A4C9-1EEA13A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2FE63-C30D-47E9-8BB5-DD3DD816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66DBB-37DE-4D8E-B090-EF099A91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3DEE1-B468-4723-9384-B512917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ADDFE-C24C-4DA4-B94B-B606591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C2825-0F5F-4145-9131-02A39D6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계산 설명용 합성 값 · 거절이 빠르다고 서비스가 좋아진 것은 아님</a:t>
            </a:r>
          </a:p>
        </p:txBody>
      </p:sp>
    </p:spTree>
    <p:extLst>
      <p:ext uri="{BB962C8B-B14F-4D97-AF65-F5344CB8AC3E}">
        <p14:creationId xmlns:p14="http://schemas.microsoft.com/office/powerpoint/2010/main" val="100089744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81EF8-81A9-4E0C-A69C-AE068081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6460D-5C4B-44E0-896F-44005FD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4AB65-0155-4B18-B267-387BA49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성공 요청의 지연 분포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CA29C-1606-451E-A367-385E842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CC89E-DC0F-4C63-A326-8E39692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9ED7B1C-28B3-44D8-ACBA-F625798A8565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e50675fe3246e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DC10E-C55D-40E1-B075-202DE4C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n은 성공 표본 수 · p50·p95 · ms · 거절은 오류율로 별도 확인</a:t>
            </a:r>
          </a:p>
        </p:txBody>
      </p:sp>
    </p:spTree>
    <p:extLst>
      <p:ext uri="{BB962C8B-B14F-4D97-AF65-F5344CB8AC3E}">
        <p14:creationId xmlns:p14="http://schemas.microsoft.com/office/powerpoint/2010/main" val="185097810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E7D84-C37C-42DD-B1B3-3D058A76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4ECDB-C5B1-4D0A-A40D-218D4E7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AB012-C3B9-416C-B362-B550D28B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분위수와 표본 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1A1AB-9C22-43A7-9738-3D22A3C2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89169-5413-4919-B794-62F935A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F0A7C-61F3-4DFE-9A26-90B2B23C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p95 · 관측값의 95백분위 지점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4DA5C-BB5E-45F7-AEA5-86AF21D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DA5DE-5DFC-4AF1-81FB-3869BB3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모든 요청이 95ms라는 의미도, 95%의 성공률도 아님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ABF4A-3FBB-40C4-80EA-115D83D5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소수 표본의 p99로 장시간 서비스 목표를 보장하지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BF1DD-6D98-40C8-91AD-98ABB22D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실습은 NumPy percentile · linear 보간 · 실패율은 별도 분모</a:t>
            </a:r>
          </a:p>
        </p:txBody>
      </p:sp>
    </p:spTree>
    <p:extLst>
      <p:ext uri="{BB962C8B-B14F-4D97-AF65-F5344CB8AC3E}">
        <p14:creationId xmlns:p14="http://schemas.microsoft.com/office/powerpoint/2010/main" val="192781934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81DD9-02BE-4D02-9AE0-32E63944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2AFC-A57C-46A0-8C53-9DD483F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CD22A-875E-498F-8377-68AE45E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성공 처리량과 완료 처리량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9871A-7624-4539-B561-7C2749B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A35DA-B880-4F13-80C0-2D0632AC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C6C1328-C1F6-4CAB-8F7D-D1135396A0B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67f77298d9499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707C2-1AF8-4A2A-960F-F986D83B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성공 요청/s · 전체 완료 요청/s를 구분 · 빠른 거절은 성공 처리량에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5082077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43E1-BC22-481E-BFA3-B332D34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42CB-4F4D-482C-9099-B9418D31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C7168-3172-493F-B1AC-406D9B7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성능 지표와 서비스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BC057-94D7-433E-8B74-4E99FCF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9C4D4-18A3-4462-9831-283E0BC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04946-9100-4A50-AEF6-759D6D93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SLI · 서비스 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AA49C-E585-4AFB-8E24-C74A481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F94C4-8CA7-48A7-B371-5BEFE35C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Service Level Indicator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15E2F-D88E-47E9-9EB5-F241CCE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성공률·지연·완료 여부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FC963-B6FE-4AAC-8245-63F18C5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SLO · 서비스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3803B-5E5C-4A6D-8D0C-1F048DC7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C192F-A3D6-4421-83E5-3BE0B4C8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Service Level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A2236-3552-48B1-A219-559CD44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지표의 목표·기간·대상 정의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56E65-BF0B-4D84-8335-C9EFC0B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SLA · Service Level Agreement · 계약·책임의 합의 · 이번 실험은 SLA가 아님</a:t>
            </a:r>
          </a:p>
        </p:txBody>
      </p:sp>
    </p:spTree>
    <p:extLst>
      <p:ext uri="{BB962C8B-B14F-4D97-AF65-F5344CB8AC3E}">
        <p14:creationId xmlns:p14="http://schemas.microsoft.com/office/powerpoint/2010/main" val="150282336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37526-5D43-49CE-AFA6-5651BCD3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DB9E9-E424-438F-B8C5-DFB1C29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1724A-D3E2-4578-AF38-903E617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캐시 적중과 비적중의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A086E-1589-4D64-BE2D-24744575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A8CC5-F313-4B41-BAD6-F4718714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F67E024-901B-4020-858E-8781BB405176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97b35c01ac478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C20D6-BFC3-4682-8AE1-535B095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성공 p50 · ms · 동시성 2 · 워밍업 제외 · 캐시 적중을 모델 속도로 해석하지 않음</a:t>
            </a:r>
          </a:p>
        </p:txBody>
      </p:sp>
    </p:spTree>
    <p:extLst>
      <p:ext uri="{BB962C8B-B14F-4D97-AF65-F5344CB8AC3E}">
        <p14:creationId xmlns:p14="http://schemas.microsoft.com/office/powerpoint/2010/main" val="191647840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D3395-5123-4C9E-A53D-2EEAFCB2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B3B59-213C-4913-9693-E70B1D9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6C5FD-E8A9-4F4C-AA31-1177BD4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결과와 함께 남길 실행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9B03E-31C4-491D-BDB6-2C0BDDF1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94B08-5F0C-4070-ABAB-7D1D1F5B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3CAB8-285D-41AB-87D6-6C3CAD110DE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환경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Python·패키지·기기·프로세스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표본 수·길이·출력 제한·질의 구성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캐시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콜드·워밍업·적중·만료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부하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동시성·도착 방식·실행 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 지연·오류율·성공 처리량·한계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CE3A2-CE2D-4FF5-8674-BABF1387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A3B5E-8805-4679-B792-2707A531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DE1CE-2520-4959-83D6-EF3BE42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20964-1831-4E66-8283-53E5835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A5E35-237F-457E-96CA-65E8CD6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26A60-41BD-4B5C-A2EF-7C12007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BB5D3-95BE-48C3-854C-FFBC035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2521C-0B17-4529-80E2-F73CA684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결과 JSON은 로컬 output/validation/week09-lab/ · 공개 제출 원문과 분리</a:t>
            </a:r>
          </a:p>
        </p:txBody>
      </p:sp>
    </p:spTree>
    <p:extLst>
      <p:ext uri="{BB962C8B-B14F-4D97-AF65-F5344CB8AC3E}">
        <p14:creationId xmlns:p14="http://schemas.microsoft.com/office/powerpoint/2010/main" val="127180128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7B05-2148-43AC-82DA-269E615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W09 / 73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05D62-CE63-4F47-9078-721CAE9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프로젝트 적용과 선택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FA2A-C1F9-47D2-B192-9FA456AD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45483-3029-4FEF-A085-5420B29D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요구사항·API·시험·실패 처리의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3A2A4-94E3-41E9-A7D5-DAB08350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실제 모델 연결은 공통 경로 이후의 선택</a:t>
            </a:r>
          </a:p>
        </p:txBody>
      </p:sp>
    </p:spTree>
    <p:extLst>
      <p:ext uri="{BB962C8B-B14F-4D97-AF65-F5344CB8AC3E}">
        <p14:creationId xmlns:p14="http://schemas.microsoft.com/office/powerpoint/2010/main" val="136304225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28D65-8DCC-4F6F-B143-DB60D32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90475-83F6-4ACE-8D26-4D6222D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99709-5DDF-4833-9FCA-DC43173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기획서 요구사항의 실행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A2E08-DF87-4C36-94AD-C491A50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2D2F8-CD88-45B8-B1F0-5309DEA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AED60-D862-4FF2-B11B-44C831D7C21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처리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FR01 · 근거 안내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정상·근거 부족 사례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안내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FR02 · 구조화 응답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필드·타입·경계 검사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수정·재시도 제한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NFR01 · 서비스 품질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지연·오류·완료를 같이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용량·시간·복구 조정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9AD78-8270-402F-B018-C5E878E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29D6E-7453-4573-9EDC-1FAE8FC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DC8F4-A135-41F3-B63D-CE1F118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24D13-4392-40AC-8FB3-ECDD5A8D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91463-E1C6-4154-AB98-9537DA2E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BF6EA-0F05-4D0A-8350-9D0CB47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FR · Functional Requirement / NFR · Non-Functional Requirement · 목표값은 제안 단계</a:t>
            </a:r>
          </a:p>
        </p:txBody>
      </p:sp>
    </p:spTree>
    <p:extLst>
      <p:ext uri="{BB962C8B-B14F-4D97-AF65-F5344CB8AC3E}">
        <p14:creationId xmlns:p14="http://schemas.microsoft.com/office/powerpoint/2010/main" val="170952063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A5737-7177-4CF4-9F72-FA6FF14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E99B9-66D4-4F05-8464-0454196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5510-577A-4EE9-A83A-F2979E5D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Ollama 선택 경로의 사전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DB230-640D-4227-A498-578216B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8F934-F473-4AC5-9AB6-0D8B4D5D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8FBE4-318D-41CD-B395-4BBE8235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7025C-6495-4D59-BE6E-1064F095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설치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0B63C-99E2-4397-B8AE-69E6CC4F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ollama list · 정확한 모델 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0E490-5226-4119-9DB1-892ADF4F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9465B-A7D2-4E2D-B596-63311AF6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AB853-41B3-42DF-A4B3-3126447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서버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442B1-C37B-42B5-8C43-82E7FBE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127.0.0.1:11434 · /api/tags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7F037-2A6B-48B1-AA8E-29797D3D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39C58-5174-41A1-BFEF-6C1ADC4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9FE5D-00C5-42F7-9DF2-66891A91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생성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5379C-E1F5-4856-8822-E893A27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think:false · 출력 제한 · 타임아웃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D9C02-EB7A-4686-868A-842689D6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EF49E-5A87-4866-A484-5DA52D4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모델·서버 버전에 따라 thinking 지원 다름 · 실제 모델 속도는 기기에서 확인</a:t>
            </a:r>
          </a:p>
        </p:txBody>
      </p:sp>
    </p:spTree>
    <p:extLst>
      <p:ext uri="{BB962C8B-B14F-4D97-AF65-F5344CB8AC3E}">
        <p14:creationId xmlns:p14="http://schemas.microsoft.com/office/powerpoint/2010/main" val="116056265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3C822-F6F6-4781-BE83-D4F7EB6A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AD06-C9A1-4E85-B54B-75BFF793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33322-8BA3-44A9-9C8A-6E50F81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실제 모델 연결의 명시적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E1B4C-CE5A-4EC7-88C0-FB5B274D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AE9E5-629C-4815-B4A3-814D983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EA0D1-1696-44E4-811E-F0A23FB4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28F32-65F1-463D-9862-53579921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기존 MOCK 서버 종료 후 별도 터미널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 WEEK09_PROVIDER=ollama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 WEEK09_MODEL="설치된_정확한_모델_태그"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uvicorn week09.lab.app:app \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--host 127.0.0.1 --port 8009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C29FB-F961-479C-B68B-EA93CAEC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예시 태그를 그대로 쓰지 않음 · /ready 확인 · 실제 모델 스트리밍은 이번 앱에서 미지원</a:t>
            </a:r>
          </a:p>
        </p:txBody>
      </p:sp>
    </p:spTree>
    <p:extLst>
      <p:ext uri="{BB962C8B-B14F-4D97-AF65-F5344CB8AC3E}">
        <p14:creationId xmlns:p14="http://schemas.microsoft.com/office/powerpoint/2010/main" val="202678852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6F01-C014-4001-9D41-7469F74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67D1F-583B-4EDD-BD04-F92DB2E9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3D97F-FD1A-45E7-8590-CFADD0CC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공통 실습과 선택 모델의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76F9C-3934-44BD-8CFB-655E5CEF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24DD7-CA3F-425B-B504-1BDA42C1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FDC39-0413-4CE5-8E42-C3A1D35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검증된 공통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D364-34EA-4F02-80FB-8375F2D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4A8AF-5692-4612-84CC-481E9A9D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MOCK·5개 Notebook·계약·복구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AD8AF-1B1D-405E-B3FD-4BE38383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ASGI·실제 TCP·브라우저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ACFBD-BA24-4400-BE54-988CB22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선택 Ollama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6AEB2-ECFD-4B16-9B3B-5E0E7CB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6BE6B-ECE5-48EE-8FF0-D05CA48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어댑터 계약은 모의 전송으로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83BA1-1959-4683-A85F-8FAED96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속도·품질은 기기에서 재확인</a:t>
            </a:r>
          </a:p>
        </p:txBody>
      </p:sp>
    </p:spTree>
    <p:extLst>
      <p:ext uri="{BB962C8B-B14F-4D97-AF65-F5344CB8AC3E}">
        <p14:creationId xmlns:p14="http://schemas.microsoft.com/office/powerpoint/2010/main" val="70992926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82691-7516-4327-9294-D9E521CA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1B38A-8937-49AB-9A9B-F87372C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32A32-F86B-4DC6-B6E4-8E94E027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최소 기능 한 개의 설계 리뷰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08F1-865B-478E-886B-E866A2A4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AD77D-CD04-422F-937E-B108E564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57DA5-3E5D-4518-A8BA-045A603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A37D1-D29A-4C97-9265-0BE35F33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사용 가치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34C6F-33D6-4449-8B45-C4534800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누구의 어느 요청을 처리하는가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99272-7C00-4140-9C32-4885BB6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D554F-89D2-49D4-B1B3-32D39FA8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F1253-451E-4579-8067-B7AC426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검증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1AD1F-C569-48F9-B4A1-E66F18A7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성공·오류·취소를 재현할 수 있는가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BD543-A628-4829-AB9E-D3A9EA6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EA240-8A42-41E2-9706-1E5943E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  <a:lvl1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1pPr>
            <a:lvl2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2pPr>
            <a:lvl3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3pPr>
            <a:lvl4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4pPr>
            <a:lvl5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5pPr>
            <a:lvl6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6pPr>
            <a:lvl7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7pPr>
            <a:lvl8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8pPr>
            <a:lvl9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96638-600C-4A9F-AA6A-9B474C1D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운영 경계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2FAF2-0B96-4DE3-8B91-9F404E9E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권한·자료·비용·복구 중 빠진 것은 무엇인가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224D7-62B2-461C-97CB-6D52A464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5B921-6C75-4597-B1C9-5ED17CE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다음 주: 배포 구조·실행 관찰·복구 · 새 과제 기한은 소속 공지 기준</a:t>
            </a:r>
          </a:p>
        </p:txBody>
      </p:sp>
    </p:spTree>
    <p:extLst>
      <p:ext uri="{BB962C8B-B14F-4D97-AF65-F5344CB8AC3E}">
        <p14:creationId xmlns:p14="http://schemas.microsoft.com/office/powerpoint/2010/main" val="151719220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485B8-502B-49AA-A281-0C00ED86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D829-20EA-41DD-A2C0-F544A803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09297-E9F5-4DEB-8DB7-124ACD8A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구현 범위와 남은 운영 위험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20083-290C-4E7A-BC52-CECE63C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49C92-0745-4E86-9D24-5006E63A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8F3E0-544F-49E1-BC9B-F13B300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현재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96974-F6C0-4DD2-87AD-DEFF29D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DA03-E8C5-4ECD-9BCE-00663120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입력·출력·오류·단일 프로세스 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2E816-AAA2-454A-A93E-C269F5A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로컬 실험·자원 해제·완료 계약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200CC-54BE-4BFA-A49E-B6195A71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배포 전 추가 작업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0D48D-B84C-42F3-9D95-0DAD93C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F89BE-CE04-44ED-BA87-A7B6DA3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인증·권한·요청 본문 크기·암호화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8C605-F612-4155-8137-D5AD38A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외부 저장·다중 worker·취소·관측</a:t>
            </a:r>
          </a:p>
        </p:txBody>
      </p:sp>
    </p:spTree>
    <p:extLst>
      <p:ext uri="{BB962C8B-B14F-4D97-AF65-F5344CB8AC3E}">
        <p14:creationId xmlns:p14="http://schemas.microsoft.com/office/powerpoint/2010/main" val="168315191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AFA31-9997-4872-98B5-539EA7B8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0A784-5C07-40A1-A89E-F9A487A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  <a:lvl1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1pPr>
            <a:lvl2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2pPr>
            <a:lvl3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3pPr>
            <a:lvl4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4pPr>
            <a:lvl5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5pPr>
            <a:lvl6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6pPr>
            <a:lvl7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7pPr>
            <a:lvl8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8pPr>
            <a:lvl9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461B-A274-4A85-A104-23DD8309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참고 자료와 재현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8117A-354A-41E7-83DA-0D6C89E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F71A-412B-4CF7-8EEA-D3B8AC23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요청·응답 계약 · 비동기 처리 · 실패 복구 · 비교 실험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02E98-7FB0-4ABB-8704-0DD5387515F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출처·실행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FastAPI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fastapi.tiangolo.com · 요청·응답·async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HTTP·SSE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RFC 9110 · WHATWG HTML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PagedAttention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arxiv.org/abs/2309.06180 · Figure 4·5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 코드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week09/lab/ · notebooks/01–05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출처·한계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week09/lecture/assets/SOURCES.md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D214E-D9B8-4A7F-895E-FECA72DF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5CCC3-54ED-4365-B58E-7EACD9AC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08116-7F51-4F07-8CB9-950027CA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067A9-9E86-4903-B942-4775DF9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8105-956C-4276-BB8F-44E9C22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6234B-6836-42E2-A9DB-ABE7DA1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4FCEA-DBB9-4212-8465-3C23035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2C62D-F938-49D9-B07C-FB5984A0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  <a:lvl1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1pPr>
            <a:lvl2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2pPr>
            <a:lvl3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3pPr>
            <a:lvl4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4pPr>
            <a:lvl5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5pPr>
            <a:lvl6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6pPr>
            <a:lvl7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7pPr>
            <a:lvl8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8pPr>
            <a:lvl9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2025 실습의 주제 계승 · 공통 환경·실패 복구·개인정보 경계를 재설계</a:t>
            </a:r>
          </a:p>
        </p:txBody>
      </p:sp>
    </p:spTree>
    <p:extLst>
      <p:ext uri="{BB962C8B-B14F-4D97-AF65-F5344CB8AC3E}">
        <p14:creationId xmlns:p14="http://schemas.microsoft.com/office/powerpoint/2010/main" val="1414157994"/>
      </p:ext>
    </p:extLst>
  </p:cSld>
</p:sld>
</file>

<file path=ppt/theme/theme1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2026-10-30T03:28:37.1480000Z</dcterms:created>
  <dcterms:modified xsi:type="dcterms:W3CDTF">2026-10-30T03:28:37.1480000Z</dcterms:modified>
</coreProperties>
</file>