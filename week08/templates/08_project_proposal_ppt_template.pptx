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4fe4341562447b" /><Relationship Type="http://schemas.openxmlformats.org/officeDocument/2006/relationships/extended-properties" Target="/docProps/app.xml" Id="R21220ba0bc824e8b" /><Relationship Type="http://schemas.openxmlformats.org/officeDocument/2006/relationships/officeDocument" Target="/ppt/presentation.xml" Id="Rda272086936341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228e5217f481e"/>
  </p:sldMasterIdLst>
  <p:notesMasterIdLst>
    <p:notesMasterId xmlns:r="http://schemas.openxmlformats.org/officeDocument/2006/relationships" r:id="R840ceb4039414614"/>
  </p:notesMasterIdLst>
  <p:sldIdLst>
    <p:sldId xmlns:r="http://schemas.openxmlformats.org/officeDocument/2006/relationships" id="256" r:id="Rbd1fba372b2944bc"/>
    <p:sldId xmlns:r="http://schemas.openxmlformats.org/officeDocument/2006/relationships" id="257" r:id="R72a9a79cc6224e24"/>
    <p:sldId xmlns:r="http://schemas.openxmlformats.org/officeDocument/2006/relationships" id="258" r:id="R219f78efe38846b0"/>
    <p:sldId xmlns:r="http://schemas.openxmlformats.org/officeDocument/2006/relationships" id="259" r:id="R5f7e17eb4e414910"/>
    <p:sldId xmlns:r="http://schemas.openxmlformats.org/officeDocument/2006/relationships" id="260" r:id="Re46af9b60d084c4a"/>
    <p:sldId xmlns:r="http://schemas.openxmlformats.org/officeDocument/2006/relationships" id="261" r:id="Rc2ea6cc33a0648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13426e736245cd" /><Relationship Type="http://schemas.openxmlformats.org/officeDocument/2006/relationships/slideMaster" Target="/ppt/slideMasters/slideMaster1.xml" Id="R7a0228e5217f481e" /><Relationship Type="http://schemas.openxmlformats.org/officeDocument/2006/relationships/notesMaster" Target="/ppt/notesMasters/notesMaster1.xml" Id="R840ceb4039414614" /><Relationship Type="http://schemas.openxmlformats.org/officeDocument/2006/relationships/presProps" Target="/ppt/presProps.xml" Id="R5a87310ab70c47f4" /><Relationship Type="http://schemas.openxmlformats.org/officeDocument/2006/relationships/tableStyles" Target="/ppt/tableStyles.xml" Id="Rbbd0e498781342e1" /><Relationship Type="http://schemas.openxmlformats.org/officeDocument/2006/relationships/slide" Target="/ppt/slides/slide1.xml" Id="Rbd1fba372b2944bc" /><Relationship Type="http://schemas.openxmlformats.org/officeDocument/2006/relationships/slide" Target="/ppt/slides/slide2.xml" Id="R72a9a79cc6224e24" /><Relationship Type="http://schemas.openxmlformats.org/officeDocument/2006/relationships/slide" Target="/ppt/slides/slide3.xml" Id="R219f78efe38846b0" /><Relationship Type="http://schemas.openxmlformats.org/officeDocument/2006/relationships/slide" Target="/ppt/slides/slide4.xml" Id="R5f7e17eb4e414910" /><Relationship Type="http://schemas.openxmlformats.org/officeDocument/2006/relationships/slide" Target="/ppt/slides/slide5.xml" Id="Re46af9b60d084c4a" /><Relationship Type="http://schemas.openxmlformats.org/officeDocument/2006/relationships/slide" Target="/ppt/slides/slide6.xml" Id="Rc2ea6cc33a0648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7a7e06f0d5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8073931ca840cf" /><Relationship Type="http://schemas.openxmlformats.org/officeDocument/2006/relationships/notesMaster" Target="/ppt/notesMasters/notesMaster1.xml" Id="Rad9b5c40cc22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b1b6eefa3c4429" /><Relationship Type="http://schemas.openxmlformats.org/officeDocument/2006/relationships/notesMaster" Target="/ppt/notesMasters/notesMaster1.xml" Id="Rd5af859549f645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e14e80b1e04c90" /><Relationship Type="http://schemas.openxmlformats.org/officeDocument/2006/relationships/notesMaster" Target="/ppt/notesMasters/notesMaster1.xml" Id="Rad04d4795e8e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560f02d9d47fa" /><Relationship Type="http://schemas.openxmlformats.org/officeDocument/2006/relationships/notesMaster" Target="/ppt/notesMasters/notesMaster1.xml" Id="Rc000f58b3c2848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092bbf7ed4178" /><Relationship Type="http://schemas.openxmlformats.org/officeDocument/2006/relationships/notesMaster" Target="/ppt/notesMasters/notesMaster1.xml" Id="Rc931a41cd11242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ca745fe0974dc2" /><Relationship Type="http://schemas.openxmlformats.org/officeDocument/2006/relationships/notesMaster" Target="/ppt/notesMasters/notesMaster1.xml" Id="Rd2bb5aeb15ee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제목은 서비스명 또는 해결할 문제를 명사형으로 쓴다. 아직 검증 전인 주장을 성과처럼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불편과 해결 가치를 두괄식으로 제시한다. 조사 출처·날짜를 부록에 적고 추측은 가설로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흐름만 제시하지 않는다. 실패와 답변 보류를 사용자 경험의 일부로 설계한다.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비용·보안·운영 조건을 포함한 구현 가능한 선택을 설명한다. 실제 고객 자료의 업로드 권한을 가정하지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질의와 최종 확인 질의를 분리한다. 측정하지 않은 성능 수치를 기입하지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7주차 초안 피드백을 받은 뒤 수정 이유를 기록해 8주차 수정본에 반영한다. 정확한 제출 시각과 이메일은 소속별 공지를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98cbb5d73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e8b76fc3d42d0" /><Relationship Type="http://schemas.openxmlformats.org/officeDocument/2006/relationships/slideLayout" Target="/ppt/slideLayouts/slideLayout1.xml" Id="Rfbce59108c5140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ce59108c5140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9f42de3644770" /><Relationship Type="http://schemas.openxmlformats.org/officeDocument/2006/relationships/notesSlide" Target="/ppt/notesSlides/notesSlide1.xml" Id="R5863637297d348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ad7c1e3714b17" /><Relationship Type="http://schemas.openxmlformats.org/officeDocument/2006/relationships/notesSlide" Target="/ppt/notesSlides/notesSlide2.xml" Id="Rf5095e63afbd40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30102673346c9" /><Relationship Type="http://schemas.openxmlformats.org/officeDocument/2006/relationships/notesSlide" Target="/ppt/notesSlides/notesSlide3.xml" Id="R1bf7cf93b38149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a9f0e33044f96" /><Relationship Type="http://schemas.openxmlformats.org/officeDocument/2006/relationships/notesSlide" Target="/ppt/notesSlides/notesSlide4.xml" Id="R31f989c37f1a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ed9d4090c4df4" /><Relationship Type="http://schemas.openxmlformats.org/officeDocument/2006/relationships/notesSlide" Target="/ppt/notesSlides/notesSlide5.xml" Id="Rac330956ab3642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6c483afd447d8" /><Relationship Type="http://schemas.openxmlformats.org/officeDocument/2006/relationships/notesSlide" Target="/ppt/notesSlides/notesSlide6.xml" Id="R3d5a7a1a0fc945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15F17-AE82-41CD-B8DF-27C9569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2026-2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11C19-1777-4986-9CF0-1EC74A9C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2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2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[프로젝트명]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2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2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서비스 기획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6F80F-6CD0-4385-8D17-E45CF8D0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5813A-EFA4-49DD-9C2A-4DD355ED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[대상 사용자 · 해결할 문제 · 한 문장 제안]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168B7-FD98-4C34-8269-440950F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[개인 또는 팀명]  ·  [0.1 초안 / 0.2 수정본]</a:t>
            </a:r>
          </a:p>
        </p:txBody>
      </p:sp>
    </p:spTree>
    <p:extLst>
      <p:ext uri="{BB962C8B-B14F-4D97-AF65-F5344CB8AC3E}">
        <p14:creationId xmlns:p14="http://schemas.microsoft.com/office/powerpoint/2010/main" val="306723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CB1DA-62A8-4D80-8D17-B7E15DAB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PROJECT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C1C0C-E78C-4725-BA6A-39061666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17B44-325B-451A-BE15-75DF968D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문제와 제안 가치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4E4F4-AFD9-4645-9479-A9D6D20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22E01-CFAC-4D6B-963F-04BC46F5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2026-2 · 초안 0.1 → 피드백 → 수정본 0.2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33F92-89AB-42CD-B56A-E5468EBC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2197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352B9-93B6-444D-8C6A-A573FDDF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현재 사용자 경험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F5BDA-7BFF-4BF8-B3A3-FE0E3643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E1F71-5E4F-480E-BEE5-CE2DEA8E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4876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[누가 · 어떤 상황에서 · 무엇이 불편한가]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[현재 대안과 해결되지 않는 부분]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A1459-15D8-4D6E-835C-C98C1676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90725"/>
            <a:ext cx="5524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C8F53-1DD8-406B-AEF2-E0C6EED5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518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제안과 확인할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C31F9-6C14-44A9-80B4-37360FAB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57475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FFB5E-DC89-4EA0-8CD4-F08E849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67025"/>
            <a:ext cx="5181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[서비스의 핵심 제안]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[조사 출처와 아직 검증할 가설]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52A23-64D6-4853-BCA7-0B64FE0D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구분: 관찰한 사실 / 팀의 가정 / 앞으로 검증할 가설</a:t>
            </a:r>
          </a:p>
        </p:txBody>
      </p:sp>
    </p:spTree>
    <p:extLst>
      <p:ext uri="{BB962C8B-B14F-4D97-AF65-F5344CB8AC3E}">
        <p14:creationId xmlns:p14="http://schemas.microsoft.com/office/powerpoint/2010/main" val="595268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DAFE3-1616-4804-A581-5F73BAAA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PROJECT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92891-B836-4A88-8B93-6A9F7E1F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96CFA-CEA0-4C85-BD9D-EFA9847F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흐름과 실패 대응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9626F-D4C3-46F0-BA3B-F9821496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069A2-5122-494C-B373-8AA33B1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2026-2 · 초안 0.1 → 피드백 → 수정본 0.2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29791-6C8D-4D1E-9E28-2E6B4C5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25431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21F9A-ED91-420E-A4C2-94475642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01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35C86-04EC-4E3E-A686-FFEFF7E4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[사용자 입력·권한]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96715-B233-4277-BD96-D919563A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76475"/>
            <a:ext cx="25431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61F57-F6E8-4E12-9C08-97BF3E5B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860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02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DBC29-4975-463D-BBE5-4272AD08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[검색·모델·도구]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9A6DA-E124-40A8-BFD8-6D5E1E3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25431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75903-CD82-4F36-8564-603FF1AE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860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03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41FF6-8574-48C8-B1AF-596EB1B9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[근거·출력·보류]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96D97-2763-46B7-8765-384EFF9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76475"/>
            <a:ext cx="25431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23694-C841-4E93-8EA0-05CDCB34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860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04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85BB3-2130-439C-8DF9-62ABF16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[재질문·수정]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EC95A-8E9C-4C5D-9C21-5C050F7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대기 · 오류 · 근거 부족 · 권한 부족일 때 사용자가 취할 다음 행동</a:t>
            </a:r>
          </a:p>
        </p:txBody>
      </p:sp>
    </p:spTree>
    <p:extLst>
      <p:ext uri="{BB962C8B-B14F-4D97-AF65-F5344CB8AC3E}">
        <p14:creationId xmlns:p14="http://schemas.microsoft.com/office/powerpoint/2010/main" val="590679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0950A-26E8-4EBA-9643-5D3A2463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PROJECT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9A48B-77A8-4516-9A80-2EA67C8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CFD55-5F56-4C8B-8DCA-2199940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데이터와 기술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A80ED-EB93-495E-8614-93458E82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C5B3E-F565-41F7-9877-0AB4DF9D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2026-2 · 초안 0.1 → 피드백 → 수정본 0.2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0F676-E3D3-464B-8E3E-BABE82CB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438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7A122-9972-493D-B95D-25F10ACE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603B5-B1EA-420C-80B9-2B8F61A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309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E8CA5-808E-4F6D-86AF-831A68CF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3095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[출처 · 사용 권한 · 버전]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[민감정보 · 보관 · 삭제]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E6B9F-B5A3-4F44-82A4-3F2B0CDD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33575"/>
            <a:ext cx="3438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A4752-9F0D-49F0-8EDA-CBF88E87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050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F0243-055A-41C4-A0D7-4A04396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0325"/>
            <a:ext cx="309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35489-51DC-4BBF-9051-5AF8371D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9875"/>
            <a:ext cx="3095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[검색 / 모델 / 도구]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[입력·출력·권한 경계]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5E811-0167-4C34-85B8-53BB4191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33575"/>
            <a:ext cx="3438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F6BD9-3A6D-4681-ADA3-0031D015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050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운영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05727-6D88-437F-8D1D-FC4E2FA5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0325"/>
            <a:ext cx="309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D7228-2E68-46D5-A06A-7F998781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3095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[로그 · 보류 · 사람 검토]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[실패 복구 · 비용]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672DE-29FB-449E-A2CE-7E81D93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선택 이유: [가장 단순한 기준선 대비 어떤 가치를 기대하는가]</a:t>
            </a:r>
          </a:p>
        </p:txBody>
      </p:sp>
    </p:spTree>
    <p:extLst>
      <p:ext uri="{BB962C8B-B14F-4D97-AF65-F5344CB8AC3E}">
        <p14:creationId xmlns:p14="http://schemas.microsoft.com/office/powerpoint/2010/main" val="33182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D46DA-224F-4B5B-9A94-63F6BA6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PROJECT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F1E71-5280-4418-ADB7-AB2304A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45A0E-B1B1-4B81-AB0C-F121F35A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평가 계획과 판단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06E6-88D0-46E0-9627-D493D2B4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95793-60E9-42A2-AC69-72A5D22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2026-2 · 초안 0.1 → 피드백 → 수정본 0.2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BCE67-7DCB-4173-B9FA-4FED69B2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972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80A68-0026-4A10-A507-A33F50EC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95500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기준선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E22F6-22BA-414F-9416-BEF44571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819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[현재 방식 또는 단순한 검색·모델]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086A8-598C-4138-B3CE-B662A429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72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CA695-E8F1-4A46-B9F7-26EA3E6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대표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391F0-7EB7-4EBF-AF6C-8617A07A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62275"/>
            <a:ext cx="819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[답 있음 · 답 없음 · 표현 차이 · 권한/날짜]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36414-76F0-4C3E-BD99-D16A798D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99F48-56DA-4D8B-9524-AC094E9E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성공·실패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DAA19-631B-41D2-AD49-7B29981A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29050"/>
            <a:ext cx="819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[품질 지표 · 실패 분석 · 답변 보류 기준]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3FF8E-B2E1-4104-BB3F-43704CEA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BE7FA-E6B0-4C75-B230-25500FD1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5825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운영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F47F7-2911-4FF6-A707-B6C9D71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95825"/>
            <a:ext cx="819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[응답 시간 · 비용 · 오류의 측정 조건]</a:t>
            </a:r>
          </a:p>
        </p:txBody>
      </p:sp>
    </p:spTree>
    <p:extLst>
      <p:ext uri="{BB962C8B-B14F-4D97-AF65-F5344CB8AC3E}">
        <p14:creationId xmlns:p14="http://schemas.microsoft.com/office/powerpoint/2010/main" val="466527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EE288-983D-4028-BD17-1665B91A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PROJECT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D2EE0-F06E-45BA-99F1-81A76206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7AC20-C1D0-42FD-8F7F-66EE186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초안 · 피드백 · 수정본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FCA1B-D7A7-4845-89D6-207DEE3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4ECEE-2A2A-44E3-B7A2-60CD727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2026-2 · 초안 0.1 → 피드백 → 수정본 0.2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AAF66-1A08-4FD5-9357-6679EEA5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89428-9D66-444E-9C23-C934EEAA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10.16 / 7주차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DBA47-CAA3-4C95-8B72-A41ED708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7829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초안 0.1 제출 · 교수의 질문과 피드백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744D2-EDF7-4BF7-A9AD-9AA0377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0CED3-4DF1-420B-AD9B-03AA8DB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10.23 / 8주차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1D2DE-9A29-481A-84A0-7672CF01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62275"/>
            <a:ext cx="7829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피드백 반영 수정본 0.2 제출 · 온라인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AD0FC-BD66-4D4E-AD17-716ADAE4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0D0BD-A75D-4575-BF33-8F460506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제출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5CC18-15E1-4A1B-A42D-408BA95B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7829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아주대AI대학원 팀: LMS · 다른 학교 개인: 공지된 교수 이메일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10D05-7A10-487F-9CF4-C75A02E9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2268A-3530-40B3-8123-B541131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02747"/>
                </a:solidFill>
                <a:latin typeface="AppleGothic"/>
                <a:ea typeface="AppleGothic"/>
                <a:cs typeface="AppleGothic"/>
              </a:rPr>
              <a:t>허용 형식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A2536-3821-4A90-8BF3-646CE236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7829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PPT · Word · Word 기반 PDF · HTML / 한글(HWP) 제외</a:t>
            </a:r>
          </a:p>
        </p:txBody>
      </p:sp>
    </p:spTree>
    <p:extLst>
      <p:ext uri="{BB962C8B-B14F-4D97-AF65-F5344CB8AC3E}">
        <p14:creationId xmlns:p14="http://schemas.microsoft.com/office/powerpoint/2010/main" val="1086756021"/>
      </p:ext>
    </p:extLst>
  </p:cSld>
</p:sld>
</file>

<file path=ppt/theme/theme1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2026-10-02T07:24:05.9210000Z</dcterms:created>
  <dcterms:modified xsi:type="dcterms:W3CDTF">2026-10-02T07:24:05.9210000Z</dcterms:modified>
</coreProperties>
</file>