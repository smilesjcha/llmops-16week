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c000322d96414c" /><Relationship Type="http://schemas.openxmlformats.org/officeDocument/2006/relationships/extended-properties" Target="/docProps/app.xml" Id="R512e4db392b2408f" /><Relationship Type="http://schemas.openxmlformats.org/officeDocument/2006/relationships/officeDocument" Target="/ppt/presentation.xml" Id="R64e4ed990e384f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532ee4b1694a4e"/>
  </p:sldMasterIdLst>
  <p:notesMasterIdLst>
    <p:notesMasterId xmlns:r="http://schemas.openxmlformats.org/officeDocument/2006/relationships" r:id="R51153e4b1d7f46ce"/>
  </p:notesMasterIdLst>
  <p:sldIdLst>
    <p:sldId xmlns:r="http://schemas.openxmlformats.org/officeDocument/2006/relationships" id="256" r:id="Rd93a55b52c7a4e1c"/>
    <p:sldId xmlns:r="http://schemas.openxmlformats.org/officeDocument/2006/relationships" id="257" r:id="R6c49c8268b7c4a3d"/>
    <p:sldId xmlns:r="http://schemas.openxmlformats.org/officeDocument/2006/relationships" id="258" r:id="R538c9861abba4956"/>
    <p:sldId xmlns:r="http://schemas.openxmlformats.org/officeDocument/2006/relationships" id="259" r:id="R89508d9c01a942fa"/>
    <p:sldId xmlns:r="http://schemas.openxmlformats.org/officeDocument/2006/relationships" id="260" r:id="R7b7b0daf42614a11"/>
    <p:sldId xmlns:r="http://schemas.openxmlformats.org/officeDocument/2006/relationships" id="261" r:id="R6992110766b94c66"/>
    <p:sldId xmlns:r="http://schemas.openxmlformats.org/officeDocument/2006/relationships" id="262" r:id="R0cccb38fd60b4280"/>
    <p:sldId xmlns:r="http://schemas.openxmlformats.org/officeDocument/2006/relationships" id="263" r:id="R24d560b4aad64869"/>
    <p:sldId xmlns:r="http://schemas.openxmlformats.org/officeDocument/2006/relationships" id="264" r:id="Ra955ff6188f348f1"/>
    <p:sldId xmlns:r="http://schemas.openxmlformats.org/officeDocument/2006/relationships" id="265" r:id="Re9e0b9faf17444ec"/>
    <p:sldId xmlns:r="http://schemas.openxmlformats.org/officeDocument/2006/relationships" id="266" r:id="Rf5ab3860f9e34d18"/>
    <p:sldId xmlns:r="http://schemas.openxmlformats.org/officeDocument/2006/relationships" id="267" r:id="Rc136075a670f424d"/>
    <p:sldId xmlns:r="http://schemas.openxmlformats.org/officeDocument/2006/relationships" id="268" r:id="Rc3e3af0989af4168"/>
    <p:sldId xmlns:r="http://schemas.openxmlformats.org/officeDocument/2006/relationships" id="269" r:id="Rde5919197c154b9c"/>
    <p:sldId xmlns:r="http://schemas.openxmlformats.org/officeDocument/2006/relationships" id="270" r:id="R650133857b584057"/>
    <p:sldId xmlns:r="http://schemas.openxmlformats.org/officeDocument/2006/relationships" id="271" r:id="R819f5464b60249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b0e18b210c4ede" /><Relationship Type="http://schemas.openxmlformats.org/officeDocument/2006/relationships/slideMaster" Target="/ppt/slideMasters/slideMaster1.xml" Id="R70532ee4b1694a4e" /><Relationship Type="http://schemas.openxmlformats.org/officeDocument/2006/relationships/notesMaster" Target="/ppt/notesMasters/notesMaster1.xml" Id="R51153e4b1d7f46ce" /><Relationship Type="http://schemas.openxmlformats.org/officeDocument/2006/relationships/presProps" Target="/ppt/presProps.xml" Id="R5bd4531607eb4d99" /><Relationship Type="http://schemas.openxmlformats.org/officeDocument/2006/relationships/tableStyles" Target="/ppt/tableStyles.xml" Id="Raa7fc0bb7b0f4002" /><Relationship Type="http://schemas.openxmlformats.org/officeDocument/2006/relationships/slide" Target="/ppt/slides/slide1.xml" Id="Rd93a55b52c7a4e1c" /><Relationship Type="http://schemas.openxmlformats.org/officeDocument/2006/relationships/slide" Target="/ppt/slides/slide2.xml" Id="R6c49c8268b7c4a3d" /><Relationship Type="http://schemas.openxmlformats.org/officeDocument/2006/relationships/slide" Target="/ppt/slides/slide3.xml" Id="R538c9861abba4956" /><Relationship Type="http://schemas.openxmlformats.org/officeDocument/2006/relationships/slide" Target="/ppt/slides/slide4.xml" Id="R89508d9c01a942fa" /><Relationship Type="http://schemas.openxmlformats.org/officeDocument/2006/relationships/slide" Target="/ppt/slides/slide5.xml" Id="R7b7b0daf42614a11" /><Relationship Type="http://schemas.openxmlformats.org/officeDocument/2006/relationships/slide" Target="/ppt/slides/slide6.xml" Id="R6992110766b94c66" /><Relationship Type="http://schemas.openxmlformats.org/officeDocument/2006/relationships/slide" Target="/ppt/slides/slide7.xml" Id="R0cccb38fd60b4280" /><Relationship Type="http://schemas.openxmlformats.org/officeDocument/2006/relationships/slide" Target="/ppt/slides/slide8.xml" Id="R24d560b4aad64869" /><Relationship Type="http://schemas.openxmlformats.org/officeDocument/2006/relationships/slide" Target="/ppt/slides/slide9.xml" Id="Ra955ff6188f348f1" /><Relationship Type="http://schemas.openxmlformats.org/officeDocument/2006/relationships/slide" Target="/ppt/slides/slide10.xml" Id="Re9e0b9faf17444ec" /><Relationship Type="http://schemas.openxmlformats.org/officeDocument/2006/relationships/slide" Target="/ppt/slides/slide11.xml" Id="Rf5ab3860f9e34d18" /><Relationship Type="http://schemas.openxmlformats.org/officeDocument/2006/relationships/slide" Target="/ppt/slides/slide12.xml" Id="Rc136075a670f424d" /><Relationship Type="http://schemas.openxmlformats.org/officeDocument/2006/relationships/slide" Target="/ppt/slides/slide13.xml" Id="Rc3e3af0989af4168" /><Relationship Type="http://schemas.openxmlformats.org/officeDocument/2006/relationships/slide" Target="/ppt/slides/slide14.xml" Id="Rde5919197c154b9c" /><Relationship Type="http://schemas.openxmlformats.org/officeDocument/2006/relationships/slide" Target="/ppt/slides/slide15.xml" Id="R650133857b584057" /><Relationship Type="http://schemas.openxmlformats.org/officeDocument/2006/relationships/slide" Target="/ppt/slides/slide16.xml" Id="R819f5464b60249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367a86402940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5ffed2b8a0444e" /><Relationship Type="http://schemas.openxmlformats.org/officeDocument/2006/relationships/notesMaster" Target="/ppt/notesMasters/notesMaster1.xml" Id="Rfd9b9078cd424d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d26781e56a4061" /><Relationship Type="http://schemas.openxmlformats.org/officeDocument/2006/relationships/notesMaster" Target="/ppt/notesMasters/notesMaster1.xml" Id="R1f2910355b0e4c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fc387c629049a2" /><Relationship Type="http://schemas.openxmlformats.org/officeDocument/2006/relationships/notesMaster" Target="/ppt/notesMasters/notesMaster1.xml" Id="R552a734fe0ec47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8e2beea0dc450a" /><Relationship Type="http://schemas.openxmlformats.org/officeDocument/2006/relationships/notesMaster" Target="/ppt/notesMasters/notesMaster1.xml" Id="Rbe037df9308341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79daacc8c94d72" /><Relationship Type="http://schemas.openxmlformats.org/officeDocument/2006/relationships/notesMaster" Target="/ppt/notesMasters/notesMaster1.xml" Id="R1fabc8bd9bb848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88b6f196cc4f9b" /><Relationship Type="http://schemas.openxmlformats.org/officeDocument/2006/relationships/notesMaster" Target="/ppt/notesMasters/notesMaster1.xml" Id="R8275d71a03a247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6e5d9030e448ff" /><Relationship Type="http://schemas.openxmlformats.org/officeDocument/2006/relationships/notesMaster" Target="/ppt/notesMasters/notesMaster1.xml" Id="Rd3093f50377b42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a8b6177a6145a6" /><Relationship Type="http://schemas.openxmlformats.org/officeDocument/2006/relationships/notesMaster" Target="/ppt/notesMasters/notesMaster1.xml" Id="R706fc56f644844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11dce268a254f0b" /><Relationship Type="http://schemas.openxmlformats.org/officeDocument/2006/relationships/notesMaster" Target="/ppt/notesMasters/notesMaster1.xml" Id="Rf67d5513885144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9fada7fd374a11" /><Relationship Type="http://schemas.openxmlformats.org/officeDocument/2006/relationships/notesMaster" Target="/ppt/notesMasters/notesMaster1.xml" Id="Rb26aba0381b544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d7c161a100435b" /><Relationship Type="http://schemas.openxmlformats.org/officeDocument/2006/relationships/notesMaster" Target="/ppt/notesMasters/notesMaster1.xml" Id="R61a226e81fca47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7ae4f774cce4590" /><Relationship Type="http://schemas.openxmlformats.org/officeDocument/2006/relationships/notesMaster" Target="/ppt/notesMasters/notesMaster1.xml" Id="Ra05d98517b0c42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92992636b04d12" /><Relationship Type="http://schemas.openxmlformats.org/officeDocument/2006/relationships/notesMaster" Target="/ppt/notesMasters/notesMaster1.xml" Id="R4cf86091f6c74b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9b891fa4db34c0e" /><Relationship Type="http://schemas.openxmlformats.org/officeDocument/2006/relationships/notesMaster" Target="/ppt/notesMasters/notesMaster1.xml" Id="R543a37e8b97549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24b2ee581b145a5" /><Relationship Type="http://schemas.openxmlformats.org/officeDocument/2006/relationships/notesMaster" Target="/ppt/notesMasters/notesMaster1.xml" Id="R1bb9be713f8844a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5972cf9c01418f" /><Relationship Type="http://schemas.openxmlformats.org/officeDocument/2006/relationships/notesMaster" Target="/ppt/notesMasters/notesMaster1.xml" Id="R3674a3e1fef747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기획서 제출. 도식이나 예시를 먼저 관찰한 뒤 수강생에게 결과 예측을 요청한다. 문제 · 사용 흐름 · 요구사항 · 검증 · WEEK 08 · 2026.10.23 · 온라인 제출·평가 · 중간고사·실시간 수업 없음.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8주차 기획서 제출. 도식이나 예시를 먼저 관찰한 뒤 수강생에게 결과 예측을 요청한다. 구분 · 구성·제출 · 아주대AI대학원 · 2–4인 자율 팀 · 팀 지원 URL 등록 · LMS 제출 · 군산대·국립창원대 등 · 개인 기획서 · 이메일 제출 · 공통 · 10.23 온라인 제출·평가 · 실시간 수업·중간고사 없음 · 형식 · HTML·Word·PDF·PPT 자유 · 열리는 링크·파일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구성과 역할. 도식이나 예시를 먼저 관찰한 뒤 수강생에게 결과 예측을 요청한다. 아주대AI대학원 · 2–4인 자율 팀 · 대표가 지원 URL 등록 · 다른 대학교 · 각자 개인 프로젝트 기획 · 공통 역할 · 사업·UX·개발 관점 검토 · 팀은 기여 내용 명시.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기획서 제출 구성. 도식이나 예시를 먼저 관찰한 뒤 수강생에게 결과 예측을 요청한다. 형식은 자유 · 시안·영상은 선택 · 중복 제출과 유료 도구 사용 불필요.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2Pager · 2쪽 제안서. 도식이나 예시를 먼저 관찰한 뒤 수강생에게 결과 예측을 요청한다. 1쪽 · 제안 · 한 문장 제안·대상·문제·대안 · 핵심 기능과 사용 가치 · 2쪽 · 검증 · 차별점·실험·위험·일정 · 요청할 피드백과 다음 결정.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PRD · 제품 요구사항 문서. 도식이나 예시를 먼저 관찰한 뒤 수강생에게 결과 예측을 요청한다. 범위 · 목표·비목표·대상·사용 흐름 · 요구사항 · 입력·출력·오류·수정·인수 조건 · 검증·운영 · 데이터·권한·평가·비용·일정.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PPT · 한눈에 보는 요약. 도식이나 예시를 먼저 관찰한 뒤 수강생에게 결과 예측을 요청한다. 문제·제안 · 사용 흐름 · 기술·평가 · 계획·위험.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관점의 피드백. 도식이나 예시를 먼저 관찰한 뒤 수강생에게 결과 예측을 요청한다. UX · User Experience · 사용자 경험.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기획서 평가 기준 · 100점. 도식이나 예시를 먼저 관찰한 뒤 수강생에게 결과 예측을 요청한다. 항목 · 배점 · 문제 정의와 제안의 가치 · 25 · 사용 흐름과 UX · 20 · 기술·데이터·운영 설계 · 20 · 평가·검증 계획 · 20 · 실행 범위·일정·역할 · 10 · 가독성·근거·구성 · 5.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글쓰기 개선 서비스 예시. 도식이나 예시를 먼저 관찰한 뒤 수강생에게 결과 예측을 요청한다. 서론·본론1·본론2·결론 분리 · 구조·근거·유창성·이해도 별도 평가.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글쓰기 서비스의 기준 설계. 도식이나 예시를 먼저 관찰한 뒤 수강생에게 결과 예측을 요청한다. 구간 · 확인 · 서론 · 맥락·아이디어 제안·핵심 주장 · 본론1 · 주장1·구체적 근거·관계 설명 · 본론2 · 주장2·구체적 근거·관계 설명 · 결론 · 아이디어 제언·두 주장 요약.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글쓰기 피드백 흐름. 도식이나 예시를 먼저 관찰한 뒤 수강생에게 결과 예측을 요청한다. 사용자 · 초안 입력 · 기준·피드백 확인 · 직접 수정 · 서비스 · 구간 분리 · 근거별 평가 · 변경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 아이디어 예시. 도식이나 예시를 먼저 관찰한 뒤 수강생에게 결과 예측을 요청한다. 글쓰기 개선 · 구조·근거·유창성·이해도 · 근거 검색 · 버전·접근 제어·답변 보류 · 작업 Agent · 도구·승인·실패 복구 · 개발 CLI 보조 · Codex·Claude Code 기반 작업 범위.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리서치와 프로토타입 도구. 도식이나 예시를 먼저 관찰한 뒤 수강생에게 결과 예측을 요청한다. 목적 · 선택 도구·확인 · 자료 조사 · Gemini Deep Research · 원출처 재확인 · 코드·시안 · Codex / Claude Code · 실제 실행·오류 확인 · 디자인 · Figma 또는 HTML · 핵심 흐름과 실패 상태 · 데모 · 60–120초 권장 · 합성 자료·동작 범위 명시.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프로토타입과 데모. 도식이나 예시를 먼저 관찰한 뒤 수강생에게 결과 예측을 요청한다. 화면 시안 · 핵심 화면 3–5개 · Figma 또는 HTML · 데모 영상 · 60–120초 권장 · 성공·실패·보류 · 동작 범위 · 실제 LLM / 고정 응답 / 수동 처리 구분.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제출 전 확인. 도식이나 예시를 먼저 관찰한 뒤 수강생에게 결과 예측을 요청한다. 내용 · 제안·흐름·요구사항·평가·위험 · 권한 · 링크 열림 · 개인정보·API 키 제외 · 구성 · 제출 인덱스·최종 버전·팀 기여.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70560ff3045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ef390bf6044f3b" /><Relationship Type="http://schemas.openxmlformats.org/officeDocument/2006/relationships/slideLayout" Target="/ppt/slideLayouts/slideLayout1.xml" Id="Rec01d487106c48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01d487106c48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6bad477bc4b2a" /><Relationship Type="http://schemas.openxmlformats.org/officeDocument/2006/relationships/notesSlide" Target="/ppt/notesSlides/notesSlide1.xml" Id="R0e5a34a0886140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eb0111ac548e5" /><Relationship Type="http://schemas.openxmlformats.org/officeDocument/2006/relationships/notesSlide" Target="/ppt/notesSlides/notesSlide2.xml" Id="R5b64a99079ba45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f2644ffa0491a" /><Relationship Type="http://schemas.openxmlformats.org/officeDocument/2006/relationships/notesSlide" Target="/ppt/notesSlides/notesSlide3.xml" Id="R45415ecdb41a48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2c45e7c47478e" /><Relationship Type="http://schemas.openxmlformats.org/officeDocument/2006/relationships/notesSlide" Target="/ppt/notesSlides/notesSlide4.xml" Id="R4a22408b931a4a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b7e16f8b7408f" /><Relationship Type="http://schemas.openxmlformats.org/officeDocument/2006/relationships/notesSlide" Target="/ppt/notesSlides/notesSlide5.xml" Id="R5eeae0cef38a45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e3dd3b92b4b67" /><Relationship Type="http://schemas.openxmlformats.org/officeDocument/2006/relationships/notesSlide" Target="/ppt/notesSlides/notesSlide6.xml" Id="R278eb4286ed046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3f08f81d5434c" /><Relationship Type="http://schemas.openxmlformats.org/officeDocument/2006/relationships/notesSlide" Target="/ppt/notesSlides/notesSlide7.xml" Id="R4a765287410d4d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6b35b1b414f9d" /><Relationship Type="http://schemas.openxmlformats.org/officeDocument/2006/relationships/notesSlide" Target="/ppt/notesSlides/notesSlide8.xml" Id="R0d280179b6e44a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331807fb947fb" /><Relationship Type="http://schemas.openxmlformats.org/officeDocument/2006/relationships/notesSlide" Target="/ppt/notesSlides/notesSlide9.xml" Id="Ra4a7a097b12942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86d8b8c2e439a" /><Relationship Type="http://schemas.openxmlformats.org/officeDocument/2006/relationships/notesSlide" Target="/ppt/notesSlides/notesSlide10.xml" Id="R2e9fe8cd38fb4b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a12d66ba7411a" /><Relationship Type="http://schemas.openxmlformats.org/officeDocument/2006/relationships/notesSlide" Target="/ppt/notesSlides/notesSlide11.xml" Id="R11fd4b2747db44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a91d9df3e44ba" /><Relationship Type="http://schemas.openxmlformats.org/officeDocument/2006/relationships/notesSlide" Target="/ppt/notesSlides/notesSlide12.xml" Id="R8cfbe96a973e48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937b7bac94d91" /><Relationship Type="http://schemas.openxmlformats.org/officeDocument/2006/relationships/notesSlide" Target="/ppt/notesSlides/notesSlide13.xml" Id="Rea3a825a413249f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8b3a837194535" /><Relationship Type="http://schemas.openxmlformats.org/officeDocument/2006/relationships/notesSlide" Target="/ppt/notesSlides/notesSlide14.xml" Id="R01c8f186915646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6394763ec49ec" /><Relationship Type="http://schemas.openxmlformats.org/officeDocument/2006/relationships/notesSlide" Target="/ppt/notesSlides/notesSlide15.xml" Id="R062a97faebe64c5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92155f21c4a28" /><Relationship Type="http://schemas.openxmlformats.org/officeDocument/2006/relationships/notesSlide" Target="/ppt/notesSlides/notesSlide16.xml" Id="R83b661b1081b46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3F6E0-7C68-427E-86C1-FCAD8714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LLMOPS / WEEK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DA3FF-7715-4350-A403-2FBDAE5A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기획서 제출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8CBE3A-12C9-47D7-86E5-016A7213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4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9D6F7-92F6-40C1-ADA4-7EB84E7C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FD19A-E855-4277-87A7-36ED67AD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WEEK 08 · 2026.10.23 · 온라인 제출·평가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92D0D-96D1-412D-804F-43C80C19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중간고사·실시간 수업 없음</a:t>
            </a:r>
          </a:p>
        </p:txBody>
      </p:sp>
    </p:spTree>
    <p:extLst>
      <p:ext uri="{BB962C8B-B14F-4D97-AF65-F5344CB8AC3E}">
        <p14:creationId xmlns:p14="http://schemas.microsoft.com/office/powerpoint/2010/main" val="1165489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D2FAC-7D26-4F86-9936-55500BEE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58D13-5343-438D-BF65-48D25142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FF272-9C0F-48F9-A03B-E685430C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8주차 기획서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E8D2C4-EC3F-4D4E-9FE0-6D2AE0BC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B4FE8-D032-4525-8A29-71F282B5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구성·제출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아주대AI대학원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2–4인 자율 팀 · 팀 지원 URL 등록 · LMS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군산대·국립창원대 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 기획서 · 이메일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10.23 온라인 제출·평가 · 실시간 수업·중간고사 없음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HTML·Word·PDF·PPT 자유 · 열리는 링크·파일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21971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003869-1379-4E36-BE4F-6CE56463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22F80-6785-4F4D-B7DA-61A67CE6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49FD9-1E03-4BEB-AA1A-3529C77F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팀 구성과 역할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1A063-BD0F-4A69-A891-C3212359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94DE6-08E6-4591-9768-5398B450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4AF46-6BB8-4500-A084-7C2164AE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135B1-6A81-4DC1-8BCB-E8EFB05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아주대AI대학원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4A3A0-059C-41F9-A390-5A8E2E1F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2–4인 자율 팀 · 대표가 지원 URL 등록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05DAD-3FE8-403F-A738-AD8092E9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DFE571-36FA-4D4E-BB3C-E4EC8B44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1F705-F603-44F1-8912-B6610A2E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다른 대학교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E71A8C-CA95-489A-A825-E1702D3E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각자 개인 프로젝트 기획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7F61D-0BB9-4544-919C-A506F09B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CFF83-398F-4BA2-BD73-5229592D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88B30-DB1D-4FC0-9E34-E16F336C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공통 역할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C183D-C29F-4C05-B44F-1C1C248B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사업·UX·개발 관점 검토 · 팀은 기여 내용 명시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69E4B1-891E-4E62-A526-0C8C9A23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81227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2A5464-6F3D-4329-BB56-03DA32E3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C477B-B697-4932-936C-D57305F8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DBF77-1058-4C5D-8D19-454D7AF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기획서 제출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3497D4-6CCB-46EE-879D-3996FB2C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F4225-D859-43E8-A5E8-55FB65F7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40859-BF1A-4492-8D42-F6160990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6AAB7F-6A5F-497E-99B5-C8491127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8CD9-DFED-4F4D-A2E5-C0029E51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제안 요약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74089-BA6A-4F7B-A86F-2D7540AF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20427-0C81-48F7-8FF2-365B156B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1EEE3A-299B-463F-8833-E1698887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요구사항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D186D-F3DA-4DE2-9774-59160B43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896BB-F462-4C31-968F-9E30846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BED18-0F8A-49DB-BCFE-CD0A8E28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화면 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317258-4D9A-4393-A943-324ABA59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3F87A8-4BEB-43DE-A915-4038370B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5F7A0B-1F40-44AE-B024-84A5CD94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데모·근거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AB27B-EA04-460A-BA82-3F94FA91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형식은 자유 · 시안·영상은 선택 · 중복 제출과 유료 도구 사용 불필요</a:t>
            </a:r>
          </a:p>
        </p:txBody>
      </p:sp>
    </p:spTree>
    <p:extLst>
      <p:ext uri="{BB962C8B-B14F-4D97-AF65-F5344CB8AC3E}">
        <p14:creationId xmlns:p14="http://schemas.microsoft.com/office/powerpoint/2010/main" val="21139346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040816-BD5B-4A76-833B-FA6E9447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40FD8-DB8E-45AE-8049-B9D98C40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3CD4B-D8CB-4B46-8F2D-ADD209DE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2Pager · 2쪽 제안서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E9899-B8C6-42DA-9F03-9E7FC9D7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12EBB-5BEC-478F-9C01-BDA02E3A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7F0A4-5B14-4A33-82BB-9318A344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1쪽 · 제안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B45B7D-E8EB-4697-AA20-4CB701BB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B14A8-D13A-4E19-83FD-77026C21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한 문장 제안·대상·문제·대안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FFA83-8400-499D-85AF-F2185585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핵심 기능과 사용 가치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C2082-A677-40FD-83D6-41E778CE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2쪽 ·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E5B2B7-082B-45D3-AAC3-C59F46AF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529DA4-BF2E-4CEF-A18C-906A4C62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차별점·실험·위험·일정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B37B3-C395-4C24-860C-9FE7C9F5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요청할 피드백과 다음 결정</a:t>
            </a:r>
          </a:p>
        </p:txBody>
      </p:sp>
    </p:spTree>
    <p:extLst>
      <p:ext uri="{BB962C8B-B14F-4D97-AF65-F5344CB8AC3E}">
        <p14:creationId xmlns:p14="http://schemas.microsoft.com/office/powerpoint/2010/main" val="14586321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6BA0D-7499-4702-82CE-1A6CB913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6702D-E31C-4AB1-8097-849E01E7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826FB-BBCE-49A2-BB84-8CB82769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PRD · 제품 요구사항 문서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E2A1F4-A73F-48B5-BDA7-31A4F6C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4BDB5-646A-4B73-B487-CE451026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7EB3B-2D64-4B81-BA13-A2C2F897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FA588-38E2-4024-955B-AEE6258E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범위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7364A-5D8D-41E6-B6A1-BCC428C0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목표·비목표·대상·사용 흐름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A3C66-5A90-4DA4-9D68-BD7EA556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BFF49-8E63-459D-8732-3C59F52A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F129D6-6CB3-4A10-8FDB-41B3642D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요구사항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9ED8D-F3DB-427B-B363-0A74F4C0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입력·출력·오류·수정·인수 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D1207-5719-43C0-9321-6D838CC7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33DDB-08B3-4860-A8B6-B2F9665C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5AEC5-E11B-4BDC-BC06-CF487D74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검증·운영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B54BE-EBA0-4F63-8360-A0F1244B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데이터·권한·평가·비용·일정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28776C-D57A-4C7F-AEAB-5A8F8C66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7051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34B728-6E72-4B3A-B1C5-9E0E94C9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F82FB8-AD9B-4F9B-98EF-FA0C72AC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075859-6A3C-4697-AC94-FA3234AE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PPT · 한눈에 보는 요약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B1DC0-ADF0-463A-B457-65CC16C4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FD2442-F9EE-4FB9-9D45-B4D05048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F4C3E-8E15-4BDC-A458-0208B931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8692A-331B-44F5-8671-391EE5BC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DD964-5B1A-4C06-8727-42A76DF4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문제·제안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EB76E-ACE0-4460-926A-146DF70C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BF15B-27F2-44A1-9D62-6AB63826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02CD3-87FD-4505-B24A-0CED8447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 흐름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A868C-3DDC-4841-82EF-876286A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CE8F0-3D05-4D32-9639-A740647C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421FB3-679E-4F39-B1C6-8F0FA806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기술·평가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A8F1A-1DEF-411C-870F-46113BD2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DEAA8-0560-434B-86EC-7FA92305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66FE5D-42F2-45B1-A735-7C18BE74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계획·위험</a:t>
            </a:r>
          </a:p>
        </p:txBody>
      </p:sp>
      <p:cxnSp>
        <p:nvCxnSpPr>
          <p:cNvPr id="38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615142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38ED1-093C-49D2-958E-26D02B9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C3E55-9063-4DCE-8E79-747BF038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66365-0BF4-4AB5-9A30-A1AE5CBB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세 관점의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E58DD-5861-48CF-A551-E292DD02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62FE5-EA5F-497B-93DE-A17E5D11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1916176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관점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질문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대표·사업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누구의 어떤 문제인가 · 대안 대비 가치가 있는가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UX 디자이너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흐름이 이해되는가 · 실패·보류·수정이 가능한가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데이터·권한·구현 범위·평가·운영이 가능한가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E693A-DE7F-4206-B4F0-FE9DD79F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UX · User Experience · 사용자 경험</a:t>
            </a:r>
          </a:p>
        </p:txBody>
      </p:sp>
    </p:spTree>
    <p:extLst>
      <p:ext uri="{BB962C8B-B14F-4D97-AF65-F5344CB8AC3E}">
        <p14:creationId xmlns:p14="http://schemas.microsoft.com/office/powerpoint/2010/main" val="37344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1CFF5-27A3-413C-9267-D5E83AF6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7B5BD5-50AF-4667-BC9A-F2F5D27E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6085D-C466-4B0F-8B55-D1F3906F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기획서 평가 기준 · 100점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405E-42EC-4109-8A76-C8A22811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5B2E1-159F-41F7-8F3B-8852E469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53308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배점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 정의와 제안의 가치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흐름과 UX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기술·데이터·운영 설계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평가·검증 계획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범위·일정·역할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가독성·근거·구성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7012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9E194-A618-4968-BAB9-4D7A62C2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B6C58-E767-4265-8111-64CE76C9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9085E-FAB7-417A-B18B-72D53A98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개선 서비스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D07F1-A110-4AFF-A60A-EA6D7AF1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C9777-5250-4BF9-80D2-71B195AC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9FD9D-2973-4B3D-B131-2A457CDC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2056C-5F84-426F-8669-7EF8730D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59DAB-4143-4DBB-8620-66F5342E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2EFF1-6A23-4984-AB82-5CDF00BE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7545B-3E1F-4AEB-BF24-BABF6C2F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A951BE-ACAA-4458-9595-B3DA7785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기준별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EE963-2F18-4CD6-BD09-2D5BAEB7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64F15-D008-47C7-9AE5-AD69BEEA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B20B9-065D-44A8-BFE7-4796F5F5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306970-91DE-4B79-ACEE-A0E83B6B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8D509B-68F4-401B-9398-A95EA9CC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D4CCE1-A241-4380-9D28-3270EC07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수정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379EC-4784-4858-9773-27E4E72D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서론·본론1·본론2·결론 분리 · 구조·근거·유창성·이해도 별도 평가</a:t>
            </a:r>
          </a:p>
        </p:txBody>
      </p:sp>
    </p:spTree>
    <p:extLst>
      <p:ext uri="{BB962C8B-B14F-4D97-AF65-F5344CB8AC3E}">
        <p14:creationId xmlns:p14="http://schemas.microsoft.com/office/powerpoint/2010/main" val="4034852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E2DD9-1BCD-4CFB-8083-35D63971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4A0A6-F618-4E75-8BC4-4D743D31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53948-4E44-4F1E-BB69-05A735B3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서비스의 기준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3BA6F-AF2A-4E69-802B-20DD53A0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6F1ED-EA43-4269-8ED5-1EE45AC9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구간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서론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맥락·아이디어 제안·핵심 주장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본론1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주장1·구체적 근거·관계 설명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본론2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주장2·구체적 근거·관계 설명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아이디어 제언·두 주장 요약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213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C56D08-56F7-41B3-8791-659D8101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1A7AC-E490-47D0-84D6-CB8D284E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3A437-6929-41D8-A874-2517913C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피드백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115CF-3EF9-403D-8986-301E6C0E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EA44F-C381-4BD2-998E-3115C2F5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2D9F2-84C3-4FD3-A2F4-5D30B670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0F4FC-5AA5-49F4-8FA2-E98087E7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6A53D-654E-41C6-84DB-A19C1F77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초안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40D87-FCD4-4936-B4EB-4B365053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C64A9-0371-4A1E-B581-438E1E6F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기준·피드백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72039-4826-467C-B690-AB3F71FF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2B2C6-9901-46DA-8F4E-A30619C8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직접 수정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1724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A039B-AAAF-4460-8805-53365420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서비스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06BAA-0B7C-4512-A451-BBBB4C7D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9EE0DF-1884-41EB-807C-3AC28640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구간 분리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8837F0-7A38-4129-A397-4C123E6A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FDC382-1A20-411D-8240-E0F132D7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근거별 평가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E7D660-D405-4B9D-BE5C-2C862DBF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2C88B-B14C-4A22-B153-BAAC2584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변경 비교</a:t>
            </a:r>
          </a:p>
        </p:txBody>
      </p:sp>
      <p:cxnSp>
        <p:nvCxnSpPr>
          <p:cNvPr id="45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1724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456295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F26B2-A016-4A00-B101-AACEFC12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AE8C2-9FFC-44BA-9320-C695008D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CFEB6D-20EF-4348-97EC-A08F83BC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프로젝트 아이디어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BB61E-FC72-472D-B1DA-1E12FC96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DBFFE-853B-461F-AD62-793C25B9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7A9B2-5FBB-44E7-905E-CBF3E7EC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개선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6FB7B-F5B1-4A52-952A-D535CEA8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3558C-05E2-490E-9A2A-838CEC3D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구조·근거·유창성·이해도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3548CE-A80B-44C0-B021-2E5A20C2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검색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BEECA-5C36-48BC-B488-20B463F5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E5BC1-788F-4519-853E-9C043E1B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480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버전·접근 제어·답변 보류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7412C-67DB-4F26-8DD9-21629776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작업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EE5DC-E8F5-46EB-B2CF-CB9B49C1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31E10-CA51-4483-97E0-F50A3A34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도구·승인·실패 복구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DA5E28-5083-4FC6-BC71-14B56C78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243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개발 CLI 보조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7C504-9B53-47B2-A0DE-8E70B21B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148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A8D05-B821-4FFC-BC8A-C7070C81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911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Codex·Claude Code 기반 작업 범위</a:t>
            </a:r>
          </a:p>
        </p:txBody>
      </p:sp>
    </p:spTree>
    <p:extLst>
      <p:ext uri="{BB962C8B-B14F-4D97-AF65-F5344CB8AC3E}">
        <p14:creationId xmlns:p14="http://schemas.microsoft.com/office/powerpoint/2010/main" val="2933523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58A3E1-4C6A-4407-AB0C-659E79E0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57E1D-0B79-46C7-8EBD-4AB22EC6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01DE6-173E-435D-84AA-BDFF50B2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리서치와 프로토타입 도구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536E1-073F-49CE-BE35-37672438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298578-7885-4360-AF5D-3F040A8D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목적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도구·확인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 조사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Gemini Deep Research · 원출처 재확인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코드·시안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/ Claude Code · 실제 실행·오류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디자인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Figma 또는 HTML · 핵심 흐름과 실패 상태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데모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60–120초 권장 · 합성 자료·동작 범위 명시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5726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8801D-6B14-42AB-B596-30C1F7F6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DE239-4310-4DC0-8FA4-AE92976B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DCB07-4E15-405D-8837-1A87794A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프로토타입과 데모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D0FF6-1868-40CD-B943-490CE793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0E67B-7925-490F-9792-EC12287A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B3949-EBA3-4DE9-AA75-D64692D7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E321A-48DB-4BEE-BC8B-C3BB027F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화면 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28B2E-9F33-4563-B752-F129053D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핵심 화면 3–5개 · Figma 또는 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398AB-1F1C-457F-B421-84DD5B13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867691-E594-4419-ACC5-CE122346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3D4E1-E562-4BBC-942A-5514257E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데모 영상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DBB20-56E6-44DD-A8D0-90C76DC3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60–120초 권장 · 성공·실패·보류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2D6D46-1F7A-4B2E-86C8-83ACFE2C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8BB4E-A6CD-48C3-BBA3-80C8B38F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15DF8-B46B-4178-8471-A9F63EB3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동작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CEC72-97AC-441A-BF6C-2D842FDC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실제 LLM / 고정 응답 / 수동 처리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2C086E-59ED-46DB-A142-0BFFE470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28684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C07D4D-A97E-4128-A015-845B4BC5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A7DE5-C369-4F21-9A60-19657B74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A22B08-C56D-4D6F-8C66-3694A64C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제출 전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B2957-94EB-4219-9ACA-B7C00248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3D06B-2FF4-407D-9A8B-A2595EE6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문제 · 사용 흐름 · 요구사항 ·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9484A-9628-456E-BDDD-F0A71E08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D143D1-C3C3-472E-8F14-A9CB1604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4869B-098A-41C1-8EB7-D9D26BAA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제안·흐름·요구사항·평가·위험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BBB57-7C0D-420C-B008-18C4170F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344504-5FD8-4E3F-8F49-8636378E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47CFC-0D91-4863-B116-4B056C30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권한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F05D3-08B3-4D2E-8767-E699E7F2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링크 열림 · 개인정보·API 키 제외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2C803-67D6-409C-94AB-6C73BE40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8F714-14AD-434D-836F-B27683CC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13E8E0-5D46-41D9-93B4-77CD740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구성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9CD36-8F0A-4CB7-8DE1-C67D26C0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제출 인덱스·최종 버전·팀 기여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DBD1C-BF14-4457-AF19-EBD16B55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35655293"/>
      </p:ext>
    </p:extLst>
  </p:cSld>
</p:sld>
</file>

<file path=ppt/theme/theme1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2026-09-29T15:36:26.0480000Z</dcterms:created>
  <dcterms:modified xsi:type="dcterms:W3CDTF">2026-09-29T15:36:26.0480000Z</dcterms:modified>
</coreProperties>
</file>