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ec0ed8dcd8431c" /><Relationship Type="http://schemas.openxmlformats.org/officeDocument/2006/relationships/extended-properties" Target="/docProps/app.xml" Id="R0f743ef4f7d145eb" /><Relationship Type="http://schemas.openxmlformats.org/officeDocument/2006/relationships/officeDocument" Target="/ppt/presentation.xml" Id="R4016fa0ae44041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2d4f8bba5240ae"/>
  </p:sldMasterIdLst>
  <p:notesMasterIdLst>
    <p:notesMasterId xmlns:r="http://schemas.openxmlformats.org/officeDocument/2006/relationships" r:id="R20597aa3f4534b2d"/>
  </p:notesMasterIdLst>
  <p:sldIdLst>
    <p:sldId xmlns:r="http://schemas.openxmlformats.org/officeDocument/2006/relationships" id="256" r:id="R52d4d9aa882a4ebf"/>
    <p:sldId xmlns:r="http://schemas.openxmlformats.org/officeDocument/2006/relationships" id="257" r:id="Rff20f04aa11642f2"/>
    <p:sldId xmlns:r="http://schemas.openxmlformats.org/officeDocument/2006/relationships" id="258" r:id="R4be10dbdbbb642c3"/>
    <p:sldId xmlns:r="http://schemas.openxmlformats.org/officeDocument/2006/relationships" id="259" r:id="R930a52c8086f475d"/>
    <p:sldId xmlns:r="http://schemas.openxmlformats.org/officeDocument/2006/relationships" id="260" r:id="Rd76477cd6c7441a9"/>
    <p:sldId xmlns:r="http://schemas.openxmlformats.org/officeDocument/2006/relationships" id="261" r:id="Rdc23c35952424b98"/>
    <p:sldId xmlns:r="http://schemas.openxmlformats.org/officeDocument/2006/relationships" id="262" r:id="R78c353ee8d7a439d"/>
    <p:sldId xmlns:r="http://schemas.openxmlformats.org/officeDocument/2006/relationships" id="263" r:id="R645dbab6998542dc"/>
    <p:sldId xmlns:r="http://schemas.openxmlformats.org/officeDocument/2006/relationships" id="264" r:id="R37f06dc46607437d"/>
    <p:sldId xmlns:r="http://schemas.openxmlformats.org/officeDocument/2006/relationships" id="265" r:id="Rdcfcfa8ddd7d4a26"/>
    <p:sldId xmlns:r="http://schemas.openxmlformats.org/officeDocument/2006/relationships" id="266" r:id="R643e94ab4f764c28"/>
    <p:sldId xmlns:r="http://schemas.openxmlformats.org/officeDocument/2006/relationships" id="267" r:id="Rd99e7ea388ad4fe2"/>
    <p:sldId xmlns:r="http://schemas.openxmlformats.org/officeDocument/2006/relationships" id="268" r:id="Rc3f0faa289ed4118"/>
    <p:sldId xmlns:r="http://schemas.openxmlformats.org/officeDocument/2006/relationships" id="269" r:id="Rf7ef78a129744dfd"/>
    <p:sldId xmlns:r="http://schemas.openxmlformats.org/officeDocument/2006/relationships" id="270" r:id="Rb569824216ba4072"/>
    <p:sldId xmlns:r="http://schemas.openxmlformats.org/officeDocument/2006/relationships" id="271" r:id="R979c1bc972334a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a7eeb6153041e6" /><Relationship Type="http://schemas.openxmlformats.org/officeDocument/2006/relationships/slideMaster" Target="/ppt/slideMasters/slideMaster1.xml" Id="Rc32d4f8bba5240ae" /><Relationship Type="http://schemas.openxmlformats.org/officeDocument/2006/relationships/notesMaster" Target="/ppt/notesMasters/notesMaster1.xml" Id="R20597aa3f4534b2d" /><Relationship Type="http://schemas.openxmlformats.org/officeDocument/2006/relationships/presProps" Target="/ppt/presProps.xml" Id="R01eb02a506e24351" /><Relationship Type="http://schemas.openxmlformats.org/officeDocument/2006/relationships/tableStyles" Target="/ppt/tableStyles.xml" Id="Re189c69a295841fe" /><Relationship Type="http://schemas.openxmlformats.org/officeDocument/2006/relationships/slide" Target="/ppt/slides/slide1.xml" Id="R52d4d9aa882a4ebf" /><Relationship Type="http://schemas.openxmlformats.org/officeDocument/2006/relationships/slide" Target="/ppt/slides/slide2.xml" Id="Rff20f04aa11642f2" /><Relationship Type="http://schemas.openxmlformats.org/officeDocument/2006/relationships/slide" Target="/ppt/slides/slide3.xml" Id="R4be10dbdbbb642c3" /><Relationship Type="http://schemas.openxmlformats.org/officeDocument/2006/relationships/slide" Target="/ppt/slides/slide4.xml" Id="R930a52c8086f475d" /><Relationship Type="http://schemas.openxmlformats.org/officeDocument/2006/relationships/slide" Target="/ppt/slides/slide5.xml" Id="Rd76477cd6c7441a9" /><Relationship Type="http://schemas.openxmlformats.org/officeDocument/2006/relationships/slide" Target="/ppt/slides/slide6.xml" Id="Rdc23c35952424b98" /><Relationship Type="http://schemas.openxmlformats.org/officeDocument/2006/relationships/slide" Target="/ppt/slides/slide7.xml" Id="R78c353ee8d7a439d" /><Relationship Type="http://schemas.openxmlformats.org/officeDocument/2006/relationships/slide" Target="/ppt/slides/slide8.xml" Id="R645dbab6998542dc" /><Relationship Type="http://schemas.openxmlformats.org/officeDocument/2006/relationships/slide" Target="/ppt/slides/slide9.xml" Id="R37f06dc46607437d" /><Relationship Type="http://schemas.openxmlformats.org/officeDocument/2006/relationships/slide" Target="/ppt/slides/slide10.xml" Id="Rdcfcfa8ddd7d4a26" /><Relationship Type="http://schemas.openxmlformats.org/officeDocument/2006/relationships/slide" Target="/ppt/slides/slide11.xml" Id="R643e94ab4f764c28" /><Relationship Type="http://schemas.openxmlformats.org/officeDocument/2006/relationships/slide" Target="/ppt/slides/slide12.xml" Id="Rd99e7ea388ad4fe2" /><Relationship Type="http://schemas.openxmlformats.org/officeDocument/2006/relationships/slide" Target="/ppt/slides/slide13.xml" Id="Rc3f0faa289ed4118" /><Relationship Type="http://schemas.openxmlformats.org/officeDocument/2006/relationships/slide" Target="/ppt/slides/slide14.xml" Id="Rf7ef78a129744dfd" /><Relationship Type="http://schemas.openxmlformats.org/officeDocument/2006/relationships/slide" Target="/ppt/slides/slide15.xml" Id="Rb569824216ba4072" /><Relationship Type="http://schemas.openxmlformats.org/officeDocument/2006/relationships/slide" Target="/ppt/slides/slide16.xml" Id="R979c1bc972334a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54ea28285342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0a72056cb64bb6" /><Relationship Type="http://schemas.openxmlformats.org/officeDocument/2006/relationships/notesMaster" Target="/ppt/notesMasters/notesMaster1.xml" Id="R9d200ed673104b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f1f35c3af34dd7" /><Relationship Type="http://schemas.openxmlformats.org/officeDocument/2006/relationships/notesMaster" Target="/ppt/notesMasters/notesMaster1.xml" Id="R68bd335a9ddc4f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14ecd5679d4eb5" /><Relationship Type="http://schemas.openxmlformats.org/officeDocument/2006/relationships/notesMaster" Target="/ppt/notesMasters/notesMaster1.xml" Id="Rbd842074963a4d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b09d48f8444a6" /><Relationship Type="http://schemas.openxmlformats.org/officeDocument/2006/relationships/notesMaster" Target="/ppt/notesMasters/notesMaster1.xml" Id="Raea5d2e91ef541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4ded72466e47be" /><Relationship Type="http://schemas.openxmlformats.org/officeDocument/2006/relationships/notesMaster" Target="/ppt/notesMasters/notesMaster1.xml" Id="R0138d148eb0c49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b8aefb4d44495d" /><Relationship Type="http://schemas.openxmlformats.org/officeDocument/2006/relationships/notesMaster" Target="/ppt/notesMasters/notesMaster1.xml" Id="R6b61937e8fe54c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9a51d4b9374f88" /><Relationship Type="http://schemas.openxmlformats.org/officeDocument/2006/relationships/notesMaster" Target="/ppt/notesMasters/notesMaster1.xml" Id="Rd16d84c876bc42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8c074d46524118" /><Relationship Type="http://schemas.openxmlformats.org/officeDocument/2006/relationships/notesMaster" Target="/ppt/notesMasters/notesMaster1.xml" Id="Rd28126ad3ffd48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f6a6b80cf7431f" /><Relationship Type="http://schemas.openxmlformats.org/officeDocument/2006/relationships/notesMaster" Target="/ppt/notesMasters/notesMaster1.xml" Id="R5075e54718a040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d4c5d44253485d" /><Relationship Type="http://schemas.openxmlformats.org/officeDocument/2006/relationships/notesMaster" Target="/ppt/notesMasters/notesMaster1.xml" Id="R375e4206002649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bff96b5b544446" /><Relationship Type="http://schemas.openxmlformats.org/officeDocument/2006/relationships/notesMaster" Target="/ppt/notesMasters/notesMaster1.xml" Id="Rccc2e7cb92bd41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8482fb843046c5" /><Relationship Type="http://schemas.openxmlformats.org/officeDocument/2006/relationships/notesMaster" Target="/ppt/notesMasters/notesMaster1.xml" Id="R6d5c78c54d0041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63abc800b14b7a" /><Relationship Type="http://schemas.openxmlformats.org/officeDocument/2006/relationships/notesMaster" Target="/ppt/notesMasters/notesMaster1.xml" Id="R7b685dedd2824c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7426c029414fc0" /><Relationship Type="http://schemas.openxmlformats.org/officeDocument/2006/relationships/notesMaster" Target="/ppt/notesMasters/notesMaster1.xml" Id="R89e2efa4b72f42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c62b0fff534c23" /><Relationship Type="http://schemas.openxmlformats.org/officeDocument/2006/relationships/notesMaster" Target="/ppt/notesMasters/notesMaster1.xml" Id="R96f19b14fbe84b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a0d2c7db6d470a" /><Relationship Type="http://schemas.openxmlformats.org/officeDocument/2006/relationships/notesMaster" Target="/ppt/notesMasters/notesMaster1.xml" Id="Rc056f6ece7764a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기획서 제출. 도식이나 예시를 먼저 관찰한 뒤 수강생에게 결과 예측을 요청한다. 문제 · 사용 흐름 · 요구사항 · 검증 · WEEK 08 · 2026.10.23 · 온라인 제출·평가 · 중간고사·실시간 수업 없음.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8주차 기획서 제출. 도식이나 예시를 먼저 관찰한 뒤 수강생에게 결과 예측을 요청한다. 구분 · 구성·제출 · 아주대AI대학원 · 2–4인 자율 팀 · 지원 URL · LMS 제출 · 군산대·국립창원대 등 · 개인 진행 가능 · 공지된 교수 이메일 제출 · 7주차 · 10.16 · 초안 먼저 제출 · 교수 피드백 후 수정 · 8주차 · 10.23 · 수정본 온라인 제출·평가 · 시험 없음 · 형식 · PPT·Word·PDF·HTML 가능 · 한글(HWP) 제외.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구성과 역할. 도식이나 예시를 먼저 관찰한 뒤 수강생에게 결과 예측을 요청한다. 아주대AI대학원 · 2–4인 자율 팀 · 대표가 지원 URL 등록 · 다른 대학교 · 각자 개인 프로젝트 기획 · 공통 역할 · 사업·UX·개발 관점 검토 · 팀은 기여 내용 명시.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제출 구성. 도식이나 예시를 먼저 관찰한 뒤 수강생에게 결과 예측을 요청한다. 형식은 자유 · 시안·영상은 선택 · 중복 제출과 유료 도구 사용 불필요.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2Pager · 2쪽 제안서. 도식이나 예시를 먼저 관찰한 뒤 수강생에게 결과 예측을 요청한다. 1쪽 · 제안 · 한 문장 제안·대상·문제·대안 · 핵심 기능과 사용 가치 · 2쪽 · 검증 · 차별점·실험·위험·일정 · 요청할 피드백과 다음 결정.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PRD · 제품 요구사항 문서. 도식이나 예시를 먼저 관찰한 뒤 수강생에게 결과 예측을 요청한다. 범위 · 목표·비목표·대상·사용 흐름 · 요구사항 · 입력·출력·오류·수정·인수 조건 · 검증·운영 · 데이터·권한·평가·비용·일정.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· 한눈에 보는 요약. 도식이나 예시를 먼저 관찰한 뒤 수강생에게 결과 예측을 요청한다. 문제·제안 · 사용 흐름 · 기술·평가 · 계획·위험.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관점의 피드백. 도식이나 예시를 먼저 관찰한 뒤 수강생에게 결과 예측을 요청한다. UX · User Experience · 사용자 경험.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평가 기준 · 100점. 도식이나 예시를 먼저 관찰한 뒤 수강생에게 결과 예측을 요청한다. 항목 · 배점 · 문제 정의와 제안의 가치 · 25 · 사용 흐름과 UX · 20 · 기술·데이터·운영 설계 · 20 · 평가·검증 계획 · 20 · 실행 범위·일정·역할 · 10 · 가독성·근거·구성 · 5.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글쓰기 개선 서비스 예시. 도식이나 예시를 먼저 관찰한 뒤 수강생에게 결과 예측을 요청한다. 서론·본론1·본론2·결론 분리 · 구조·근거·유창성·이해도 별도 평가.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글쓰기 서비스의 기준 설계. 도식이나 예시를 먼저 관찰한 뒤 수강생에게 결과 예측을 요청한다. 구간 · 확인 · 서론 · 맥락·아이디어 제안·핵심 주장 · 본론1 · 주장1·구체적 근거·관계 설명 · 본론2 · 주장2·구체적 근거·관계 설명 · 결론 · 아이디어 제언·두 주장 요약.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글쓰기 피드백 흐름. 도식이나 예시를 먼저 관찰한 뒤 수강생에게 결과 예측을 요청한다. 사용자 · 초안 입력 · 기준·피드백 확인 · 직접 수정 · 서비스 · 구간 분리 · 근거별 평가 · 변경 비교.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아이디어 예시. 도식이나 예시를 먼저 관찰한 뒤 수강생에게 결과 예측을 요청한다. 글쓰기 개선 · 구조·근거·유창성·이해도 · 근거 검색 · 버전·접근 제어·답변 보류 · 작업 Agent · 도구·승인·실패 복구 · 개발 CLI 보조 · Codex·Claude Code 기반 작업 범위.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리서치와 프로토타입 도구. 도식이나 예시를 먼저 관찰한 뒤 수강생에게 결과 예측을 요청한다. 목적 · 선택 도구·확인 · 자료 조사 · Gemini Deep Research · 원출처 재확인 · 코드·시안 · Codex / Claude Code · 실제 실행·오류 확인 · 디자인 · Figma 또는 HTML · 핵심 흐름과 실패 상태 · 데모 · 60–120초 권장 · 합성 자료·동작 범위 명시.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프로토타입과 데모. 도식이나 예시를 먼저 관찰한 뒤 수강생에게 결과 예측을 요청한다. 화면 시안 · 핵심 화면 3–5개 · Figma 또는 HTML · 데모 영상 · 60–120초 권장 · 성공·실패·보류 · 동작 범위 · 실제 LLM / 고정 응답 / 수동 처리 구분.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 전 확인. 도식이나 예시를 먼저 관찰한 뒤 수강생에게 결과 예측을 요청한다. 내용 · 제안·흐름·요구사항·평가·위험 · 권한 · 링크 열림 · 개인정보·API 키 제외 · 구성 · 제출 인덱스·최종 버전·팀 기여.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d3651e27145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892d01ad3e4fe4" /><Relationship Type="http://schemas.openxmlformats.org/officeDocument/2006/relationships/slideLayout" Target="/ppt/slideLayouts/slideLayout1.xml" Id="R9bfef4ea07f644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fef4ea07f644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4f0e3e39c4e87" /><Relationship Type="http://schemas.openxmlformats.org/officeDocument/2006/relationships/notesSlide" Target="/ppt/notesSlides/notesSlide1.xml" Id="Rc2c15837551643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6a388f53347d0" /><Relationship Type="http://schemas.openxmlformats.org/officeDocument/2006/relationships/notesSlide" Target="/ppt/notesSlides/notesSlide2.xml" Id="R88a5cc37bd9443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a6115671f4979" /><Relationship Type="http://schemas.openxmlformats.org/officeDocument/2006/relationships/notesSlide" Target="/ppt/notesSlides/notesSlide3.xml" Id="R95c902461a0643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69678ab5c44b0" /><Relationship Type="http://schemas.openxmlformats.org/officeDocument/2006/relationships/notesSlide" Target="/ppt/notesSlides/notesSlide4.xml" Id="R9c1dfbeca4bb48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a5094c3474d23" /><Relationship Type="http://schemas.openxmlformats.org/officeDocument/2006/relationships/notesSlide" Target="/ppt/notesSlides/notesSlide5.xml" Id="Rbe24017e2a1a43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010433b444a7f" /><Relationship Type="http://schemas.openxmlformats.org/officeDocument/2006/relationships/notesSlide" Target="/ppt/notesSlides/notesSlide6.xml" Id="R665e3abede5744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fea60639c4f3c" /><Relationship Type="http://schemas.openxmlformats.org/officeDocument/2006/relationships/notesSlide" Target="/ppt/notesSlides/notesSlide7.xml" Id="Rfcb1fb03d5244a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6311b163f447b" /><Relationship Type="http://schemas.openxmlformats.org/officeDocument/2006/relationships/notesSlide" Target="/ppt/notesSlides/notesSlide8.xml" Id="R8246360a4ca746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5d3e1a42046fc" /><Relationship Type="http://schemas.openxmlformats.org/officeDocument/2006/relationships/notesSlide" Target="/ppt/notesSlides/notesSlide9.xml" Id="Rabba538bbfde41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abe8c02f44212" /><Relationship Type="http://schemas.openxmlformats.org/officeDocument/2006/relationships/notesSlide" Target="/ppt/notesSlides/notesSlide10.xml" Id="Rd47c0926024b4e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ea3e7d0fb432a" /><Relationship Type="http://schemas.openxmlformats.org/officeDocument/2006/relationships/notesSlide" Target="/ppt/notesSlides/notesSlide11.xml" Id="Raa15b4a56fde49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cce83fcbc4261" /><Relationship Type="http://schemas.openxmlformats.org/officeDocument/2006/relationships/notesSlide" Target="/ppt/notesSlides/notesSlide12.xml" Id="R7bfdf83a856146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b6ee2053946ac" /><Relationship Type="http://schemas.openxmlformats.org/officeDocument/2006/relationships/notesSlide" Target="/ppt/notesSlides/notesSlide13.xml" Id="R28df43308c5341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7062b33e64dbb" /><Relationship Type="http://schemas.openxmlformats.org/officeDocument/2006/relationships/notesSlide" Target="/ppt/notesSlides/notesSlide14.xml" Id="R9c35d12fd53343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4fba1f43d4d93" /><Relationship Type="http://schemas.openxmlformats.org/officeDocument/2006/relationships/notesSlide" Target="/ppt/notesSlides/notesSlide15.xml" Id="Rb63e414f2c6340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986304fbf482a" /><Relationship Type="http://schemas.openxmlformats.org/officeDocument/2006/relationships/notesSlide" Target="/ppt/notesSlides/notesSlide16.xml" Id="Rd95206aa67b04a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6C34B-C042-44B4-B948-D372726D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LLMOPS / WEEK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83CF1-EE52-47DF-8B04-63BE37CD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서비스 기획서 제출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5B17D-2416-470D-8A66-C6753BBB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6B1D1-0BB1-4ED8-90E3-179375D5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F3ED6-CCEB-4EE0-B7E4-564DA5B5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215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WEEK 08 · 2026.10.23 · 온라인 제출·평가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608FA-CF7B-48D0-B749-9A303D13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083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중간고사·실시간 수업 없음</a:t>
            </a:r>
          </a:p>
        </p:txBody>
      </p:sp>
    </p:spTree>
    <p:extLst>
      <p:ext uri="{BB962C8B-B14F-4D97-AF65-F5344CB8AC3E}">
        <p14:creationId xmlns:p14="http://schemas.microsoft.com/office/powerpoint/2010/main" val="1731831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9F551-60B3-48A3-B6BC-FA0694DF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8FA1D-253D-4583-B963-CD0618C0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8A5BC-C621-4405-A7F8-DA6FDE08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8주차 기획서 제출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8B3BD-D8EC-4B64-806A-CF2DD212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DCAA2-51AF-4F28-B193-34577EC5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7426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구성·제출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아주대AI대학원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2–4인 자율 팀 · 지원 URL · LMS 제출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군산대·국립창원대 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개인 진행 가능 · 공지된 교수 이메일 제출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7주차 · 10.16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초안 먼저 제출 · 교수 피드백 후 수정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8주차 · 10.23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수정본 온라인 제출·평가 · 시험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형식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PPT·Word·PDF·HTML 가능 · 한글(HWP) 제외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165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27BB9-39C5-46F2-B5B4-D12970BA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71D5B-D925-4132-B61A-E672AB06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7B75E-3BE4-4CFD-94B6-A631B6DB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팀 구성과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75942-9411-4D2A-8417-162E5AAD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A93A4-5C6A-490E-A661-745FBFEA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18642-AE03-4E45-8703-37F53CAC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ADAEF-EFA0-4A40-B502-F9D5F302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아주대AI대학원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ECEF9-7D43-4140-A9EF-1B8AE021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2–4인 자율 팀 · 대표가 지원 URL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09D38-4FA0-4CC6-A088-EDFC40D3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96D5A-7616-42F5-A12E-9C5721DF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03CC4-933F-4728-8BFA-3373CFB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다른 대학교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89041-2FBE-4505-8290-CB53B98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각자 개인 프로젝트 기획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F4E85-9A16-4FA0-8489-A8088317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3A209-4FDD-493C-ABDF-2C395EFD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787B7-8D61-46AD-B4B8-296F3783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공통 역할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F0188-FCD0-4B2B-B39D-660EB77C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사업·UX·개발 관점 검토 · 팀은 기여 내용 명시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10721-9E22-4FEC-BDAA-61EA6D60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2332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5DD14-7A88-416F-920C-2AAFDC55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BDC3C-AD1A-47EA-8A37-2C9E669E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A18E9-6098-4EBA-A731-A2B2BA89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기획서 제출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8A99F-4D77-4D72-9BFF-3986F017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F60AC-4768-4380-86F0-07FC74EB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8FB7B-3E46-4F34-B301-7C28AB77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9A6A9-7E31-4900-91CA-5B277842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D9C34-5584-4DBE-ACDB-6FB1B8C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제안 요약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FB79A-70FE-4493-9A3F-B99310CC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A2D85-910D-4425-B552-D354789D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393A4-B81A-441B-99E1-EDB3442B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요구사항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B8457-1B07-4275-BD54-F6FCD8CA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FAA29-F955-4547-86A6-4AD4FB96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0E967-6913-4FB1-B76E-4BFE81CE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화면 시안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5E6B3-8425-4304-9260-BC907DF7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60BD3-DDAE-4FD7-A034-0B4869E5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E024B-D905-40FE-AF2C-652AF4CC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데모·근거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35CD9-C6EF-490C-91EC-B98C752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형식은 자유 · 시안·영상은 선택 · 중복 제출과 유료 도구 사용 불필요</a:t>
            </a:r>
          </a:p>
        </p:txBody>
      </p:sp>
    </p:spTree>
    <p:extLst>
      <p:ext uri="{BB962C8B-B14F-4D97-AF65-F5344CB8AC3E}">
        <p14:creationId xmlns:p14="http://schemas.microsoft.com/office/powerpoint/2010/main" val="1277576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07BB4-65FD-480D-B0F9-C5F52734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48BD1-4D45-4AB1-84A2-20EECAE5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F2102-0BDF-48AF-B94F-B7D2EE18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2Pager · 2쪽 제안서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E965C-5A29-4245-85FD-0B107375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74C8E-43E7-483D-9706-78BEBC1F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2A71B-AEF4-4DF7-9306-225FFB62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1쪽 · 제안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ADF0F-B1F8-4F4D-8420-CE1CB99E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80411-93E7-4030-A334-28A9C820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한 문장 제안·대상·문제·대안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743F2-9595-4AF7-ACF0-DB8538C6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핵심 기능과 사용 가치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F8175-EB29-48F6-89D2-759119E4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2쪽 ·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4EDD1-400E-4029-9436-2100C665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22EC2-CCA8-41C6-BDCC-FE6B6DC9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차별점·실험·위험·일정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94F98-671E-459D-9409-07F9620D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요청할 피드백과 다음 결정</a:t>
            </a:r>
          </a:p>
        </p:txBody>
      </p:sp>
    </p:spTree>
    <p:extLst>
      <p:ext uri="{BB962C8B-B14F-4D97-AF65-F5344CB8AC3E}">
        <p14:creationId xmlns:p14="http://schemas.microsoft.com/office/powerpoint/2010/main" val="80208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D4F4C-5A21-4FFA-A5E7-90DE55B9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4DA43-F99D-4640-B216-92411F0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09C4A-C58B-4BC0-8DB8-6186C966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PRD · 제품 요구사항 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4C3EF-8BC7-46F7-9462-0ABECD16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D1A16-6035-4797-988A-E21DC90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960A9-57FD-46A9-86A1-1B0755B8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DE1EA-CF77-42D4-A558-66BD6BD5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FE5C0-6D6E-4E3C-A065-026D95EE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목표·비목표·대상·사용 흐름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57C7D-1982-4EF4-A943-734A8092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2535B-BFEE-4B30-9482-F35B805B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FE801-E7AA-405F-B144-0FBA4BAB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요구사항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5E18A-CD18-47B7-86B3-7BDA9693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입력·출력·오류·수정·인수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43758-F271-4F9F-B89E-72038047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89850-BE78-49AE-8574-BB5E0338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ACDC7-9F30-4F15-9A5F-97A61CAE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검증·운영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0A7C4-E3EF-46B1-AC82-72627D9A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데이터·권한·평가·비용·일정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39E6B-3229-4B58-8BBF-4E1E8AAC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6132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BD705-3E0D-436D-B1DB-23EB7592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EBFE2-3EFA-4BA7-8F96-88C4C450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FDE5F-AB8C-4AC2-9752-E7A1993B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PPT · 한눈에 보는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B9305-2732-41B4-B462-ADB9F89E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43CB5-13E3-4276-9DA7-44156751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DF68F-9B88-4C47-9A54-3D30F7EF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7DCBC-4CDD-40C2-A83F-8DB2820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86F61-4647-40FE-9B09-89CA116A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문제·제안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4A8B0-E756-477C-AD87-F6DA7F6B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63747-C542-491D-BB94-C01CF7EF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51417-66F0-47B1-9441-943869D3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사용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41E8F-3B43-4495-8469-59723DB4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8747E-628F-44DB-807A-CA1F17FF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1B881-6F3B-49AF-80E5-D472260D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기술·평가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0CE69-B2E0-4615-8853-5EC0A77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81EAB-3D74-4D18-AFB1-10F6D7C8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FAC55-FB86-4075-888A-9D35EA98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계획·위험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934892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C9878-1F71-4E9A-9114-F2BA1E45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7BEE8-9F4F-4ECA-920D-02DAFEF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0EF89-4A02-46F6-A5CF-B3A86A74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세 관점의 피드백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4B01D-2A70-470D-9761-B1510549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1CFD6-F101-42B7-B447-12044ED4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1916176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관점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질문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대표·사업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누구의 어떤 문제인가 · 대안 대비 가치가 있는가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UX 디자이너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흐름이 이해되는가 · 실패·보류·수정이 가능한가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개발자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데이터·권한·구현 범위·평가·운영이 가능한가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C1906-1CCC-4937-8EC0-B07A849F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UX · User Experience · 사용자 경험</a:t>
            </a:r>
          </a:p>
        </p:txBody>
      </p:sp>
    </p:spTree>
    <p:extLst>
      <p:ext uri="{BB962C8B-B14F-4D97-AF65-F5344CB8AC3E}">
        <p14:creationId xmlns:p14="http://schemas.microsoft.com/office/powerpoint/2010/main" val="737116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9E1D2-9A98-43F6-B570-DB79B6F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CD020-469B-46A5-8FDE-2C5C7216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34367-E066-4894-878B-81417653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기획서 평가 기준 · 100점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8AB6F-8A6D-460A-983F-7E491C20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6A475-83F6-4EF6-8F29-92158143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53308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배점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 정의와 제안의 가치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흐름과 UX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기술·데이터·운영 설계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평가·검증 계획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범위·일정·역할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가독성·근거·구성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4151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EEE9D-7ACB-4497-BDD6-20A018AA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ED020-0985-46ED-BD74-8C88DCA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45F11-AF35-45CB-A06A-1F1E985D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글쓰기 개선 서비스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0C5EA-2C72-4003-B970-DC7262FF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C377B-DE33-43FB-8589-6DBA26EA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7EC87-2D6C-472F-B2D3-2B3D82E3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383C0-0044-4089-A422-B2CA8B16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7F79E-91B8-42DA-83D5-A7912F9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원문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FC76A-0BFD-4FE4-B537-D607BE4B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CC8EA-6890-4773-BB8E-0964AD3A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57252-5821-459E-B23C-81D56849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기준별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5212A-18CC-4FBA-9ADA-8BE7565C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E3EF9-F684-4B26-9B36-A462E5B8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BD92F-5979-4B12-97BE-052E723A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근거 피드백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5242D-094C-4A50-ADF7-C5DAD42F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EAAD7-879D-476E-97B4-92FC5EDF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8DF77-6FC0-47F8-9A36-9489EEC0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사용자 수정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8F9CC-7B47-4EA1-B45E-F84FF409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서론·본론1·본론2·결론 분리 · 구조·근거·유창성·이해도 별도 평가</a:t>
            </a:r>
          </a:p>
        </p:txBody>
      </p:sp>
    </p:spTree>
    <p:extLst>
      <p:ext uri="{BB962C8B-B14F-4D97-AF65-F5344CB8AC3E}">
        <p14:creationId xmlns:p14="http://schemas.microsoft.com/office/powerpoint/2010/main" val="19993582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669C4-2FD3-41FA-B26C-A193997A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CD13A-E97A-48FE-AE7D-4D13ACFB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FA237-CAB6-414F-AD31-32CB5D7F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글쓰기 서비스의 기준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080EE-6A21-44A3-960E-FEBEB001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6E0E8-2F49-4085-B982-07BB79B3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구간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맥락·아이디어 제안·핵심 주장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본론1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주장1·구체적 근거·관계 설명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본론2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주장2·구체적 근거·관계 설명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아이디어 제언·두 주장 요약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5997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4C685-07B2-40C1-BD32-C529864A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AE9D1-FC84-4885-AF02-23C179A8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82248-70C8-4458-9BDB-750261E4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글쓰기 피드백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23F2A-341D-4498-ACDC-FA7A5EC0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B6A8B-0415-459A-84F0-7B2F5E0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7B410-2F36-484C-BC47-035D01C1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사용자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A649D-B18D-48A0-98E6-BC5035E9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B74E3-E925-4D0D-8E66-BBD3CB66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초안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22B94-B3CB-4E9C-A01D-7ED052EC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A6F52-866B-492B-AA98-635A020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기준·피드백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4A312-BCD5-42C7-98E1-3E92B735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7822D-F170-4EA4-BA39-FDB4A571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직접 수정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724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57D97-B6BC-41FA-86FF-109932F1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서비스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F34A3-3DFE-404E-AA11-034B3606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EE139-E294-46D2-BDFD-8F9E472A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구간 분리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F9D63-4A88-44DB-902C-D1DF39C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25019-3D19-4C72-B9BF-FEB8A342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근거별 평가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80B5D-3069-497A-BCD6-38856ECF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DC935-F930-4FCD-BF09-ED53549B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변경 비교</a:t>
            </a:r>
          </a:p>
        </p:txBody>
      </p: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724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962211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B1A75-12FE-4C7F-8973-FD617D60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2D7DF-D4C8-435B-AF01-BFBF6DFE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85FF8-B75F-4DF0-9167-7808DEB6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프로젝트 아이디어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9631A-726A-4C72-9694-268501A5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814BA-9488-4C10-98B1-5257E5F0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7ED27-A2B4-468E-AD3B-206E1ACD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글쓰기 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60C93-4842-498B-A920-059882BF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E6502-6C07-40BB-B81B-0BB602C4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구조·근거·유창성·이해도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E601A-19DA-4089-B9B8-22248A55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근거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06088-1A42-42B7-B897-B1DB775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6D2FF-B7E0-41EE-BDFD-8F432B60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버전·접근 제어·답변 보류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05F83-F5F0-4504-964B-2AABF0F3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작업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4A69E-511C-48E4-9423-D82CB82F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EEEBC-59DA-48D0-9BDA-AA7DD4B3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도구·승인·실패 복구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D04F1-5824-4D17-BDB3-562B3E1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개발 CLI 보조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59E2E-4E48-440F-AC07-3FF774FE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380D4-16EF-4728-9155-A1F3E80A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Codex·Claude Code 기반 작업 범위</a:t>
            </a:r>
          </a:p>
        </p:txBody>
      </p:sp>
    </p:spTree>
    <p:extLst>
      <p:ext uri="{BB962C8B-B14F-4D97-AF65-F5344CB8AC3E}">
        <p14:creationId xmlns:p14="http://schemas.microsoft.com/office/powerpoint/2010/main" val="2388948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57BE3-9B69-4922-9372-0A23D5F7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F460A-F1C9-4119-B1BD-80851191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BC109-BAE7-4959-A95B-8F19CA38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리서치와 프로토타입 도구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868C3-C697-4BA7-B6A9-656E0FC0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B80A3-AB73-4AF3-9C73-CACBD946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목적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도구·확인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 조사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Gemini Deep Research · 원출처 재확인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코드·시안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 / Claude Code · 실제 실행·오류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디자인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Figma 또는 HTML · 핵심 흐름과 실패 상태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데모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60–120초 권장 · 합성 자료·동작 범위 명시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0249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CEBFB-FBF5-4D37-9943-3D74DFAB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39CE1-3A8A-4306-9981-36E0F3D4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0D863-C86B-45C1-9A3C-B8090247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프로토타입과 데모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740AA-9441-4767-ADDA-D39D8A8C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C5E48-6BF3-4A48-8F93-CCFCC034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063AB-7AD2-432D-BE8F-B85FF80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46DCF-DF69-46DE-A977-91EB5C80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화면 시안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8A23A-24C8-41F8-9401-B78279D5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핵심 화면 3–5개 · Figma 또는 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F2B7F-FAED-4456-9899-6F4F2FFD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7B6A3-3796-48DF-9766-1D87363E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D4E0C-7B79-4AB2-8A6E-49EA7DD3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데모 영상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8C835-E6D7-4EA9-87BD-98E4F2B8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60–120초 권장 · 성공·실패·보류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6E988-202B-45C2-AD02-A19A880D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496DD-0F47-402F-8918-563CF944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6D34D-9C1D-4C22-96BB-4598B55F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동작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B6634-4134-4306-BE69-B2FCB3E7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실제 LLM / 고정 응답 / 수동 처리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C3C38-3742-491D-968B-6170DFF3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08067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54AB1-F8C7-4EDD-B378-078E9153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A7C64-5EAC-4AE6-9F14-703BD2BD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C218E-49BE-43E8-8D87-EAE3AFAE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제출 전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E504D-7CC1-4C1E-9984-E5F9A8A7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7FAEA-E965-4277-B9E7-6BF397E2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문제 · 사용 흐름 · 요구사항 ·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E9A88-8046-4B5C-8D46-56299DE1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93B5D-EC62-4012-A76C-3CBB1F0E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465AB-0460-41B0-BF01-16DB607A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제안·흐름·요구사항·평가·위험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2FB5B-3763-4B63-93FB-B46481FD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B5EA9-3C18-4683-A0F2-DB65E518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1A943-7DD0-4B78-BA30-49E93E35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권한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A7B25-795E-4E9D-98F4-7718A77B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링크 열림 · 개인정보·API 키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A2E49-BA49-4CA6-A094-4E6DCA43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12994-BCF9-483F-B620-68BE4BFD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1EE98-0B0A-48C3-A394-E44B51DA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C73A6-FFAC-489F-8F3D-015DBDE0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제출 인덱스·최종 버전·팀 기여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0D84E-EE0D-4375-A41D-3E4CDB1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0684197"/>
      </p:ext>
    </p:extLst>
  </p:cSld>
</p:sld>
</file>

<file path=ppt/theme/theme1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2026-10-02T07:21:17.3830000Z</dcterms:created>
  <dcterms:modified xsi:type="dcterms:W3CDTF">2026-10-02T07:21:17.3830000Z</dcterms:modified>
</coreProperties>
</file>