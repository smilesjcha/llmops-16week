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1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2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slides/charts/chart3.xml" ContentType="application/vnd.openxmlformats-officedocument.drawingml.chart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0db5f637ce443d" /><Relationship Type="http://schemas.openxmlformats.org/officeDocument/2006/relationships/extended-properties" Target="/docProps/app.xml" Id="Rf2a4b8f26a054aae" /><Relationship Type="http://schemas.openxmlformats.org/officeDocument/2006/relationships/officeDocument" Target="/ppt/presentation.xml" Id="Rd9c1adc102854e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a18d7ec23e4b2a"/>
  </p:sldMasterIdLst>
  <p:notesMasterIdLst>
    <p:notesMasterId xmlns:r="http://schemas.openxmlformats.org/officeDocument/2006/relationships" r:id="Ra2e8722d36364703"/>
  </p:notesMasterIdLst>
  <p:sldIdLst>
    <p:sldId xmlns:r="http://schemas.openxmlformats.org/officeDocument/2006/relationships" id="256" r:id="Rc2600b05a1cb46ca"/>
    <p:sldId xmlns:r="http://schemas.openxmlformats.org/officeDocument/2006/relationships" id="257" r:id="R0f7c7d89efe0484e"/>
    <p:sldId xmlns:r="http://schemas.openxmlformats.org/officeDocument/2006/relationships" id="258" r:id="R3ebb77f5f6fd4bc7"/>
    <p:sldId xmlns:r="http://schemas.openxmlformats.org/officeDocument/2006/relationships" id="259" r:id="Ra51a88f149d5418e"/>
    <p:sldId xmlns:r="http://schemas.openxmlformats.org/officeDocument/2006/relationships" id="260" r:id="Rb460f46c8c6b42e7"/>
    <p:sldId xmlns:r="http://schemas.openxmlformats.org/officeDocument/2006/relationships" id="261" r:id="Rbfc067b5dddd482e"/>
    <p:sldId xmlns:r="http://schemas.openxmlformats.org/officeDocument/2006/relationships" id="262" r:id="R546bbf8a4d8a48ff"/>
    <p:sldId xmlns:r="http://schemas.openxmlformats.org/officeDocument/2006/relationships" id="263" r:id="Rf912cda721ab44b6"/>
    <p:sldId xmlns:r="http://schemas.openxmlformats.org/officeDocument/2006/relationships" id="264" r:id="R08728069873947f8"/>
    <p:sldId xmlns:r="http://schemas.openxmlformats.org/officeDocument/2006/relationships" id="265" r:id="Rb6cee5f44ff84059"/>
    <p:sldId xmlns:r="http://schemas.openxmlformats.org/officeDocument/2006/relationships" id="266" r:id="R685d0a0c7b4c4fb7"/>
    <p:sldId xmlns:r="http://schemas.openxmlformats.org/officeDocument/2006/relationships" id="267" r:id="R5a2adb16090444b6"/>
    <p:sldId xmlns:r="http://schemas.openxmlformats.org/officeDocument/2006/relationships" id="268" r:id="R0f7120411d7742ca"/>
    <p:sldId xmlns:r="http://schemas.openxmlformats.org/officeDocument/2006/relationships" id="269" r:id="R143b2122d2a94070"/>
    <p:sldId xmlns:r="http://schemas.openxmlformats.org/officeDocument/2006/relationships" id="270" r:id="Rafba9adb1eee47ea"/>
    <p:sldId xmlns:r="http://schemas.openxmlformats.org/officeDocument/2006/relationships" id="271" r:id="Rbc56ba603586430c"/>
    <p:sldId xmlns:r="http://schemas.openxmlformats.org/officeDocument/2006/relationships" id="272" r:id="R705ee17ae6ab492b"/>
    <p:sldId xmlns:r="http://schemas.openxmlformats.org/officeDocument/2006/relationships" id="273" r:id="R9709b2aa7daa48f7"/>
    <p:sldId xmlns:r="http://schemas.openxmlformats.org/officeDocument/2006/relationships" id="274" r:id="R4f4da14e7374420c"/>
    <p:sldId xmlns:r="http://schemas.openxmlformats.org/officeDocument/2006/relationships" id="275" r:id="Rfe793237dff8474d"/>
    <p:sldId xmlns:r="http://schemas.openxmlformats.org/officeDocument/2006/relationships" id="276" r:id="R157eb74eb4f24e40"/>
    <p:sldId xmlns:r="http://schemas.openxmlformats.org/officeDocument/2006/relationships" id="277" r:id="Raf81a934b479479a"/>
    <p:sldId xmlns:r="http://schemas.openxmlformats.org/officeDocument/2006/relationships" id="278" r:id="R926ac6173da240fe"/>
    <p:sldId xmlns:r="http://schemas.openxmlformats.org/officeDocument/2006/relationships" id="279" r:id="Rc5d5cace54b94aa6"/>
    <p:sldId xmlns:r="http://schemas.openxmlformats.org/officeDocument/2006/relationships" id="280" r:id="Rc47c4fa3453e4604"/>
    <p:sldId xmlns:r="http://schemas.openxmlformats.org/officeDocument/2006/relationships" id="281" r:id="R5901170907fa4355"/>
    <p:sldId xmlns:r="http://schemas.openxmlformats.org/officeDocument/2006/relationships" id="282" r:id="R8d641c83a7d04c91"/>
    <p:sldId xmlns:r="http://schemas.openxmlformats.org/officeDocument/2006/relationships" id="283" r:id="R938a7158ea4a4bbf"/>
    <p:sldId xmlns:r="http://schemas.openxmlformats.org/officeDocument/2006/relationships" id="284" r:id="R14d150bac3aa47fb"/>
    <p:sldId xmlns:r="http://schemas.openxmlformats.org/officeDocument/2006/relationships" id="285" r:id="Rcb003c8f6b604508"/>
    <p:sldId xmlns:r="http://schemas.openxmlformats.org/officeDocument/2006/relationships" id="286" r:id="R6e12bb0b31b84dbc"/>
    <p:sldId xmlns:r="http://schemas.openxmlformats.org/officeDocument/2006/relationships" id="287" r:id="R91bf6c5098d74823"/>
    <p:sldId xmlns:r="http://schemas.openxmlformats.org/officeDocument/2006/relationships" id="288" r:id="R09513c23e5574534"/>
    <p:sldId xmlns:r="http://schemas.openxmlformats.org/officeDocument/2006/relationships" id="289" r:id="R924d898d1e13425c"/>
    <p:sldId xmlns:r="http://schemas.openxmlformats.org/officeDocument/2006/relationships" id="290" r:id="R4f6d1258fed5458b"/>
    <p:sldId xmlns:r="http://schemas.openxmlformats.org/officeDocument/2006/relationships" id="291" r:id="R426923248dd047d2"/>
    <p:sldId xmlns:r="http://schemas.openxmlformats.org/officeDocument/2006/relationships" id="292" r:id="R86ff912fe1694513"/>
    <p:sldId xmlns:r="http://schemas.openxmlformats.org/officeDocument/2006/relationships" id="293" r:id="R474c2fcf6d9d4f17"/>
    <p:sldId xmlns:r="http://schemas.openxmlformats.org/officeDocument/2006/relationships" id="294" r:id="Rb56a0ad8664148f3"/>
    <p:sldId xmlns:r="http://schemas.openxmlformats.org/officeDocument/2006/relationships" id="295" r:id="Rf54da98efc9041d9"/>
    <p:sldId xmlns:r="http://schemas.openxmlformats.org/officeDocument/2006/relationships" id="296" r:id="R2f17b786439a4249"/>
    <p:sldId xmlns:r="http://schemas.openxmlformats.org/officeDocument/2006/relationships" id="297" r:id="Re75a8202e0ef4c69"/>
    <p:sldId xmlns:r="http://schemas.openxmlformats.org/officeDocument/2006/relationships" id="298" r:id="Raa65ac3b86e44fa6"/>
    <p:sldId xmlns:r="http://schemas.openxmlformats.org/officeDocument/2006/relationships" id="299" r:id="R73045e85c4e84a82"/>
    <p:sldId xmlns:r="http://schemas.openxmlformats.org/officeDocument/2006/relationships" id="300" r:id="R3a3782c815b14bfa"/>
    <p:sldId xmlns:r="http://schemas.openxmlformats.org/officeDocument/2006/relationships" id="301" r:id="Rfca57448cfa94433"/>
    <p:sldId xmlns:r="http://schemas.openxmlformats.org/officeDocument/2006/relationships" id="302" r:id="R1051ff2c5e1d4ca8"/>
    <p:sldId xmlns:r="http://schemas.openxmlformats.org/officeDocument/2006/relationships" id="303" r:id="R09a0736b8a0f4980"/>
    <p:sldId xmlns:r="http://schemas.openxmlformats.org/officeDocument/2006/relationships" id="304" r:id="R6ad930518bae41ff"/>
    <p:sldId xmlns:r="http://schemas.openxmlformats.org/officeDocument/2006/relationships" id="305" r:id="Rcf70b75f24d14cea"/>
    <p:sldId xmlns:r="http://schemas.openxmlformats.org/officeDocument/2006/relationships" id="306" r:id="Ra31c40d04e89456a"/>
    <p:sldId xmlns:r="http://schemas.openxmlformats.org/officeDocument/2006/relationships" id="307" r:id="Rd3846a62ebb5481b"/>
    <p:sldId xmlns:r="http://schemas.openxmlformats.org/officeDocument/2006/relationships" id="308" r:id="R6e0eb97942094025"/>
    <p:sldId xmlns:r="http://schemas.openxmlformats.org/officeDocument/2006/relationships" id="309" r:id="R7002de2185584cf2"/>
    <p:sldId xmlns:r="http://schemas.openxmlformats.org/officeDocument/2006/relationships" id="310" r:id="R00ff090da27b4dbf"/>
    <p:sldId xmlns:r="http://schemas.openxmlformats.org/officeDocument/2006/relationships" id="311" r:id="R90cd9f75c082497d"/>
    <p:sldId xmlns:r="http://schemas.openxmlformats.org/officeDocument/2006/relationships" id="312" r:id="R36822a3d07c840e7"/>
    <p:sldId xmlns:r="http://schemas.openxmlformats.org/officeDocument/2006/relationships" id="313" r:id="Rb559e2d8fd2c4ce2"/>
    <p:sldId xmlns:r="http://schemas.openxmlformats.org/officeDocument/2006/relationships" id="314" r:id="R0b21155a474d4542"/>
    <p:sldId xmlns:r="http://schemas.openxmlformats.org/officeDocument/2006/relationships" id="315" r:id="R1ad56f65a9854a44"/>
    <p:sldId xmlns:r="http://schemas.openxmlformats.org/officeDocument/2006/relationships" id="316" r:id="R2d6111a1803d4ff2"/>
    <p:sldId xmlns:r="http://schemas.openxmlformats.org/officeDocument/2006/relationships" id="317" r:id="R5890b38ba29b4417"/>
    <p:sldId xmlns:r="http://schemas.openxmlformats.org/officeDocument/2006/relationships" id="318" r:id="R30b29cfa345c4836"/>
    <p:sldId xmlns:r="http://schemas.openxmlformats.org/officeDocument/2006/relationships" id="319" r:id="Rf2b9ca675a9b4796"/>
    <p:sldId xmlns:r="http://schemas.openxmlformats.org/officeDocument/2006/relationships" id="320" r:id="R58227f75284c4fe0"/>
    <p:sldId xmlns:r="http://schemas.openxmlformats.org/officeDocument/2006/relationships" id="321" r:id="R80e8ae0cbc254425"/>
    <p:sldId xmlns:r="http://schemas.openxmlformats.org/officeDocument/2006/relationships" id="322" r:id="Rf0e6ed50d4c94b48"/>
    <p:sldId xmlns:r="http://schemas.openxmlformats.org/officeDocument/2006/relationships" id="323" r:id="Raa90c9e525f3428b"/>
    <p:sldId xmlns:r="http://schemas.openxmlformats.org/officeDocument/2006/relationships" id="324" r:id="R62cd9636b50a48cf"/>
    <p:sldId xmlns:r="http://schemas.openxmlformats.org/officeDocument/2006/relationships" id="325" r:id="R9008ff689caf44e4"/>
    <p:sldId xmlns:r="http://schemas.openxmlformats.org/officeDocument/2006/relationships" id="326" r:id="Ra76e5b30330649d7"/>
    <p:sldId xmlns:r="http://schemas.openxmlformats.org/officeDocument/2006/relationships" id="327" r:id="R699745c88e044c68"/>
    <p:sldId xmlns:r="http://schemas.openxmlformats.org/officeDocument/2006/relationships" id="328" r:id="Rba8f096e8f2842c0"/>
    <p:sldId xmlns:r="http://schemas.openxmlformats.org/officeDocument/2006/relationships" id="329" r:id="R3bde5fc93cef40fd"/>
    <p:sldId xmlns:r="http://schemas.openxmlformats.org/officeDocument/2006/relationships" id="330" r:id="Rfa2a9892601f499f"/>
    <p:sldId xmlns:r="http://schemas.openxmlformats.org/officeDocument/2006/relationships" id="331" r:id="Re9e96a94a471425d"/>
    <p:sldId xmlns:r="http://schemas.openxmlformats.org/officeDocument/2006/relationships" id="332" r:id="Rcfbcfaa781114e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c362e28bd8422c" /><Relationship Type="http://schemas.openxmlformats.org/officeDocument/2006/relationships/slideMaster" Target="/ppt/slideMasters/slideMaster1.xml" Id="R51a18d7ec23e4b2a" /><Relationship Type="http://schemas.openxmlformats.org/officeDocument/2006/relationships/notesMaster" Target="/ppt/notesMasters/notesMaster1.xml" Id="Ra2e8722d36364703" /><Relationship Type="http://schemas.openxmlformats.org/officeDocument/2006/relationships/presProps" Target="/ppt/presProps.xml" Id="Racfbf26068844034" /><Relationship Type="http://schemas.openxmlformats.org/officeDocument/2006/relationships/tableStyles" Target="/ppt/tableStyles.xml" Id="R3e521f99811446a5" /><Relationship Type="http://schemas.openxmlformats.org/officeDocument/2006/relationships/slide" Target="/ppt/slides/slide1.xml" Id="Rc2600b05a1cb46ca" /><Relationship Type="http://schemas.openxmlformats.org/officeDocument/2006/relationships/slide" Target="/ppt/slides/slide2.xml" Id="R0f7c7d89efe0484e" /><Relationship Type="http://schemas.openxmlformats.org/officeDocument/2006/relationships/slide" Target="/ppt/slides/slide3.xml" Id="R3ebb77f5f6fd4bc7" /><Relationship Type="http://schemas.openxmlformats.org/officeDocument/2006/relationships/slide" Target="/ppt/slides/slide4.xml" Id="Ra51a88f149d5418e" /><Relationship Type="http://schemas.openxmlformats.org/officeDocument/2006/relationships/slide" Target="/ppt/slides/slide5.xml" Id="Rb460f46c8c6b42e7" /><Relationship Type="http://schemas.openxmlformats.org/officeDocument/2006/relationships/slide" Target="/ppt/slides/slide6.xml" Id="Rbfc067b5dddd482e" /><Relationship Type="http://schemas.openxmlformats.org/officeDocument/2006/relationships/slide" Target="/ppt/slides/slide7.xml" Id="R546bbf8a4d8a48ff" /><Relationship Type="http://schemas.openxmlformats.org/officeDocument/2006/relationships/slide" Target="/ppt/slides/slide8.xml" Id="Rf912cda721ab44b6" /><Relationship Type="http://schemas.openxmlformats.org/officeDocument/2006/relationships/slide" Target="/ppt/slides/slide9.xml" Id="R08728069873947f8" /><Relationship Type="http://schemas.openxmlformats.org/officeDocument/2006/relationships/slide" Target="/ppt/slides/slide10.xml" Id="Rb6cee5f44ff84059" /><Relationship Type="http://schemas.openxmlformats.org/officeDocument/2006/relationships/slide" Target="/ppt/slides/slide11.xml" Id="R685d0a0c7b4c4fb7" /><Relationship Type="http://schemas.openxmlformats.org/officeDocument/2006/relationships/slide" Target="/ppt/slides/slide12.xml" Id="R5a2adb16090444b6" /><Relationship Type="http://schemas.openxmlformats.org/officeDocument/2006/relationships/slide" Target="/ppt/slides/slide13.xml" Id="R0f7120411d7742ca" /><Relationship Type="http://schemas.openxmlformats.org/officeDocument/2006/relationships/slide" Target="/ppt/slides/slide14.xml" Id="R143b2122d2a94070" /><Relationship Type="http://schemas.openxmlformats.org/officeDocument/2006/relationships/slide" Target="/ppt/slides/slide15.xml" Id="Rafba9adb1eee47ea" /><Relationship Type="http://schemas.openxmlformats.org/officeDocument/2006/relationships/slide" Target="/ppt/slides/slide16.xml" Id="Rbc56ba603586430c" /><Relationship Type="http://schemas.openxmlformats.org/officeDocument/2006/relationships/slide" Target="/ppt/slides/slide17.xml" Id="R705ee17ae6ab492b" /><Relationship Type="http://schemas.openxmlformats.org/officeDocument/2006/relationships/slide" Target="/ppt/slides/slide18.xml" Id="R9709b2aa7daa48f7" /><Relationship Type="http://schemas.openxmlformats.org/officeDocument/2006/relationships/slide" Target="/ppt/slides/slide19.xml" Id="R4f4da14e7374420c" /><Relationship Type="http://schemas.openxmlformats.org/officeDocument/2006/relationships/slide" Target="/ppt/slides/slide20.xml" Id="Rfe793237dff8474d" /><Relationship Type="http://schemas.openxmlformats.org/officeDocument/2006/relationships/slide" Target="/ppt/slides/slide21.xml" Id="R157eb74eb4f24e40" /><Relationship Type="http://schemas.openxmlformats.org/officeDocument/2006/relationships/slide" Target="/ppt/slides/slide22.xml" Id="Raf81a934b479479a" /><Relationship Type="http://schemas.openxmlformats.org/officeDocument/2006/relationships/slide" Target="/ppt/slides/slide23.xml" Id="R926ac6173da240fe" /><Relationship Type="http://schemas.openxmlformats.org/officeDocument/2006/relationships/slide" Target="/ppt/slides/slide24.xml" Id="Rc5d5cace54b94aa6" /><Relationship Type="http://schemas.openxmlformats.org/officeDocument/2006/relationships/slide" Target="/ppt/slides/slide25.xml" Id="Rc47c4fa3453e4604" /><Relationship Type="http://schemas.openxmlformats.org/officeDocument/2006/relationships/slide" Target="/ppt/slides/slide26.xml" Id="R5901170907fa4355" /><Relationship Type="http://schemas.openxmlformats.org/officeDocument/2006/relationships/slide" Target="/ppt/slides/slide27.xml" Id="R8d641c83a7d04c91" /><Relationship Type="http://schemas.openxmlformats.org/officeDocument/2006/relationships/slide" Target="/ppt/slides/slide28.xml" Id="R938a7158ea4a4bbf" /><Relationship Type="http://schemas.openxmlformats.org/officeDocument/2006/relationships/slide" Target="/ppt/slides/slide29.xml" Id="R14d150bac3aa47fb" /><Relationship Type="http://schemas.openxmlformats.org/officeDocument/2006/relationships/slide" Target="/ppt/slides/slide30.xml" Id="Rcb003c8f6b604508" /><Relationship Type="http://schemas.openxmlformats.org/officeDocument/2006/relationships/slide" Target="/ppt/slides/slide31.xml" Id="R6e12bb0b31b84dbc" /><Relationship Type="http://schemas.openxmlformats.org/officeDocument/2006/relationships/slide" Target="/ppt/slides/slide32.xml" Id="R91bf6c5098d74823" /><Relationship Type="http://schemas.openxmlformats.org/officeDocument/2006/relationships/slide" Target="/ppt/slides/slide33.xml" Id="R09513c23e5574534" /><Relationship Type="http://schemas.openxmlformats.org/officeDocument/2006/relationships/slide" Target="/ppt/slides/slide34.xml" Id="R924d898d1e13425c" /><Relationship Type="http://schemas.openxmlformats.org/officeDocument/2006/relationships/slide" Target="/ppt/slides/slide35.xml" Id="R4f6d1258fed5458b" /><Relationship Type="http://schemas.openxmlformats.org/officeDocument/2006/relationships/slide" Target="/ppt/slides/slide36.xml" Id="R426923248dd047d2" /><Relationship Type="http://schemas.openxmlformats.org/officeDocument/2006/relationships/slide" Target="/ppt/slides/slide37.xml" Id="R86ff912fe1694513" /><Relationship Type="http://schemas.openxmlformats.org/officeDocument/2006/relationships/slide" Target="/ppt/slides/slide38.xml" Id="R474c2fcf6d9d4f17" /><Relationship Type="http://schemas.openxmlformats.org/officeDocument/2006/relationships/slide" Target="/ppt/slides/slide39.xml" Id="Rb56a0ad8664148f3" /><Relationship Type="http://schemas.openxmlformats.org/officeDocument/2006/relationships/slide" Target="/ppt/slides/slide40.xml" Id="Rf54da98efc9041d9" /><Relationship Type="http://schemas.openxmlformats.org/officeDocument/2006/relationships/slide" Target="/ppt/slides/slide41.xml" Id="R2f17b786439a4249" /><Relationship Type="http://schemas.openxmlformats.org/officeDocument/2006/relationships/slide" Target="/ppt/slides/slide42.xml" Id="Re75a8202e0ef4c69" /><Relationship Type="http://schemas.openxmlformats.org/officeDocument/2006/relationships/slide" Target="/ppt/slides/slide43.xml" Id="Raa65ac3b86e44fa6" /><Relationship Type="http://schemas.openxmlformats.org/officeDocument/2006/relationships/slide" Target="/ppt/slides/slide44.xml" Id="R73045e85c4e84a82" /><Relationship Type="http://schemas.openxmlformats.org/officeDocument/2006/relationships/slide" Target="/ppt/slides/slide45.xml" Id="R3a3782c815b14bfa" /><Relationship Type="http://schemas.openxmlformats.org/officeDocument/2006/relationships/slide" Target="/ppt/slides/slide46.xml" Id="Rfca57448cfa94433" /><Relationship Type="http://schemas.openxmlformats.org/officeDocument/2006/relationships/slide" Target="/ppt/slides/slide47.xml" Id="R1051ff2c5e1d4ca8" /><Relationship Type="http://schemas.openxmlformats.org/officeDocument/2006/relationships/slide" Target="/ppt/slides/slide48.xml" Id="R09a0736b8a0f4980" /><Relationship Type="http://schemas.openxmlformats.org/officeDocument/2006/relationships/slide" Target="/ppt/slides/slide49.xml" Id="R6ad930518bae41ff" /><Relationship Type="http://schemas.openxmlformats.org/officeDocument/2006/relationships/slide" Target="/ppt/slides/slide50.xml" Id="Rcf70b75f24d14cea" /><Relationship Type="http://schemas.openxmlformats.org/officeDocument/2006/relationships/slide" Target="/ppt/slides/slide51.xml" Id="Ra31c40d04e89456a" /><Relationship Type="http://schemas.openxmlformats.org/officeDocument/2006/relationships/slide" Target="/ppt/slides/slide52.xml" Id="Rd3846a62ebb5481b" /><Relationship Type="http://schemas.openxmlformats.org/officeDocument/2006/relationships/slide" Target="/ppt/slides/slide53.xml" Id="R6e0eb97942094025" /><Relationship Type="http://schemas.openxmlformats.org/officeDocument/2006/relationships/slide" Target="/ppt/slides/slide54.xml" Id="R7002de2185584cf2" /><Relationship Type="http://schemas.openxmlformats.org/officeDocument/2006/relationships/slide" Target="/ppt/slides/slide55.xml" Id="R00ff090da27b4dbf" /><Relationship Type="http://schemas.openxmlformats.org/officeDocument/2006/relationships/slide" Target="/ppt/slides/slide56.xml" Id="R90cd9f75c082497d" /><Relationship Type="http://schemas.openxmlformats.org/officeDocument/2006/relationships/slide" Target="/ppt/slides/slide57.xml" Id="R36822a3d07c840e7" /><Relationship Type="http://schemas.openxmlformats.org/officeDocument/2006/relationships/slide" Target="/ppt/slides/slide58.xml" Id="Rb559e2d8fd2c4ce2" /><Relationship Type="http://schemas.openxmlformats.org/officeDocument/2006/relationships/slide" Target="/ppt/slides/slide59.xml" Id="R0b21155a474d4542" /><Relationship Type="http://schemas.openxmlformats.org/officeDocument/2006/relationships/slide" Target="/ppt/slides/slide60.xml" Id="R1ad56f65a9854a44" /><Relationship Type="http://schemas.openxmlformats.org/officeDocument/2006/relationships/slide" Target="/ppt/slides/slide61.xml" Id="R2d6111a1803d4ff2" /><Relationship Type="http://schemas.openxmlformats.org/officeDocument/2006/relationships/slide" Target="/ppt/slides/slide62.xml" Id="R5890b38ba29b4417" /><Relationship Type="http://schemas.openxmlformats.org/officeDocument/2006/relationships/slide" Target="/ppt/slides/slide63.xml" Id="R30b29cfa345c4836" /><Relationship Type="http://schemas.openxmlformats.org/officeDocument/2006/relationships/slide" Target="/ppt/slides/slide64.xml" Id="Rf2b9ca675a9b4796" /><Relationship Type="http://schemas.openxmlformats.org/officeDocument/2006/relationships/slide" Target="/ppt/slides/slide65.xml" Id="R58227f75284c4fe0" /><Relationship Type="http://schemas.openxmlformats.org/officeDocument/2006/relationships/slide" Target="/ppt/slides/slide66.xml" Id="R80e8ae0cbc254425" /><Relationship Type="http://schemas.openxmlformats.org/officeDocument/2006/relationships/slide" Target="/ppt/slides/slide67.xml" Id="Rf0e6ed50d4c94b48" /><Relationship Type="http://schemas.openxmlformats.org/officeDocument/2006/relationships/slide" Target="/ppt/slides/slide68.xml" Id="Raa90c9e525f3428b" /><Relationship Type="http://schemas.openxmlformats.org/officeDocument/2006/relationships/slide" Target="/ppt/slides/slide69.xml" Id="R62cd9636b50a48cf" /><Relationship Type="http://schemas.openxmlformats.org/officeDocument/2006/relationships/slide" Target="/ppt/slides/slide70.xml" Id="R9008ff689caf44e4" /><Relationship Type="http://schemas.openxmlformats.org/officeDocument/2006/relationships/slide" Target="/ppt/slides/slide71.xml" Id="Ra76e5b30330649d7" /><Relationship Type="http://schemas.openxmlformats.org/officeDocument/2006/relationships/slide" Target="/ppt/slides/slide72.xml" Id="R699745c88e044c68" /><Relationship Type="http://schemas.openxmlformats.org/officeDocument/2006/relationships/slide" Target="/ppt/slides/slide73.xml" Id="Rba8f096e8f2842c0" /><Relationship Type="http://schemas.openxmlformats.org/officeDocument/2006/relationships/slide" Target="/ppt/slides/slide74.xml" Id="R3bde5fc93cef40fd" /><Relationship Type="http://schemas.openxmlformats.org/officeDocument/2006/relationships/slide" Target="/ppt/slides/slide75.xml" Id="Rfa2a9892601f499f" /><Relationship Type="http://schemas.openxmlformats.org/officeDocument/2006/relationships/slide" Target="/ppt/slides/slide76.xml" Id="Re9e96a94a471425d" /><Relationship Type="http://schemas.openxmlformats.org/officeDocument/2006/relationships/slide" Target="/ppt/slides/slide77.xml" Id="Rcfbcfaa781114e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04a7d637ca45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1026df81294553" /><Relationship Type="http://schemas.openxmlformats.org/officeDocument/2006/relationships/notesMaster" Target="/ppt/notesMasters/notesMaster1.xml" Id="Rdfd7dfedaec949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7bfa328880495e" /><Relationship Type="http://schemas.openxmlformats.org/officeDocument/2006/relationships/notesMaster" Target="/ppt/notesMasters/notesMaster1.xml" Id="Rb9f51c82c5294a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861cc993a349fb" /><Relationship Type="http://schemas.openxmlformats.org/officeDocument/2006/relationships/notesMaster" Target="/ppt/notesMasters/notesMaster1.xml" Id="R6c8d21276c3d4e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2b75548d4d4643" /><Relationship Type="http://schemas.openxmlformats.org/officeDocument/2006/relationships/notesMaster" Target="/ppt/notesMasters/notesMaster1.xml" Id="Rae8a1c4d85c548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d1d38aa8fb40da" /><Relationship Type="http://schemas.openxmlformats.org/officeDocument/2006/relationships/notesMaster" Target="/ppt/notesMasters/notesMaster1.xml" Id="R15179079ae8642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c749b7d5684ac5" /><Relationship Type="http://schemas.openxmlformats.org/officeDocument/2006/relationships/notesMaster" Target="/ppt/notesMasters/notesMaster1.xml" Id="Rc47808fa1d794a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563febda504915" /><Relationship Type="http://schemas.openxmlformats.org/officeDocument/2006/relationships/notesMaster" Target="/ppt/notesMasters/notesMaster1.xml" Id="Rade1ee6a675442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8804af0e554908" /><Relationship Type="http://schemas.openxmlformats.org/officeDocument/2006/relationships/notesMaster" Target="/ppt/notesMasters/notesMaster1.xml" Id="R5892b4abb0fc46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763ad2754d4592" /><Relationship Type="http://schemas.openxmlformats.org/officeDocument/2006/relationships/notesMaster" Target="/ppt/notesMasters/notesMaster1.xml" Id="R1fd17d3922de4d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091e5d9b044e55" /><Relationship Type="http://schemas.openxmlformats.org/officeDocument/2006/relationships/notesMaster" Target="/ppt/notesMasters/notesMaster1.xml" Id="Rfce0041f89db4d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cad8d7119f4f02" /><Relationship Type="http://schemas.openxmlformats.org/officeDocument/2006/relationships/notesMaster" Target="/ppt/notesMasters/notesMaster1.xml" Id="Rce8a3f9acd3542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f10664b3b44ec0" /><Relationship Type="http://schemas.openxmlformats.org/officeDocument/2006/relationships/notesMaster" Target="/ppt/notesMasters/notesMaster1.xml" Id="R8289cb6c0ab24a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067fd04de9a4072" /><Relationship Type="http://schemas.openxmlformats.org/officeDocument/2006/relationships/notesMaster" Target="/ppt/notesMasters/notesMaster1.xml" Id="R0f93de4047db43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ede1e7ccea94e61" /><Relationship Type="http://schemas.openxmlformats.org/officeDocument/2006/relationships/notesMaster" Target="/ppt/notesMasters/notesMaster1.xml" Id="Raa72d50c50ae4dd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ef4be483aed44d7" /><Relationship Type="http://schemas.openxmlformats.org/officeDocument/2006/relationships/notesMaster" Target="/ppt/notesMasters/notesMaster1.xml" Id="Rf25169d4d896475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f734a5bc6b42ee" /><Relationship Type="http://schemas.openxmlformats.org/officeDocument/2006/relationships/notesMaster" Target="/ppt/notesMasters/notesMaster1.xml" Id="R5042fa1be6304c2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319507c4b404815" /><Relationship Type="http://schemas.openxmlformats.org/officeDocument/2006/relationships/notesMaster" Target="/ppt/notesMasters/notesMaster1.xml" Id="R1f62f98f5fda42b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f6cec6cc82a44c3" /><Relationship Type="http://schemas.openxmlformats.org/officeDocument/2006/relationships/notesMaster" Target="/ppt/notesMasters/notesMaster1.xml" Id="Rb1bda95b28db4de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36c87941d594a63" /><Relationship Type="http://schemas.openxmlformats.org/officeDocument/2006/relationships/notesMaster" Target="/ppt/notesMasters/notesMaster1.xml" Id="Rb0d36af2ba70498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cc57e2c98344d79" /><Relationship Type="http://schemas.openxmlformats.org/officeDocument/2006/relationships/notesMaster" Target="/ppt/notesMasters/notesMaster1.xml" Id="Ra69ce8afec1347f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838c3b894ff4cf3" /><Relationship Type="http://schemas.openxmlformats.org/officeDocument/2006/relationships/notesMaster" Target="/ppt/notesMasters/notesMaster1.xml" Id="R6e65f466b2194d1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2b68fab46a546b6" /><Relationship Type="http://schemas.openxmlformats.org/officeDocument/2006/relationships/notesMaster" Target="/ppt/notesMasters/notesMaster1.xml" Id="R83336d83ee26489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e0a88abb0b546c7" /><Relationship Type="http://schemas.openxmlformats.org/officeDocument/2006/relationships/notesMaster" Target="/ppt/notesMasters/notesMaster1.xml" Id="Rbbf38076b563447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c54b2a32f7048eb" /><Relationship Type="http://schemas.openxmlformats.org/officeDocument/2006/relationships/notesMaster" Target="/ppt/notesMasters/notesMaster1.xml" Id="Rbfac8178270e4bb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16a4484210d4c63" /><Relationship Type="http://schemas.openxmlformats.org/officeDocument/2006/relationships/notesMaster" Target="/ppt/notesMasters/notesMaster1.xml" Id="R7face444d333496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7c13d65733845af" /><Relationship Type="http://schemas.openxmlformats.org/officeDocument/2006/relationships/notesMaster" Target="/ppt/notesMasters/notesMaster1.xml" Id="R12051c5ffcad44c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1e61e5c2edc4211" /><Relationship Type="http://schemas.openxmlformats.org/officeDocument/2006/relationships/notesMaster" Target="/ppt/notesMasters/notesMaster1.xml" Id="Rf1342db3f377407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0b134cdb0e9410a" /><Relationship Type="http://schemas.openxmlformats.org/officeDocument/2006/relationships/notesMaster" Target="/ppt/notesMasters/notesMaster1.xml" Id="R202e883ef999447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172b10c6008463f" /><Relationship Type="http://schemas.openxmlformats.org/officeDocument/2006/relationships/notesMaster" Target="/ppt/notesMasters/notesMaster1.xml" Id="Rb3d1f7348fcd48c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3e24a6574ee4d32" /><Relationship Type="http://schemas.openxmlformats.org/officeDocument/2006/relationships/notesMaster" Target="/ppt/notesMasters/notesMaster1.xml" Id="R9f1d3d8ec5804d0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c7ed1fea55a4fb9" /><Relationship Type="http://schemas.openxmlformats.org/officeDocument/2006/relationships/notesMaster" Target="/ppt/notesMasters/notesMaster1.xml" Id="R0fd7ca78b20143f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4b1ca883cd54806" /><Relationship Type="http://schemas.openxmlformats.org/officeDocument/2006/relationships/notesMaster" Target="/ppt/notesMasters/notesMaster1.xml" Id="Rac2c893ce6454e5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388d6d2c3e14736" /><Relationship Type="http://schemas.openxmlformats.org/officeDocument/2006/relationships/notesMaster" Target="/ppt/notesMasters/notesMaster1.xml" Id="R1ad065ce2fa84aa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7e25ad8b1d44294" /><Relationship Type="http://schemas.openxmlformats.org/officeDocument/2006/relationships/notesMaster" Target="/ppt/notesMasters/notesMaster1.xml" Id="R11a0812a4ab0434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6c316f5962841d5" /><Relationship Type="http://schemas.openxmlformats.org/officeDocument/2006/relationships/notesMaster" Target="/ppt/notesMasters/notesMaster1.xml" Id="R519fe3735f0d4b4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5e6df31fdec4613" /><Relationship Type="http://schemas.openxmlformats.org/officeDocument/2006/relationships/notesMaster" Target="/ppt/notesMasters/notesMaster1.xml" Id="Rba6b2c1993f948c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29db0c092d24ec4" /><Relationship Type="http://schemas.openxmlformats.org/officeDocument/2006/relationships/notesMaster" Target="/ppt/notesMasters/notesMaster1.xml" Id="Rfd2049c4ce4c4fd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f35bc973be44a8c" /><Relationship Type="http://schemas.openxmlformats.org/officeDocument/2006/relationships/notesMaster" Target="/ppt/notesMasters/notesMaster1.xml" Id="R7fbbc408132f481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57c1d92fc3741b8" /><Relationship Type="http://schemas.openxmlformats.org/officeDocument/2006/relationships/notesMaster" Target="/ppt/notesMasters/notesMaster1.xml" Id="Raa82781ba7ab4bf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0a1cde644f54046" /><Relationship Type="http://schemas.openxmlformats.org/officeDocument/2006/relationships/notesMaster" Target="/ppt/notesMasters/notesMaster1.xml" Id="Ra7b13eeb2057431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077abc1b5a74492" /><Relationship Type="http://schemas.openxmlformats.org/officeDocument/2006/relationships/notesMaster" Target="/ppt/notesMasters/notesMaster1.xml" Id="R8731cd6e30dd436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e1ce05f341c4b2f" /><Relationship Type="http://schemas.openxmlformats.org/officeDocument/2006/relationships/notesMaster" Target="/ppt/notesMasters/notesMaster1.xml" Id="R33fe0085812448c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60906d69cc5421e" /><Relationship Type="http://schemas.openxmlformats.org/officeDocument/2006/relationships/notesMaster" Target="/ppt/notesMasters/notesMaster1.xml" Id="R7f37d9681d4c432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a83f2bb417bb4854" /><Relationship Type="http://schemas.openxmlformats.org/officeDocument/2006/relationships/notesMaster" Target="/ppt/notesMasters/notesMaster1.xml" Id="R01141163d5dd40b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0c0925ae9324e57" /><Relationship Type="http://schemas.openxmlformats.org/officeDocument/2006/relationships/notesMaster" Target="/ppt/notesMasters/notesMaster1.xml" Id="Rb8d93773224b47d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30d658522294dc8" /><Relationship Type="http://schemas.openxmlformats.org/officeDocument/2006/relationships/notesMaster" Target="/ppt/notesMasters/notesMaster1.xml" Id="Re0b0a214e04a490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4e87d13ae234c38" /><Relationship Type="http://schemas.openxmlformats.org/officeDocument/2006/relationships/notesMaster" Target="/ppt/notesMasters/notesMaster1.xml" Id="R736ce64459ff4572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ea970e9b6f3547e9" /><Relationship Type="http://schemas.openxmlformats.org/officeDocument/2006/relationships/notesMaster" Target="/ppt/notesMasters/notesMaster1.xml" Id="R638fdde404ee499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84a96a4317834b71" /><Relationship Type="http://schemas.openxmlformats.org/officeDocument/2006/relationships/notesMaster" Target="/ppt/notesMasters/notesMaster1.xml" Id="Rbf435a0d138d4ed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11bc0ebb2b9542c5" /><Relationship Type="http://schemas.openxmlformats.org/officeDocument/2006/relationships/notesMaster" Target="/ppt/notesMasters/notesMaster1.xml" Id="Rbdda10a3b36f447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d3664e58caf42e4" /><Relationship Type="http://schemas.openxmlformats.org/officeDocument/2006/relationships/notesMaster" Target="/ppt/notesMasters/notesMaster1.xml" Id="Re98f48708e514c6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9cb3593315e84aef" /><Relationship Type="http://schemas.openxmlformats.org/officeDocument/2006/relationships/notesMaster" Target="/ppt/notesMasters/notesMaster1.xml" Id="R6629847fed404164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bc6e8ed344444e6" /><Relationship Type="http://schemas.openxmlformats.org/officeDocument/2006/relationships/notesMaster" Target="/ppt/notesMasters/notesMaster1.xml" Id="Re55eb2a8bccb480b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d5981a2f1ccb42ac" /><Relationship Type="http://schemas.openxmlformats.org/officeDocument/2006/relationships/notesMaster" Target="/ppt/notesMasters/notesMaster1.xml" Id="Rbbec8c7ff14b4f4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da210f7cc8c45cc" /><Relationship Type="http://schemas.openxmlformats.org/officeDocument/2006/relationships/notesMaster" Target="/ppt/notesMasters/notesMaster1.xml" Id="R2b592e6985c141b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4b2b618a6ee34abd" /><Relationship Type="http://schemas.openxmlformats.org/officeDocument/2006/relationships/notesMaster" Target="/ppt/notesMasters/notesMaster1.xml" Id="Rad0285c6f9204837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3dcb46603b034b82" /><Relationship Type="http://schemas.openxmlformats.org/officeDocument/2006/relationships/notesMaster" Target="/ppt/notesMasters/notesMaster1.xml" Id="R20fae6a6e773429c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7a28b91892404cb5" /><Relationship Type="http://schemas.openxmlformats.org/officeDocument/2006/relationships/notesMaster" Target="/ppt/notesMasters/notesMaster1.xml" Id="R70ea623f4a9c437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cd631028204d4e9e" /><Relationship Type="http://schemas.openxmlformats.org/officeDocument/2006/relationships/notesMaster" Target="/ppt/notesMasters/notesMaster1.xml" Id="R658d15140d9e427d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eba705c6771145a5" /><Relationship Type="http://schemas.openxmlformats.org/officeDocument/2006/relationships/notesMaster" Target="/ppt/notesMasters/notesMaster1.xml" Id="Rd5ef6abbe84648f4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edb6a24c8741452a" /><Relationship Type="http://schemas.openxmlformats.org/officeDocument/2006/relationships/notesMaster" Target="/ppt/notesMasters/notesMaster1.xml" Id="Re27ae3ecfd0b4184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23f9b0b0814344ac" /><Relationship Type="http://schemas.openxmlformats.org/officeDocument/2006/relationships/notesMaster" Target="/ppt/notesMasters/notesMaster1.xml" Id="R8d31f530b55e4116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9dc7e58b14c4b8f" /><Relationship Type="http://schemas.openxmlformats.org/officeDocument/2006/relationships/notesMaster" Target="/ppt/notesMasters/notesMaster1.xml" Id="R9a3396cd1c254fff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2a411476648469c" /><Relationship Type="http://schemas.openxmlformats.org/officeDocument/2006/relationships/notesMaster" Target="/ppt/notesMasters/notesMaster1.xml" Id="R6dcf48665d494738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e7ed16fe061a4b73" /><Relationship Type="http://schemas.openxmlformats.org/officeDocument/2006/relationships/notesMaster" Target="/ppt/notesMasters/notesMaster1.xml" Id="R78b50c4dc00e4d0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334c5308790b4159" /><Relationship Type="http://schemas.openxmlformats.org/officeDocument/2006/relationships/notesMaster" Target="/ppt/notesMasters/notesMaster1.xml" Id="Rda12c0dd03424a2d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3ca0260dc5fc4f67" /><Relationship Type="http://schemas.openxmlformats.org/officeDocument/2006/relationships/notesMaster" Target="/ppt/notesMasters/notesMaster1.xml" Id="Rbcf025cec5d44b6d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853ac3cc75bb42f8" /><Relationship Type="http://schemas.openxmlformats.org/officeDocument/2006/relationships/notesMaster" Target="/ppt/notesMasters/notesMaster1.xml" Id="R61dd95cc4a214ebf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a1b1a61799834200" /><Relationship Type="http://schemas.openxmlformats.org/officeDocument/2006/relationships/notesMaster" Target="/ppt/notesMasters/notesMaster1.xml" Id="R1f71bb1e44394039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600b398063354b8e" /><Relationship Type="http://schemas.openxmlformats.org/officeDocument/2006/relationships/notesMaster" Target="/ppt/notesMasters/notesMaster1.xml" Id="Rd685ea5c6dbb4cc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3e9bb1498200492e" /><Relationship Type="http://schemas.openxmlformats.org/officeDocument/2006/relationships/notesMaster" Target="/ppt/notesMasters/notesMaster1.xml" Id="R18850f0355ad48de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3daade10a7ec4730" /><Relationship Type="http://schemas.openxmlformats.org/officeDocument/2006/relationships/notesMaster" Target="/ppt/notesMasters/notesMaster1.xml" Id="Rf23e066188fd4444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90c05634242c424c" /><Relationship Type="http://schemas.openxmlformats.org/officeDocument/2006/relationships/notesMaster" Target="/ppt/notesMasters/notesMaster1.xml" Id="R3b5fd13e94a343f0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fb7ad17f955e4c1e" /><Relationship Type="http://schemas.openxmlformats.org/officeDocument/2006/relationships/notesMaster" Target="/ppt/notesMasters/notesMaster1.xml" Id="Rdb6ea827612c4732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fe5c94e2e20a4131" /><Relationship Type="http://schemas.openxmlformats.org/officeDocument/2006/relationships/notesMaster" Target="/ppt/notesMasters/notesMaster1.xml" Id="R8ab4eef292694456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29d4f023d14e45a3" /><Relationship Type="http://schemas.openxmlformats.org/officeDocument/2006/relationships/notesMaster" Target="/ppt/notesMasters/notesMaster1.xml" Id="Ra072da762ba54f8a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6082f749f4734c92" /><Relationship Type="http://schemas.openxmlformats.org/officeDocument/2006/relationships/notesMaster" Target="/ppt/notesMasters/notesMaster1.xml" Id="R774100c0374a49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https://arxiv.org/abs/2305.18290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8c4b22aca243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06e3d3eeca4947" /><Relationship Type="http://schemas.openxmlformats.org/officeDocument/2006/relationships/slideLayout" Target="/ppt/slideLayouts/slideLayout1.xml" Id="R72d00cc304cb4c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d00cc304cb4c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04bb7ee454949" /><Relationship Type="http://schemas.openxmlformats.org/officeDocument/2006/relationships/notesSlide" Target="/ppt/notesSlides/notesSlide1.xml" Id="R8a244375717f47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7d7bb81e14b8e" /><Relationship Type="http://schemas.openxmlformats.org/officeDocument/2006/relationships/notesSlide" Target="/ppt/notesSlides/notesSlide2.xml" Id="Rb678a5d41ede4d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126a7186b4f1e" /><Relationship Type="http://schemas.openxmlformats.org/officeDocument/2006/relationships/notesSlide" Target="/ppt/notesSlides/notesSlide3.xml" Id="R9c215854b9b648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614bbfe1241fe" /><Relationship Type="http://schemas.openxmlformats.org/officeDocument/2006/relationships/notesSlide" Target="/ppt/notesSlides/notesSlide4.xml" Id="Rd2ae4ef397c04f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c3ff5232344106" /><Relationship Type="http://schemas.openxmlformats.org/officeDocument/2006/relationships/notesSlide" Target="/ppt/notesSlides/notesSlide5.xml" Id="Raf877e06071349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addce73acd4dc8" /><Relationship Type="http://schemas.openxmlformats.org/officeDocument/2006/relationships/notesSlide" Target="/ppt/notesSlides/notesSlide6.xml" Id="R131d8e0cbbec46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c36b39b7546dc" /><Relationship Type="http://schemas.openxmlformats.org/officeDocument/2006/relationships/notesSlide" Target="/ppt/notesSlides/notesSlide7.xml" Id="Re8e0ab18706b4a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fc1f838de460a" /><Relationship Type="http://schemas.openxmlformats.org/officeDocument/2006/relationships/notesSlide" Target="/ppt/notesSlides/notesSlide8.xml" Id="R3d342bbf680742a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55e3a756d44bc" /><Relationship Type="http://schemas.openxmlformats.org/officeDocument/2006/relationships/notesSlide" Target="/ppt/notesSlides/notesSlide9.xml" Id="R3506a25c6d9843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8bcbc129c4eb3" /><Relationship Type="http://schemas.openxmlformats.org/officeDocument/2006/relationships/notesSlide" Target="/ppt/notesSlides/notesSlide10.xml" Id="Re9026149ad7c44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5aaa3a53e4560" /><Relationship Type="http://schemas.openxmlformats.org/officeDocument/2006/relationships/notesSlide" Target="/ppt/notesSlides/notesSlide11.xml" Id="R5ca96d522ea746a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1f8cd2af54376" /><Relationship Type="http://schemas.openxmlformats.org/officeDocument/2006/relationships/notesSlide" Target="/ppt/notesSlides/notesSlide12.xml" Id="Rdb3f4b756f2647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558576081432e" /><Relationship Type="http://schemas.openxmlformats.org/officeDocument/2006/relationships/notesSlide" Target="/ppt/notesSlides/notesSlide13.xml" Id="Reae8be81bb7a45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28d31d0a24552" /><Relationship Type="http://schemas.openxmlformats.org/officeDocument/2006/relationships/notesSlide" Target="/ppt/notesSlides/notesSlide14.xml" Id="R2e98985cabbd4d0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03776b8034e9e" /><Relationship Type="http://schemas.openxmlformats.org/officeDocument/2006/relationships/notesSlide" Target="/ppt/notesSlides/notesSlide15.xml" Id="R797ce0b6b9324f1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a667ee13d452d" /><Relationship Type="http://schemas.openxmlformats.org/officeDocument/2006/relationships/notesSlide" Target="/ppt/notesSlides/notesSlide16.xml" Id="R453c8ac481634bd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5181c10614bc8" /><Relationship Type="http://schemas.openxmlformats.org/officeDocument/2006/relationships/notesSlide" Target="/ppt/notesSlides/notesSlide17.xml" Id="R6564391cddbd49c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8defb2a5d4115" /><Relationship Type="http://schemas.openxmlformats.org/officeDocument/2006/relationships/notesSlide" Target="/ppt/notesSlides/notesSlide18.xml" Id="Rd06f44ae36ad4ef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4b0921e994ca4" /><Relationship Type="http://schemas.openxmlformats.org/officeDocument/2006/relationships/notesSlide" Target="/ppt/notesSlides/notesSlide19.xml" Id="R3f935a7ccf06479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13cf1657d4f4d" /><Relationship Type="http://schemas.openxmlformats.org/officeDocument/2006/relationships/notesSlide" Target="/ppt/notesSlides/notesSlide20.xml" Id="R1453f589d5ae405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61b33f7e545e4" /><Relationship Type="http://schemas.openxmlformats.org/officeDocument/2006/relationships/notesSlide" Target="/ppt/notesSlides/notesSlide21.xml" Id="Rd833e0239afb42e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533c08c624077" /><Relationship Type="http://schemas.openxmlformats.org/officeDocument/2006/relationships/notesSlide" Target="/ppt/notesSlides/notesSlide22.xml" Id="Rb2d5199905ef4c8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1188c7dc974e88" /><Relationship Type="http://schemas.openxmlformats.org/officeDocument/2006/relationships/notesSlide" Target="/ppt/notesSlides/notesSlide23.xml" Id="R79e554ea3dad4f9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f4c7069b14f0f" /><Relationship Type="http://schemas.openxmlformats.org/officeDocument/2006/relationships/notesSlide" Target="/ppt/notesSlides/notesSlide24.xml" Id="Rbf324c43fb3a483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9b0d592ac4005" /><Relationship Type="http://schemas.openxmlformats.org/officeDocument/2006/relationships/notesSlide" Target="/ppt/notesSlides/notesSlide25.xml" Id="Rd6518a1713964c1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7e3a2ac58445f" /><Relationship Type="http://schemas.openxmlformats.org/officeDocument/2006/relationships/notesSlide" Target="/ppt/notesSlides/notesSlide26.xml" Id="Rf752b4c9c6434f7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e6083c0f54f20" /><Relationship Type="http://schemas.openxmlformats.org/officeDocument/2006/relationships/notesSlide" Target="/ppt/notesSlides/notesSlide27.xml" Id="Ra9083dd84a784db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8e46812de4135" /><Relationship Type="http://schemas.openxmlformats.org/officeDocument/2006/relationships/chart" Target="/ppt/slides/charts/chart1.xml" Id="Rfb20a9d8df484a30" /><Relationship Type="http://schemas.openxmlformats.org/officeDocument/2006/relationships/notesSlide" Target="/ppt/notesSlides/notesSlide28.xml" Id="Rd141d1c1d44045b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abd72528e456e" /><Relationship Type="http://schemas.openxmlformats.org/officeDocument/2006/relationships/notesSlide" Target="/ppt/notesSlides/notesSlide29.xml" Id="Rdddcda8ae9814d1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0260258a645f3" /><Relationship Type="http://schemas.openxmlformats.org/officeDocument/2006/relationships/chart" Target="/ppt/slides/charts/chart2.xml" Id="R333e5c640ae4489c" /><Relationship Type="http://schemas.openxmlformats.org/officeDocument/2006/relationships/notesSlide" Target="/ppt/notesSlides/notesSlide30.xml" Id="Rbc510404085945e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bf44f9d74467b" /><Relationship Type="http://schemas.openxmlformats.org/officeDocument/2006/relationships/notesSlide" Target="/ppt/notesSlides/notesSlide31.xml" Id="R652726d7ef644d4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092bde0924ed5" /><Relationship Type="http://schemas.openxmlformats.org/officeDocument/2006/relationships/notesSlide" Target="/ppt/notesSlides/notesSlide32.xml" Id="R08226966830f499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6a44d364e48d2" /><Relationship Type="http://schemas.openxmlformats.org/officeDocument/2006/relationships/notesSlide" Target="/ppt/notesSlides/notesSlide33.xml" Id="Rd7c8188c41cc433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119f511cb4216" /><Relationship Type="http://schemas.openxmlformats.org/officeDocument/2006/relationships/notesSlide" Target="/ppt/notesSlides/notesSlide34.xml" Id="Rad739b569fe4450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c2d6a8487481e" /><Relationship Type="http://schemas.openxmlformats.org/officeDocument/2006/relationships/notesSlide" Target="/ppt/notesSlides/notesSlide35.xml" Id="R09bf512f78d04b6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ef6fab3f6444f" /><Relationship Type="http://schemas.openxmlformats.org/officeDocument/2006/relationships/notesSlide" Target="/ppt/notesSlides/notesSlide36.xml" Id="R61c3592acd8543d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d8d9482f944e3c" /><Relationship Type="http://schemas.openxmlformats.org/officeDocument/2006/relationships/notesSlide" Target="/ppt/notesSlides/notesSlide37.xml" Id="R296e78d8193049c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a67e40d2d40dd" /><Relationship Type="http://schemas.openxmlformats.org/officeDocument/2006/relationships/notesSlide" Target="/ppt/notesSlides/notesSlide38.xml" Id="Rbb36c6220ee549c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0bb8f24de4c76" /><Relationship Type="http://schemas.openxmlformats.org/officeDocument/2006/relationships/notesSlide" Target="/ppt/notesSlides/notesSlide39.xml" Id="R23fda6cbc1dc442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a993c9ea34233" /><Relationship Type="http://schemas.openxmlformats.org/officeDocument/2006/relationships/notesSlide" Target="/ppt/notesSlides/notesSlide40.xml" Id="R6f23137752ee49c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b8c2535734371" /><Relationship Type="http://schemas.openxmlformats.org/officeDocument/2006/relationships/notesSlide" Target="/ppt/notesSlides/notesSlide41.xml" Id="R3a7d6431e2ab404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00411fd3745be" /><Relationship Type="http://schemas.openxmlformats.org/officeDocument/2006/relationships/notesSlide" Target="/ppt/notesSlides/notesSlide42.xml" Id="Rb839949b2086455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e168de2424eee" /><Relationship Type="http://schemas.openxmlformats.org/officeDocument/2006/relationships/notesSlide" Target="/ppt/notesSlides/notesSlide43.xml" Id="R85634dabdf26469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00ed691fe464d" /><Relationship Type="http://schemas.openxmlformats.org/officeDocument/2006/relationships/notesSlide" Target="/ppt/notesSlides/notesSlide44.xml" Id="R40bb998fdc1d428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23d1945704b00" /><Relationship Type="http://schemas.openxmlformats.org/officeDocument/2006/relationships/notesSlide" Target="/ppt/notesSlides/notesSlide45.xml" Id="R9a8d5433444946b0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d81c8bdc44509" /><Relationship Type="http://schemas.openxmlformats.org/officeDocument/2006/relationships/chart" Target="/ppt/slides/charts/chart3.xml" Id="R998621f8470c44c9" /><Relationship Type="http://schemas.openxmlformats.org/officeDocument/2006/relationships/notesSlide" Target="/ppt/notesSlides/notesSlide46.xml" Id="R2bd4b8a21400463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8a650c6f9d4aab" /><Relationship Type="http://schemas.openxmlformats.org/officeDocument/2006/relationships/notesSlide" Target="/ppt/notesSlides/notesSlide47.xml" Id="R19611f6ad5cb43a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eef2496dd4bc0" /><Relationship Type="http://schemas.openxmlformats.org/officeDocument/2006/relationships/notesSlide" Target="/ppt/notesSlides/notesSlide48.xml" Id="R66ceb05aa11a457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a873802a34271" /><Relationship Type="http://schemas.openxmlformats.org/officeDocument/2006/relationships/notesSlide" Target="/ppt/notesSlides/notesSlide49.xml" Id="R2728356ef8b543d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a6e25ca9c244c5" /><Relationship Type="http://schemas.openxmlformats.org/officeDocument/2006/relationships/notesSlide" Target="/ppt/notesSlides/notesSlide50.xml" Id="R2957c6ed1cb0473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154ab8136408f" /><Relationship Type="http://schemas.openxmlformats.org/officeDocument/2006/relationships/notesSlide" Target="/ppt/notesSlides/notesSlide51.xml" Id="R371258637893443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37b0eb5424871" /><Relationship Type="http://schemas.openxmlformats.org/officeDocument/2006/relationships/notesSlide" Target="/ppt/notesSlides/notesSlide52.xml" Id="Rdb94b426b5f54035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854a918834877" /><Relationship Type="http://schemas.openxmlformats.org/officeDocument/2006/relationships/notesSlide" Target="/ppt/notesSlides/notesSlide53.xml" Id="Rc42f7996280c4a2b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02ebf4196431a" /><Relationship Type="http://schemas.openxmlformats.org/officeDocument/2006/relationships/notesSlide" Target="/ppt/notesSlides/notesSlide54.xml" Id="R289416353b9c4ed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662fb9ce94d1e" /><Relationship Type="http://schemas.openxmlformats.org/officeDocument/2006/relationships/notesSlide" Target="/ppt/notesSlides/notesSlide55.xml" Id="Rba157abf13144090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fc540002f4b0e" /><Relationship Type="http://schemas.openxmlformats.org/officeDocument/2006/relationships/notesSlide" Target="/ppt/notesSlides/notesSlide56.xml" Id="Re142cc9e768e47f8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68843c306a43a9" /><Relationship Type="http://schemas.openxmlformats.org/officeDocument/2006/relationships/notesSlide" Target="/ppt/notesSlides/notesSlide57.xml" Id="Rfd75b3bc266448b7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da9864b5f4454" /><Relationship Type="http://schemas.openxmlformats.org/officeDocument/2006/relationships/notesSlide" Target="/ppt/notesSlides/notesSlide58.xml" Id="Re63fdeb524814cf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8bdbf09224490" /><Relationship Type="http://schemas.openxmlformats.org/officeDocument/2006/relationships/notesSlide" Target="/ppt/notesSlides/notesSlide59.xml" Id="R6d1f35ba6e094361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a84eaf2a64e38" /><Relationship Type="http://schemas.openxmlformats.org/officeDocument/2006/relationships/notesSlide" Target="/ppt/notesSlides/notesSlide60.xml" Id="R6c138ed905094e48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31ae5da7a44bb" /><Relationship Type="http://schemas.openxmlformats.org/officeDocument/2006/relationships/notesSlide" Target="/ppt/notesSlides/notesSlide61.xml" Id="Ra472d5a99b7c4cd5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f549eb7014ea8" /><Relationship Type="http://schemas.openxmlformats.org/officeDocument/2006/relationships/notesSlide" Target="/ppt/notesSlides/notesSlide62.xml" Id="Rfd9f7893a053432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d156247534d85" /><Relationship Type="http://schemas.openxmlformats.org/officeDocument/2006/relationships/notesSlide" Target="/ppt/notesSlides/notesSlide63.xml" Id="Rd37f0bf282754187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56eb8498b4a15" /><Relationship Type="http://schemas.openxmlformats.org/officeDocument/2006/relationships/notesSlide" Target="/ppt/notesSlides/notesSlide64.xml" Id="R1b183a8159814fb5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0e1c2588849ba" /><Relationship Type="http://schemas.openxmlformats.org/officeDocument/2006/relationships/notesSlide" Target="/ppt/notesSlides/notesSlide65.xml" Id="R4cb366e0ed3b4761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2695b3f8842f5" /><Relationship Type="http://schemas.openxmlformats.org/officeDocument/2006/relationships/notesSlide" Target="/ppt/notesSlides/notesSlide66.xml" Id="R22624f723ffd41db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589b8ce904ac2" /><Relationship Type="http://schemas.openxmlformats.org/officeDocument/2006/relationships/notesSlide" Target="/ppt/notesSlides/notesSlide67.xml" Id="R4757a990842f476b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eef03bc7e4a5c" /><Relationship Type="http://schemas.openxmlformats.org/officeDocument/2006/relationships/notesSlide" Target="/ppt/notesSlides/notesSlide68.xml" Id="R00d34f0e338844c8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6b8b1d21c4cd4" /><Relationship Type="http://schemas.openxmlformats.org/officeDocument/2006/relationships/notesSlide" Target="/ppt/notesSlides/notesSlide69.xml" Id="R6f8df7538fa24e28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8d7197d344776" /><Relationship Type="http://schemas.openxmlformats.org/officeDocument/2006/relationships/notesSlide" Target="/ppt/notesSlides/notesSlide70.xml" Id="Rae5bba775d6842f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47a94f9ed4d68" /><Relationship Type="http://schemas.openxmlformats.org/officeDocument/2006/relationships/notesSlide" Target="/ppt/notesSlides/notesSlide71.xml" Id="R26abe6bd54ac41ed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edbf2f932442e" /><Relationship Type="http://schemas.openxmlformats.org/officeDocument/2006/relationships/notesSlide" Target="/ppt/notesSlides/notesSlide72.xml" Id="Rf34eec5a47e844ec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e31cc155f4d6d" /><Relationship Type="http://schemas.openxmlformats.org/officeDocument/2006/relationships/notesSlide" Target="/ppt/notesSlides/notesSlide73.xml" Id="Rbbea92585146485a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ed062d20f4fa5" /><Relationship Type="http://schemas.openxmlformats.org/officeDocument/2006/relationships/notesSlide" Target="/ppt/notesSlides/notesSlide74.xml" Id="Rda530601d14145e8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547494d9f4827" /><Relationship Type="http://schemas.openxmlformats.org/officeDocument/2006/relationships/notesSlide" Target="/ppt/notesSlides/notesSlide75.xml" Id="Ra40e522c95444098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cfb793384499f" /><Relationship Type="http://schemas.openxmlformats.org/officeDocument/2006/relationships/notesSlide" Target="/ppt/notesSlides/notesSlide76.xml" Id="Rd4fd6494c7364ffd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fb6fc9422445a1" /><Relationship Type="http://schemas.openxmlformats.org/officeDocument/2006/relationships/notesSlide" Target="/ppt/notesSlides/notesSlide77.xml" Id="Ra3b4c3e062f149b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전체 행렬</c:v>
          </c:tx>
          <c:spPr>
            <a:solidFill xmlns:a="http://schemas.openxmlformats.org/drawingml/2006/main">
              <a:srgbClr val="284B72"/>
            </a:solidFill>
            <a:ln xmlns:a="http://schemas.openxmlformats.org/drawingml/2006/main" w="19050">
              <a:solidFill>
                <a:srgbClr val="284B72"/>
              </a:solidFill>
            </a:ln>
          </c:spPr>
          <c:cat>
            <c:strRef>
              <c:f>'Chart Data'!$A$2:$A$5</c:f>
              <c:strCache>
                <c:ptCount val="4"/>
                <c:pt idx="0">
                  <c:v>rank1</c:v>
                </c:pt>
                <c:pt idx="1">
                  <c:v>rank2</c:v>
                </c:pt>
                <c:pt idx="2">
                  <c:v>rank4</c:v>
                </c:pt>
                <c:pt idx="3">
                  <c:v>rank8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96</c:v>
                </c:pt>
                <c:pt idx="1">
                  <c:v>96</c:v>
                </c:pt>
                <c:pt idx="2">
                  <c:v>96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v>두 행렬 합계</c:v>
          </c:tx>
          <c:spPr>
            <a:solidFill xmlns:a="http://schemas.openxmlformats.org/drawingml/2006/main">
              <a:srgbClr val="17283B"/>
            </a:solidFill>
            <a:ln xmlns:a="http://schemas.openxmlformats.org/drawingml/2006/main" w="19050">
              <a:solidFill>
                <a:srgbClr val="17283B"/>
              </a:solidFill>
            </a:ln>
          </c:spPr>
          <c:cat>
            <c:strRef>
              <c:f>'Chart Data'!$C$2:$C$5</c:f>
              <c:strCache>
                <c:ptCount val="4"/>
                <c:pt idx="0">
                  <c:v>rank1</c:v>
                </c:pt>
                <c:pt idx="1">
                  <c:v>rank2</c:v>
                </c:pt>
                <c:pt idx="2">
                  <c:v>rank4</c:v>
                </c:pt>
                <c:pt idx="3">
                  <c:v>rank8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20</c:v>
                </c:pt>
                <c:pt idx="1">
                  <c:v>40</c:v>
                </c:pt>
                <c:pt idx="2">
                  <c:v>80</c:v>
                </c:pt>
                <c:pt idx="3">
                  <c:v>160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2606B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52606B"/>
              </a:solidFill>
              <a:latin typeface="AppleGothic"/>
              <a:ea typeface="AppleGothic"/>
              <a:cs typeface="AppleGothic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상대 행렬 오차</c:v>
          </c:tx>
          <c:spPr>
            <a:solidFill xmlns:a="http://schemas.openxmlformats.org/drawingml/2006/main">
              <a:srgbClr val="284B72"/>
            </a:solidFill>
            <a:ln xmlns:a="http://schemas.openxmlformats.org/drawingml/2006/main" w="19050">
              <a:solidFill>
                <a:srgbClr val="284B72"/>
              </a:solidFill>
            </a:ln>
          </c:spPr>
          <c:cat>
            <c:strRef>
              <c:f>'Chart Data'!$A$2:$A$5</c:f>
              <c:strCache>
                <c:ptCount val="4"/>
                <c:pt idx="0">
                  <c:v>rank1</c:v>
                </c:pt>
                <c:pt idx="1">
                  <c:v>rank2</c:v>
                </c:pt>
                <c:pt idx="2">
                  <c:v>rank4</c:v>
                </c:pt>
                <c:pt idx="3">
                  <c:v>rank8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0.829759</c:v>
                </c:pt>
                <c:pt idx="1">
                  <c:v>0.695374</c:v>
                </c:pt>
                <c:pt idx="2">
                  <c:v>0.442577</c:v>
                </c:pt>
                <c:pt idx="3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2606B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DPO loss · beta=0.1</c:v>
          </c:tx>
          <c:spPr>
            <a:solidFill xmlns:a="http://schemas.openxmlformats.org/drawingml/2006/main">
              <a:srgbClr val="284B72"/>
            </a:solidFill>
            <a:ln xmlns:a="http://schemas.openxmlformats.org/drawingml/2006/main" w="19050">
              <a:solidFill>
                <a:srgbClr val="284B72"/>
              </a:solidFill>
            </a:ln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-6</c:v>
                </c:pt>
                <c:pt idx="1">
                  <c:v>-3</c:v>
                </c:pt>
                <c:pt idx="2">
                  <c:v>0</c:v>
                </c:pt>
                <c:pt idx="3">
                  <c:v>3</c:v>
                </c:pt>
                <c:pt idx="4">
                  <c:v>6</c:v>
                </c:pt>
              </c:numCache>
            </c:numRef>
          </c:cat>
          <c:val>
            <c:numRef>
              <c:f>'Chart Data'!$B$2:$B$6</c:f>
              <c:numCache>
                <c:formatCode>0.000</c:formatCode>
                <c:ptCount val="5"/>
                <c:pt idx="0">
                  <c:v>1.037488</c:v>
                </c:pt>
                <c:pt idx="1">
                  <c:v>0.854355</c:v>
                </c:pt>
                <c:pt idx="2">
                  <c:v>0.693147</c:v>
                </c:pt>
                <c:pt idx="3">
                  <c:v>0.554355</c:v>
                </c:pt>
                <c:pt idx="4">
                  <c:v>0.437488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2606B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9E42D-25ED-4798-824E-84B02738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LLMOPS / WEEK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4F519-FCDB-4A13-988D-3B0C852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적응과 서비스 기획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CB821-BB51-4311-B2CD-96F39ADC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E77A7-A2D5-4524-97BD-3531A4B5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WEEK 07 · 2026.10.16 · 온라인 실시간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250299-1BDD-41A6-BC01-36F87C99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215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검색 이후의 기술 선택과 기획서 초안 0.1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11D5C-C5F2-4515-A517-E63A4DA0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083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차성재 · 무신사 Core AI PM × AI 대학원 겸임교수</a:t>
            </a:r>
          </a:p>
        </p:txBody>
      </p:sp>
    </p:spTree>
    <p:extLst>
      <p:ext uri="{BB962C8B-B14F-4D97-AF65-F5344CB8AC3E}">
        <p14:creationId xmlns:p14="http://schemas.microsoft.com/office/powerpoint/2010/main" val="8204799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E154D-5BC4-4583-98E7-BFC97382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9F565-08CF-4430-998D-02D7B243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D934F3-BD42-4C19-8D9D-C7E7BFC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이번 주의 학습 목표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24536-B021-47D2-A6E5-EA66B5AE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47552-75B2-4D4A-B585-1C728BFF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B4DB5-5DD0-4C8D-AD83-83BDB515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6986A-E57E-455E-B1E1-F1F8FF5F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기술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0B181-A938-498D-8388-618E5F0E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검색·프롬프트·학습의 개선 대상 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DE745-5BA7-4DAD-9759-E2BF3039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B04C04-AFFD-4F2B-B033-71D6C895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AA0EF5-E756-498E-8EBB-37543C8A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직접 실험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367134-DEAB-483A-8E12-2611D088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누출·행렬 구조·선호 손실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8D1448-4518-48F6-8473-F72E30F8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7792D-3B6C-4E8F-B236-FB4B1EA8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C3E176-29F5-4906-8DDF-220E62BF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기획서 리뷰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B4D2A-3EE7-4A29-9DDF-073081D4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사용자·범위·평가·위험의 근거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AB3EC-3F64-4A7F-82BB-C8E10F6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048612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B07938-01AF-43A5-A2AD-79CEDCF0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ED631-2C75-4DC7-AC4C-654F103C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0F938-E93D-45CD-A358-40ADFD8E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16주 로드맵 · 7주차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B61F8-63C6-4231-BA1E-B8486CBE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339E4-47FA-4DFB-A381-CB29E1E80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702FE4-604B-4F39-9840-E82523A8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02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67679B-38F1-43CE-80B4-FBA42A8F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002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09.04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E93CF-C5A9-4FFC-98DB-5010C4B6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실행 추적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72A3B1-F89E-4C6B-B5A3-6212B449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84EFC-C7E9-4287-8F06-A502EF13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193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09.11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96613-7065-44AC-80C9-559992B9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프롬프트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5123D-3426-471F-817D-A5FB4BA2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385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495F8-2C10-420E-A387-472CDF4D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385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09.18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855731-041E-440A-8F5A-1DABFC7E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평가·오류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957A98-7D43-4DBC-8BD4-E3E3E589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A3AE9-55F4-4184-9A8D-E94A979A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09.25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39F569-E742-433D-AC31-F28EB2E1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RAG·근거 · 녹화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E4C888-C931-4582-AB1F-3BC340EA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331256-915F-4296-B49D-745D825D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768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D11C40-91B3-451F-A7EC-E2383642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품질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7D84BD-0904-4B81-9028-A1407931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02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ED739-0F9D-4389-A895-98A3FC32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02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10.09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30F194-A24B-48F0-8E31-5D04B944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휴일 · 수업 없음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560114-14BC-4067-A734-63CCCAC8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24125"/>
            <a:ext cx="5314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468B8D-9413-48A3-BE0A-4D6FF5B5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1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400" b="1">
                <a:solidFill>
                  <a:srgbClr val="284B72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0A7BDA-BFBD-45AC-A79B-2F42D0DA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193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10.16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396DAB-B20C-46B7-B7D8-7C3D791B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337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284B72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284B72"/>
                </a:solidFill>
                <a:latin typeface="AppleGothic"/>
                <a:ea typeface="AppleGothic"/>
                <a:cs typeface="AppleGothic"/>
              </a:rPr>
              <a:t>강의 재개·초안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2BCF6B-8D71-4EA7-9FAE-B946FB38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385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44041C-AA97-4D01-A3F7-1905756B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385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10.23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6E0023-0F33-47BF-92B4-98824D54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수정본 제출·평가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42295B-B7F0-4585-9E67-79C4E60F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09–15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7F74AF-4A73-489B-A1C2-F1CB9CB4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10.30–12.11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3391C6-76C6-4169-A64C-D0276473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720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구현·운영·프로젝트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EEEFDC-3144-411F-9987-9E4E381E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768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68FD9C-D4F9-41C3-B878-0CF6D255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768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12.18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382616-1FEB-407D-92C6-2A7D472A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911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실시간 온라인 발표</a:t>
            </a:r>
          </a:p>
        </p:txBody>
      </p:sp>
    </p:spTree>
    <p:extLst>
      <p:ext uri="{BB962C8B-B14F-4D97-AF65-F5344CB8AC3E}">
        <p14:creationId xmlns:p14="http://schemas.microsoft.com/office/powerpoint/2010/main" val="14870100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710BFE-D0A7-41E0-8B16-517EDEF4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72BB4-C191-4D75-8A8B-E1EF3072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DFD3B1-7ED6-40E2-BB6A-0E25ADC2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6–8주차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43F24-4695-49BC-B710-9143D8DC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A4218-2699-4A7A-842A-617334BB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진행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06 · 10.09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한글날 · 수업·녹화영상·신규 과제 없음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07 · 10.16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실시간 온라인 · 기획서 초안 0.1·피드백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08 · 10.23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시험·실시간 수업 없이 수정본 0.2 제출·평가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8C04D-6DB7-4B58-8B8E-530A821C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E98A1-9DDC-4477-85AE-67A101F2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650E7B-B138-40F4-8272-5BC572BF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992626-D15A-4898-B51C-E7E5F5E3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7B371-8811-49C7-87A8-347EE4BE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4ED40-B03E-4D06-B712-D65B6249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6주차 기술 내용은 이번 주에 연결 · 제출 시각은 소속별 공지</a:t>
            </a:r>
          </a:p>
        </p:txBody>
      </p:sp>
    </p:spTree>
    <p:extLst>
      <p:ext uri="{BB962C8B-B14F-4D97-AF65-F5344CB8AC3E}">
        <p14:creationId xmlns:p14="http://schemas.microsoft.com/office/powerpoint/2010/main" val="7475745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C4FA34-57AA-484A-9A64-CB8BC5C2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34E71-D4AE-47A9-8E12-D3026D84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B857B-A599-44D3-AFBD-BA65B370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100분 수업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F9568-74BA-463A-8102-ED2483AB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CB6FD-E385-4614-91E1-41B40C0E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내용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00–10분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운영·복습·기술 선택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10–30분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SFT·데이터·LoRA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30–45분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선호 데이터·DPO·평가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45–50분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휴식·커널 준비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50–85분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Notebook 실습 · 핵심 셀 우선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85–100분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기획서 초안·설계 리뷰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CA99F7-ED04-4238-A4E6-8C1024D2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40B38-BE02-4298-8A33-8F759E36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7643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3622CC-851D-4C53-87F3-D8EAB772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5536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9A830-C4DB-4842-A97F-10D33262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342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81626-F77C-4957-8452-99223699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1321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AB0684-8D00-4959-809D-50C6EB74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9214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333B0-A2A5-4CF5-B358-2EABB6CB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7107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7AA8C-584E-489E-B755-53E13662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0DA26D-F5B5-4F2A-968F-679895CF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전체 노트북은 수업 후 확장 가능 · 강의 중 실습 경로는 별도 안내</a:t>
            </a:r>
          </a:p>
        </p:txBody>
      </p:sp>
    </p:spTree>
    <p:extLst>
      <p:ext uri="{BB962C8B-B14F-4D97-AF65-F5344CB8AC3E}">
        <p14:creationId xmlns:p14="http://schemas.microsoft.com/office/powerpoint/2010/main" val="21053427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2C61B2-1C08-46A1-A7C8-F5897BA0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C64BA-9A3B-4728-9326-1FAA68D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29CC02-F20D-4E44-B2F1-9E5FE50A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지난 실습의 확인 사항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1A66F9-04BB-4A6D-8028-0F6A6E89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68BD6-1FB2-46EB-9FB0-1C2233FC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CBFB2E-25EB-4091-818B-5083E40F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EDE34-78E5-49CF-80A8-2E771FC7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결과와 답변 품질의 분리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0F27E-2427-41A0-9501-6495153F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관련 문서가 있어도 날짜·권한·출처 확인 필요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2BF3CE-DBD0-475F-BED3-31A33E2C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검색 점수는 정답 확률이 아님</a:t>
            </a:r>
          </a:p>
        </p:txBody>
      </p:sp>
    </p:spTree>
    <p:extLst>
      <p:ext uri="{BB962C8B-B14F-4D97-AF65-F5344CB8AC3E}">
        <p14:creationId xmlns:p14="http://schemas.microsoft.com/office/powerpoint/2010/main" val="9911044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7FC6E5-A084-4061-800F-B7D58FDA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C9874-03D0-4167-A99D-FBBC9EB2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7BC132-8BAA-4AC6-951B-B73CC489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개선과 모델 적응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80687-FD2E-4B59-BD64-A67F0F2E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2A90E-BD7A-4D35-A9B9-CF341D1B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3FED0-E97F-405C-A909-F2BB7E29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개선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15F17-A8E4-4457-8665-4FA3861B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B8D0B-F331-40E4-8B8B-0DBC0941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필요한 근거를 찾는 문제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BC5B3E-71CC-4DCB-A832-FB2D69C2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자료·분할·순위·권한 검토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E44EF-C656-4874-B499-4BEC6F2F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모델 적응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72B004-5CB3-400E-93B1-081704B5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A778D-D801-44D9-86F7-2A45BD8B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반복 출력·행동의 문제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B7FFDD-A4C0-4A88-9B4F-814397AF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데이터·평가·버전 검토</a:t>
            </a:r>
          </a:p>
        </p:txBody>
      </p:sp>
    </p:spTree>
    <p:extLst>
      <p:ext uri="{BB962C8B-B14F-4D97-AF65-F5344CB8AC3E}">
        <p14:creationId xmlns:p14="http://schemas.microsoft.com/office/powerpoint/2010/main" val="9255602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DEE39A-4355-45FF-9A79-9C294318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9B45D-9E7B-4433-BC93-0EDCB462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8564A-E6B4-4D88-9FCE-8537B51D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반복 실패의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2867A-9EBE-4474-BFB2-A5F8D321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CDB3B6-479C-48FF-B7F9-50AAD1A2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18349-322D-46C6-B37A-EE98868E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F7419-EB13-401E-B8BC-462659DE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근거 문서는 정확하지만 출력 형식은 불안정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5B25E-598C-4E1F-A2CC-F08BA887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정책 내용 오류와 JSON 형식 오류의 분리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AE751-6D70-4DA3-8306-6C7B8AB3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실패 유형을 먼저 확인한 뒤 변경 대상 선택</a:t>
            </a:r>
          </a:p>
        </p:txBody>
      </p:sp>
    </p:spTree>
    <p:extLst>
      <p:ext uri="{BB962C8B-B14F-4D97-AF65-F5344CB8AC3E}">
        <p14:creationId xmlns:p14="http://schemas.microsoft.com/office/powerpoint/2010/main" val="61115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BF47C3-C85B-42D4-8188-DFAE7FD5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00392-EA6A-4628-9045-8E7E4D8B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F6BC7-95A0-4179-B527-BA9B118D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기술 대안의 출발점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D3BDB-8428-4FC1-B8FE-4B38643E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21D20-A833-4766-B55A-FA3B3575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우선 검토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추가 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 계약 위반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프롬프트·검증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반복 실패 유형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최신 문서 누락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검색·문서 관리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버전·권한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반복 행동 불안정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SFT·LoRA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학습 자료·평가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답변 선호 불일치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선호 기준·DPO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라벨 편향·비용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CE0A4-B6AE-42DC-AE17-89522C0C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C0117-0C46-4427-BD2D-3CB7C92A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2AA2E-A18C-4E08-828D-D4CDEA62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DA75C-98FD-4861-A5C1-DDE6C7C2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7BD8E-3B50-412F-B596-6B42EBAA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D8C8B6-32AA-4594-8B44-FB768AF0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38076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82CF1-F4CA-47FA-B3B1-DBA1A602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E92B4-29D6-4563-AEAE-C909D282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88E4D3-AC8E-4E03-AA7D-951B18E6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기술 선택의 근거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DAF3B-9BCD-4033-BD40-756C72C4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410EC-98F7-413A-841B-328075ED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83F37-3231-4C5C-907F-88E1878E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3822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기술 이름보다 개선할 실패 유형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F2916E-BB0F-4C3F-BD28-EA7AEE53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8958D-61DB-48E5-B217-1C2EFBE2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기준선과 대표 실패 사례의 기록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0872F-F36E-491F-8122-ED9523EE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329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구현 비용과 남은 위험의 비교</a:t>
            </a:r>
          </a:p>
        </p:txBody>
      </p:sp>
    </p:spTree>
    <p:extLst>
      <p:ext uri="{BB962C8B-B14F-4D97-AF65-F5344CB8AC3E}">
        <p14:creationId xmlns:p14="http://schemas.microsoft.com/office/powerpoint/2010/main" val="6669721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0431D-51E3-45E3-8BE3-81DF5F12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C58F8-C5EC-44AE-9B59-33C192D9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지도 미세조정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62B1F3-3481-4A32-81E7-2105F445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30268-D708-4300-8F01-5242F46D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Supervised Fine-Tuning · SFT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A8FA2-AA8E-44DD-88D9-1550A9C5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입력과 기대 답변을 이용한 추가 학습</a:t>
            </a:r>
          </a:p>
        </p:txBody>
      </p:sp>
    </p:spTree>
    <p:extLst>
      <p:ext uri="{BB962C8B-B14F-4D97-AF65-F5344CB8AC3E}">
        <p14:creationId xmlns:p14="http://schemas.microsoft.com/office/powerpoint/2010/main" val="12405551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D7D645-1FB2-4228-83B5-A3791694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B3F8A3-BEBF-4E94-8CF7-E29BA370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B4EAB-172B-4361-BB68-A118894E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모델 적응의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3A867-D02C-4CEA-99DB-CE6E874C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AD0E8A-8E5B-4337-BB33-2764AC3D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C58327-A6A5-403A-8221-FB615585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DFBAF-CE3A-42CD-BA3B-68AE392D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F8E41C-94ED-479C-8C09-6432EC48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9ED24-333F-4AB2-8FB2-E9A0673F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사전학습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64553-8F20-4E90-B4D8-E9C85AAF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범용 언어 패턴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93D673-6865-465F-821B-AEB50761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78A3C-CDDE-4A58-B1E8-50C6FE9A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57605-ED7C-4B76-85F2-90736A45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1BEF5-56D6-4A50-B76C-6F3AAE38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기대 답변 학습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13176D-C6B7-42DC-BF7F-4BEFCF43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DE6925-FDD7-4E48-976F-C45D7214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28F20-98FA-4610-B591-9EF9E09B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 최적화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79603-1BDC-45C6-8297-078048E9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상대 선택 학습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2ACD65-B3D2-4B44-8B63-1FB14DA5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3F5E23-396A-4EF7-8DA1-67D9F9F4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1966A-CF7E-4F34-BC54-D63DF82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평가·서빙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195945-BF0B-4EFB-9C28-834A52B9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업무 조건 검증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838536-54DC-489E-A103-AB125040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프로젝트마다 모든 단계가 필요한 것은 아님</a:t>
            </a:r>
          </a:p>
        </p:txBody>
      </p:sp>
    </p:spTree>
    <p:extLst>
      <p:ext uri="{BB962C8B-B14F-4D97-AF65-F5344CB8AC3E}">
        <p14:creationId xmlns:p14="http://schemas.microsoft.com/office/powerpoint/2010/main" val="12277822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D14341-0872-48AF-817C-6F23F9FF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6AD181-AC24-4090-BCCF-D199EC0F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7A3ECF-BE37-449C-8D0C-F3B13FB2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SFT의 학습 신호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685DD-16D5-437E-BEF2-E62C6298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23389-A17B-45F1-8C20-5C99E9A0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31954-2DBB-466D-A3BA-3997760E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E63DDE-769A-41F7-8960-BBB6E9D8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입력에 이어 나올 답변 토큰의 예측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21B5F-BCD9-4826-BB65-5ED1FA87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정답 예시의 형식·품질·사용 권한이 중요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DE197-032D-4F18-B81E-BA9C2882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손실 감소만으로 서비스 품질 판단 불가</a:t>
            </a:r>
          </a:p>
        </p:txBody>
      </p:sp>
    </p:spTree>
    <p:extLst>
      <p:ext uri="{BB962C8B-B14F-4D97-AF65-F5344CB8AC3E}">
        <p14:creationId xmlns:p14="http://schemas.microsoft.com/office/powerpoint/2010/main" val="16526291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CACF36-00CB-45EE-984B-52F1434A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42F9F-7B30-4A9D-92D6-035A608D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CEC42-919C-442D-A097-01CE892F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외부 지식과 반복 행동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9B48B-4465-4429-ABB0-2D682EE8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39FB6-ED0F-4612-96BE-92A04E00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DD8C1-F5A6-4DA6-9CF8-CB782371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검색 증강 생성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716E94-43D6-46F1-B941-90E0B650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24A0B-0381-4F86-8BE4-8DF4087D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외부 문서를 요청에 제공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9C97D0-0DC0-4CF1-9395-73AC3598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변경·삭제·접근 제어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E0268-EFC0-46D7-AA84-969805F1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지도 미세조정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8F9E29-1D32-43AD-ABA5-09A7444F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63C4CC-3101-4773-A7D4-24FDFFC3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반복 형식·행동을 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F70EA-4291-4788-8C05-607A213B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자료·재평가·복구 관리</a:t>
            </a:r>
          </a:p>
        </p:txBody>
      </p:sp>
    </p:spTree>
    <p:extLst>
      <p:ext uri="{BB962C8B-B14F-4D97-AF65-F5344CB8AC3E}">
        <p14:creationId xmlns:p14="http://schemas.microsoft.com/office/powerpoint/2010/main" val="2503946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1C4782-9EF1-4582-A830-E0B3BDC9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523B5D-4603-431F-9083-0503DE7E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FF440-100B-4967-B037-975052CD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데이터 한 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8B6D7-DFCD-429F-8704-465746CE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2E617-8810-45A3-8473-1B005AE3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5A4915-9F38-4077-A197-DB7B4621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0294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57086A-4E46-4451-A696-546AB71A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64960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instruction: 문의 상태 정리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input: 합성 사례 DEMO-01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response: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status: review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source: DEMO-01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0E2280-6509-4FFB-9B64-1BB8D8DA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입력·기대 출력의 경계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90593-021D-4B84-8544-31C49E9A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7D7EAA-45F1-4682-8AF6-D1184147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3429000" cy="588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실제 고객 정보가 아닌 합성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예시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4FE26-12A2-47C9-BEEF-C8A663F5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60291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출력 계약과 근거의 분리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25CB4-2034-4C8B-84AB-925AD213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JSON 출력 실험 · 실제 업무 정책 아님</a:t>
            </a:r>
          </a:p>
        </p:txBody>
      </p:sp>
    </p:spTree>
    <p:extLst>
      <p:ext uri="{BB962C8B-B14F-4D97-AF65-F5344CB8AC3E}">
        <p14:creationId xmlns:p14="http://schemas.microsoft.com/office/powerpoint/2010/main" val="17548231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731479-7177-451F-923F-BD80AAA6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CAA3B1-0496-4EB4-AF0A-83AA78AA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1319B5-7A68-49E5-AD80-13C3EAE7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데이터 준비의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83393-29AF-4071-ABA8-C7DCF3CF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971FB-1123-46EB-ACBC-3650C74F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843D91-D24A-4ADB-97F7-23062142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52DC9-063F-4CF9-9668-55143AB4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7A36F-0AF6-4E12-8B94-7C1F41F1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947E97-7B0E-48EA-9019-A5BA415F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수집·허가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054577-D36F-42AC-86AE-E1B82FF4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사용 범위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C2CF4E-EEC6-434F-957F-3CD9EF16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EBC153-163F-4EB0-8BA4-E975FD4C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1B0386-78C8-4487-AAD1-C7DDA594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형식 검증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CFF83-6FD9-445C-8F05-DB493B24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필드·출력 계약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BD274A-1D4D-4D26-948F-1005C0A9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E7C0B-DA8C-464B-906B-394BD816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DCDB35-3C4C-4024-992E-6F7E1553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분할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99F345-14D4-4E97-A5B2-BB138415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사건 단위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1201B8-AD4B-433A-A07E-BF1E8016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70721E-6D6E-4ED1-AA5C-0F7989DC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3F659C-D432-4436-AC16-E13AD6D6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6BAE13-87A8-40BB-BFE8-D3A1AE49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누출·편향 점검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B04B4D-F94B-4950-95BF-ED08B389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형식 검증 통과와 내용 품질 검토의 분리</a:t>
            </a:r>
          </a:p>
        </p:txBody>
      </p:sp>
    </p:spTree>
    <p:extLst>
      <p:ext uri="{BB962C8B-B14F-4D97-AF65-F5344CB8AC3E}">
        <p14:creationId xmlns:p14="http://schemas.microsoft.com/office/powerpoint/2010/main" val="14341200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AE6603-ECFF-4591-9030-6AE0779F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1E93F-8C8A-4BB4-84C5-B3350923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16E5D-7BAE-49AA-B9C4-6BC385CF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데이터 품질의 네 검사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C36C35-17D0-4DC6-9E31-F9D5272B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78DD4B-E7E5-49E1-B9DA-E3717859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대상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예시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입력·답변·ID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빈 instruction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JSON·필수 키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answer만 존재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중복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ID·내용·사건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사례 복사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허가·보존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고객 원문 무단 사용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1C9669-D0B7-4A8B-B42C-7966AE21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D6AF03-F854-4151-AB95-9DD3619A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B1CFD-4531-4812-A668-855FCBFB0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43D27-24BC-45EA-9B82-79A973EF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528D8D-43F9-4205-8D21-2E14D50A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1D2058-8FB7-4649-AF0A-43EC8701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670262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1830B5-B224-421A-B034-062C6AB6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ABFA01-436D-48C2-8A1A-BFF1C40E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43AB2-B719-4B1D-A2A9-1393FD38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문장 분할과 사건 분할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A69C18-A44B-4D8E-9B77-EB8B4C33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4064C-7AFA-464D-BE5B-B3529E06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9378FC-A839-4544-A50A-BFD45806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문장 단위 무작위 분할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116F5-7503-4A79-A77F-A60D4586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5739B-CE5F-42FC-A74C-965D246F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표현만 다른 같은 사건 혼입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850EB-FEC7-4575-82C4-63B77262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평가 결과 과대평가 위험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4635BD-367D-4E9B-9253-FAF7229B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사건 단위 분할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1A3237-52E6-406A-AA0F-02B32010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BBF2A5-CE58-482F-AE3C-8AD5A1D9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사건을 한 분할에 배치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5B3AB3-1961-4002-A809-6357E228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새로운 사건 평가에 더 적합</a:t>
            </a:r>
          </a:p>
        </p:txBody>
      </p:sp>
    </p:spTree>
    <p:extLst>
      <p:ext uri="{BB962C8B-B14F-4D97-AF65-F5344CB8AC3E}">
        <p14:creationId xmlns:p14="http://schemas.microsoft.com/office/powerpoint/2010/main" val="195918361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1810B5-5EA8-47D5-940F-F9810BF1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CB289-580A-424B-99C7-C7218833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DAE38-8834-4736-8170-9A8E75CC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개발과 최종 평가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57197-BB79-4830-8D3C-B3C22C99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AB0DA-71D3-489B-B635-C0303C57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5551D-6D59-4EC8-B164-496D2A54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1799D-7FE8-43CB-82D4-E09604B1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train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145350-B5D5-4D93-BD3A-3196C764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 학습에 사용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A50925-2254-4756-930A-EB2FA917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6F103C-5B3E-4E9E-85D1-14A61402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9142E-0174-4A3D-9193-2287D6AA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dev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A1CE32-8C62-4809-BA2D-90A0B633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설정·모델 선택에 사용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E5976-3468-4610-81D7-9DCB3968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77028-86B4-447B-92D4-78F625C0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717556-ADF3-4F49-BEC6-1D854B14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5B85BE-ED1C-41E3-A244-AF699A83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최종 비교용으로 보류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F74A7-EF02-489B-A9A8-63D8A831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CF4C43-71D0-4F0D-BA29-CD86A944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test 결과를 보고 설정을 반복 변경하면 독립 평가의 의미 약화</a:t>
            </a:r>
          </a:p>
        </p:txBody>
      </p:sp>
    </p:spTree>
    <p:extLst>
      <p:ext uri="{BB962C8B-B14F-4D97-AF65-F5344CB8AC3E}">
        <p14:creationId xmlns:p14="http://schemas.microsoft.com/office/powerpoint/2010/main" val="5428541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686E62-6626-4E72-AEEF-05C0E298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660E4-140A-4E33-A85A-9CB518E1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6F88F-B8A1-499D-B333-80230BE1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합성 데이터의 분할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205CA1-B251-40A3-9ACA-3D0691FB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16141-12CE-42BD-9752-99A779D1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분할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사건 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문장 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train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dev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test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C8761-CB2C-45AD-9B4A-2D85DDDF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6E798C-C090-4C9F-B376-E3D69017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4D2AA1-41B7-42D2-B2F6-CCB08B66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7C7CA-C8CC-4C2F-8F46-A885E07D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BA6AF-451A-402B-820E-A4A8CAB6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881539-84DB-4EF8-B3D1-8D16FF40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 01 · 24사건 × 2표현 · seed=42 · 실제 고객 자료 아님</a:t>
            </a:r>
          </a:p>
        </p:txBody>
      </p:sp>
    </p:spTree>
    <p:extLst>
      <p:ext uri="{BB962C8B-B14F-4D97-AF65-F5344CB8AC3E}">
        <p14:creationId xmlns:p14="http://schemas.microsoft.com/office/powerpoint/2010/main" val="199216006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3F4A6-5840-4A7D-AF32-F5FD078B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7CC6A9-97A2-4046-B22A-CE1F7A82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0A698-FD1D-4B1C-B501-1B59EE2A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손실 계산의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3AD16-7520-41FD-994F-6D7482E8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F7F5A-8565-43E2-A736-047F423E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017CB-5376-4F44-A8D2-7C2680F4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입력까지 계산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2832B-4C63-4050-AC6D-5F3FB0AC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16E37-E9E3-40F5-85D5-38D6DD45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질문·문서 토큰 포함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03E00C-A109-4040-8919-DD3D9499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업무 목표와 손실 범위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617E4-86E3-4E72-8AAF-76E2192C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답변 중심 계산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6596D-4239-4698-A029-FBC1CC60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D8100A-6114-42B3-897C-905D91D9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답변 토큰에 학습 신호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C8DBE-3845-4979-B687-F55C7D0A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템플릿·역할 경계 검증</a:t>
            </a:r>
          </a:p>
        </p:txBody>
      </p:sp>
    </p:spTree>
    <p:extLst>
      <p:ext uri="{BB962C8B-B14F-4D97-AF65-F5344CB8AC3E}">
        <p14:creationId xmlns:p14="http://schemas.microsoft.com/office/powerpoint/2010/main" val="103433186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51AC79-B19D-4683-B9C7-37C7C643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55B27-746B-47D8-8D99-3D6549B0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FE255-5534-4CEA-9023-B961AB62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손실 마스킹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5FE49A-4388-4B47-A504-F38B9B23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E2AC26-7366-4F2C-8E70-6A7D5C0C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1D142-EEB2-4626-8F45-264EEDDD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5034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21833-1351-4B6E-9980-22674C3A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931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token_ids = [10, 11, 12, 20, 21, 22]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labels = [-100, -100, -100, 20, 21, 22]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sum(x != -100 for x in labels) ==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76538-FFA6-4430-8521-48011C72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가상 토큰 ID · 실제 tokenizer나 trainer 실행이 아닌 경계 설명</a:t>
            </a:r>
          </a:p>
        </p:txBody>
      </p:sp>
    </p:spTree>
    <p:extLst>
      <p:ext uri="{BB962C8B-B14F-4D97-AF65-F5344CB8AC3E}">
        <p14:creationId xmlns:p14="http://schemas.microsoft.com/office/powerpoint/2010/main" val="78082964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20E2D8-3A0B-47B4-8A4B-FC007841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8F2C6-B24E-48A6-B93B-A6E3E838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62EB55-8CC0-4D1C-AE69-C5681C6B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길이 제한과 문맥 손실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86848-6F44-4DB6-AD96-2580CF49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50D70-FB21-4D15-BFC1-28BD38AF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A82427-109B-4E47-A0EB-B371242A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13DD3-F4BF-4FAA-B296-12BF405A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문자 수와 토큰 수의 차이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0EF1B-3EA0-4B68-8FEE-56FD95CB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문서 끝의 예외·정답이 잘리는지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50FD1-3F8A-46D5-BBC9-084F2B4A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모델별 토크나이저와 템플릿으로 재검증</a:t>
            </a:r>
          </a:p>
        </p:txBody>
      </p:sp>
    </p:spTree>
    <p:extLst>
      <p:ext uri="{BB962C8B-B14F-4D97-AF65-F5344CB8AC3E}">
        <p14:creationId xmlns:p14="http://schemas.microsoft.com/office/powerpoint/2010/main" val="198595322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1642E-A5AB-4457-AA91-927069BA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24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11B00-8EB9-4C47-A749-5F5AC81F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LoRA와 학습 자원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1E42FD-2EA4-4C02-9D69-AD7F0CDC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F9294-BB62-485E-8EC6-E3752F9A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Low-Rank Adaptation · 저차원 행렬을 이용한 모델 적응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AD00D-6032-49E7-AE90-2788678D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기존 가중치 고정과 작은 변화량 학습</a:t>
            </a:r>
          </a:p>
        </p:txBody>
      </p:sp>
    </p:spTree>
    <p:extLst>
      <p:ext uri="{BB962C8B-B14F-4D97-AF65-F5344CB8AC3E}">
        <p14:creationId xmlns:p14="http://schemas.microsoft.com/office/powerpoint/2010/main" val="61562341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C145F-13AB-41DB-AD52-3C954384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7C5E77-B041-4729-B126-EBCCAF3E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C6029-0A7A-448B-BA78-95B72DFA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LoRA의 가중치 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5A15E-B3B8-4EB3-BC13-A62DC81B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A2832A-6D2C-47B5-99E0-B56B1FB6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3AE63-B5C1-4048-9345-E91E4D05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W′ = W + (α/r) · BA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10C0D-DA68-43E5-90ED-E5D83E2B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78A4B-5CE1-4629-ACC4-02DA4E03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W: 고정 가중치 · BA: 학습할 변화량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A6234-0DD2-478A-9E3F-23BBD399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r: rank · α: scaling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A0366A-141D-46BF-B702-BCE6BC7C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일반 LoRA scaling 설명 · 구현별 다른 설정은 구분</a:t>
            </a:r>
          </a:p>
        </p:txBody>
      </p:sp>
    </p:spTree>
    <p:extLst>
      <p:ext uri="{BB962C8B-B14F-4D97-AF65-F5344CB8AC3E}">
        <p14:creationId xmlns:p14="http://schemas.microsoft.com/office/powerpoint/2010/main" val="85133356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0DF4F0-E02C-465A-951D-0724AF1C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BF4790-315E-4C56-8FBA-B68D9E6E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DDE83-1303-4E64-B667-5836A321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행렬의 차원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899674-E366-4BD6-BFF4-77157D05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2AE54-4C5B-4AEB-95C9-6EF050E7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33783E-94A4-4B57-994E-DABF15EA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93F6C-DAC8-4FEE-993F-938445EE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800D07-DC77-46BA-8DB6-17476C6E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62EBE-06C8-4DAF-A43B-162E9F5C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BA370-4158-460F-A18C-6E0E1440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 ×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86F870-D4D0-44C5-BCB9-909146E2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6FD20-65D8-4AF0-94DE-43C47DEA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BFF0EE-4319-4110-AF24-DC8E6D25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E2F95C-DCE8-407F-96F9-E5243B30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 × 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CD0E3-91C8-43A8-9E6F-3135EF5E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9158EF-1BA5-4F9E-816E-A7496F8F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F6199E-8001-420B-BDF7-453C2D61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BA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26344-C20C-4602-A3F8-0DAA5A33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 × 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ACD93F-414B-4109-8E67-1D229D08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DE697C-6DCB-40A1-9272-2D4BE79F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068527-B206-47B7-8185-37F9C5D9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W + BA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57E8BC-56B8-4FF9-8DFE-C41A4996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출력 차원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9ACF90-EE5F-43B8-9340-93A021D1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 02 · 작은 행렬 구조 · 언어 모델 학습 아님</a:t>
            </a:r>
          </a:p>
        </p:txBody>
      </p:sp>
    </p:spTree>
    <p:extLst>
      <p:ext uri="{BB962C8B-B14F-4D97-AF65-F5344CB8AC3E}">
        <p14:creationId xmlns:p14="http://schemas.microsoft.com/office/powerpoint/2010/main" val="196354093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4EC975-9C68-44DD-81E0-48266249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ABB04A-5A52-49A7-BEB6-55D6244C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ACA51-CF90-4D30-9FAA-0279BC8D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rank와 파라미터 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97133-5E02-42B4-AA6F-631AA926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5BB13-F7CF-4EB8-8905-B3B7E363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rank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전체 행렬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두 행렬 합계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160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6B107-F926-4482-A9AC-55AD610C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F3DC6-7FE7-407E-9A45-79371F7E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2F040-B463-4A49-BB7A-E595FC0E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B0F6F-CC36-41E1-895E-4282E32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C0BE1-EF9A-4BFE-A0C4-510F4239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4C4E47-B868-4918-AF73-B49064E5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401D0D-BF44-4E71-9398-49FCABAB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12×8 행렬 · r(12+8) · 작은 예시에서 큰 rank는 절약되지 않음</a:t>
            </a:r>
          </a:p>
        </p:txBody>
      </p:sp>
    </p:spTree>
    <p:extLst>
      <p:ext uri="{BB962C8B-B14F-4D97-AF65-F5344CB8AC3E}">
        <p14:creationId xmlns:p14="http://schemas.microsoft.com/office/powerpoint/2010/main" val="1663440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BC92F-71B8-46EC-9B85-F42AD8EE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829B44-0CBF-4FCD-AB6A-4F04D3F4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7C23EA-D7DE-48D8-8EC7-F0349C1C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rank별 파라미터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6B2CE-CC57-4F1B-8D53-2B966DA8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53F57-48FD-4AFB-906C-D578CF2F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20a9d8df484a30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AF99AA-1184-4134-8E11-3B25C0ED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12×8 합성 행렬 · 전체96개 vs r(12+8) · 실제 모델 메모리 측정 아님</a:t>
            </a:r>
          </a:p>
        </p:txBody>
      </p:sp>
    </p:spTree>
    <p:extLst>
      <p:ext uri="{BB962C8B-B14F-4D97-AF65-F5344CB8AC3E}">
        <p14:creationId xmlns:p14="http://schemas.microsoft.com/office/powerpoint/2010/main" val="121618058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8E8C19-7D1C-422B-BDC3-F2BC83FE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A69C0-FAE9-416C-94A2-54072FC9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81F5DE-CEA9-463A-8D4E-600CEA05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근사 오차와 서비스 품질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188A3-7B4C-419C-9AC4-8E4FA15A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74689-94E1-441B-92D7-14B24C84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88A1B-CB89-4C7F-A62F-FEDAFEFA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수학 실험의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21C72-5E40-4EE3-8A33-8A1A4D36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B39E25-7879-41C0-85D8-915036B2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변화량 행렬 복원 오차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CC8D07-8231-418C-96E2-7D8D58A0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rank 변화에 따른 구조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61B3A-AD4A-4D52-A015-A8C81A6D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실제 서비스의 결과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F839A-85B1-4793-95F5-1E91F260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AA47F-2D77-4325-8567-8636A369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근거·유용성·형식·운영 비용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D9A8A-A816-4DC6-B4E7-15325F5F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 업무 입력으로 별도 평가</a:t>
            </a:r>
          </a:p>
        </p:txBody>
      </p:sp>
    </p:spTree>
    <p:extLst>
      <p:ext uri="{BB962C8B-B14F-4D97-AF65-F5344CB8AC3E}">
        <p14:creationId xmlns:p14="http://schemas.microsoft.com/office/powerpoint/2010/main" val="124544514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59360A-82E1-4F09-94CF-2EC6FCD0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8ED9E-AEB5-4DC6-A6FC-813D919D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FD4220-826E-46FE-B4BF-9D362240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rank별 행렬 근사 오차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BB2852-63A2-48A4-8B11-126F1FE3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54720-37AF-434A-B90B-DF686230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3e5c640ae4489c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60956-DF13-4456-81E1-4D798EB3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Notebook02 실행 결과 · 상대 Frobenius 오차 · 실제 LoRA 학습 결과 아님</a:t>
            </a:r>
          </a:p>
        </p:txBody>
      </p:sp>
    </p:spTree>
    <p:extLst>
      <p:ext uri="{BB962C8B-B14F-4D97-AF65-F5344CB8AC3E}">
        <p14:creationId xmlns:p14="http://schemas.microsoft.com/office/powerpoint/2010/main" val="75112534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05D0B2-401C-436E-985A-B331905E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2673B-B67C-4FB1-A21E-EE21F632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A2E8F7-5571-40D6-9ADF-9E2B5934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특이값 분해 실험의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D66B2-D722-467F-B1E5-CD6A6225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8B626-06EE-4454-8DBD-0056893B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F4536-88B1-41B0-94F8-8E70A341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D1AA8-C16E-4E80-AAEA-825DC070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SVD · Singular Value Decomposition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474C67-8E69-4E2A-A15E-1906EA0A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이미 만든 행렬을 저차원으로 근사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8170D-6B7D-419F-A19E-E58A2CF9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실제 LoRA는 데이터·손실에 따라 A·B를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3A2EB7-B652-436C-9F42-E0106C66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Notebook의 SVD 결과를 Adapter 학습 성공으로 표시하지 않음</a:t>
            </a:r>
          </a:p>
        </p:txBody>
      </p:sp>
    </p:spTree>
    <p:extLst>
      <p:ext uri="{BB962C8B-B14F-4D97-AF65-F5344CB8AC3E}">
        <p14:creationId xmlns:p14="http://schemas.microsoft.com/office/powerpoint/2010/main" val="50189029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70262-70DC-44C4-B5ED-FC082B69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F783B-C81A-48AE-8073-CFEB42E1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315A14-8267-46E2-BB7E-DF8D8BC9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방식의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F8B51-A9E6-475E-9DAC-4862102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299AE-AC87-4CF8-82B6-6E7A63A2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방식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학습 대상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 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전체 미세조정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다수 가중치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자원·저장·복구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저차원 행렬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rank·대상 모듈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양자화 Base + 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정밀도·지원 환경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5BA72-15BD-48D0-B259-7C9667F8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9C3BCC-0BE1-4470-B82B-54979A60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1EA9E5-C871-4CA3-A748-11E064B9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8CE121-5349-47B8-A0CF-AAD8FABB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2D20ED-3718-481C-B4A2-94370D4E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C2DCA5-F5EA-4C41-8506-CE3327FF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QLoRA · Quantized Low-Rank Adaptation · 양자화 기반 LoRA</a:t>
            </a:r>
          </a:p>
        </p:txBody>
      </p:sp>
    </p:spTree>
    <p:extLst>
      <p:ext uri="{BB962C8B-B14F-4D97-AF65-F5344CB8AC3E}">
        <p14:creationId xmlns:p14="http://schemas.microsoft.com/office/powerpoint/2010/main" val="191410624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3E0A75-EC96-4DD1-83A1-4C5E47F3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A222B-8298-4796-9EC9-9AD6F079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40576-587A-43B1-A00E-9C237312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메모리 추정의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174AD-BE49-470D-9E2A-9B373757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90E45-845C-4DBE-9C45-CFB59958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4227C4-166C-4D0C-9C56-629A43D6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9B73B-5425-48E6-8323-C20F884B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가중치 크기만으로 GPU 메모리 판단 불가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CCD0B-205F-4FD5-9F3D-6D2BB420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gradient·optimizer state·activation·버퍼 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23DCF-A037-416E-BBC6-16E3AC4A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모델·길이·batch에서 최대 사용량 측정</a:t>
            </a:r>
          </a:p>
        </p:txBody>
      </p:sp>
    </p:spTree>
    <p:extLst>
      <p:ext uri="{BB962C8B-B14F-4D97-AF65-F5344CB8AC3E}">
        <p14:creationId xmlns:p14="http://schemas.microsoft.com/office/powerpoint/2010/main" val="134791334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FE2EA8-59EE-473F-BAFB-B7FCFF0A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48D9A-31A1-484F-A7C3-64E66BED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A764F-4FE8-49A2-B4FE-BA3759ED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Adapter 버전의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4CEB7-02F4-4C9A-B49F-272BE28A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49F5B-A28F-4CF2-811E-2D1A42AF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31165-1636-468E-9793-DE81731B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06E2B-EA47-4293-B83D-0849B78F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17788-0AE8-4B82-A353-7083A1F2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566F31-9F09-4B4A-B8BF-A1143322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976E08-D3FB-46B1-B7B1-5D1BA0B4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모델·revision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D4ABA-8648-499E-86CF-400CC71F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C1816-359D-418E-A882-F0A55851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20A9F6-FC76-4D15-82D4-AD6A1B1A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Tokenizer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E2DE86-39EE-4E55-9FBA-24FD702F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템플릿·버전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813954-5E30-40B9-A08B-505BFAC9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DC34A3-67B7-42F0-8686-0D1A5F2A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B4817-FD8A-4D16-A09A-CC05A53A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15C582-F0D0-4D69-809F-64AC3A46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설정·데이터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D6886A-1BF1-4B96-B8E3-80F3FEE3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E3687B-6958-4205-880B-E4E0C159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B43479-2CDB-4305-B258-CF3D7B17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23D422-7592-47A9-80C9-695CB02B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입력·결과·환경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6DF4A5-19C5-4A6A-932B-862F9FBE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Adapter 파일만 남기면 재현·복구가 어려움</a:t>
            </a:r>
          </a:p>
        </p:txBody>
      </p:sp>
    </p:spTree>
    <p:extLst>
      <p:ext uri="{BB962C8B-B14F-4D97-AF65-F5344CB8AC3E}">
        <p14:creationId xmlns:p14="http://schemas.microsoft.com/office/powerpoint/2010/main" val="99297259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E47058-3EFF-4FC1-A78F-B3C84F90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89312-C8A7-4FF0-814F-3C89B350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BC6165-B50E-4C98-8116-5BEE7E81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전 실행 조건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5D1B2-529B-4C20-82BD-725D98DD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BB621-6516-44DD-8FAF-6F7C726F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F99116-6071-4AB0-9365-F2E2E2AA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BBB3E-EF10-4954-BD69-B0E77183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자료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40AFA-0C75-40C0-A83A-E90979DB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사용 허가·분할·누출 점검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84D5C6-BA4F-4A46-B586-5C8F89F4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38BFB-A01A-4723-9DA9-A6B0F019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034AF-C8C4-4073-A22F-70DC0648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환경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88F7A-9BAB-409F-ADF1-C347977E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GPU·라이브러리·모델 접근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691B14-B661-414B-B6E3-78C78F39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2489D-6C61-44D2-887D-137B8BB1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B0E8B7-04D3-43EC-A6C4-B5E3DB1E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366A3-C16F-438D-8B95-EDE405B8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입력·실패 유형·중단 조건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23C01A-4FF0-4BBC-8F37-A2C1FCDC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04E449-1CBF-4424-A674-0ED1E028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이번 필수 실습은 모델 다운로드·GPU 학습 없이 진행</a:t>
            </a:r>
          </a:p>
        </p:txBody>
      </p:sp>
    </p:spTree>
    <p:extLst>
      <p:ext uri="{BB962C8B-B14F-4D97-AF65-F5344CB8AC3E}">
        <p14:creationId xmlns:p14="http://schemas.microsoft.com/office/powerpoint/2010/main" val="9181794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50A877-5D1E-4001-94A9-2F743904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36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6A3F5-5CB1-4558-811A-D1935D21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선호 데이터와 DPO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720A4-1BFB-46B4-898D-12F33331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302F0-0DC4-4427-B1DE-C7F438E2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Direct Preference Optimization · 직접 선호 최적화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E7033-432E-44E2-9823-58DA5B7D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같은 질문의 두 답변과 선택 기준</a:t>
            </a:r>
          </a:p>
        </p:txBody>
      </p:sp>
    </p:spTree>
    <p:extLst>
      <p:ext uri="{BB962C8B-B14F-4D97-AF65-F5344CB8AC3E}">
        <p14:creationId xmlns:p14="http://schemas.microsoft.com/office/powerpoint/2010/main" val="145452769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B6673E-70A9-4E2F-BFF1-D30AAC78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1B9929-6F43-4083-AA51-FA7588C4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867D0-BE87-407F-AC58-876E18FF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기대 답변과 선호쌍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E7F9F-E0D8-459E-98A5-C46D37FE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89EB8-D77E-4F65-9A31-72849C4F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99491-165C-4D13-9FEE-9C6CB8A7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C7340-1716-4D2B-A52C-FF3C68D0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0369B-47C7-49BB-B9D8-4977509B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 → 기대 답변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F86723-8CA1-4D4F-8D59-7DB31C12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원하는 출력을 직접 제시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60C5F-81B9-4341-82BB-3EEF44E5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B316C-7AC8-4D27-948F-DEB21186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806EA-E0E0-4121-B521-17D883BF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질문 + chosen + rejected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B85FF0-9D2F-49B4-9A23-C5910451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두 출력의 상대 선택 기준</a:t>
            </a:r>
          </a:p>
        </p:txBody>
      </p:sp>
    </p:spTree>
    <p:extLst>
      <p:ext uri="{BB962C8B-B14F-4D97-AF65-F5344CB8AC3E}">
        <p14:creationId xmlns:p14="http://schemas.microsoft.com/office/powerpoint/2010/main" val="107939203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C4308-9D4C-44F6-B27D-2267E0C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7566A-A53A-416A-B5E9-43347AE1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C5472-7A69-4C6D-BBDB-19B4F531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선호쌍의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51B8E-1FD8-4596-A2B8-CAA8DD3E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E11056-E9EE-4E54-8421-30FC61C0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D26DB-B35E-420D-BB6F-BB442809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72C53-44BF-42D3-B5B0-6DA6FC1A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질문: 근거 문서가 없는 문의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F93E26-BBD8-4380-9939-36C65CE7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선택: 확인할 수 없어 담당자 검토가 필요합니다.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9D06E-FDB2-4649-8F7B-B898D576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비선택: 무조건 승인됩니다.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D6755-46B5-43C2-9BEB-6F466060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합성 예시 · 선택 기준: 근거 없는 단정 방지</a:t>
            </a:r>
          </a:p>
        </p:txBody>
      </p:sp>
    </p:spTree>
    <p:extLst>
      <p:ext uri="{BB962C8B-B14F-4D97-AF65-F5344CB8AC3E}">
        <p14:creationId xmlns:p14="http://schemas.microsoft.com/office/powerpoint/2010/main" val="139803994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F3C08-E66E-4CF8-9873-A60B42A4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1B802-D876-41D5-A79B-8DFFFEDB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C1816-FC2A-4467-843D-D011CA07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 데이터의 검토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2B746-89C3-4619-B6DA-4F011B9A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2B1C78-E315-478E-92C9-B2BE7F8E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입력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두 답변이 같은 질문에 대한 것인가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 이유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근거·유용성·형식 중 기준이 명시됐는가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차이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답변·여러 품질 차이가 섞이지 않았는가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편향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길이·순서·라벨러 선호를 검토했는가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5770C-C8A9-465B-88D7-CA4ADDF3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DD389-94A7-4525-8252-CC4383E9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A1E55-83AA-4D27-BD78-107D933C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29274-09E7-4394-8E3A-30A50EA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310DC-0499-4D87-A231-9E4B6CFD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2102F0-9868-4A88-84BE-A45F810B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01603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DC52DC-4098-4147-87A4-35614FEE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9A9DF6-47C2-4C9B-BA56-825A055D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13B5E-4D42-4723-BF0F-74BCEFD8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길이와 품질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EBCB2-CF60-4A62-A1B8-6E7B45DB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205BA-56AC-4174-8771-8A9076C8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1DF59-B9E8-4C75-9B54-3FBC9589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길이가 긴 답변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D7E32-0908-409E-B31D-C61583BC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CDB84F-8F90-48FB-81AE-6FB19306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자세해 보여 선택될 수 있음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9C96E6-9407-4C48-87D1-32B6C389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근거 없는 내용도 길어질 수 있음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D83FEE-E5EC-4349-BED3-37B0B952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업무 기준에 맞는 답변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43947-1538-4BA8-A9C5-EA7934C7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54334-93BE-4E85-BB0A-6BA423EE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필요한 내용과 근거 충족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8A889C-44EF-4740-9198-4E07655D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길이와 별개로 기준별 검토</a:t>
            </a:r>
          </a:p>
        </p:txBody>
      </p:sp>
    </p:spTree>
    <p:extLst>
      <p:ext uri="{BB962C8B-B14F-4D97-AF65-F5344CB8AC3E}">
        <p14:creationId xmlns:p14="http://schemas.microsoft.com/office/powerpoint/2010/main" val="175727141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BE5E1-9150-4D19-93B9-917EFE64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518B3-7BDB-4CCB-A6EF-34E96004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9AC60-B079-46BE-83C7-0539BF31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DPO의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75582-62BB-4566-BDE9-9F027A7F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DDA21-58E5-4DE0-94CD-70193403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E539D4-8839-4794-8199-C53D2F95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CEB6D-E853-4D1A-B5AB-3ABE3C89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2B529-ECC5-4DBF-A4D9-B0CC91ED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3EEBF-4954-43ED-8394-C4A8EC2D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질문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4F1203-C091-4037-B02D-4199E431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같은 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32E7B-7286-452A-984A-6FCFA433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12D7F0-47F4-4F38-9363-00E806C1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8B7A46-82C8-42C8-9CDC-A730B026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933FE2-2F85-4F2C-A971-2A097FD7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chosen / rejected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C66775-04F7-48A1-8740-2A3901A3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14D392-9455-4227-9CB0-B816A675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13792D-8A6C-48C1-B1F9-D1C85AE8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reference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A13573-C072-4FAB-AD09-C361105F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 비교 정책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217079-6795-46E2-947E-76FAB430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4080A-2E9B-43B0-8E61-4D5D9606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058395-9161-4582-88E7-A61F5935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0676E9-E485-4339-A958-04781E0D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대상 모델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0C7D0F-5469-44F7-B706-624AE811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선호쌍을 더 잘 구분하는 방향의 최적화 · 일반 정확성은 별도 평가</a:t>
            </a:r>
          </a:p>
        </p:txBody>
      </p:sp>
    </p:spTree>
    <p:extLst>
      <p:ext uri="{BB962C8B-B14F-4D97-AF65-F5344CB8AC3E}">
        <p14:creationId xmlns:p14="http://schemas.microsoft.com/office/powerpoint/2010/main" val="181694157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E4274-FAB3-4CAD-A794-4DF29877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E72E5F-06AE-4347-815C-7637E099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0B293-8FCE-45CC-8A89-A34816F0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DPO의 비교량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3319E-D0C8-4E6D-8FA7-4CB19F4F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A5E44-7E32-41BE-9F87-2B41C4E9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165D5F-5F3F-4636-84B2-81FE4449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m = policy 차이 − reference 차이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53B6DF-3CF8-44F3-8401-A01B95D6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2161F5-433E-42C0-A84A-2EFC2548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각 차이 = log P(chosen) − log P(rejected)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AFDA3-5B2E-454E-ACD5-B48DD24A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시퀀스 log probability · Judge 점수 아님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17F709-105A-403A-BAB9-90A1610B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입력·토큰화·종료 조건을 같은 기준으로 계산</a:t>
            </a:r>
          </a:p>
        </p:txBody>
      </p:sp>
    </p:spTree>
    <p:extLst>
      <p:ext uri="{BB962C8B-B14F-4D97-AF65-F5344CB8AC3E}">
        <p14:creationId xmlns:p14="http://schemas.microsoft.com/office/powerpoint/2010/main" val="109831847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63B7A0-A605-4616-97E6-37D9ADB0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31CA8-615D-4B09-B6A1-86A981F2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58178C-85A0-48D2-A3A0-1269CBB7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 손실의 방향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881A3F-2B69-4C82-98C1-02A12516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9DC33-2DBA-48A5-9C42-E36F2D47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50DCD-AEE6-468B-B877-B2E64B94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Loss = −log sigmoid(β · m)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6F558-C060-4944-9A72-4B5A2E4D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F3334-112C-47F6-8FC1-76D4A38F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m이 증가하면 해당 선호쌍의 손실 감소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13A2F8-088B-4643-B616-04E359CB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β: reference 대비 변화의 제어와 관련된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9FBFF1-454B-40B8-B73F-60FD534D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한 쌍의 손실 감소가 서비스 품질 향상 전체를 뜻하지 않음</a:t>
            </a:r>
          </a:p>
        </p:txBody>
      </p:sp>
    </p:spTree>
    <p:extLst>
      <p:ext uri="{BB962C8B-B14F-4D97-AF65-F5344CB8AC3E}">
        <p14:creationId xmlns:p14="http://schemas.microsoft.com/office/powerpoint/2010/main" val="62847745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7BE43B-117A-48EF-99A0-3FC55D4A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8D787-3FA0-4E19-B023-97C7A98B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CBA3C-669E-47F4-BB33-FC5A6A2D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손실의 수치 계산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33B8B-AC42-4F2C-8E56-BCE6186F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FE95F-56BE-4F45-A99D-265F00CA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1C361-1808-4A15-80D4-A2E3D6AC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792B3-DAB8-4C3A-9A2E-FB92661C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loss0 = dpo_loss(-3, -3, -3, -3, .1)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good = dpo_loss(-2, -5, -3, -3, .1)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bad = dpo_loss(-5, -2, -3, -3, .1)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good &lt; loss0 &lt; bad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633C3-E89B-4EF9-919A-A6A6B7CA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Notebook 03 · logaddexp로 수치 안정성 확보</a:t>
            </a:r>
          </a:p>
        </p:txBody>
      </p:sp>
    </p:spTree>
    <p:extLst>
      <p:ext uri="{BB962C8B-B14F-4D97-AF65-F5344CB8AC3E}">
        <p14:creationId xmlns:p14="http://schemas.microsoft.com/office/powerpoint/2010/main" val="214189983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868932-230A-4141-B07B-9477D7E0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3518B-7E54-4BBF-8AA5-C792442D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627D40-C1CD-45AD-9280-8F4F9D25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고정 log probability의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5E24B-C932-4604-8C1A-E73EE2FC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E027CD-7A84-4560-9C48-19B79D44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margin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손실 · β=0.1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기준선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0.6931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선호 방향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0.5544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반대 방향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−3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0.8544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3D8B4-4F11-4C25-8FAD-EA9744CB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32E97-EAC4-4C57-A830-77D88E56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B6DF8-F181-46E1-BF3B-E0C4B70E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A95A5-18DF-4152-92D3-E5044507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77940-CC51-4897-9C6C-23E4CD23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F5255-8EEB-4219-B86A-85D91F89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수식 확인용 값 · 모델 평가 결과 아님</a:t>
            </a:r>
          </a:p>
        </p:txBody>
      </p:sp>
    </p:spTree>
    <p:extLst>
      <p:ext uri="{BB962C8B-B14F-4D97-AF65-F5344CB8AC3E}">
        <p14:creationId xmlns:p14="http://schemas.microsoft.com/office/powerpoint/2010/main" val="40715866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64148-5A16-4420-93C6-04F3ECC8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BE1F58-9B68-4304-8835-F9C4B0AC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8730C-421B-4DFB-A15C-3F8D78A7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margin과 DPO 손실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0A07A-C135-4E3E-84D2-8A7ED949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A1B3E-612A-49B9-9574-EC5B49EE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8621f8470c44c9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DF6841-1CB0-4A6C-90AC-85BE4282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β=0.1 · 고정 log probability 수치 실험 · 업무 품질 측정 아님</a:t>
            </a:r>
          </a:p>
        </p:txBody>
      </p:sp>
    </p:spTree>
    <p:extLst>
      <p:ext uri="{BB962C8B-B14F-4D97-AF65-F5344CB8AC3E}">
        <p14:creationId xmlns:p14="http://schemas.microsoft.com/office/powerpoint/2010/main" val="187785345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F917B7-51C1-4545-ADF7-FA129638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FDE871-B567-413F-B0E9-564D8F47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40628-86E0-4F2D-BA2A-935C7EE1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장난감 정책의 학습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A9E1DF-5464-442D-BFF2-FA127E26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FAA9B-5210-49AA-941D-66189384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8BE60-3143-4D9F-B187-09A3AFDE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23E9B-8B5C-4EEA-BE50-E64E85A0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질문 한 개 · 고정 답변 두 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85C78-D7C3-44E1-A0FA-B99E16A2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선택 확률을 결정하는 θ 하나만 갱신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C1674F-730B-4E35-B642-DD1C409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새 질문의 일반화·정확성·안전성 미검증</a:t>
            </a:r>
          </a:p>
        </p:txBody>
      </p:sp>
    </p:spTree>
    <p:extLst>
      <p:ext uri="{BB962C8B-B14F-4D97-AF65-F5344CB8AC3E}">
        <p14:creationId xmlns:p14="http://schemas.microsoft.com/office/powerpoint/2010/main" val="10126819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B43013-DDA1-4A86-9234-C541BFE7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3CCC7-A70D-414F-ABD7-528E64D8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B9CFE-D351-46D3-8379-55E3AD2E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DPO의 단순화와 남은 비용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20992-531D-4943-960A-6016C199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0A722-8B40-4348-9ABB-E76A57F4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DE367-D19A-4757-8C77-237E86AB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PPO 기반 RLHF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415A2-C13C-42A0-8408-218E80D4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F59405-2BA9-47D1-A07B-4241E2C4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보상 모델·온라인 샘플링 등 필요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2C2279-F9D9-455B-98B9-18E3566C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실행 구성과 자원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B6D8A0-E810-4CB6-B2D0-98396570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DPO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27F6E-7FE9-4031-9C2A-3E635B8C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8630C2-819B-490B-BAAD-DCE89ECE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 선호쌍·reference로 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9CEBAB-5C5E-440A-A5CB-E9AEACBC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자료 라벨·편향·재평가는 여전히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524657-5D98-40EC-9DDD-2B02F99B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RLHF · Reinforcement Learning from Human Feedback · 인간 피드백 기반 강화학습</a:t>
            </a:r>
          </a:p>
        </p:txBody>
      </p:sp>
    </p:spTree>
    <p:extLst>
      <p:ext uri="{BB962C8B-B14F-4D97-AF65-F5344CB8AC3E}">
        <p14:creationId xmlns:p14="http://schemas.microsoft.com/office/powerpoint/2010/main" val="64982697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954BD-303D-454F-B347-D829D5D4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49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D3EF99-20E4-429C-82B3-0167C58A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비교 평가와 기술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17AED-1396-485B-891E-1652D28C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160E1-3D1E-468B-999D-2A6CC528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 · 운영 비용 · 실패 유형의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634B8-51CC-4D48-8197-AF0D6F5A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기획서에 들어갈 검증 계획</a:t>
            </a:r>
          </a:p>
        </p:txBody>
      </p:sp>
    </p:spTree>
    <p:extLst>
      <p:ext uri="{BB962C8B-B14F-4D97-AF65-F5344CB8AC3E}">
        <p14:creationId xmlns:p14="http://schemas.microsoft.com/office/powerpoint/2010/main" val="76880361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E586FB-7FCA-47E4-A824-473ABE8F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2D54C-F673-4789-A0FE-18D13B7A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1C690-0F33-4071-995C-3828226B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고정 입력의 비교표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4DBA30-4762-46F8-B63B-1DAD4F4E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8F981-4C30-4036-A725-42ABC766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조건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결과 기록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평가셋·템플릿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응답 원문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품질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근거·형식·유용성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통과·실패 이유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설정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모델·Adapter·생성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버전·seed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환경·반복 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시간·비용·오류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B75CA-B4C5-48F5-A96A-E962257D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00B7C-7BFA-45E1-A178-56194E1D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C15D31-8FAD-401E-9AFB-5A21FE7D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F7A7B-61B4-4CCD-A014-77C75F8B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20429-E1CF-48CC-84DB-C01D058F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9194C0-5FB5-4C6F-83C9-1EFEBED2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862134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908B1-7213-4982-AC5A-CA43F321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9A855-3BA9-4CEA-9A9A-15E65A54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A5104-BA28-47BB-B4BD-04A96E48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비교의 공정성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F5624-9539-49BF-9D71-D8AEC1DC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2F1C61-EB25-4907-8055-AC9A92C6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74E4B-E62E-4220-879B-CD4641DF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A7F51-D03B-4116-8B5B-1A8FEFDB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개발에 사용한 입력과 보류 입력의 분리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9FBBB-8E8F-4329-845C-BB6E1968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답변 순서 가림과 동일 기준의 사람 검토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ADBF2B-62F3-4F88-80BE-8757265A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최고 사례만 고르지 않은 실패 기록</a:t>
            </a:r>
          </a:p>
        </p:txBody>
      </p:sp>
    </p:spTree>
    <p:extLst>
      <p:ext uri="{BB962C8B-B14F-4D97-AF65-F5344CB8AC3E}">
        <p14:creationId xmlns:p14="http://schemas.microsoft.com/office/powerpoint/2010/main" val="130104856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9A42AA-8BA1-4ED8-AB0D-E873A4D7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5F98C-45BD-4D00-AAFC-32B51BA2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CBE6D-847B-48B0-A48E-5D3B952F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 기준의 구체화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5D42C-D201-422F-9BCD-75049D60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E7927-5948-4B60-AD3C-E2F09172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차원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방법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인용한 문장이 주장과 일치하는가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형식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 계약과 필수 필드를 충족하는가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유용성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사용자의 다음 행동에 도움이 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안전·거절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위험한 단정·과도한 거절이 있는가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FB4A3-C447-46FE-B5A3-9EDB9510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9310D-B547-4956-8926-40388789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E398A5-DBBB-4804-A5AD-5EE76A7C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BD833-3D41-4DE6-A8B0-C5889551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03608-8ADD-48ED-99C7-1D0995A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7F917-9012-4634-864D-A7ED8E82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719545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06E1B7-6CBE-4162-9428-3CB1E0EF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ED0A73-480A-4B58-902F-B1A1557E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2D6D0-B577-4613-8C07-2630AE6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실험 결과와 의사결정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B2FFB-935B-42EA-B8E1-06FC839F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522CB6-7842-4006-8011-6A7BE003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6E477-9EF9-4AD6-9902-0B266B87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결과 기록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5A8DF-53D8-43B8-93E7-28793321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20547-1860-4FFB-BB08-EDCE4F5C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어떤 입력에서 무엇이 바뀌었는가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9753F-4CA6-4715-BED8-245C14A8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조건·수치·원문 보존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7272E2-F6D2-4169-9404-A57DBBCB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선택 이유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8F9678-20BA-48D4-A193-387D9083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CF665-A0A7-4272-94F5-41EACE2A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지금 어떤 대안을 채택할 것인가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DF0C9-379D-47C5-A446-D1931A1E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비용·위험·다음 검증 포함</a:t>
            </a:r>
          </a:p>
        </p:txBody>
      </p:sp>
    </p:spTree>
    <p:extLst>
      <p:ext uri="{BB962C8B-B14F-4D97-AF65-F5344CB8AC3E}">
        <p14:creationId xmlns:p14="http://schemas.microsoft.com/office/powerpoint/2010/main" val="26917034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3963BB-94AF-4BF6-82AB-DE126A72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A0427-6F24-4EEC-ABAC-D1BC3897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AC995-3366-43A5-A6CC-FE7ED20C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모델 승격 전 검토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B5B5E-52F3-4E94-8D48-70319AFE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4C7131-991E-4944-AD30-18F8FD4E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BCFDE-83AF-4539-BA48-D82A4F14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C0208D-3C65-44B2-9053-00C2E38B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기준선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1E3154-52F9-4C2F-AC5C-E3183417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이전 버전과 같은 입력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7E58AD-90A0-4B84-98B7-7DCA79F1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8E9CD-083B-4365-BBC1-9277C277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FCC52C-B66D-4467-8C08-723DD0D6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승격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FB584-541E-4276-9B83-9D429CF4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사전 합의한 품질·비용 조건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89D8AF-DA8B-4C1B-871C-B1A8E14D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1F2B3-2C9B-4E13-B647-AF272552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B1469B-AFB9-4ED5-BC48-65BCB854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B64952-2F98-4BB2-AB88-EB9F6AA2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Base·Adapter·설정의 되돌리기 경로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57ABE-9A20-4F36-8BCC-E5876E87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BB976-B712-4AC5-9B24-8C5D13C3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승격 조건을 결과 확인 후 유리하게 변경하지 않음</a:t>
            </a:r>
          </a:p>
        </p:txBody>
      </p:sp>
    </p:spTree>
    <p:extLst>
      <p:ext uri="{BB962C8B-B14F-4D97-AF65-F5344CB8AC3E}">
        <p14:creationId xmlns:p14="http://schemas.microsoft.com/office/powerpoint/2010/main" val="140753832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D7A31-6593-417C-817A-C3766381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55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996B3-1B52-4E3E-AD08-6629EFEC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단계별 Notebook 실습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F872A-44E6-476B-A6B4-5885240F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0DCC7-220B-4528-A983-AB355D0B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3.11 · 기존 .venv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EC73E-37D5-4BCC-BEB9-608C86B4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기본 실행은 API 키·Ollama·GPU 불필요</a:t>
            </a:r>
          </a:p>
        </p:txBody>
      </p:sp>
    </p:spTree>
    <p:extLst>
      <p:ext uri="{BB962C8B-B14F-4D97-AF65-F5344CB8AC3E}">
        <p14:creationId xmlns:p14="http://schemas.microsoft.com/office/powerpoint/2010/main" val="145821085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413D1-7895-4A34-A1BE-06DBDA2F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33F03-9987-4A0F-8E26-4C75F1A8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CEE84-6FF1-4F58-A747-8D6FAB23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Notebook과 산출물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F9D17-FB32-446C-B405-1BC033E1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BB839-BAB0-40AF-B82E-9E71C73E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851148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파일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88416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01 ·</a:t>
                      </a:r>
                    </a:p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data_quality_split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오염·누출·분할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Dataset Card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88416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02 ·</a:t>
                      </a:r>
                    </a:p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low_rank_adaptation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rank·오차·비용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행렬 실험표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03 · preference_dpo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선호쌍·손실·정책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한계 포함 비교표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88416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04 ·</a:t>
                      </a:r>
                    </a:p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project_proposal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요구사항·위험·시안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초안 HTML·JSON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3B4D5-C236-49CF-A756-C102C149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FA00F-034F-4644-BA72-43535468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2AE57-E729-4BFC-8547-BE3F0435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1116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E8A3C-5F77-457F-BC0D-1C72C3BE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9532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ADBAC-D461-49CC-A2B8-9E9E5684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2482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83459-DE54-4473-91A1-65AD79A6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0898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13451197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1679CC-F97E-435C-A4A7-CCA863EE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C8CC5-1012-4651-BEF3-E1C55B19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0B670-29E2-4FFB-93DD-9A08F758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VS Code 환경 준비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C76C7-FF3F-4EFB-AC66-BCA81B1E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B2340-F8A7-4791-BD68-64FC48F9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2A7DF-FBA8-45CC-8E5A-47078585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F6995-8621-4688-8BF2-9DCFEA16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python3.11 -m venv .venv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source .venv/bin/activate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pip install -r requirements.txt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 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CB0DB-6C45-464C-BED1-F9960201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기존 .venv가 있으면 재생성 불필요 · Windows는 .venv\Scripts\activate</a:t>
            </a:r>
          </a:p>
        </p:txBody>
      </p:sp>
    </p:spTree>
    <p:extLst>
      <p:ext uri="{BB962C8B-B14F-4D97-AF65-F5344CB8AC3E}">
        <p14:creationId xmlns:p14="http://schemas.microsoft.com/office/powerpoint/2010/main" val="6429417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4E98B-63CA-4EDF-88FD-437CB3AC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C8CFF-387E-4ED4-AA5E-FB639DDD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1284E-769B-4524-B0E1-053131D2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VS Code 실행 경로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FBC17F-33E1-4777-A425-5ED75816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4AF978-A0EF-499A-BFC8-43DBAA6B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B0E2FF-98B1-49C0-A574-4A8D01BC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900A1-B340-478F-A798-228B772E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루트 폴더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57A7B-01D4-40BF-9A77-C1CD8656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llmops-16week 전체 열기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57D9B-0CE1-494B-9067-9E14C561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FD2ED0-62B9-40AD-B80B-EB6AD38A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84968-C653-4E6A-9EDA-3519BFC9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Notebook 커널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52059-FD61-4CDD-AC62-CBC7B49D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Python 3.11 · .venv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0966F2-BF5B-447F-ABA5-896D9124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DA0D0B-9129-44A0-B489-F3A13D42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AB5CC7-B657-42D2-B965-E480FBD3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셀 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C48A9B-C11D-4957-9753-038F3E4C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위에서 아래로 · 한 변수 변경·기록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416975-4428-4530-87CB-E0FCC604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0C7829-2B7E-4097-B45C-A7AC6DE9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실행 위치: week07/lab/notebooks · 제출물은 공개 GitHub에 업로드 금지</a:t>
            </a:r>
          </a:p>
        </p:txBody>
      </p:sp>
    </p:spTree>
    <p:extLst>
      <p:ext uri="{BB962C8B-B14F-4D97-AF65-F5344CB8AC3E}">
        <p14:creationId xmlns:p14="http://schemas.microsoft.com/office/powerpoint/2010/main" val="12266079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E0A2C0-A901-46BC-B957-57EDFFCA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7CF16-0C5F-4870-A460-9955CDCC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95369D-0835-44EF-A401-CD5DDAE9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01 · 누출 탐지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63E4B-2C14-4761-938B-7FD0A56F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DADD9B-E4F0-4E22-B2D6-720A69CA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08343-1D3E-484D-A4CE-3C4D9257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2DD6D-DF40-4313-BB91-09F4A92D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정상 48건 → 중복·깨진 JSON 주입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7759A-EB1D-4603-BD92-09018633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문장 단위 분할: 24사건 모두 교차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498C52-A2FE-4E9F-A64C-E684D547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사건 단위 분할: 교차 사건 없음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550A0-5C15-4134-8988-FB0D064A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핵심 셀: 문장 분할의 위험 → 사례 단위 분할 → 누출 탐지</a:t>
            </a:r>
          </a:p>
        </p:txBody>
      </p:sp>
    </p:spTree>
    <p:extLst>
      <p:ext uri="{BB962C8B-B14F-4D97-AF65-F5344CB8AC3E}">
        <p14:creationId xmlns:p14="http://schemas.microsoft.com/office/powerpoint/2010/main" val="212072933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CC7FD-E65E-4D3D-8DDB-748BF530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EFB5B-C306-4477-9378-1511FB62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4D84D-3F3C-44E0-A0C9-7DC66DD7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01 · 검증 코드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D128C-2CBE-4930-92EC-D29A97C5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6DEFF-6AC6-42FB-BEB7-D9F463B5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DBA256-CF61-4CCF-9444-3BF0F43C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3B5657-21E0-4710-8D35-0023A666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data = examples()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splits = split_groups(data, seed=42)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not leakage(splits)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print({k: len(v) for k, v in splits.items()})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C99DD1-7C32-44F5-88C1-637581E2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예상 문장 수: train32 · dev8 · test8</a:t>
            </a:r>
          </a:p>
        </p:txBody>
      </p:sp>
    </p:spTree>
    <p:extLst>
      <p:ext uri="{BB962C8B-B14F-4D97-AF65-F5344CB8AC3E}">
        <p14:creationId xmlns:p14="http://schemas.microsoft.com/office/powerpoint/2010/main" val="772805550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3B479-6879-4F07-9376-40410F12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C1432-CAEE-4559-9AD5-0611C1E0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BB5CF3-76B5-489F-9265-D233A815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02 · rank의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D19EF6-A181-47B9-A926-79826702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F1313-B906-413C-A587-D91AFE93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15226-8D30-4FB6-A652-27B0F842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006DE-103A-40B8-9429-8F7B4F74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 1·2·4·8의 근사 오차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26336-033D-42E6-985D-5195165E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전체 96개와 두 행렬 파라미터 수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B2BAB-B4D0-4785-A49C-E422715A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원본 가중치 고정 여부를 assert로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90D12-FDEF-46BE-AA2B-89659A36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핵심 셀: rank 2 → 근사 오차 → rank 시각화 → 비용 계산</a:t>
            </a:r>
          </a:p>
        </p:txBody>
      </p:sp>
    </p:spTree>
    <p:extLst>
      <p:ext uri="{BB962C8B-B14F-4D97-AF65-F5344CB8AC3E}">
        <p14:creationId xmlns:p14="http://schemas.microsoft.com/office/powerpoint/2010/main" val="44644802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5D7BB-F0F6-47EF-9021-5FCFE915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D76064-304C-4F2C-AE6A-D3492BEA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E3416-6493-429B-9DD8-4F789995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03 · 선호 손실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DEDAB2-55FD-4247-B505-5557BBA9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C1DEF-68A3-423A-A71A-88D60076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41BD6-74F8-42C0-96D6-1C3F9CC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5AAD0-C783-4EFC-B002-F9DE9185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기준선·선호·반대 방향의 손실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D181-2FFE-4174-A934-1072323D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β만 변경한 민감도 실험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84E47-C378-4826-AD5E-6128C2B3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한 질문 정책의 학습과 한계 기록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0914E-BD78-48DE-9043-9539947C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핵심 셀: 기준선 → 선호 방향 → beta → 장난감 정책</a:t>
            </a:r>
          </a:p>
        </p:txBody>
      </p:sp>
    </p:spTree>
    <p:extLst>
      <p:ext uri="{BB962C8B-B14F-4D97-AF65-F5344CB8AC3E}">
        <p14:creationId xmlns:p14="http://schemas.microsoft.com/office/powerpoint/2010/main" val="103132673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EB807-705D-449A-9DCF-71132864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EFCA2A-B305-4195-BF3B-3A376E5D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28BBC-655E-4FDA-8A1D-EEE0AB47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03 · 반복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8F8A5-A461-443C-9AC9-CD226937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A4732-FE30-4463-9A57-B64EE9DB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D5F8E-2406-4D9A-938B-0FD97BA1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5034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8049D9-87F4-4E69-B4B4-4A6101A3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931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beta in [.1, .5, 1.]: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history = toy_preference_training(beta=beta)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print(beta, history[-1])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8CBBD-B0CA-421A-8D7B-EB623B56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같은 학습률·80step · 실제 LLM 품질 비교가 아닌 장난감 정책</a:t>
            </a:r>
          </a:p>
        </p:txBody>
      </p:sp>
    </p:spTree>
    <p:extLst>
      <p:ext uri="{BB962C8B-B14F-4D97-AF65-F5344CB8AC3E}">
        <p14:creationId xmlns:p14="http://schemas.microsoft.com/office/powerpoint/2010/main" val="1977050531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85F8FC-AC40-4A25-A0CB-E07D4074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E26A4-9A5D-40FD-8F2C-1C307EA4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04FD1-8962-4FCA-A504-4C50DA22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04 · 기획서 생성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C7631-9597-4F61-94A7-C76B712A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78B41-D825-49CF-9611-74365DA5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98702-62AA-45D8-A955-9A847FE5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F2B1F-1FB7-4252-95D4-3BCFFD2F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문제·대안·범위·평가·복구의 문서화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68E2F-2038-4E7E-8ADC-75B5ED8B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항목 누락 검사와 내용 검토의 분리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3C9629-F185-4E0A-98F3-FEC22269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HTML 시안 검토와 교수에게 확인할 질문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AB91B7-79C3-4C4D-94C0-69813014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output/validation/adaptation-labs/proposal-draft.html · 로컬 출력</a:t>
            </a:r>
          </a:p>
        </p:txBody>
      </p:sp>
    </p:spTree>
    <p:extLst>
      <p:ext uri="{BB962C8B-B14F-4D97-AF65-F5344CB8AC3E}">
        <p14:creationId xmlns:p14="http://schemas.microsoft.com/office/powerpoint/2010/main" val="269394353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56E9A4-2214-4173-866D-E6C8D42C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2BD55E-5662-4E66-B320-60FDA796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5685CA-CBDC-44F1-ACDE-55006096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실습의 완료와 확장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DE23C2-E75D-4F8A-ADFC-70DE5034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43B70-585C-4F81-A2DF-BC989238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6E5EE-F05A-434E-9557-B5C41FEA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오늘의 기본 완료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BAFB9-8314-4841-B68D-FB26684A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84638-4D3E-4E1C-B0EA-C5D6C710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필수 셀 실행·가정과 한계 기록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717408-A91D-458F-A56F-16194118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GPU 없는 공통 경로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BAB87-10F7-42FD-A5A4-FC498B11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선택 확장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4334A-69AE-45FF-9A75-BD116F31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D037E0-51F4-445B-A6C8-79E97E9F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기존 SFT/DPO 보존 실습 검토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9FCF08-5791-4141-B5DE-34D0EA69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별도 GPU 환경·의존성 검증 필요</a:t>
            </a:r>
          </a:p>
        </p:txBody>
      </p:sp>
    </p:spTree>
    <p:extLst>
      <p:ext uri="{BB962C8B-B14F-4D97-AF65-F5344CB8AC3E}">
        <p14:creationId xmlns:p14="http://schemas.microsoft.com/office/powerpoint/2010/main" val="1914161710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426B5-D505-4C65-B8AB-35190FA4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W07 / 66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79FC1-4956-4175-BA83-E772CBB8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프로젝트 초안과 설계 리뷰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B18C6-4B39-47DB-8773-87449CA8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00C89-9C7F-408B-BD2E-7EA71CB5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7주차 초안 0.1 → 교수 피드백 → 8주차 수정본 0.2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4A41F-9ED0-4AB7-AB88-7B88C8D5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시험 없이 제출물 평가</a:t>
            </a:r>
          </a:p>
        </p:txBody>
      </p:sp>
    </p:spTree>
    <p:extLst>
      <p:ext uri="{BB962C8B-B14F-4D97-AF65-F5344CB8AC3E}">
        <p14:creationId xmlns:p14="http://schemas.microsoft.com/office/powerpoint/2010/main" val="374739176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9839D3-4523-427C-A899-F106E491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A6EC2-B279-44FE-9BA8-BF844773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50FEF-AB87-4854-9A73-3178BBD9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프로젝트 운영과 제출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80F05-B9B1-4D9C-B68C-B5E60694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557BF-8B55-4FCB-A798-C9580CB4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아주대AI대학원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2–4인 자율 팀 · LMS 제출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군산대·국립창원대 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개인 진행 가능 · 공지 교수 이메일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개별 예외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교수 승인 여부 별도 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10.16 · 7주차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초안 0.1·피드백 준비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10.23 · 8주차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수정본 0.2 온라인 제출·평가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FC0517-434D-4255-828A-8E7D7D2B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5102F-9EEA-4AD3-B027-61C13059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0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06917-2C62-44EC-A81A-C6EA94C5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FC09E-0A66-4370-99F8-AEA5161C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542B3-AA72-45EB-A325-274290C7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3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B3F187-1657-4E96-8220-6FBF74A5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35AD1-6652-4645-9CB8-94474819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6B4E5-EA91-4387-9AE2-7CA713DF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팀 신청 폼은 기획서 제출함이 아님 · 정확한 시각은 소속별 공지</a:t>
            </a:r>
          </a:p>
        </p:txBody>
      </p:sp>
    </p:spTree>
    <p:extLst>
      <p:ext uri="{BB962C8B-B14F-4D97-AF65-F5344CB8AC3E}">
        <p14:creationId xmlns:p14="http://schemas.microsoft.com/office/powerpoint/2010/main" val="227411155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E2F84D-D390-4364-8794-FA37370A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8C955-8D21-4A1A-95D0-9C529ABC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7B1DB5-9F9D-4FA8-807C-48F8FDDD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기획서의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3D194-483A-4345-9049-DA2F6C80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D1A64-8D17-45E3-AD8F-EAC16F01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64131-7369-4D2F-A5A4-D6346DCF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03934-4380-4E07-B57A-AA3DC9DE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0A6E4-0E75-45D1-91C6-2201EDDE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03C31-AE40-483F-9993-3BB1196C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2Pager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1BE70-F3D9-4A0E-908C-AAD90A8F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문제·제안·근거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6073B-A781-485C-B0F4-1EC52D73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2FE47-3713-4BD0-9901-DDDACE04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4CC89-4B91-4A66-8704-0A807093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E8D2D1-5FC1-4931-BA6A-AACAF68B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요구사항·검증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5928AD-7C9B-477F-B14A-9689B434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67B271-B285-484D-8F55-E02C0368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5B7347-4485-4FCA-BCFE-E381D0AF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로드맵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40E969-E9E5-48BA-831F-D4057DC7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범위·일정·담당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990C47-4E0B-4D98-BB29-4904782B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231211-1F36-4A35-BD30-82C54DA3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62CE34-60F8-4FA8-966D-3F6DCD7B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선택 자료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CB71A9-7A88-4C25-8F66-8132B013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시안·짧은 데모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CFBE10-5033-4197-9B20-817629A7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형식 자유 · 동일 내용의 중복 문서 제출 불필요</a:t>
            </a:r>
          </a:p>
        </p:txBody>
      </p:sp>
    </p:spTree>
    <p:extLst>
      <p:ext uri="{BB962C8B-B14F-4D97-AF65-F5344CB8AC3E}">
        <p14:creationId xmlns:p14="http://schemas.microsoft.com/office/powerpoint/2010/main" val="45039052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733F40-A7B4-4C4A-A1E4-F4141E5D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A7570B-CEF1-4E24-A177-21A6328E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48C32-1BBC-40BE-AFBA-B4E879E9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두괄식 2Pager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D8348-1B34-4CA1-931C-0863B98B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53D16-0991-41F1-B325-11B60F82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핵심 정보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첫 문단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누구에게 무엇을 제안하는가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문제·근거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현재 대안의 한계와 관찰 증거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해결·범위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최소 기능과 이번에 하지 않을 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검증·요청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성공 조건·주요 위험·확인할 질문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7D15B6-0CCA-4ECE-867F-4203BD15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33FFE3-F87A-44BC-9EEF-9E92CA3F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D7D7C4-05F0-4D88-A933-9C09512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FFB60-60C6-4D2F-B7C7-DB791B51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B19507-56B3-4905-B930-09591625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C4C81A-5737-4F2B-9C6A-B812C507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42743004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E13C02-8DD8-4CF2-84E9-70907FBF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B0B086-6056-4F3C-BE37-89B6D71B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210AF-F8BF-4C40-A5B4-15EF3C26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제품 요구사항 문서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AA4214-81F0-4063-8CC2-20B4418C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01D66-C6CF-475E-A9AE-1E4CD9B9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CC293-9695-4691-BC8E-92E11165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2E483-2AE8-4A3A-B544-7FEE7653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사용 흐름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021FD-E24E-4BCD-A045-4B66480A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입력·처리·출력·수정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387DB1-7907-425E-971A-4C8A406E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7456E2-EFFE-49A9-8373-D211B532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5A4D4-DECC-4570-8633-5D3A3188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요구사항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6B1E94-39AA-42B3-A764-B48C380B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기능과 완료 조건의 연결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7CA3C-9952-44CE-A3E7-CE2B19CA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21BD95-02E5-4522-A344-3AB28AA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634A3-2B84-4F4F-9198-165D30D4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운영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A4DCB0-F335-45A6-8FC0-3D49BEE6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권한·비용·실패·복구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7A7A3E-3461-4371-9101-C555FDBE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8A311A-288B-4361-8F7F-365D2351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PRD · Product Requirements Document · 제품 요구사항 문서</a:t>
            </a:r>
          </a:p>
        </p:txBody>
      </p:sp>
    </p:spTree>
    <p:extLst>
      <p:ext uri="{BB962C8B-B14F-4D97-AF65-F5344CB8AC3E}">
        <p14:creationId xmlns:p14="http://schemas.microsoft.com/office/powerpoint/2010/main" val="109682874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BF8684-DD08-4C18-BFE2-028DF1BD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8BEDD-A334-4AA1-9D7E-5EB5E7B1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B566C-9C38-4A7E-BFBB-E53181CD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글쓰기 개선 서비스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C6AACE-BBBD-4C04-996D-41C06809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89530-874C-4C3B-B54B-583C7985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DDE84C-1BFE-4994-A0C7-E839E21D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4AE91-90DA-4BE9-A028-0A152FD4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553D0-F706-47C6-8386-B8774297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578E56-2404-4E1C-8CD3-FB866F7B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원문 구조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9FC098-76BA-4FA5-8F3D-299C97CD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서론·본론·결론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5F663-18A3-4DBE-B08A-C1E8FA41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FAD24A-5D71-4ACC-B142-D3D9F7AF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7276D-0788-4F06-90C6-7CA5E263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기준별 판단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C53989-2C2B-4044-A0FD-79508839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주장·근거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57469F-930E-443E-A7F8-A84263F4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D7A4D9-1047-4EBA-8724-3B87CA18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87011C-677F-40A4-A6F0-78662E0D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근거 피드백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F4FB2B-0B74-447D-88FB-BF8D09EA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원문 위치 제시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BA801E-FA67-46FA-9AA8-A5ADFE08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A570A4-2B40-4D26-8810-9D3CF4F7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CCFE64-BF0B-4DC6-B460-FDD769F4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사용자 수정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E0D14B-05F2-4999-BF01-6CBB4805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보류·재검토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2C9699-565A-4E87-8C7D-DF464C92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글쓰기의 유창성·이해도·구조를 하나의 점수로 섞지 않는 설계</a:t>
            </a:r>
          </a:p>
        </p:txBody>
      </p:sp>
    </p:spTree>
    <p:extLst>
      <p:ext uri="{BB962C8B-B14F-4D97-AF65-F5344CB8AC3E}">
        <p14:creationId xmlns:p14="http://schemas.microsoft.com/office/powerpoint/2010/main" val="1572959434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9D23E-EC4E-4737-B6F0-5C442982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C8C921-2CBC-4753-B9F7-12122119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C7169-AFFD-4027-B43C-B924532F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글쓰기 서비스의 평가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43348-3BD5-4D24-A083-961231FA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5E764-1647-4F9D-ACEA-4BE12BA3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차원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방법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처리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문단 역할·주장 구분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불명확 구간 보류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원문 위치·주장 연결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 누락 표시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유창성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문장 연결·반복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제안 선택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이해도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질문 의도·내용 이해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 확인 요청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8CA81-8A3E-4784-A589-442EC986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7110B-6C34-4AB4-8FBE-1E7F1265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AC6648-7227-452F-BECB-209F2CA0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29AD8-56F1-4D31-9DF7-A0965D1C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FAF882-41E9-4848-BFB8-B4D14C33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210CE-1210-49C2-B696-7A7775A9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7D01E8-A0F2-403D-9773-1AA2039D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설명용 평가 설계 · 학생 성적 자동 결정 도구가 아님</a:t>
            </a:r>
          </a:p>
        </p:txBody>
      </p:sp>
    </p:spTree>
    <p:extLst>
      <p:ext uri="{BB962C8B-B14F-4D97-AF65-F5344CB8AC3E}">
        <p14:creationId xmlns:p14="http://schemas.microsoft.com/office/powerpoint/2010/main" val="34353725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346332-93B6-4298-96DD-8247C5CD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8351F5-DBC5-4C31-B96D-F18E1170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1B00DA-2B7D-4B7C-B48D-6CF9700D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Prototype과 제품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8D3B1-607F-4097-AA9D-3475933B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97793-BC35-4ED4-B8DD-6BA4960C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892A96-5CBC-47DE-97B2-9005EAF7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Prototype · 프로토타입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890CE-C54D-4378-8880-6FDC67A1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F3B3AD-0AB6-41CA-AEFC-50AA86D1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핵심 흐름을 확인하는 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EBF9CE-D2E7-4716-A43E-8EF3B435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합성 입력·실행 범위 명시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667676-8585-4B9D-AF77-F591DE54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운영 제품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44283A-E155-41EA-87C8-7F5D607E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215779-8325-49E6-98BA-E5D2DD77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권한·실패·평가·보존 관리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DAF655-5DBA-4F9A-9A9F-0541D27E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시안만으로 준비 완료 판단 불가</a:t>
            </a:r>
          </a:p>
        </p:txBody>
      </p:sp>
    </p:spTree>
    <p:extLst>
      <p:ext uri="{BB962C8B-B14F-4D97-AF65-F5344CB8AC3E}">
        <p14:creationId xmlns:p14="http://schemas.microsoft.com/office/powerpoint/2010/main" val="851526617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CF4D0A-75F2-4465-8AFB-031A5B9B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F456B-3966-4E15-9097-EDAD7E1F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1F589-2793-4362-BA7F-52B59667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세 관점의 검토 질문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702F7-A44E-4F39-BEA9-CE4B66C8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11F2F-9AFA-4EAF-9DA3-5FAECA4C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사업·대표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누구의 문제인가 · 대안보다 가치가 있는가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 경험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실패·보류·수정 흐름이 이해되는가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개발·평가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권한·구현 범위·평가·복구가 가능한가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202F5-7403-4E58-B8EB-8C6B5691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B6014-A753-4650-99A2-B37F1A78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AB7C9-A35B-4ABA-AED4-0214A7B0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BC68B7-C727-4551-9AD4-2DA95E19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82ADB9-E731-4111-9CFF-8A88515B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2CD78-D0D2-4448-BE6D-1B5ABBCE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UX · User Experience · 사용자 경험</a:t>
            </a:r>
          </a:p>
        </p:txBody>
      </p:sp>
    </p:spTree>
    <p:extLst>
      <p:ext uri="{BB962C8B-B14F-4D97-AF65-F5344CB8AC3E}">
        <p14:creationId xmlns:p14="http://schemas.microsoft.com/office/powerpoint/2010/main" val="208964187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D65A3B-43B6-4EFA-AA05-7DAF91DF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3E25A-A8E8-4DB8-90D2-26DFEA62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9784C-015B-41AC-ACE5-B2C05506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피드백과 수정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7BAD8-1DF1-4071-AA65-3CC448DC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7613F-CAFA-464D-B755-6E44B717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FF8288-A146-414F-94FE-772C4087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709DD-C178-482F-80BC-22DD447C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C2CD6E-0F4A-4F0C-828B-AA515B11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현재 버전과 한 가지 결정 제시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18B1A9-80BA-4D05-A2A1-DD858BFA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8BE876-A6DA-46C6-97E7-9B5354FE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D8F6B-A18C-4413-8DA1-F9B4956B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피드백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81853-566B-43E7-A5C6-973499DD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가정·누락·위험의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0C0A1-47EE-4803-A2CE-ABACF217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824A66-5CFB-457F-80AD-23662C83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E5298A-737B-489F-89E7-BC3E10BC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759BE9-B79B-460F-A858-F08E421F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채택·보류·반박과 근거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A08016-7ECC-4F4A-A19B-9143FC2F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B2AC47-54D8-46BD-8BB9-A68CEADD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교수 피드백을 받은 뒤 변경 이유와 추가 증거를 수정본에 명시</a:t>
            </a:r>
          </a:p>
        </p:txBody>
      </p:sp>
    </p:spTree>
    <p:extLst>
      <p:ext uri="{BB962C8B-B14F-4D97-AF65-F5344CB8AC3E}">
        <p14:creationId xmlns:p14="http://schemas.microsoft.com/office/powerpoint/2010/main" val="309695928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E6608F-4381-4B48-A996-8CC8DB2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2EC43-1B44-4187-9760-02E2A1FA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60D3A-F009-4FEA-BBF7-5CDFB2C9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제출 전 점검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099AE-B4A2-414F-9327-FDA95624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E45424-D35C-4287-98B0-1E54F5EE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문제·범위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사용자·대안·최소 기능·제외 범위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자료·평가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권한·고정 입력·비교·실패 기준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운영·일정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보류·복구·담당·완료 조건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문서 형식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PPT·Word·PDF·HTML 가능 · HWP 제외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개인정보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LMS·이메일 제출 · 공개 GitHub 금지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6D49B2-7A0C-4C0C-9BA5-71327AA0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97797-853F-417F-8E56-C1D8547D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0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287B04-96A9-4CFA-8050-F614F7E3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4A283-DCDF-48AD-A7D5-29C64673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FAA829-AF27-45E4-9765-D3334C59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3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958D9C-5326-44B6-ACAD-B3D11F32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5AB56B-F5C1-4047-8C06-82E25F39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4414008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93E732-0715-472C-9193-FB5D7536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B6C0F9-6B6A-40D4-A548-D9460E3D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77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5600D4-72DA-4C29-B7D9-AFD08DC4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참고 자료와 재현 경로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89AB3-6D0E-4D96-98A5-5F4D8EDD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DF879-5124-451F-9594-A95D5BAF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데이터 · 모델 적응 · 비교 평가 · 기획서 초안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AF8E3-98DC-4AA2-B786-61A23A63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 · Hu et al. / QLoRA · Dettmers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FAFF0-1EC2-4F8F-8D9A-A9572A6B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2387A-4E95-48E9-B22E-D97ED16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DPO · Rafailov et al. · 원 논문과 수치 실험 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9366B-ECB6-44BC-A538-BD230BCC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304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repo: week07/lab/notebooks · 운영 커리큘럼</a:t>
            </a:r>
          </a:p>
        </p:txBody>
      </p:sp>
    </p:spTree>
    <p:extLst>
      <p:ext uri="{BB962C8B-B14F-4D97-AF65-F5344CB8AC3E}">
        <p14:creationId xmlns:p14="http://schemas.microsoft.com/office/powerpoint/2010/main" val="375489775"/>
      </p:ext>
    </p:extLst>
  </p:cSld>
</p:sld>
</file>

<file path=ppt/theme/theme1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2026-10-11T03:03:38.0230000Z</dcterms:created>
  <dcterms:modified xsi:type="dcterms:W3CDTF">2026-10-11T03:03:38.0230000Z</dcterms:modified>
</coreProperties>
</file>