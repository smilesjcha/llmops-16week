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97fb72e20e4e08" /><Relationship Type="http://schemas.openxmlformats.org/officeDocument/2006/relationships/extended-properties" Target="/docProps/app.xml" Id="R8b5fb7ae478b47d8" /><Relationship Type="http://schemas.openxmlformats.org/officeDocument/2006/relationships/officeDocument" Target="/ppt/presentation.xml" Id="Rf7a5ce328b50411b" /></Relationships>
</file>

<file path=ppt/presentation.xml><?xml version="1.0" encoding="utf-8"?>
<p:presentation xmlns:p="http://schemas.openxmlformats.org/presentationml/2006/main">
  <p:sldMasterIdLst>
    <p:sldMasterId xmlns:r="http://schemas.openxmlformats.org/officeDocument/2006/relationships" id="2147483648" r:id="R9c2a6c742b0e45e0"/>
  </p:sldMasterIdLst>
  <p:notesMasterIdLst>
    <p:notesMasterId xmlns:r="http://schemas.openxmlformats.org/officeDocument/2006/relationships" r:id="R3d189a869979401a"/>
  </p:notesMasterIdLst>
  <p:sldIdLst>
    <p:sldId xmlns:r="http://schemas.openxmlformats.org/officeDocument/2006/relationships" id="256" r:id="Rb00e2f9e7e9a4a24"/>
    <p:sldId xmlns:r="http://schemas.openxmlformats.org/officeDocument/2006/relationships" id="257" r:id="Rddac891783df45bd"/>
    <p:sldId xmlns:r="http://schemas.openxmlformats.org/officeDocument/2006/relationships" id="258" r:id="Reed5522ff46d4769"/>
    <p:sldId xmlns:r="http://schemas.openxmlformats.org/officeDocument/2006/relationships" id="259" r:id="Rf8d26d08f8c54c46"/>
    <p:sldId xmlns:r="http://schemas.openxmlformats.org/officeDocument/2006/relationships" id="260" r:id="R8ba399906079414b"/>
    <p:sldId xmlns:r="http://schemas.openxmlformats.org/officeDocument/2006/relationships" id="261" r:id="R5e5d7f21e2d14dde"/>
    <p:sldId xmlns:r="http://schemas.openxmlformats.org/officeDocument/2006/relationships" id="262" r:id="R9af6e80c078f456d"/>
    <p:sldId xmlns:r="http://schemas.openxmlformats.org/officeDocument/2006/relationships" id="263" r:id="Rb6658d93d9184ca5"/>
    <p:sldId xmlns:r="http://schemas.openxmlformats.org/officeDocument/2006/relationships" id="264" r:id="Rf695fb02e0ce4d0b"/>
    <p:sldId xmlns:r="http://schemas.openxmlformats.org/officeDocument/2006/relationships" id="265" r:id="R542f35645b654965"/>
    <p:sldId xmlns:r="http://schemas.openxmlformats.org/officeDocument/2006/relationships" id="266" r:id="R31b0faa487b54c4f"/>
    <p:sldId xmlns:r="http://schemas.openxmlformats.org/officeDocument/2006/relationships" id="267" r:id="R3f4f5839434b4fc9"/>
    <p:sldId xmlns:r="http://schemas.openxmlformats.org/officeDocument/2006/relationships" id="268" r:id="R67b8d0ba14e048b6"/>
    <p:sldId xmlns:r="http://schemas.openxmlformats.org/officeDocument/2006/relationships" id="269" r:id="R5103664fbd4249df"/>
    <p:sldId xmlns:r="http://schemas.openxmlformats.org/officeDocument/2006/relationships" id="270" r:id="R32ad7ac79cc6439d"/>
    <p:sldId xmlns:r="http://schemas.openxmlformats.org/officeDocument/2006/relationships" id="271" r:id="R1b720d8842be457f"/>
    <p:sldId xmlns:r="http://schemas.openxmlformats.org/officeDocument/2006/relationships" id="272" r:id="R23660a1608de42aa"/>
    <p:sldId xmlns:r="http://schemas.openxmlformats.org/officeDocument/2006/relationships" id="273" r:id="R204333bb2ea04047"/>
    <p:sldId xmlns:r="http://schemas.openxmlformats.org/officeDocument/2006/relationships" id="274" r:id="R07756eb4ea704675"/>
    <p:sldId xmlns:r="http://schemas.openxmlformats.org/officeDocument/2006/relationships" id="275" r:id="R538e5d3743714d0a"/>
    <p:sldId xmlns:r="http://schemas.openxmlformats.org/officeDocument/2006/relationships" id="276" r:id="R9a8569b911ec4c62"/>
    <p:sldId xmlns:r="http://schemas.openxmlformats.org/officeDocument/2006/relationships" id="277" r:id="R32c9491aee4b4351"/>
    <p:sldId xmlns:r="http://schemas.openxmlformats.org/officeDocument/2006/relationships" id="278" r:id="Re513eaec68954280"/>
    <p:sldId xmlns:r="http://schemas.openxmlformats.org/officeDocument/2006/relationships" id="279" r:id="R92b60ca913a443bb"/>
    <p:sldId xmlns:r="http://schemas.openxmlformats.org/officeDocument/2006/relationships" id="280" r:id="R149e40a0fa4d42cd"/>
    <p:sldId xmlns:r="http://schemas.openxmlformats.org/officeDocument/2006/relationships" id="281" r:id="Rc8ca71fbcc154156"/>
    <p:sldId xmlns:r="http://schemas.openxmlformats.org/officeDocument/2006/relationships" id="282" r:id="R0df0c6be3fd44542"/>
    <p:sldId xmlns:r="http://schemas.openxmlformats.org/officeDocument/2006/relationships" id="283" r:id="R9d69ef733f974e7b"/>
    <p:sldId xmlns:r="http://schemas.openxmlformats.org/officeDocument/2006/relationships" id="284" r:id="R01d65e3b225e44fd"/>
    <p:sldId xmlns:r="http://schemas.openxmlformats.org/officeDocument/2006/relationships" id="285" r:id="R7c84667c7e414eb6"/>
    <p:sldId xmlns:r="http://schemas.openxmlformats.org/officeDocument/2006/relationships" id="286" r:id="R96143a47fbc04447"/>
    <p:sldId xmlns:r="http://schemas.openxmlformats.org/officeDocument/2006/relationships" id="287" r:id="R70fc3ddf5d314ff1"/>
    <p:sldId xmlns:r="http://schemas.openxmlformats.org/officeDocument/2006/relationships" id="288" r:id="R656cafc3a3ab48aa"/>
    <p:sldId xmlns:r="http://schemas.openxmlformats.org/officeDocument/2006/relationships" id="289" r:id="R53ce6b8cd731475d"/>
    <p:sldId xmlns:r="http://schemas.openxmlformats.org/officeDocument/2006/relationships" id="290" r:id="Rfd84f53dfd8e4b6c"/>
    <p:sldId xmlns:r="http://schemas.openxmlformats.org/officeDocument/2006/relationships" id="291" r:id="Rcd5d94b8d32949ae"/>
    <p:sldId xmlns:r="http://schemas.openxmlformats.org/officeDocument/2006/relationships" id="292" r:id="R14386bef7d414dcd"/>
    <p:sldId xmlns:r="http://schemas.openxmlformats.org/officeDocument/2006/relationships" id="293" r:id="R3dce5083957a41f5"/>
    <p:sldId xmlns:r="http://schemas.openxmlformats.org/officeDocument/2006/relationships" id="294" r:id="Ra8cb862582734f6d"/>
    <p:sldId xmlns:r="http://schemas.openxmlformats.org/officeDocument/2006/relationships" id="295" r:id="Rc33c61b7e30143fb"/>
    <p:sldId xmlns:r="http://schemas.openxmlformats.org/officeDocument/2006/relationships" id="296" r:id="Rfac0a042bf194a61"/>
    <p:sldId xmlns:r="http://schemas.openxmlformats.org/officeDocument/2006/relationships" id="297" r:id="R06414d0fdaad442d"/>
    <p:sldId xmlns:r="http://schemas.openxmlformats.org/officeDocument/2006/relationships" id="298" r:id="Rbb53d751c6cc4f3c"/>
    <p:sldId xmlns:r="http://schemas.openxmlformats.org/officeDocument/2006/relationships" id="299" r:id="R92134fd75eee4c12"/>
    <p:sldId xmlns:r="http://schemas.openxmlformats.org/officeDocument/2006/relationships" id="300" r:id="R62c78300f8764f73"/>
    <p:sldId xmlns:r="http://schemas.openxmlformats.org/officeDocument/2006/relationships" id="301" r:id="R5ebb87e767554508"/>
    <p:sldId xmlns:r="http://schemas.openxmlformats.org/officeDocument/2006/relationships" id="302" r:id="R26d44ea86bbb4a67"/>
    <p:sldId xmlns:r="http://schemas.openxmlformats.org/officeDocument/2006/relationships" id="303" r:id="R50009910013a4113"/>
    <p:sldId xmlns:r="http://schemas.openxmlformats.org/officeDocument/2006/relationships" id="304" r:id="R79d2ad7ad7ac45df"/>
    <p:sldId xmlns:r="http://schemas.openxmlformats.org/officeDocument/2006/relationships" id="305" r:id="R3388d1847e1d4155"/>
    <p:sldId xmlns:r="http://schemas.openxmlformats.org/officeDocument/2006/relationships" id="306" r:id="Ra014647855ae4787"/>
    <p:sldId xmlns:r="http://schemas.openxmlformats.org/officeDocument/2006/relationships" id="307" r:id="R759dd809e11c4d27"/>
    <p:sldId xmlns:r="http://schemas.openxmlformats.org/officeDocument/2006/relationships" id="308" r:id="Rccba2860edc34b73"/>
    <p:sldId xmlns:r="http://schemas.openxmlformats.org/officeDocument/2006/relationships" id="309" r:id="R966df60b1af74847"/>
    <p:sldId xmlns:r="http://schemas.openxmlformats.org/officeDocument/2006/relationships" id="310" r:id="R0c7315033eb74b5f"/>
    <p:sldId xmlns:r="http://schemas.openxmlformats.org/officeDocument/2006/relationships" id="311" r:id="Rf9da2f3448c14d48"/>
    <p:sldId xmlns:r="http://schemas.openxmlformats.org/officeDocument/2006/relationships" id="312" r:id="R23a5fcd68cce41de"/>
    <p:sldId xmlns:r="http://schemas.openxmlformats.org/officeDocument/2006/relationships" id="313" r:id="R2341636f093f46cc"/>
    <p:sldId xmlns:r="http://schemas.openxmlformats.org/officeDocument/2006/relationships" id="314" r:id="Rffb05a5be52d4428"/>
    <p:sldId xmlns:r="http://schemas.openxmlformats.org/officeDocument/2006/relationships" id="315" r:id="Rea2c4c13670b4c4f"/>
    <p:sldId xmlns:r="http://schemas.openxmlformats.org/officeDocument/2006/relationships" id="316" r:id="Rd1c2a4758e594f73"/>
    <p:sldId xmlns:r="http://schemas.openxmlformats.org/officeDocument/2006/relationships" id="317" r:id="R2d5109a8527b4967"/>
    <p:sldId xmlns:r="http://schemas.openxmlformats.org/officeDocument/2006/relationships" id="318" r:id="R364ab4743e8a401a"/>
    <p:sldId xmlns:r="http://schemas.openxmlformats.org/officeDocument/2006/relationships" id="319" r:id="R88a58a6870944ef6"/>
    <p:sldId xmlns:r="http://schemas.openxmlformats.org/officeDocument/2006/relationships" id="320" r:id="R0abdd648f76e4fc1"/>
    <p:sldId xmlns:r="http://schemas.openxmlformats.org/officeDocument/2006/relationships" id="321" r:id="Rf21dfdd147c94d83"/>
    <p:sldId xmlns:r="http://schemas.openxmlformats.org/officeDocument/2006/relationships" id="322" r:id="R929ac62eec594a9f"/>
    <p:sldId xmlns:r="http://schemas.openxmlformats.org/officeDocument/2006/relationships" id="323" r:id="Re11cf50ac392442d"/>
    <p:sldId xmlns:r="http://schemas.openxmlformats.org/officeDocument/2006/relationships" id="324" r:id="Rb5462dabcde34de6"/>
    <p:sldId xmlns:r="http://schemas.openxmlformats.org/officeDocument/2006/relationships" id="325" r:id="R731ea8d43cff4dc9"/>
    <p:sldId xmlns:r="http://schemas.openxmlformats.org/officeDocument/2006/relationships" id="326" r:id="R4d855809f94b45df"/>
    <p:sldId xmlns:r="http://schemas.openxmlformats.org/officeDocument/2006/relationships" id="327" r:id="R6c211b06c9f94e7d"/>
    <p:sldId xmlns:r="http://schemas.openxmlformats.org/officeDocument/2006/relationships" id="328" r:id="R8b1e9995f5dc40fa"/>
    <p:sldId xmlns:r="http://schemas.openxmlformats.org/officeDocument/2006/relationships" id="329" r:id="R8b23bcef3ce843c8"/>
    <p:sldId xmlns:r="http://schemas.openxmlformats.org/officeDocument/2006/relationships" id="330" r:id="R2172d6f76f4843da"/>
    <p:sldId xmlns:r="http://schemas.openxmlformats.org/officeDocument/2006/relationships" id="331" r:id="R138b8becdef448eb"/>
    <p:sldId xmlns:r="http://schemas.openxmlformats.org/officeDocument/2006/relationships" id="332" r:id="R2bbac3eff2644268"/>
    <p:sldId xmlns:r="http://schemas.openxmlformats.org/officeDocument/2006/relationships" id="333" r:id="Rf3358972556d459c"/>
    <p:sldId xmlns:r="http://schemas.openxmlformats.org/officeDocument/2006/relationships" id="334" r:id="R04de26026ede4d83"/>
    <p:sldId xmlns:r="http://schemas.openxmlformats.org/officeDocument/2006/relationships" id="335" r:id="Rff37e40d6d6541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aed9f7f9604f65" /><Relationship Type="http://schemas.openxmlformats.org/officeDocument/2006/relationships/slideMaster" Target="/ppt/slideMasters/slideMaster1.xml" Id="R9c2a6c742b0e45e0" /><Relationship Type="http://schemas.openxmlformats.org/officeDocument/2006/relationships/notesMaster" Target="/ppt/notesMasters/notesMaster1.xml" Id="R3d189a869979401a" /><Relationship Type="http://schemas.openxmlformats.org/officeDocument/2006/relationships/presProps" Target="/ppt/presProps.xml" Id="Re02da6505b7d4f8f" /><Relationship Type="http://schemas.openxmlformats.org/officeDocument/2006/relationships/tableStyles" Target="/ppt/tableStyles.xml" Id="R3310eb8a1a1a4e09" /><Relationship Type="http://schemas.openxmlformats.org/officeDocument/2006/relationships/slide" Target="/ppt/slides/slide1.xml" Id="Rb00e2f9e7e9a4a24" /><Relationship Type="http://schemas.openxmlformats.org/officeDocument/2006/relationships/slide" Target="/ppt/slides/slide2.xml" Id="Rddac891783df45bd" /><Relationship Type="http://schemas.openxmlformats.org/officeDocument/2006/relationships/slide" Target="/ppt/slides/slide3.xml" Id="Reed5522ff46d4769" /><Relationship Type="http://schemas.openxmlformats.org/officeDocument/2006/relationships/slide" Target="/ppt/slides/slide4.xml" Id="Rf8d26d08f8c54c46" /><Relationship Type="http://schemas.openxmlformats.org/officeDocument/2006/relationships/slide" Target="/ppt/slides/slide5.xml" Id="R8ba399906079414b" /><Relationship Type="http://schemas.openxmlformats.org/officeDocument/2006/relationships/slide" Target="/ppt/slides/slide6.xml" Id="R5e5d7f21e2d14dde" /><Relationship Type="http://schemas.openxmlformats.org/officeDocument/2006/relationships/slide" Target="/ppt/slides/slide7.xml" Id="R9af6e80c078f456d" /><Relationship Type="http://schemas.openxmlformats.org/officeDocument/2006/relationships/slide" Target="/ppt/slides/slide8.xml" Id="Rb6658d93d9184ca5" /><Relationship Type="http://schemas.openxmlformats.org/officeDocument/2006/relationships/slide" Target="/ppt/slides/slide9.xml" Id="Rf695fb02e0ce4d0b" /><Relationship Type="http://schemas.openxmlformats.org/officeDocument/2006/relationships/slide" Target="/ppt/slides/slide10.xml" Id="R542f35645b654965" /><Relationship Type="http://schemas.openxmlformats.org/officeDocument/2006/relationships/slide" Target="/ppt/slides/slide11.xml" Id="R31b0faa487b54c4f" /><Relationship Type="http://schemas.openxmlformats.org/officeDocument/2006/relationships/slide" Target="/ppt/slides/slide12.xml" Id="R3f4f5839434b4fc9" /><Relationship Type="http://schemas.openxmlformats.org/officeDocument/2006/relationships/slide" Target="/ppt/slides/slide13.xml" Id="R67b8d0ba14e048b6" /><Relationship Type="http://schemas.openxmlformats.org/officeDocument/2006/relationships/slide" Target="/ppt/slides/slide14.xml" Id="R5103664fbd4249df" /><Relationship Type="http://schemas.openxmlformats.org/officeDocument/2006/relationships/slide" Target="/ppt/slides/slide15.xml" Id="R32ad7ac79cc6439d" /><Relationship Type="http://schemas.openxmlformats.org/officeDocument/2006/relationships/slide" Target="/ppt/slides/slide16.xml" Id="R1b720d8842be457f" /><Relationship Type="http://schemas.openxmlformats.org/officeDocument/2006/relationships/slide" Target="/ppt/slides/slide17.xml" Id="R23660a1608de42aa" /><Relationship Type="http://schemas.openxmlformats.org/officeDocument/2006/relationships/slide" Target="/ppt/slides/slide18.xml" Id="R204333bb2ea04047" /><Relationship Type="http://schemas.openxmlformats.org/officeDocument/2006/relationships/slide" Target="/ppt/slides/slide19.xml" Id="R07756eb4ea704675" /><Relationship Type="http://schemas.openxmlformats.org/officeDocument/2006/relationships/slide" Target="/ppt/slides/slide20.xml" Id="R538e5d3743714d0a" /><Relationship Type="http://schemas.openxmlformats.org/officeDocument/2006/relationships/slide" Target="/ppt/slides/slide21.xml" Id="R9a8569b911ec4c62" /><Relationship Type="http://schemas.openxmlformats.org/officeDocument/2006/relationships/slide" Target="/ppt/slides/slide22.xml" Id="R32c9491aee4b4351" /><Relationship Type="http://schemas.openxmlformats.org/officeDocument/2006/relationships/slide" Target="/ppt/slides/slide23.xml" Id="Re513eaec68954280" /><Relationship Type="http://schemas.openxmlformats.org/officeDocument/2006/relationships/slide" Target="/ppt/slides/slide24.xml" Id="R92b60ca913a443bb" /><Relationship Type="http://schemas.openxmlformats.org/officeDocument/2006/relationships/slide" Target="/ppt/slides/slide25.xml" Id="R149e40a0fa4d42cd" /><Relationship Type="http://schemas.openxmlformats.org/officeDocument/2006/relationships/slide" Target="/ppt/slides/slide26.xml" Id="Rc8ca71fbcc154156" /><Relationship Type="http://schemas.openxmlformats.org/officeDocument/2006/relationships/slide" Target="/ppt/slides/slide27.xml" Id="R0df0c6be3fd44542" /><Relationship Type="http://schemas.openxmlformats.org/officeDocument/2006/relationships/slide" Target="/ppt/slides/slide28.xml" Id="R9d69ef733f974e7b" /><Relationship Type="http://schemas.openxmlformats.org/officeDocument/2006/relationships/slide" Target="/ppt/slides/slide29.xml" Id="R01d65e3b225e44fd" /><Relationship Type="http://schemas.openxmlformats.org/officeDocument/2006/relationships/slide" Target="/ppt/slides/slide30.xml" Id="R7c84667c7e414eb6" /><Relationship Type="http://schemas.openxmlformats.org/officeDocument/2006/relationships/slide" Target="/ppt/slides/slide31.xml" Id="R96143a47fbc04447" /><Relationship Type="http://schemas.openxmlformats.org/officeDocument/2006/relationships/slide" Target="/ppt/slides/slide32.xml" Id="R70fc3ddf5d314ff1" /><Relationship Type="http://schemas.openxmlformats.org/officeDocument/2006/relationships/slide" Target="/ppt/slides/slide33.xml" Id="R656cafc3a3ab48aa" /><Relationship Type="http://schemas.openxmlformats.org/officeDocument/2006/relationships/slide" Target="/ppt/slides/slide34.xml" Id="R53ce6b8cd731475d" /><Relationship Type="http://schemas.openxmlformats.org/officeDocument/2006/relationships/slide" Target="/ppt/slides/slide35.xml" Id="Rfd84f53dfd8e4b6c" /><Relationship Type="http://schemas.openxmlformats.org/officeDocument/2006/relationships/slide" Target="/ppt/slides/slide36.xml" Id="Rcd5d94b8d32949ae" /><Relationship Type="http://schemas.openxmlformats.org/officeDocument/2006/relationships/slide" Target="/ppt/slides/slide37.xml" Id="R14386bef7d414dcd" /><Relationship Type="http://schemas.openxmlformats.org/officeDocument/2006/relationships/slide" Target="/ppt/slides/slide38.xml" Id="R3dce5083957a41f5" /><Relationship Type="http://schemas.openxmlformats.org/officeDocument/2006/relationships/slide" Target="/ppt/slides/slide39.xml" Id="Ra8cb862582734f6d" /><Relationship Type="http://schemas.openxmlformats.org/officeDocument/2006/relationships/slide" Target="/ppt/slides/slide40.xml" Id="Rc33c61b7e30143fb" /><Relationship Type="http://schemas.openxmlformats.org/officeDocument/2006/relationships/slide" Target="/ppt/slides/slide41.xml" Id="Rfac0a042bf194a61" /><Relationship Type="http://schemas.openxmlformats.org/officeDocument/2006/relationships/slide" Target="/ppt/slides/slide42.xml" Id="R06414d0fdaad442d" /><Relationship Type="http://schemas.openxmlformats.org/officeDocument/2006/relationships/slide" Target="/ppt/slides/slide43.xml" Id="Rbb53d751c6cc4f3c" /><Relationship Type="http://schemas.openxmlformats.org/officeDocument/2006/relationships/slide" Target="/ppt/slides/slide44.xml" Id="R92134fd75eee4c12" /><Relationship Type="http://schemas.openxmlformats.org/officeDocument/2006/relationships/slide" Target="/ppt/slides/slide45.xml" Id="R62c78300f8764f73" /><Relationship Type="http://schemas.openxmlformats.org/officeDocument/2006/relationships/slide" Target="/ppt/slides/slide46.xml" Id="R5ebb87e767554508" /><Relationship Type="http://schemas.openxmlformats.org/officeDocument/2006/relationships/slide" Target="/ppt/slides/slide47.xml" Id="R26d44ea86bbb4a67" /><Relationship Type="http://schemas.openxmlformats.org/officeDocument/2006/relationships/slide" Target="/ppt/slides/slide48.xml" Id="R50009910013a4113" /><Relationship Type="http://schemas.openxmlformats.org/officeDocument/2006/relationships/slide" Target="/ppt/slides/slide49.xml" Id="R79d2ad7ad7ac45df" /><Relationship Type="http://schemas.openxmlformats.org/officeDocument/2006/relationships/slide" Target="/ppt/slides/slide50.xml" Id="R3388d1847e1d4155" /><Relationship Type="http://schemas.openxmlformats.org/officeDocument/2006/relationships/slide" Target="/ppt/slides/slide51.xml" Id="Ra014647855ae4787" /><Relationship Type="http://schemas.openxmlformats.org/officeDocument/2006/relationships/slide" Target="/ppt/slides/slide52.xml" Id="R759dd809e11c4d27" /><Relationship Type="http://schemas.openxmlformats.org/officeDocument/2006/relationships/slide" Target="/ppt/slides/slide53.xml" Id="Rccba2860edc34b73" /><Relationship Type="http://schemas.openxmlformats.org/officeDocument/2006/relationships/slide" Target="/ppt/slides/slide54.xml" Id="R966df60b1af74847" /><Relationship Type="http://schemas.openxmlformats.org/officeDocument/2006/relationships/slide" Target="/ppt/slides/slide55.xml" Id="R0c7315033eb74b5f" /><Relationship Type="http://schemas.openxmlformats.org/officeDocument/2006/relationships/slide" Target="/ppt/slides/slide56.xml" Id="Rf9da2f3448c14d48" /><Relationship Type="http://schemas.openxmlformats.org/officeDocument/2006/relationships/slide" Target="/ppt/slides/slide57.xml" Id="R23a5fcd68cce41de" /><Relationship Type="http://schemas.openxmlformats.org/officeDocument/2006/relationships/slide" Target="/ppt/slides/slide58.xml" Id="R2341636f093f46cc" /><Relationship Type="http://schemas.openxmlformats.org/officeDocument/2006/relationships/slide" Target="/ppt/slides/slide59.xml" Id="Rffb05a5be52d4428" /><Relationship Type="http://schemas.openxmlformats.org/officeDocument/2006/relationships/slide" Target="/ppt/slides/slide60.xml" Id="Rea2c4c13670b4c4f" /><Relationship Type="http://schemas.openxmlformats.org/officeDocument/2006/relationships/slide" Target="/ppt/slides/slide61.xml" Id="Rd1c2a4758e594f73" /><Relationship Type="http://schemas.openxmlformats.org/officeDocument/2006/relationships/slide" Target="/ppt/slides/slide62.xml" Id="R2d5109a8527b4967" /><Relationship Type="http://schemas.openxmlformats.org/officeDocument/2006/relationships/slide" Target="/ppt/slides/slide63.xml" Id="R364ab4743e8a401a" /><Relationship Type="http://schemas.openxmlformats.org/officeDocument/2006/relationships/slide" Target="/ppt/slides/slide64.xml" Id="R88a58a6870944ef6" /><Relationship Type="http://schemas.openxmlformats.org/officeDocument/2006/relationships/slide" Target="/ppt/slides/slide65.xml" Id="R0abdd648f76e4fc1" /><Relationship Type="http://schemas.openxmlformats.org/officeDocument/2006/relationships/slide" Target="/ppt/slides/slide66.xml" Id="Rf21dfdd147c94d83" /><Relationship Type="http://schemas.openxmlformats.org/officeDocument/2006/relationships/slide" Target="/ppt/slides/slide67.xml" Id="R929ac62eec594a9f" /><Relationship Type="http://schemas.openxmlformats.org/officeDocument/2006/relationships/slide" Target="/ppt/slides/slide68.xml" Id="Re11cf50ac392442d" /><Relationship Type="http://schemas.openxmlformats.org/officeDocument/2006/relationships/slide" Target="/ppt/slides/slide69.xml" Id="Rb5462dabcde34de6" /><Relationship Type="http://schemas.openxmlformats.org/officeDocument/2006/relationships/slide" Target="/ppt/slides/slide70.xml" Id="R731ea8d43cff4dc9" /><Relationship Type="http://schemas.openxmlformats.org/officeDocument/2006/relationships/slide" Target="/ppt/slides/slide71.xml" Id="R4d855809f94b45df" /><Relationship Type="http://schemas.openxmlformats.org/officeDocument/2006/relationships/slide" Target="/ppt/slides/slide72.xml" Id="R6c211b06c9f94e7d" /><Relationship Type="http://schemas.openxmlformats.org/officeDocument/2006/relationships/slide" Target="/ppt/slides/slide73.xml" Id="R8b1e9995f5dc40fa" /><Relationship Type="http://schemas.openxmlformats.org/officeDocument/2006/relationships/slide" Target="/ppt/slides/slide74.xml" Id="R8b23bcef3ce843c8" /><Relationship Type="http://schemas.openxmlformats.org/officeDocument/2006/relationships/slide" Target="/ppt/slides/slide75.xml" Id="R2172d6f76f4843da" /><Relationship Type="http://schemas.openxmlformats.org/officeDocument/2006/relationships/slide" Target="/ppt/slides/slide76.xml" Id="R138b8becdef448eb" /><Relationship Type="http://schemas.openxmlformats.org/officeDocument/2006/relationships/slide" Target="/ppt/slides/slide77.xml" Id="R2bbac3eff2644268" /><Relationship Type="http://schemas.openxmlformats.org/officeDocument/2006/relationships/slide" Target="/ppt/slides/slide78.xml" Id="Rf3358972556d459c" /><Relationship Type="http://schemas.openxmlformats.org/officeDocument/2006/relationships/slide" Target="/ppt/slides/slide79.xml" Id="R04de26026ede4d83" /><Relationship Type="http://schemas.openxmlformats.org/officeDocument/2006/relationships/slide" Target="/ppt/slides/slide80.xml" Id="Rff37e40d6d6541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557069ad12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98A2B3"/>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58ec09ab954dd5" /><Relationship Type="http://schemas.openxmlformats.org/officeDocument/2006/relationships/notesMaster" Target="/ppt/notesMasters/notesMaster1.xml" Id="R37ee7e6cfe184f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86fec7ed5a4750" /><Relationship Type="http://schemas.openxmlformats.org/officeDocument/2006/relationships/notesMaster" Target="/ppt/notesMasters/notesMaster1.xml" Id="R786ff61f1cc24c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505e50cb054d53" /><Relationship Type="http://schemas.openxmlformats.org/officeDocument/2006/relationships/notesMaster" Target="/ppt/notesMasters/notesMaster1.xml" Id="Ra70f9e1c781a48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d4f8580f0e475d" /><Relationship Type="http://schemas.openxmlformats.org/officeDocument/2006/relationships/notesMaster" Target="/ppt/notesMasters/notesMaster1.xml" Id="R6d47a75aa56047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f1d8869b8f4d38" /><Relationship Type="http://schemas.openxmlformats.org/officeDocument/2006/relationships/notesMaster" Target="/ppt/notesMasters/notesMaster1.xml" Id="R38444f00802446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765baf5a734325" /><Relationship Type="http://schemas.openxmlformats.org/officeDocument/2006/relationships/notesMaster" Target="/ppt/notesMasters/notesMaster1.xml" Id="Rf9ccd59b456c46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513e50a4724d0b" /><Relationship Type="http://schemas.openxmlformats.org/officeDocument/2006/relationships/notesMaster" Target="/ppt/notesMasters/notesMaster1.xml" Id="Rf09abf7b371a46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b863d2826444cd" /><Relationship Type="http://schemas.openxmlformats.org/officeDocument/2006/relationships/notesMaster" Target="/ppt/notesMasters/notesMaster1.xml" Id="R59a1f2176a4549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b176be1497400b" /><Relationship Type="http://schemas.openxmlformats.org/officeDocument/2006/relationships/notesMaster" Target="/ppt/notesMasters/notesMaster1.xml" Id="R1de579c0e97f40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0ce184a45c421e" /><Relationship Type="http://schemas.openxmlformats.org/officeDocument/2006/relationships/notesMaster" Target="/ppt/notesMasters/notesMaster1.xml" Id="R8d1cf050213540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0392389f314804" /><Relationship Type="http://schemas.openxmlformats.org/officeDocument/2006/relationships/notesMaster" Target="/ppt/notesMasters/notesMaster1.xml" Id="Rc83280fb115f4f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2d7eff640648af" /><Relationship Type="http://schemas.openxmlformats.org/officeDocument/2006/relationships/notesMaster" Target="/ppt/notesMasters/notesMaster1.xml" Id="Rd89eaaca154347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ddd930087e42d5" /><Relationship Type="http://schemas.openxmlformats.org/officeDocument/2006/relationships/notesMaster" Target="/ppt/notesMasters/notesMaster1.xml" Id="Raf5fdc83d0c54a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de01ddfc844713" /><Relationship Type="http://schemas.openxmlformats.org/officeDocument/2006/relationships/notesMaster" Target="/ppt/notesMasters/notesMaster1.xml" Id="R15c852cb3deb43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23a923e3bc4ce3" /><Relationship Type="http://schemas.openxmlformats.org/officeDocument/2006/relationships/notesMaster" Target="/ppt/notesMasters/notesMaster1.xml" Id="R230f84495b094f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afb0a77a3141e8" /><Relationship Type="http://schemas.openxmlformats.org/officeDocument/2006/relationships/notesMaster" Target="/ppt/notesMasters/notesMaster1.xml" Id="Rf73cf71b036240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3be9b0101049de" /><Relationship Type="http://schemas.openxmlformats.org/officeDocument/2006/relationships/notesMaster" Target="/ppt/notesMasters/notesMaster1.xml" Id="R7b91f7588ea140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aebfa6c1a241b1" /><Relationship Type="http://schemas.openxmlformats.org/officeDocument/2006/relationships/notesMaster" Target="/ppt/notesMasters/notesMaster1.xml" Id="R08003735abda4d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d85eb36a234a48" /><Relationship Type="http://schemas.openxmlformats.org/officeDocument/2006/relationships/notesMaster" Target="/ppt/notesMasters/notesMaster1.xml" Id="R14e15053ed2740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c5ded8802e4fcb" /><Relationship Type="http://schemas.openxmlformats.org/officeDocument/2006/relationships/notesMaster" Target="/ppt/notesMasters/notesMaster1.xml" Id="R0be4f96f3fcc43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a1cc7636ac84c93" /><Relationship Type="http://schemas.openxmlformats.org/officeDocument/2006/relationships/notesMaster" Target="/ppt/notesMasters/notesMaster1.xml" Id="Rb94830cb9c644fd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b58a5ffc2f4e37" /><Relationship Type="http://schemas.openxmlformats.org/officeDocument/2006/relationships/notesMaster" Target="/ppt/notesMasters/notesMaster1.xml" Id="Reb093db65e074d6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752c53607e4c9e" /><Relationship Type="http://schemas.openxmlformats.org/officeDocument/2006/relationships/notesMaster" Target="/ppt/notesMasters/notesMaster1.xml" Id="R635948524dd64c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4a3e70e0eb4824" /><Relationship Type="http://schemas.openxmlformats.org/officeDocument/2006/relationships/notesMaster" Target="/ppt/notesMasters/notesMaster1.xml" Id="R06a443b8fe1a43f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109621623f4540" /><Relationship Type="http://schemas.openxmlformats.org/officeDocument/2006/relationships/notesMaster" Target="/ppt/notesMasters/notesMaster1.xml" Id="R9a204d7391c74a4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595bea9d6834afd" /><Relationship Type="http://schemas.openxmlformats.org/officeDocument/2006/relationships/notesMaster" Target="/ppt/notesMasters/notesMaster1.xml" Id="R645d5e5a51c0420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c171a5bf6c4f6b" /><Relationship Type="http://schemas.openxmlformats.org/officeDocument/2006/relationships/notesMaster" Target="/ppt/notesMasters/notesMaster1.xml" Id="R2fb601feb29943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bc754cebe924dfb" /><Relationship Type="http://schemas.openxmlformats.org/officeDocument/2006/relationships/notesMaster" Target="/ppt/notesMasters/notesMaster1.xml" Id="Rd4987d8e0c99453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7580f7ce5c4aea" /><Relationship Type="http://schemas.openxmlformats.org/officeDocument/2006/relationships/notesMaster" Target="/ppt/notesMasters/notesMaster1.xml" Id="R46b38642c6d041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602f7e696f14e79" /><Relationship Type="http://schemas.openxmlformats.org/officeDocument/2006/relationships/notesMaster" Target="/ppt/notesMasters/notesMaster1.xml" Id="R50c510a95fd9467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9cb979030ae405d" /><Relationship Type="http://schemas.openxmlformats.org/officeDocument/2006/relationships/notesMaster" Target="/ppt/notesMasters/notesMaster1.xml" Id="Rcd7ce8b61fcb410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551f41916c4a64" /><Relationship Type="http://schemas.openxmlformats.org/officeDocument/2006/relationships/notesMaster" Target="/ppt/notesMasters/notesMaster1.xml" Id="Raa887f3c354e43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af1720ceff4310" /><Relationship Type="http://schemas.openxmlformats.org/officeDocument/2006/relationships/notesMaster" Target="/ppt/notesMasters/notesMaster1.xml" Id="R8e38f9a736ae429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3672981741347a8" /><Relationship Type="http://schemas.openxmlformats.org/officeDocument/2006/relationships/notesMaster" Target="/ppt/notesMasters/notesMaster1.xml" Id="Rf4a45c0e7a9c4a7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718f41366c14dc3" /><Relationship Type="http://schemas.openxmlformats.org/officeDocument/2006/relationships/notesMaster" Target="/ppt/notesMasters/notesMaster1.xml" Id="R4e0bb567fc344aa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791a8569254cb1" /><Relationship Type="http://schemas.openxmlformats.org/officeDocument/2006/relationships/notesMaster" Target="/ppt/notesMasters/notesMaster1.xml" Id="Rf50f3fa119db4ae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01cb884b26a479f" /><Relationship Type="http://schemas.openxmlformats.org/officeDocument/2006/relationships/notesMaster" Target="/ppt/notesMasters/notesMaster1.xml" Id="Rcc1414e0eeba448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fb36380975e4c7c" /><Relationship Type="http://schemas.openxmlformats.org/officeDocument/2006/relationships/notesMaster" Target="/ppt/notesMasters/notesMaster1.xml" Id="Rd27b53d629ac4e9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4078cd77ff34606" /><Relationship Type="http://schemas.openxmlformats.org/officeDocument/2006/relationships/notesMaster" Target="/ppt/notesMasters/notesMaster1.xml" Id="Rad2a40d5efaa4aa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aeba7ea118844cd" /><Relationship Type="http://schemas.openxmlformats.org/officeDocument/2006/relationships/notesMaster" Target="/ppt/notesMasters/notesMaster1.xml" Id="Rbf47e74e7259418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0f307af4e5047b2" /><Relationship Type="http://schemas.openxmlformats.org/officeDocument/2006/relationships/notesMaster" Target="/ppt/notesMasters/notesMaster1.xml" Id="R6df41e323adb43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c757e56e3194b49" /><Relationship Type="http://schemas.openxmlformats.org/officeDocument/2006/relationships/notesMaster" Target="/ppt/notesMasters/notesMaster1.xml" Id="R3e62f890fa2f4aa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10d3babdea549a5" /><Relationship Type="http://schemas.openxmlformats.org/officeDocument/2006/relationships/notesMaster" Target="/ppt/notesMasters/notesMaster1.xml" Id="R693f246ee44e471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bfc295071074216" /><Relationship Type="http://schemas.openxmlformats.org/officeDocument/2006/relationships/notesMaster" Target="/ppt/notesMasters/notesMaster1.xml" Id="R6028ea715ab5442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ccde68c05d14f58" /><Relationship Type="http://schemas.openxmlformats.org/officeDocument/2006/relationships/notesMaster" Target="/ppt/notesMasters/notesMaster1.xml" Id="R485e289080ef413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3fa600d36144d32" /><Relationship Type="http://schemas.openxmlformats.org/officeDocument/2006/relationships/notesMaster" Target="/ppt/notesMasters/notesMaster1.xml" Id="Rd35fa1882e114a0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d1489e65edb4e5c" /><Relationship Type="http://schemas.openxmlformats.org/officeDocument/2006/relationships/notesMaster" Target="/ppt/notesMasters/notesMaster1.xml" Id="Rd6dff1900d9a49a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5481b05abac4d4d" /><Relationship Type="http://schemas.openxmlformats.org/officeDocument/2006/relationships/notesMaster" Target="/ppt/notesMasters/notesMaster1.xml" Id="Re292e0ceb84f4b8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5121b682ef14918" /><Relationship Type="http://schemas.openxmlformats.org/officeDocument/2006/relationships/notesMaster" Target="/ppt/notesMasters/notesMaster1.xml" Id="R0b5ac924c0ec4ce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a75103810e447a" /><Relationship Type="http://schemas.openxmlformats.org/officeDocument/2006/relationships/notesMaster" Target="/ppt/notesMasters/notesMaster1.xml" Id="R7c52b8219add4e7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48d2ab6c7fb4e18" /><Relationship Type="http://schemas.openxmlformats.org/officeDocument/2006/relationships/notesMaster" Target="/ppt/notesMasters/notesMaster1.xml" Id="R1f916f997267469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e2b55e2eaa64f20" /><Relationship Type="http://schemas.openxmlformats.org/officeDocument/2006/relationships/notesMaster" Target="/ppt/notesMasters/notesMaster1.xml" Id="Rdcbed49b8bc0435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d29bc3a8bb44b71" /><Relationship Type="http://schemas.openxmlformats.org/officeDocument/2006/relationships/notesMaster" Target="/ppt/notesMasters/notesMaster1.xml" Id="R93849b695a3445d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87f6537d9dd47de" /><Relationship Type="http://schemas.openxmlformats.org/officeDocument/2006/relationships/notesMaster" Target="/ppt/notesMasters/notesMaster1.xml" Id="Ra913cfade8934a1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f3e74a47b6a4d8a" /><Relationship Type="http://schemas.openxmlformats.org/officeDocument/2006/relationships/notesMaster" Target="/ppt/notesMasters/notesMaster1.xml" Id="R9d87d1498ed0449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42d5b99d8f747c8" /><Relationship Type="http://schemas.openxmlformats.org/officeDocument/2006/relationships/notesMaster" Target="/ppt/notesMasters/notesMaster1.xml" Id="R1cfc6a225cfe482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b5ef07b9e05460e" /><Relationship Type="http://schemas.openxmlformats.org/officeDocument/2006/relationships/notesMaster" Target="/ppt/notesMasters/notesMaster1.xml" Id="R82cd30fd147c475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b30847aa12545d4" /><Relationship Type="http://schemas.openxmlformats.org/officeDocument/2006/relationships/notesMaster" Target="/ppt/notesMasters/notesMaster1.xml" Id="Rde4d454b95f1442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f1b7e65fa6d4cf5" /><Relationship Type="http://schemas.openxmlformats.org/officeDocument/2006/relationships/notesMaster" Target="/ppt/notesMasters/notesMaster1.xml" Id="Reedbe78e697b4cb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12b1de31b4a4458" /><Relationship Type="http://schemas.openxmlformats.org/officeDocument/2006/relationships/notesMaster" Target="/ppt/notesMasters/notesMaster1.xml" Id="Rd3228d6610494e1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fcb1578c1c74d19" /><Relationship Type="http://schemas.openxmlformats.org/officeDocument/2006/relationships/notesMaster" Target="/ppt/notesMasters/notesMaster1.xml" Id="R2f44047d7c5a4e0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d68cf7e17574061" /><Relationship Type="http://schemas.openxmlformats.org/officeDocument/2006/relationships/notesMaster" Target="/ppt/notesMasters/notesMaster1.xml" Id="Rf6324a9df6ed460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73592a93d3849b6" /><Relationship Type="http://schemas.openxmlformats.org/officeDocument/2006/relationships/notesMaster" Target="/ppt/notesMasters/notesMaster1.xml" Id="Rbf7ff353b22749a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ac03403b1bc4d1b" /><Relationship Type="http://schemas.openxmlformats.org/officeDocument/2006/relationships/notesMaster" Target="/ppt/notesMasters/notesMaster1.xml" Id="Rc2a08731fb97430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8eaf0090ef44650" /><Relationship Type="http://schemas.openxmlformats.org/officeDocument/2006/relationships/notesMaster" Target="/ppt/notesMasters/notesMaster1.xml" Id="R5781e4b276a54ce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3fdc0ecfd524570" /><Relationship Type="http://schemas.openxmlformats.org/officeDocument/2006/relationships/notesMaster" Target="/ppt/notesMasters/notesMaster1.xml" Id="R66d3bf22bb12464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67e2cf9a65346fa" /><Relationship Type="http://schemas.openxmlformats.org/officeDocument/2006/relationships/notesMaster" Target="/ppt/notesMasters/notesMaster1.xml" Id="R4fd872550c3844b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e624efe2c854124" /><Relationship Type="http://schemas.openxmlformats.org/officeDocument/2006/relationships/notesMaster" Target="/ppt/notesMasters/notesMaster1.xml" Id="Ra394a907c0f04b5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e745ddce5a14ca6" /><Relationship Type="http://schemas.openxmlformats.org/officeDocument/2006/relationships/notesMaster" Target="/ppt/notesMasters/notesMaster1.xml" Id="R0b524c899d924be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032f6a7b7a04116" /><Relationship Type="http://schemas.openxmlformats.org/officeDocument/2006/relationships/notesMaster" Target="/ppt/notesMasters/notesMaster1.xml" Id="R07b6e47b11d44d8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61af128e7de4be2" /><Relationship Type="http://schemas.openxmlformats.org/officeDocument/2006/relationships/notesMaster" Target="/ppt/notesMasters/notesMaster1.xml" Id="Ra4a8c1c053064c3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1c85b604bc043ba" /><Relationship Type="http://schemas.openxmlformats.org/officeDocument/2006/relationships/notesMaster" Target="/ppt/notesMasters/notesMaster1.xml" Id="R3f6bb61497c54d7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68ae0854f79458c" /><Relationship Type="http://schemas.openxmlformats.org/officeDocument/2006/relationships/notesMaster" Target="/ppt/notesMasters/notesMaster1.xml" Id="R9608ead8c39f47f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3de822d31dd54da3" /><Relationship Type="http://schemas.openxmlformats.org/officeDocument/2006/relationships/notesMaster" Target="/ppt/notesMasters/notesMaster1.xml" Id="R7b9885f3d9c94a8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748f33ceb36420c" /><Relationship Type="http://schemas.openxmlformats.org/officeDocument/2006/relationships/notesMaster" Target="/ppt/notesMasters/notesMaster1.xml" Id="Rc215f1661f45400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53e4e18dda44228" /><Relationship Type="http://schemas.openxmlformats.org/officeDocument/2006/relationships/notesMaster" Target="/ppt/notesMasters/notesMaster1.xml" Id="R8f752e01837a490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30d2c6740ce42a7" /><Relationship Type="http://schemas.openxmlformats.org/officeDocument/2006/relationships/notesMaster" Target="/ppt/notesMasters/notesMaster1.xml" Id="Rea50c69a238e4a5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d8ecca313fc40c8" /><Relationship Type="http://schemas.openxmlformats.org/officeDocument/2006/relationships/notesMaster" Target="/ppt/notesMasters/notesMaster1.xml" Id="Rfe325be8a373409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a989b53528d24681" /><Relationship Type="http://schemas.openxmlformats.org/officeDocument/2006/relationships/notesMaster" Target="/ppt/notesMasters/notesMaster1.xml" Id="Re4a2686039b34a7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f9325a16241438c" /><Relationship Type="http://schemas.openxmlformats.org/officeDocument/2006/relationships/notesMaster" Target="/ppt/notesMasters/notesMaster1.xml" Id="R1724aee58fb840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1주차는 16주 서비스 운영 포트폴리오의 출발점이다. 수업의 목표는 모델 이름 암기가 아니라 한 번의 실행을 trace로 남기고 비교 가능한 개선으로 바꾸는 일이다.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repo:AS-IS 2025 2nd semester/00_AS-IS_핵심_커리큘럼.md</a:t>
            </a:r>
          </a:p>
          <a:p xmlns:a="http://schemas.openxmlformats.org/drawingml/2006/main">
            <a:r>
              <a:t>- repo:curriculum/2026-2/web/course-roadmap.html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매주 강의 초반에 같은 로드맵을 보여주고 현재 주차만 파랑으로 표시한다. Week 01은 문제·기준 구간의 출발점이며, 네 가지 완료 증거를 남긴다.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repo:curriculum/2026-2/web/course-roadmap.html</a:t>
            </a:r>
          </a:p>
          <a:p xmlns:a="http://schemas.openxmlformats.org/drawingml/2006/main">
            <a:r>
              <a:t>- repo:week01/lab/README.md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정규 수업은 온라인 실시간 강의로 운영한다. 2026년 9월 25일 추석과 10월 9일 한글날은 실시간 강의 대신 녹화 영상을 업로드한다. 8주차에는 실시간 수업과 중간고사 없이 기말 프로젝트 기획서를 온라인으로 제출해 평가받는다. 16주차 프로젝트 발표는 실시간 온라인으로 진행한다.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repo:curriculum/2026-2/web/course-roadmap.html</a:t>
            </a:r>
          </a:p>
          <a:p xmlns:a="http://schemas.openxmlformats.org/drawingml/2006/main">
            <a:r>
              <a:t>- https://www.kasi.re.kr/kor/post/newsMaterial/32031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파랑은 현재 Week 01이 속한 문제·요구사항 구간에만 사용한다. 각 주차의 산출물은 8주차 기획서 제출과 16주차 결과 발표로 연결된다.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repo:curriculum/2026-2/web/course-roadmap.html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로드맵, 2페이지 제안서, 제품 요구사항 문서(Product Requirements Document, PRD)를 HTML로 제공한다. 8주차에는 중간고사와 실시간 수업 없이 이 패키지와 PPT 요약본을 온라인으로 제출해 평가받는다.</a:t>
            </a:r>
          </a:p>
          <a:p xmlns:a="http://schemas.openxmlformats.org/drawingml/2006/main">
            <a:r>
              <a:t/>
            </a:r>
          </a:p>
          <a:p xmlns:a="http://schemas.openxmlformats.org/drawingml/2006/main">
            <a:r>
              <a:t>[Sources]</a:t>
            </a:r>
          </a:p>
          <a:p xmlns:a="http://schemas.openxmlformats.org/drawingml/2006/main">
            <a:r>
              <a:t>- repo:curriculum/2026-2/01_기말프로젝트_기획서_가이드.md</a:t>
            </a:r>
          </a:p>
          <a:p xmlns:a="http://schemas.openxmlformats.org/drawingml/2006/main">
            <a:r>
              <a:t>- repo:curriculum/2026-2/web/course-roadmap.html</a:t>
            </a:r>
          </a:p>
          <a:p xmlns:a="http://schemas.openxmlformats.org/drawingml/2006/main">
            <a:r>
              <a:t>- repo:curriculum/2026-2/web/project-proposal-2pager.html</a:t>
            </a:r>
          </a:p>
          <a:p xmlns:a="http://schemas.openxmlformats.org/drawingml/2006/main">
            <a:r>
              <a:t>- repo:curriculum/2026-2/web/project-prd.html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 질의응답은 정답 확인이나 구술시험이 아니다. 문제·데이터·기술·평가·운영 경계의 가정을 점검하고, 학생이 채택·보류·반박을 결정해 문서 버전에 남기는 설계 리뷰다.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repo:curriculum/2026-2/01_기말프로젝트_기획서_가이드.md</a:t>
            </a:r>
          </a:p>
          <a:p xmlns:a="http://schemas.openxmlformats.org/drawingml/2006/main">
            <a:r>
              <a:t>- repo:curriculum/2026-2/web/project-prd.html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평상시 수업은 실시간 온라인으로 운영한다. 두 공휴일 주차에는 실시간 강의 대신 녹화 영상을 업로드한다. 정확한 업로드 위치와 시청 기한은 학습관리시스템 공지를 따른다.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repo:curriculum/2026-2/web/course-roadmap.html</a:t>
            </a:r>
          </a:p>
          <a:p xmlns:a="http://schemas.openxmlformats.org/drawingml/2006/main">
            <a:r>
              <a:t>- https://www.kasi.re.kr/kor/post/newsMaterial/32031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공개를 승인한 역할명인 무신사 Core AI PM과 아주대 AI대학원 겸임교수만 소개한다. 내부 조직·프로젝트·지표와 연락처는 포함하지 않는다.</a:t>
            </a:r>
          </a:p>
          <a:p xmlns:a="http://schemas.openxmlformats.org/drawingml/2006/main">
            <a:r>
              <a:t/>
            </a:r>
          </a:p>
          <a:p xmlns:a="http://schemas.openxmlformats.org/drawingml/2006/main">
            <a:r>
              <a:t>[Sources]</a:t>
            </a:r>
          </a:p>
          <a:p xmlns:a="http://schemas.openxmlformats.org/drawingml/2006/main">
            <a:r>
              <a:t>- https://github.com/smilesjcha/homepage_sjcha/blob/main/constants.ts</a:t>
            </a:r>
          </a:p>
          <a:p xmlns:a="http://schemas.openxmlformats.org/drawingml/2006/main">
            <a:r>
              <a:t>- Instructor-approved public bio boundary (2026-08-25)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경력의 상세 성과가 아니라 데이터·기술·운영 단위가 어떻게 확장되었는지 설명한다.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4–9)</a:t>
            </a:r>
          </a:p>
          <a:p xmlns:a="http://schemas.openxmlformats.org/drawingml/2006/main">
            <a:r>
              <a:t>- Instructor-approved public bio boundary (2026-08-25)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정확도만으로 운영 판단이 끝나지 않는다는 현업 관점을 네 질문으로 정리한다.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분류는 경쟁하는 정답이 아니다. 첫 번째는 모델 또는 전체 시스템의 생성부터 종료까지를 설명하는 가능한 분류이고, 두 번째는 이미 학습된 모델을 포함한 서비스를 반복 개선하기 위한 이 수업의 운영 프레임이다.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61–67)</a:t>
            </a:r>
          </a:p>
          <a:p xmlns:a="http://schemas.openxmlformats.org/drawingml/2006/main">
            <a:r>
              <a:t>- repo:AS-IS 2025 2nd semester/01_AS-IS_주차별_통합_강의안.md</a:t>
            </a:r>
          </a:p>
          <a:p xmlns:a="http://schemas.openxmlformats.org/drawingml/2006/main">
            <a:r>
              <a:t>- https://learn.microsoft.com/en-us/azure/architecture/ai-ml/guide/manage-foundation-models-lifecycle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2025년 2학기 실제 1주차 자료 s.62–67을 16주 산출물과 운영 증거에 맞춰 재정리한 수업 프레임임을 명시한다.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62–67)</a:t>
            </a:r>
          </a:p>
          <a:p xmlns:a="http://schemas.openxmlformats.org/drawingml/2006/main">
            <a:r>
              <a:t>- repo:AS-IS 2025 2nd semester/01_AS-IS_주차별_통합_강의안.md</a:t>
            </a:r>
          </a:p>
          <a:p xmlns:a="http://schemas.openxmlformats.org/drawingml/2006/main">
            <a:r>
              <a:t>- https://airc.nist.gov/airmf-resources/airmf/5-sec-core/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자의적인 교수 기준이 아니라 재현 가능한 비교의 조건으로 설명한다. 네 요소 중 이번 주에 새로 남기는 핵심은 버전이 포함된 trace다.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설치 여부가 아니라 산출물 묶음으로 완료를 정의한다. 로컬 모델 설치가 늦으면 demo provider로 먼저 완주한다.</a:t>
            </a:r>
          </a:p>
          <a:p xmlns:a="http://schemas.openxmlformats.org/drawingml/2006/main">
            <a:r>
              <a:t/>
            </a:r>
          </a:p>
          <a:p xmlns:a="http://schemas.openxmlformats.org/drawingml/2006/main">
            <a:r>
              <a:t>[Sources]</a:t>
            </a:r>
          </a:p>
          <a:p xmlns:a="http://schemas.openxmlformats.org/drawingml/2006/main">
            <a:r>
              <a:t>- repo:week01/lab/README.md</a:t>
            </a:r>
          </a:p>
          <a:p xmlns:a="http://schemas.openxmlformats.org/drawingml/2006/main">
            <a:r>
              <a:t>- repo:week01/lab/week01_trace01_lab.ipynb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주 전체 흐름을 네 기능 라벨로 보여주되 장표 제목은 명사형으로 유지한다. TRACE가 호출과 비교를 연결한다.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repo:week01/lab/app/main.py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사례를 이론과 실습 전체에서 유지해 인지 부하를 낮춘다. 실제 고객 원문이 아닌 합성 문장을 사용한다.</a:t>
            </a:r>
          </a:p>
          <a:p xmlns:a="http://schemas.openxmlformats.org/drawingml/2006/main">
            <a:r>
              <a:t/>
            </a:r>
          </a:p>
          <a:p xmlns:a="http://schemas.openxmlformats.org/drawingml/2006/main">
            <a:r>
              <a:t>[Sources]</a:t>
            </a:r>
          </a:p>
          <a:p xmlns:a="http://schemas.openxmlformats.org/drawingml/2006/main">
            <a:r>
              <a:t>- repo:week01/lab/app/providers.py</a:t>
            </a:r>
          </a:p>
          <a:p xmlns:a="http://schemas.openxmlformats.org/drawingml/2006/main">
            <a:r>
              <a:t>- repo:week01/lab/app/schemas.py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없는 5%·95% 수치를 제거한다. 화면 위아래의 구조만으로 호출과 운영 체계의 차이를 설명한다.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https://docs.cloud.google.com/architecture/deploy-operate-generative-ai-applications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기술이 발전하면서 모델이 처리할 수 있는 업무가 넓어졌지만, 서비스 품질·비용·안전은 별도로 관리해야 한다는 점에 집중한다.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17–43)</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규칙 기반 시스템부터 생성형 AI까지 기술의 변화와 함께 운영팀이 관리해야 할 항목이 어떻게 늘었는지 설명한다.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17–40)</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규칙 기반 AI를 낡은 기술로 폄하하지 않는다. 설명 가능성과 통제의 장점, 복잡성과 예외의 한계를 함께 본다.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18–24)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기반 시스템은 동작 일부를 데이터와 최적화 과정으로 옮긴다. 따라서 데이터와 실험이 새 운영 자산이 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24–35)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딥러닝의 도약을 단일 사건이 아니라 데이터·연산·알고리즘의 결합으로 설명한다.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28–40)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사람의 역할이 사라진 것이 아니라 특징 선택에서 데이터·목표·평가 설계로 이동했음을 강조한다.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29–40)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Transformer 이전의 모든 모델을 단순화하지 않되, recurrent 처리에서의 순차 계산과 장거리 의존성 문제를 직관적으로 소개한다.</a:t>
            </a:r>
          </a:p>
          <a:p xmlns:a="http://schemas.openxmlformats.org/drawingml/2006/main">
            <a:r>
              <a:t/>
            </a:r>
          </a:p>
          <a:p xmlns:a="http://schemas.openxmlformats.org/drawingml/2006/main">
            <a:r>
              <a:t>[Sources]</a:t>
            </a:r>
          </a:p>
          <a:p xmlns:a="http://schemas.openxmlformats.org/drawingml/2006/main">
            <a:r>
              <a:t>- https://arxiv.org/abs/1706.03762</a:t>
            </a:r>
          </a:p>
          <a:p xmlns:a="http://schemas.openxmlformats.org/drawingml/2006/main">
            <a:r>
              <a:t>- repo:AS-IS 2025 2nd semester/[AI_PR_PR_10] 01 LLM LifeCycle and OT.pptx (slides 36–39)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셀프 어텐션(Self-Attention)을 ‘모든 토큰을 한꺼번에 본다’로만 설명하지 않는다. 토큰 간 관계 가중치를 계산하고 학습 시 위치 병렬화가 가능하다는 직관을 제시한다.</a:t>
            </a:r>
          </a:p>
          <a:p xmlns:a="http://schemas.openxmlformats.org/drawingml/2006/main">
            <a:r>
              <a:t/>
            </a:r>
          </a:p>
          <a:p xmlns:a="http://schemas.openxmlformats.org/drawingml/2006/main">
            <a:r>
              <a:t>[Sources]</a:t>
            </a:r>
          </a:p>
          <a:p xmlns:a="http://schemas.openxmlformats.org/drawingml/2006/main">
            <a:r>
              <a:t>- https://arxiv.org/abs/1706.03762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숫자는 개념 설명용 가상 값이다. attention weight 자체를 신뢰 가능한 설명이나 인과로 과해석하지 않는다.</a:t>
            </a:r>
          </a:p>
          <a:p xmlns:a="http://schemas.openxmlformats.org/drawingml/2006/main">
            <a:r>
              <a:t/>
            </a:r>
          </a:p>
          <a:p xmlns:a="http://schemas.openxmlformats.org/drawingml/2006/main">
            <a:r>
              <a:t>[Sources]</a:t>
            </a:r>
          </a:p>
          <a:p xmlns:a="http://schemas.openxmlformats.org/drawingml/2006/main">
            <a:r>
              <a:t>- https://arxiv.org/abs/1706.03762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Transformer의 장점을 병렬화와 장거리 관계로 소개하되 decoder 추론은 token별 autoregressive 생성이라는 경계를 함께 말한다.</a:t>
            </a:r>
          </a:p>
          <a:p xmlns:a="http://schemas.openxmlformats.org/drawingml/2006/main">
            <a:r>
              <a:t/>
            </a:r>
          </a:p>
          <a:p xmlns:a="http://schemas.openxmlformats.org/drawingml/2006/main">
            <a:r>
              <a:t>[Sources]</a:t>
            </a:r>
          </a:p>
          <a:p xmlns:a="http://schemas.openxmlformats.org/drawingml/2006/main">
            <a:r>
              <a:t>- https://arxiv.org/abs/1706.03762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기반 모델을 동일하게 일반화하지 않고 decoder-only 생성형 LLM의 대표적인 causal language modeling 목표로 범위를 제한한다.</a:t>
            </a:r>
          </a:p>
          <a:p xmlns:a="http://schemas.openxmlformats.org/drawingml/2006/main">
            <a:r>
              <a:t/>
            </a:r>
          </a:p>
          <a:p xmlns:a="http://schemas.openxmlformats.org/drawingml/2006/main">
            <a:r>
              <a:t>[Sources]</a:t>
            </a:r>
          </a:p>
          <a:p xmlns:a="http://schemas.openxmlformats.org/drawingml/2006/main">
            <a:r>
              <a:t>- https://arxiv.org/abs/1706.03762</a:t>
            </a:r>
          </a:p>
          <a:p xmlns:a="http://schemas.openxmlformats.org/drawingml/2006/main">
            <a:r>
              <a:t>- repo:AS-IS 2025 2nd semester/[AI_PR_PR_10] 01 LLM LifeCycle and OT.pptx (slides 41–44)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범용 능력을 제품 품질과 동일시하지 않는다. 각 작업은 별도의 입력 계약과 평가 기준을 요구한다.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41–43)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모델이 할 수 있다는 사실과 서비스가 반복적으로 잘해야 한다는 요구를 분리한다.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https://docs.aws.amazon.com/wellarchitected/latest/generative-ai-lens/generative-ai-lifecycle.html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코드가 같아도 prompt, context, model, sampling 조합이 바뀌면 동작이 달라질 수 있다. 이 조합을 trace로 묶는 이유를 예고한다.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repo:week01/lab/app/schemas.py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사전학습만으로 정해지지 않는 사용자·상황·성공·금지 조건을 제품 요구사항으로 정의해야 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모델을 바꾸기 전에 사용할 수 있는 변경 수단의 적용 위치·비용·롤백 난이도를 구분한다.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42–51)</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절대적인 기술 순위가 아니라 비용·시간·롤백 용이성을 비교하는 교육용 기준이다. 규제·지연·온디바이스 제약은 순서를 바꿀 수 있다.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44–51)</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Prompt는 서비스 행동의 외부 제어면이다. 좋은 문장보다 template, version, schema와 test set으로 관리하는 관점을 예고한다.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51)</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RAG를 모든 환각의 해결책으로 말하지 않는다. 검색 품질, 근거 연결, 최신성·권한을 별도 평가해야 한다.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semester/01_AS-IS_주차별_통합_강의안.md#04주차--basic-of-rag--vectordb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모델이 tool call을 제안하는 것과 코드가 실제 외부 행동을 수행하는 것을 분리한다. 권한과 검증은 runtime의 책임이다.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semester/01_AS-IS_주차별_통합_강의안.md#12주차--agent-chaining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‘최고 모델’이 아니라 요청의 품질·지연·비용·데이터 제약에 맞는 선택이 routing의 핵심이다.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https://docs.aws.amazon.com/wellarchitected/latest/generative-ai-lens/generative-ai-lifecycle.html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SFT를 지식 주입의 만능 도구로 설명하지 않는다. 명확한 반복 행동과 평가셋이 있을 때의 적응 레버로 소개한다.</a:t>
            </a:r>
          </a:p>
          <a:p xmlns:a="http://schemas.openxmlformats.org/drawingml/2006/main">
            <a:r>
              <a:t/>
            </a:r>
          </a:p>
          <a:p xmlns:a="http://schemas.openxmlformats.org/drawingml/2006/main">
            <a:r>
              <a:t>[Sources]</a:t>
            </a:r>
          </a:p>
          <a:p xmlns:a="http://schemas.openxmlformats.org/drawingml/2006/main">
            <a:r>
              <a:t>- https://arxiv.org/abs/2203.02155</a:t>
            </a:r>
          </a:p>
          <a:p xmlns:a="http://schemas.openxmlformats.org/drawingml/2006/main">
            <a:r>
              <a:t>- repo:AS-IS 2025 2nd semester/[AI_PR_PR_10] 01 LLM LifeCycle and OT.pptx (slides 44–49)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instruction, input, ideal output의 세 요소를 고정한다. 학습 데이터와 평가 데이터의 분리를 함께 강조한다.</a:t>
            </a:r>
          </a:p>
          <a:p xmlns:a="http://schemas.openxmlformats.org/drawingml/2006/main">
            <a:r>
              <a:t/>
            </a:r>
          </a:p>
          <a:p xmlns:a="http://schemas.openxmlformats.org/drawingml/2006/main">
            <a:r>
              <a:t>[Sources]</a:t>
            </a:r>
          </a:p>
          <a:p xmlns:a="http://schemas.openxmlformats.org/drawingml/2006/main">
            <a:r>
              <a:t>- https://arxiv.org/abs/2203.02155</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선호 데이터의 최소 단위는 하나의 정답이 아니라 같은 prompt에 대한 chosen/rejected 쌍과 명확한 rubric이다.</a:t>
            </a:r>
          </a:p>
          <a:p xmlns:a="http://schemas.openxmlformats.org/drawingml/2006/main">
            <a:r>
              <a:t/>
            </a:r>
          </a:p>
          <a:p xmlns:a="http://schemas.openxmlformats.org/drawingml/2006/main">
            <a:r>
              <a:t>[Sources]</a:t>
            </a:r>
          </a:p>
          <a:p xmlns:a="http://schemas.openxmlformats.org/drawingml/2006/main">
            <a:r>
              <a:t>- https://arxiv.org/abs/2305.18290</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InstructGPT에 사용된 대표적인 reward model + PPO 경로로 범위를 한정한다. 모든 RLHF 구현이 동일한 세부 구조라는 뜻은 아니다.</a:t>
            </a:r>
          </a:p>
          <a:p xmlns:a="http://schemas.openxmlformats.org/drawingml/2006/main">
            <a:r>
              <a:t/>
            </a:r>
          </a:p>
          <a:p xmlns:a="http://schemas.openxmlformats.org/drawingml/2006/main">
            <a:r>
              <a:t>[Sources]</a:t>
            </a:r>
          </a:p>
          <a:p xmlns:a="http://schemas.openxmlformats.org/drawingml/2006/main">
            <a:r>
              <a:t>- https://arxiv.org/abs/2203.02155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DPO는 별도 reward model과 on-policy RL 없이 preference pair와 reference policy를 사용해 직접 최적화한다.</a:t>
            </a:r>
          </a:p>
          <a:p xmlns:a="http://schemas.openxmlformats.org/drawingml/2006/main">
            <a:r>
              <a:t/>
            </a:r>
          </a:p>
          <a:p xmlns:a="http://schemas.openxmlformats.org/drawingml/2006/main">
            <a:r>
              <a:t>[Sources]</a:t>
            </a:r>
          </a:p>
          <a:p xmlns:a="http://schemas.openxmlformats.org/drawingml/2006/main">
            <a:r>
              <a:t>- https://arxiv.org/abs/2305.18290</a:t>
            </a:r>
          </a:p>
          <a:p xmlns:a="http://schemas.openxmlformats.org/drawingml/2006/main">
            <a:r>
              <a:t>- https://arxiv.org/abs/2203.02155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LoRA는 base weight를 고정하고 low-rank update를 학습한다. 고정된 절감률을 주장하지 않고 설정에 따라 달라짐을 설명한다.</a:t>
            </a:r>
          </a:p>
          <a:p xmlns:a="http://schemas.openxmlformats.org/drawingml/2006/main">
            <a:r>
              <a:t/>
            </a:r>
          </a:p>
          <a:p xmlns:a="http://schemas.openxmlformats.org/drawingml/2006/main">
            <a:r>
              <a:t>[Sources]</a:t>
            </a:r>
          </a:p>
          <a:p xmlns:a="http://schemas.openxmlformats.org/drawingml/2006/main">
            <a:r>
              <a:t>- https://arxiv.org/abs/2106.09685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제약이 없을 때의 실험 휴리스틱으로 설명한다. 규제, 지연, 온디바이스, 라이선스 요건에 따라 routing이나 fine-tuning이 앞설 수 있다.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repo:AS-IS 2025 2nd semester/00_AS-IS_핵심_커리큘럼.md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LLMOps가 MLOps를 대체하는 선형 발전사가 아니라 기존 운영 관심사에 생성형 AI 자산이 추가되는 확장임을 설명한다.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52–60)</a:t>
            </a:r>
          </a:p>
          <a:p xmlns:a="http://schemas.openxmlformats.org/drawingml/2006/main">
            <a:r>
              <a:t>- https://docs.cloud.google.com/architecture/deploy-operate-generative-ai-applications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DevOps, MLOps, LLMOps를 세대 교체처럼 말하지 않는다. GenAIOps는 기존 MLOps 역량을 보완한다.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53–60)</a:t>
            </a:r>
          </a:p>
          <a:p xmlns:a="http://schemas.openxmlformats.org/drawingml/2006/main">
            <a:r>
              <a:t>- https://learn.microsoft.com/en-us/azure/architecture/ai-ml/guide/mlops-maturity-model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응답은 버전 자산이 아니라 실행 증거다. 버전 가능한 prompt·config·dataset과 실제 실행 response·latency·status를 구분한다.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repo:week01/lab/app/schemas.py</a:t>
            </a:r>
          </a:p>
          <a:p xmlns:a="http://schemas.openxmlformats.org/drawingml/2006/main">
            <a:r>
              <a:t>- repo:week01/lab/app/telemetry.py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버전만으로 생성 실행을 재현할 수 없다. 실제 조합을 trace로 남겨야 한다.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repo:week01/lab/app/schemas.py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trace를 단순 로그 한 줄이 아니라 prompt, provider/model, config, output과 운영 지표를 연결하는 실행 단위로 설명한다.</a:t>
            </a:r>
          </a:p>
          <a:p xmlns:a="http://schemas.openxmlformats.org/drawingml/2006/main">
            <a:r>
              <a:t/>
            </a:r>
          </a:p>
          <a:p xmlns:a="http://schemas.openxmlformats.org/drawingml/2006/main">
            <a:r>
              <a:t>[Sources]</a:t>
            </a:r>
          </a:p>
          <a:p xmlns:a="http://schemas.openxmlformats.org/drawingml/2006/main">
            <a:r>
              <a:t>- repo:week01/lab/app/schemas.py</a:t>
            </a:r>
          </a:p>
          <a:p xmlns:a="http://schemas.openxmlformats.org/drawingml/2006/main">
            <a:r>
              <a:t>- repo:week01/lab/app/telemetry.py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업계의 고정된 다섯 KPI라고 주장하지 않는다. 이 과목에서 모든 실험을 비교할 때 공통으로 확인할 판단 축이다.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품질 향상 주장에는 지연·비용·안전·재현성의 regression 확인이 따라야 한다.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https://docs.aws.amazon.com/wellarchitected/latest/generative-ai-lens/generative-ai-lifecycle.html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범용 품질 점수보다 task의 실패 비용과 output contract에 맞는 지표를 선택한다.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semester/01_AS-IS_주차별_통합_강의안.md#03주차--prompt-evaluation--version-management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분포이며 실측값이 아니다. 평균과 tail percentile을 구분하고 작은 표본에서는 raw trace도 함께 본다.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semester/03_AS-IS_슬라이드_텍스트_원문.md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수식은 개념 구조이며 정산 공식이 아니다. 공급자별 과금 단위와 캐시 정책은 해당 시점의 공식 문서를 별도 확인한다.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https://docs.aws.amazon.com/wellarchitected/latest/generative-ai-lens/generative-ai-lifecycle.html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안전은 마지막 검수 단계가 아니라 입력, 실행, 출력, 저장 전 구간의 횡단 조건이다.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https://airc.nist.gov/airmf-resources/airmf/5-sec-core/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seed 하나만으로 생성 서비스 전체 재현성이 보장되지 않는다. 실행 조합과 버전 자산을 함께 고정한다.</a:t>
            </a:r>
          </a:p>
          <a:p xmlns:a="http://schemas.openxmlformats.org/drawingml/2006/main">
            <a:r>
              <a:t/>
            </a:r>
          </a:p>
          <a:p xmlns:a="http://schemas.openxmlformats.org/drawingml/2006/main">
            <a:r>
              <a:t>[Sources]</a:t>
            </a:r>
          </a:p>
          <a:p xmlns:a="http://schemas.openxmlformats.org/drawingml/2006/main">
            <a:r>
              <a:t>- repo:AS-IS 2025 2nd semester/00_AS-IS_핵심_커리큘럼.md</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오프닝의 기준 정의를 앞에서 배운 운영 자산과 판단 축으로 확장해 회수한다. 반복 설명이 아니라 적용된 통합 그림이다.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(slides 62–67)</a:t>
            </a:r>
          </a:p>
          <a:p xmlns:a="http://schemas.openxmlformats.org/drawingml/2006/main">
            <a:r>
              <a:t>- repo:AS-IS 2025 2nd semester/00_AS-IS_핵심_커리큘럼.md</a:t>
            </a:r>
          </a:p>
          <a:p xmlns:a="http://schemas.openxmlformats.org/drawingml/2006/main">
            <a:r>
              <a:t>- https://airc.nist.gov/airmf-resources/airmf/5-sec-core/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성공 지표가 4단계에서 처음 생기는 것이 아니라 1단계에서 정의되고 4단계에서 측정됨을 강조한다.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63)</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프롬프트뿐 아니라 retrieved context와 tool 정책도 실행을 바꾸는 외부 자산으로 관리한다.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64)</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실행과 배포는 endpoint 생성만이 아니라 실패 branch, 상태 확인, 책임 주체까지 포함한다.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65)</a:t>
            </a:r>
          </a:p>
          <a:p xmlns:a="http://schemas.openxmlformats.org/drawingml/2006/main">
            <a:r>
              <a:t>- repo:week01/lab/app/main.py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evaluation과 production observation을 구분하되 동일한 version과 trace에 연결한다.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66)</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실패한 실험도 다음 선택을 줄인다면 유효하다. 서비스 종료는 이 단계 뒤의 자동 종착점이 아니라 별도의 운영 의사결정이다.</a:t>
            </a:r>
          </a:p>
          <a:p xmlns:a="http://schemas.openxmlformats.org/drawingml/2006/main">
            <a:r>
              <a:t/>
            </a:r>
          </a:p>
          <a:p xmlns:a="http://schemas.openxmlformats.org/drawingml/2006/main">
            <a:r>
              <a:t>[Sources]</a:t>
            </a:r>
          </a:p>
          <a:p xmlns:a="http://schemas.openxmlformats.org/drawingml/2006/main">
            <a:r>
              <a:t>- repo:AS-IS 2025 2nd semester/[AI_PR_PR_10] 01 LLM LifeCycle and OT.pptx (slide 67)</a:t>
            </a:r>
          </a:p>
          <a:p xmlns:a="http://schemas.openxmlformats.org/drawingml/2006/main">
            <a:r>
              <a:t>- repo:AS-IS 2025 2nd semester/01_AS-IS_주차별_통합_강의안.md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값은 실제 성능 결과가 아니다. 학생은 자신의 trace와 판단으로 같은 구조를 채운다.</a:t>
            </a:r>
          </a:p>
          <a:p xmlns:a="http://schemas.openxmlformats.org/drawingml/2006/main">
            <a:r>
              <a:t/>
            </a:r>
          </a:p>
          <a:p xmlns:a="http://schemas.openxmlformats.org/drawingml/2006/main">
            <a:r>
              <a:t>[Sources]</a:t>
            </a:r>
          </a:p>
          <a:p xmlns:a="http://schemas.openxmlformats.org/drawingml/2006/main">
            <a:r>
              <a:t>- repo:AS-IS 2025 2nd semester/01_AS-IS_주차별_통합_강의안.md</a:t>
            </a:r>
          </a:p>
          <a:p xmlns:a="http://schemas.openxmlformats.org/drawingml/2006/main">
            <a:r>
              <a:t>- repo:week01/lab/week01_trace01_lab.ipynb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8주차에는 실시간 수업과 중간고사 없이 기말 프로젝트 기획서 0.1을 온라인으로 제출해 평가받는다. 제출본과 교수 설계 리뷰 기록을 이후 구현 기준으로 사용한다. 16주차 발표는 실시간 온라인으로 진행한다.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repo:curriculum/2026-2/01_기말프로젝트_기획서_가이드.md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경로는 결정론적 Demo 기준선이며 Ollama는 선택 경로다. 설치 자체보다 실행 추적, 비교 판단, 다음 변경 가설을 완료 기준으로 사용한다.</a:t>
            </a:r>
          </a:p>
          <a:p xmlns:a="http://schemas.openxmlformats.org/drawingml/2006/main">
            <a:r>
              <a:t/>
            </a:r>
          </a:p>
          <a:p xmlns:a="http://schemas.openxmlformats.org/drawingml/2006/main">
            <a:r>
              <a:t>[Sources]</a:t>
            </a:r>
          </a:p>
          <a:p xmlns:a="http://schemas.openxmlformats.org/drawingml/2006/main">
            <a:r>
              <a:t>- repo:week01/lab/README.md</a:t>
            </a:r>
          </a:p>
          <a:p xmlns:a="http://schemas.openxmlformats.org/drawingml/2006/main">
            <a:r>
              <a:t>- repo:week01/lab/app/main.py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학생은 위에서 아래 순서로 진행한다. Ollama 실행은 선택 사항이며 설치나 로컬 자원 문제와 무관하게 Demo 기준선까지는 모두 완주한다.</a:t>
            </a:r>
          </a:p>
          <a:p xmlns:a="http://schemas.openxmlformats.org/drawingml/2006/main">
            <a:r>
              <a:t/>
            </a:r>
          </a:p>
          <a:p xmlns:a="http://schemas.openxmlformats.org/drawingml/2006/main">
            <a:r>
              <a:t>[Sources]</a:t>
            </a:r>
          </a:p>
          <a:p xmlns:a="http://schemas.openxmlformats.org/drawingml/2006/main">
            <a:r>
              <a:t>- repo:week01/lab/README.md</a:t>
            </a:r>
          </a:p>
          <a:p xmlns:a="http://schemas.openxmlformats.org/drawingml/2006/main">
            <a:r>
              <a:t>- repo:week01/lab/week01_trace01_lab.ipynb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FastAPI 서버, 모델 제공자, 실행 추적 저장소를 한 요청이 지나간다. 학생마다 절대 경로는 다르지만 저장소 안의 상대 경로는 동일하다.</a:t>
            </a:r>
          </a:p>
          <a:p xmlns:a="http://schemas.openxmlformats.org/drawingml/2006/main">
            <a:r>
              <a:t/>
            </a:r>
          </a:p>
          <a:p xmlns:a="http://schemas.openxmlformats.org/drawingml/2006/main">
            <a:r>
              <a:t>[Sources]</a:t>
            </a:r>
          </a:p>
          <a:p xmlns:a="http://schemas.openxmlformats.org/drawingml/2006/main">
            <a:r>
              <a:t>- repo:week01/lab/app/main.py</a:t>
            </a:r>
          </a:p>
          <a:p xmlns:a="http://schemas.openxmlformats.org/drawingml/2006/main">
            <a:r>
              <a:t>- repo:week01/lab/app/providers.py</a:t>
            </a:r>
          </a:p>
          <a:p xmlns:a="http://schemas.openxmlformats.org/drawingml/2006/main">
            <a:r>
              <a:t>- repo:week01/lab/app/telemetry.py</a:t>
            </a:r>
          </a:p>
          <a:p xmlns:a="http://schemas.openxmlformats.org/drawingml/2006/main">
            <a:r>
              <a:t>- repo:week01/VS_CODE_GUIDE.md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Studio Code에서 llmops-16week 저장소 최상위를 연다. Bootstrap 작업 뒤 .venv/bin/python을 인터프리터로 선택하고 테스트 실패 0건을 확인한다.</a:t>
            </a:r>
          </a:p>
          <a:p xmlns:a="http://schemas.openxmlformats.org/drawingml/2006/main">
            <a:r>
              <a:t/>
            </a:r>
          </a:p>
          <a:p xmlns:a="http://schemas.openxmlformats.org/drawingml/2006/main">
            <a:r>
              <a:t>[Sources]</a:t>
            </a:r>
          </a:p>
          <a:p xmlns:a="http://schemas.openxmlformats.org/drawingml/2006/main">
            <a:r>
              <a:t>- repo:.python-version</a:t>
            </a:r>
          </a:p>
          <a:p xmlns:a="http://schemas.openxmlformats.org/drawingml/2006/main">
            <a:r>
              <a:t>- repo:requirements.txt</a:t>
            </a:r>
          </a:p>
          <a:p xmlns:a="http://schemas.openxmlformats.org/drawingml/2006/main">
            <a:r>
              <a:t>- repo:.vscode/tasks.json</a:t>
            </a:r>
          </a:p>
          <a:p xmlns:a="http://schemas.openxmlformats.org/drawingml/2006/main">
            <a:r>
              <a:t>- repo:week01/VS_CODE_GUIDE.md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기록을 0건부터 시작하려면 Start and smoke가 아니라 Run TRACE/01을 사용한다. Ollama 경로는 .env를 명시해 실행하며 두 경로 모두 같은 응용 프로그래밍 인터페이스와 실행 추적 구조를 사용한다.</a:t>
            </a:r>
          </a:p>
          <a:p xmlns:a="http://schemas.openxmlformats.org/drawingml/2006/main">
            <a:r>
              <a:t/>
            </a:r>
          </a:p>
          <a:p xmlns:a="http://schemas.openxmlformats.org/drawingml/2006/main">
            <a:r>
              <a:t>[Sources]</a:t>
            </a:r>
          </a:p>
          <a:p xmlns:a="http://schemas.openxmlformats.org/drawingml/2006/main">
            <a:r>
              <a:t>- repo:week01/lab/app/providers.py</a:t>
            </a:r>
          </a:p>
          <a:p xmlns:a="http://schemas.openxmlformats.org/drawingml/2006/main">
            <a:r>
              <a:t>- repo:week01/lab/README.md</a:t>
            </a:r>
          </a:p>
          <a:p xmlns:a="http://schemas.openxmlformats.org/drawingml/2006/main">
            <a:r>
              <a:t>- repo:.vscode/tasks.json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저장소 루트를 Visual Studio Code로 열고 .venv/bin/python을 선택한다. 캡처는 2026년 9월 4일 현재 코드에서 pytest 여덟 건이 모두 통과한 실제 화면이며, 학생 환경에서는 실패 0건을 완료 기준으로 사용한다.</a:t>
            </a:r>
          </a:p>
          <a:p xmlns:a="http://schemas.openxmlformats.org/drawingml/2006/main">
            <a:r>
              <a:t/>
            </a:r>
          </a:p>
          <a:p xmlns:a="http://schemas.openxmlformats.org/drawingml/2006/main">
            <a:r>
              <a:t>[Sources]</a:t>
            </a:r>
          </a:p>
          <a:p xmlns:a="http://schemas.openxmlformats.org/drawingml/2006/main">
            <a:r>
              <a:t>- repo:week01/lecture/assets/vscode-week01-tests.png</a:t>
            </a:r>
          </a:p>
          <a:p xmlns:a="http://schemas.openxmlformats.org/drawingml/2006/main">
            <a:r>
              <a:t>- repo:week01/VS_CODE_GUIDE.md</a:t>
            </a:r>
          </a:p>
          <a:p xmlns:a="http://schemas.openxmlformats.org/drawingml/2006/main">
            <a:r>
              <a:t>- repo:.vscode/settings.json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대화형 문서에서 실제 경로를 확인한다. 생성 요청 전에 GET /health와 GET /api/v1/config를 보면 서비스 연결 문제와 모델 설정 문제를 구분할 수 있다.</a:t>
            </a:r>
          </a:p>
          <a:p xmlns:a="http://schemas.openxmlformats.org/drawingml/2006/main">
            <a:r>
              <a:t/>
            </a:r>
          </a:p>
          <a:p xmlns:a="http://schemas.openxmlformats.org/drawingml/2006/main">
            <a:r>
              <a:t>[Sources]</a:t>
            </a:r>
          </a:p>
          <a:p xmlns:a="http://schemas.openxmlformats.org/drawingml/2006/main">
            <a:r>
              <a:t>- repo:week01/lecture/assets/trace01-openapi-generate.png</a:t>
            </a:r>
          </a:p>
          <a:p xmlns:a="http://schemas.openxmlformats.org/drawingml/2006/main">
            <a:r>
              <a:t>- repo:week01/lab/app/schemas.py</a:t>
            </a:r>
          </a:p>
          <a:p xmlns:a="http://schemas.openxmlformats.org/drawingml/2006/main">
            <a:r>
              <a:t>- repo:week01/lab/app/main.py</a:t>
            </a:r>
          </a:p>
          <a:p xmlns:a="http://schemas.openxmlformats.org/drawingml/2006/main">
            <a:r>
              <a:t>- https://fastapi.tiangolo.com/features/#automatic-docs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기록은 /api/v1/traces, 집계는 /api/v1/stats에서 확인한다. /traces나 /stats만 입력하면 현재 서버에는 존재하지 않는 경로다.</a:t>
            </a:r>
          </a:p>
          <a:p xmlns:a="http://schemas.openxmlformats.org/drawingml/2006/main">
            <a:r>
              <a:t/>
            </a:r>
          </a:p>
          <a:p xmlns:a="http://schemas.openxmlformats.org/drawingml/2006/main">
            <a:r>
              <a:t>[Sources]</a:t>
            </a:r>
          </a:p>
          <a:p xmlns:a="http://schemas.openxmlformats.org/drawingml/2006/main">
            <a:r>
              <a:t>- repo:week01/lab/app/main.py</a:t>
            </a:r>
          </a:p>
          <a:p xmlns:a="http://schemas.openxmlformats.org/drawingml/2006/main">
            <a:r>
              <a:t>- repo:week01/lab/app/telemetry.py</a:t>
            </a:r>
          </a:p>
          <a:p xmlns:a="http://schemas.openxmlformats.org/drawingml/2006/main">
            <a:r>
              <a:t>- https://fastapi.tiangolo.com/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합성 입력, 신호 추출 작업, 온도 0.2를 고정하고 Demo 제공자로 두 번 실행한다. 기존 기록이 있으면 전체 실행 수는 2보다 클 수 있으므로 두 실행의 추적 식별자를 따로 기록한다.</a:t>
            </a:r>
          </a:p>
          <a:p xmlns:a="http://schemas.openxmlformats.org/drawingml/2006/main">
            <a:r>
              <a:t/>
            </a:r>
          </a:p>
          <a:p xmlns:a="http://schemas.openxmlformats.org/drawingml/2006/main">
            <a:r>
              <a:t>[Sources]</a:t>
            </a:r>
          </a:p>
          <a:p xmlns:a="http://schemas.openxmlformats.org/drawingml/2006/main">
            <a:r>
              <a:t>- repo:week01/lecture/assets/trace01-ui.png</a:t>
            </a:r>
          </a:p>
          <a:p xmlns:a="http://schemas.openxmlformats.org/drawingml/2006/main">
            <a:r>
              <a:t>- repo:week01/lab/app/main.py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qwen3:4b 별칭은 현재 qwen3:4b-thinking과 동일한 모델 ID를 가리킨다. 수업에서는 qwen3:4b-instruct와 think:false를 사용한다. num_predict는 장황한 생성을 제한하고 keep_alive는 반복 호출의 재적재를 줄인다.</a:t>
            </a:r>
          </a:p>
          <a:p xmlns:a="http://schemas.openxmlformats.org/drawingml/2006/main">
            <a:r>
              <a:t/>
            </a:r>
          </a:p>
          <a:p xmlns:a="http://schemas.openxmlformats.org/drawingml/2006/main">
            <a:r>
              <a:t>[Sources]</a:t>
            </a:r>
          </a:p>
          <a:p xmlns:a="http://schemas.openxmlformats.org/drawingml/2006/main">
            <a:r>
              <a:t>- repo:week01/lab/app/providers.py</a:t>
            </a:r>
          </a:p>
          <a:p xmlns:a="http://schemas.openxmlformats.org/drawingml/2006/main">
            <a:r>
              <a:t>- repo:week01/lab/.env.example</a:t>
            </a:r>
          </a:p>
          <a:p xmlns:a="http://schemas.openxmlformats.org/drawingml/2006/main">
            <a:r>
              <a:t>- https://docs.ollama.com/capabilities/thinking</a:t>
            </a:r>
          </a:p>
          <a:p xmlns:a="http://schemas.openxmlformats.org/drawingml/2006/main">
            <a:r>
              <a:t>- https://docs.ollama.com/api/chat</a:t>
            </a:r>
          </a:p>
          <a:p xmlns:a="http://schemas.openxmlformats.org/drawingml/2006/main">
            <a:r>
              <a:t>- https://docs.ollama.com/faq</a:t>
            </a:r>
          </a:p>
          <a:p xmlns:a="http://schemas.openxmlformats.org/drawingml/2006/main">
            <a:r>
              <a:t>- https://ollama.com/library/qwen3/tags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캡처는 현재 Mac에서 실제 실행한 예시이며 응답 지연과 추적 식별자는 학생 환경마다 달라진다. 첫 호출에는 모델 적재 시간이 포함되므로 같은 조건의 두 번째 호출과 구분해 기록한다.</a:t>
            </a:r>
          </a:p>
          <a:p xmlns:a="http://schemas.openxmlformats.org/drawingml/2006/main">
            <a:r>
              <a:t/>
            </a:r>
          </a:p>
          <a:p xmlns:a="http://schemas.openxmlformats.org/drawingml/2006/main">
            <a:r>
              <a:t>[Sources]</a:t>
            </a:r>
          </a:p>
          <a:p xmlns:a="http://schemas.openxmlformats.org/drawingml/2006/main">
            <a:r>
              <a:t>- repo:week01/lecture/assets/trace01-run-result.png</a:t>
            </a:r>
          </a:p>
          <a:p xmlns:a="http://schemas.openxmlformats.org/drawingml/2006/main">
            <a:r>
              <a:t>- repo:week01/lab/app/schemas.py</a:t>
            </a:r>
          </a:p>
          <a:p xmlns:a="http://schemas.openxmlformats.org/drawingml/2006/main">
            <a:r>
              <a:t>- repo:week01/lab/app/telemetry.py</a:t>
            </a:r>
          </a:p>
          <a:p xmlns:a="http://schemas.openxmlformats.org/drawingml/2006/main">
            <a:r>
              <a:t>- repo:week01/lab/app/providers.py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작업, 온도, 프롬프트 버전을 고정하고 제공자와 모델 실행 경로만 바꾼다. Demo는 재현 가능한 기준선이며 Ollama는 실제 모델 적재와 생성 시간을 관찰하는 선택 경로다.</a:t>
            </a:r>
          </a:p>
          <a:p xmlns:a="http://schemas.openxmlformats.org/drawingml/2006/main">
            <a:r>
              <a:t/>
            </a:r>
          </a:p>
          <a:p xmlns:a="http://schemas.openxmlformats.org/drawingml/2006/main">
            <a:r>
              <a:t>[Sources]</a:t>
            </a:r>
          </a:p>
          <a:p xmlns:a="http://schemas.openxmlformats.org/drawingml/2006/main">
            <a:r>
              <a:t>- repo:week01/lab/week01_trace01_lab.ipynb</a:t>
            </a:r>
          </a:p>
          <a:p xmlns:a="http://schemas.openxmlformats.org/drawingml/2006/main">
            <a:r>
              <a:t>- repo:week01/lab/app/providers.py</a:t>
            </a:r>
          </a:p>
          <a:p xmlns:a="http://schemas.openxmlformats.org/drawingml/2006/main">
            <a:r>
              <a:t>- https://docs.ollama.com/api/chat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week01/lab/week01_trace01_lab.ipynb를 열고 .venv/bin/python 커널을 선택한 뒤 위에서 아래로 실행한다. 서버가 먼저 실행 중이어야 하며 Ollama 셀은 선택 사항이다.</a:t>
            </a:r>
          </a:p>
          <a:p xmlns:a="http://schemas.openxmlformats.org/drawingml/2006/main">
            <a:r>
              <a:t/>
            </a:r>
          </a:p>
          <a:p xmlns:a="http://schemas.openxmlformats.org/drawingml/2006/main">
            <a:r>
              <a:t>[Sources]</a:t>
            </a:r>
          </a:p>
          <a:p xmlns:a="http://schemas.openxmlformats.org/drawingml/2006/main">
            <a:r>
              <a:t>- repo:week01/lab/week01_trace01_lab.ipynb</a:t>
            </a:r>
          </a:p>
          <a:p xmlns:a="http://schemas.openxmlformats.org/drawingml/2006/main">
            <a:r>
              <a:t>- repo:week01/VS_CODE_GUIDE.md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503을 모델 부재와 서버 연결 실패로 구분한다. --hidethinking은 지연 해결책이 아니다. 8000번 포트 충돌은 Tasks: Terminate Task로 기존 TRACE/01 작업을 종료한 뒤 다시 실행한다.</a:t>
            </a:r>
          </a:p>
          <a:p xmlns:a="http://schemas.openxmlformats.org/drawingml/2006/main">
            <a:r>
              <a:t/>
            </a:r>
          </a:p>
          <a:p xmlns:a="http://schemas.openxmlformats.org/drawingml/2006/main">
            <a:r>
              <a:t>[Sources]</a:t>
            </a:r>
          </a:p>
          <a:p xmlns:a="http://schemas.openxmlformats.org/drawingml/2006/main">
            <a:r>
              <a:t>- repo:week01/lab/app/main.py</a:t>
            </a:r>
          </a:p>
          <a:p xmlns:a="http://schemas.openxmlformats.org/drawingml/2006/main">
            <a:r>
              <a:t>- repo:week01/lab/app/providers.py</a:t>
            </a:r>
          </a:p>
          <a:p xmlns:a="http://schemas.openxmlformats.org/drawingml/2006/main">
            <a:r>
              <a:t>- repo:week01/lab/README.md</a:t>
            </a:r>
          </a:p>
          <a:p xmlns:a="http://schemas.openxmlformats.org/drawingml/2006/main">
            <a:r>
              <a:t>- https://docs.ollama.com/faq</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학생은 환경, 실행 증거, 다음 변경을 포트폴리오에 남긴다. 이 기록은 8주차 온라인 제출 기획서와 이후 구현의 근거가 되며 16주차 실시간 온라인 발표에서 변경 과정을 설명하는 자료가 된다.</a:t>
            </a:r>
          </a:p>
          <a:p xmlns:a="http://schemas.openxmlformats.org/drawingml/2006/main">
            <a:r>
              <a:t/>
            </a:r>
          </a:p>
          <a:p xmlns:a="http://schemas.openxmlformats.org/drawingml/2006/main">
            <a:r>
              <a:t>[Sources]</a:t>
            </a:r>
          </a:p>
          <a:p xmlns:a="http://schemas.openxmlformats.org/drawingml/2006/main">
            <a:r>
              <a:t>- repo:curriculum/2026-2/00_운영_커리큘럼.md</a:t>
            </a:r>
          </a:p>
          <a:p xmlns:a="http://schemas.openxmlformats.org/drawingml/2006/main">
            <a:r>
              <a:t>- repo:curriculum/2026-2/01_기말프로젝트_기획서_가이드.md</a:t>
            </a:r>
          </a:p>
          <a:p xmlns:a="http://schemas.openxmlformats.org/drawingml/2006/main">
            <a:r>
              <a:t>- repo:week01/lecture/01_week1_강의안.md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3bd3cf4ba440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97fde9cf3c480b" /><Relationship Type="http://schemas.openxmlformats.org/officeDocument/2006/relationships/slideLayout" Target="/ppt/slideLayouts/slideLayout1.xml" Id="Ra055e77a80194a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55e77a80194a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98A2B3"/>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dbd10193ca4297" /><Relationship Type="http://schemas.openxmlformats.org/officeDocument/2006/relationships/notesSlide" Target="/ppt/notesSlides/notesSlide1.xml" Id="R1904798d1cd040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981579497441ea" /><Relationship Type="http://schemas.openxmlformats.org/officeDocument/2006/relationships/notesSlide" Target="/ppt/notesSlides/notesSlide2.xml" Id="R97241952fb7b46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eb2fe7f32d401d" /><Relationship Type="http://schemas.openxmlformats.org/officeDocument/2006/relationships/notesSlide" Target="/ppt/notesSlides/notesSlide3.xml" Id="R01aeed61872548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e8d2be2cfc4f6c" /><Relationship Type="http://schemas.openxmlformats.org/officeDocument/2006/relationships/notesSlide" Target="/ppt/notesSlides/notesSlide4.xml" Id="R794d022cf9e94f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552ced6d1d439c" /><Relationship Type="http://schemas.openxmlformats.org/officeDocument/2006/relationships/notesSlide" Target="/ppt/notesSlides/notesSlide5.xml" Id="R8ea2b4c3b2d645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c81afbacc740e6" /><Relationship Type="http://schemas.openxmlformats.org/officeDocument/2006/relationships/notesSlide" Target="/ppt/notesSlides/notesSlide6.xml" Id="Rcbd479ad03134c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151bbaa963406e" /><Relationship Type="http://schemas.openxmlformats.org/officeDocument/2006/relationships/notesSlide" Target="/ppt/notesSlides/notesSlide7.xml" Id="R3ad2cd41585f4c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a05f6a690642ff" /><Relationship Type="http://schemas.openxmlformats.org/officeDocument/2006/relationships/image" Target="/ppt/media/image.png" Id="R9d82a93db84d4712" /><Relationship Type="http://schemas.openxmlformats.org/officeDocument/2006/relationships/notesSlide" Target="/ppt/notesSlides/notesSlide8.xml" Id="R956d8001c15041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c47faac31d48d8" /><Relationship Type="http://schemas.openxmlformats.org/officeDocument/2006/relationships/notesSlide" Target="/ppt/notesSlides/notesSlide9.xml" Id="R5e8cb7e9e02246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b1ae7104e7456e" /><Relationship Type="http://schemas.openxmlformats.org/officeDocument/2006/relationships/notesSlide" Target="/ppt/notesSlides/notesSlide10.xml" Id="Rc4bdd2f2dab748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89f6038b28483f" /><Relationship Type="http://schemas.openxmlformats.org/officeDocument/2006/relationships/notesSlide" Target="/ppt/notesSlides/notesSlide11.xml" Id="R299da1bcc1f14d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3b30d8c7084961" /><Relationship Type="http://schemas.openxmlformats.org/officeDocument/2006/relationships/notesSlide" Target="/ppt/notesSlides/notesSlide12.xml" Id="R49eb86ea90e84a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af93c30f7c458f" /><Relationship Type="http://schemas.openxmlformats.org/officeDocument/2006/relationships/notesSlide" Target="/ppt/notesSlides/notesSlide13.xml" Id="Rded5438499034a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3c95eefe1a47ce" /><Relationship Type="http://schemas.openxmlformats.org/officeDocument/2006/relationships/notesSlide" Target="/ppt/notesSlides/notesSlide14.xml" Id="R36495849be4f4f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c524e5d83b4309" /><Relationship Type="http://schemas.openxmlformats.org/officeDocument/2006/relationships/notesSlide" Target="/ppt/notesSlides/notesSlide15.xml" Id="Ra70336849eb949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4cbb9029c54527" /><Relationship Type="http://schemas.openxmlformats.org/officeDocument/2006/relationships/notesSlide" Target="/ppt/notesSlides/notesSlide16.xml" Id="Rf9c3be807b3f43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a706de7e66e47d0" /><Relationship Type="http://schemas.openxmlformats.org/officeDocument/2006/relationships/notesSlide" Target="/ppt/notesSlides/notesSlide17.xml" Id="R114dd6b0c7de42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64ef952ea648c6" /><Relationship Type="http://schemas.openxmlformats.org/officeDocument/2006/relationships/notesSlide" Target="/ppt/notesSlides/notesSlide18.xml" Id="R298560bc06824e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d7707fbdb6436e" /><Relationship Type="http://schemas.openxmlformats.org/officeDocument/2006/relationships/notesSlide" Target="/ppt/notesSlides/notesSlide19.xml" Id="R0497c1142afe43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b492b454954e4d" /><Relationship Type="http://schemas.openxmlformats.org/officeDocument/2006/relationships/notesSlide" Target="/ppt/notesSlides/notesSlide20.xml" Id="Rf9ddb164fb834d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4bc2d683d5b477c" /><Relationship Type="http://schemas.openxmlformats.org/officeDocument/2006/relationships/notesSlide" Target="/ppt/notesSlides/notesSlide21.xml" Id="R247af557618641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36731493e3d4135" /><Relationship Type="http://schemas.openxmlformats.org/officeDocument/2006/relationships/notesSlide" Target="/ppt/notesSlides/notesSlide22.xml" Id="R10f9419d7446405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2f92a3ada214c2a" /><Relationship Type="http://schemas.openxmlformats.org/officeDocument/2006/relationships/notesSlide" Target="/ppt/notesSlides/notesSlide23.xml" Id="R5404e178d80a4f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bb42293d37045ad" /><Relationship Type="http://schemas.openxmlformats.org/officeDocument/2006/relationships/notesSlide" Target="/ppt/notesSlides/notesSlide24.xml" Id="Re6a79882a3ff44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595c3598bd5489c" /><Relationship Type="http://schemas.openxmlformats.org/officeDocument/2006/relationships/notesSlide" Target="/ppt/notesSlides/notesSlide25.xml" Id="R37bb1570763f47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c9904cbf6da4674" /><Relationship Type="http://schemas.openxmlformats.org/officeDocument/2006/relationships/notesSlide" Target="/ppt/notesSlides/notesSlide26.xml" Id="R4b9f422fbd3546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4ba4bf1c30145db" /><Relationship Type="http://schemas.openxmlformats.org/officeDocument/2006/relationships/notesSlide" Target="/ppt/notesSlides/notesSlide27.xml" Id="R965735e2a6d64af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e530e47013c4c92" /><Relationship Type="http://schemas.openxmlformats.org/officeDocument/2006/relationships/notesSlide" Target="/ppt/notesSlides/notesSlide28.xml" Id="R9705c280140946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35b8eb348114320" /><Relationship Type="http://schemas.openxmlformats.org/officeDocument/2006/relationships/notesSlide" Target="/ppt/notesSlides/notesSlide29.xml" Id="R5816dbcc7f174bf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d137e32bc6a4bdf" /><Relationship Type="http://schemas.openxmlformats.org/officeDocument/2006/relationships/notesSlide" Target="/ppt/notesSlides/notesSlide30.xml" Id="Rd98b16c5d75c42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99cca27e9ed4425" /><Relationship Type="http://schemas.openxmlformats.org/officeDocument/2006/relationships/notesSlide" Target="/ppt/notesSlides/notesSlide31.xml" Id="R88d4eeff08ad474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53d7888e6f6414f" /><Relationship Type="http://schemas.openxmlformats.org/officeDocument/2006/relationships/notesSlide" Target="/ppt/notesSlides/notesSlide32.xml" Id="Ra946c4666964421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40b80ebe88f4b0b" /><Relationship Type="http://schemas.openxmlformats.org/officeDocument/2006/relationships/notesSlide" Target="/ppt/notesSlides/notesSlide33.xml" Id="Radbabe61053a462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8e18502eee04fb9" /><Relationship Type="http://schemas.openxmlformats.org/officeDocument/2006/relationships/notesSlide" Target="/ppt/notesSlides/notesSlide34.xml" Id="R2caf929c906a4e1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e707a49960844c3" /><Relationship Type="http://schemas.openxmlformats.org/officeDocument/2006/relationships/notesSlide" Target="/ppt/notesSlides/notesSlide35.xml" Id="R277e3b40ac3348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ad3dfb9f0c044af" /><Relationship Type="http://schemas.openxmlformats.org/officeDocument/2006/relationships/notesSlide" Target="/ppt/notesSlides/notesSlide36.xml" Id="R811115eeb3ca45f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8a3872b86ec4198" /><Relationship Type="http://schemas.openxmlformats.org/officeDocument/2006/relationships/notesSlide" Target="/ppt/notesSlides/notesSlide37.xml" Id="R54e2d8feac3a42b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c34e3bb51ce41a8" /><Relationship Type="http://schemas.openxmlformats.org/officeDocument/2006/relationships/notesSlide" Target="/ppt/notesSlides/notesSlide38.xml" Id="R4b1996a8f2e2434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384058c40e24b3a" /><Relationship Type="http://schemas.openxmlformats.org/officeDocument/2006/relationships/notesSlide" Target="/ppt/notesSlides/notesSlide39.xml" Id="R860717e2ff86482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6ce9905dd90427e" /><Relationship Type="http://schemas.openxmlformats.org/officeDocument/2006/relationships/notesSlide" Target="/ppt/notesSlides/notesSlide40.xml" Id="R5760227c3c9e454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2d36e99ca9946e5" /><Relationship Type="http://schemas.openxmlformats.org/officeDocument/2006/relationships/notesSlide" Target="/ppt/notesSlides/notesSlide41.xml" Id="R096532ba718447e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871635851b0485c" /><Relationship Type="http://schemas.openxmlformats.org/officeDocument/2006/relationships/notesSlide" Target="/ppt/notesSlides/notesSlide42.xml" Id="Rd8fa20a024bf48d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be1158d16274ad6" /><Relationship Type="http://schemas.openxmlformats.org/officeDocument/2006/relationships/notesSlide" Target="/ppt/notesSlides/notesSlide43.xml" Id="Rfed3a880b6b3494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a71ee481588423c" /><Relationship Type="http://schemas.openxmlformats.org/officeDocument/2006/relationships/notesSlide" Target="/ppt/notesSlides/notesSlide44.xml" Id="R3030ce63dd9c423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4c87d0eb8724c9e" /><Relationship Type="http://schemas.openxmlformats.org/officeDocument/2006/relationships/notesSlide" Target="/ppt/notesSlides/notesSlide45.xml" Id="R0c697ac57b91498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41e2ac4bf954134" /><Relationship Type="http://schemas.openxmlformats.org/officeDocument/2006/relationships/notesSlide" Target="/ppt/notesSlides/notesSlide46.xml" Id="R3d6855755a13461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0fb19032e6444d6" /><Relationship Type="http://schemas.openxmlformats.org/officeDocument/2006/relationships/notesSlide" Target="/ppt/notesSlides/notesSlide47.xml" Id="R568b8e1bc3a84e2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24f07abf8f747d2" /><Relationship Type="http://schemas.openxmlformats.org/officeDocument/2006/relationships/notesSlide" Target="/ppt/notesSlides/notesSlide48.xml" Id="R6284beef17a1443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91cf1aa69ba49d4" /><Relationship Type="http://schemas.openxmlformats.org/officeDocument/2006/relationships/notesSlide" Target="/ppt/notesSlides/notesSlide49.xml" Id="Re379746d59474f9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1f5b41e967b4c47" /><Relationship Type="http://schemas.openxmlformats.org/officeDocument/2006/relationships/notesSlide" Target="/ppt/notesSlides/notesSlide50.xml" Id="Rb611ab8810e740c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65ab77078514d0d" /><Relationship Type="http://schemas.openxmlformats.org/officeDocument/2006/relationships/notesSlide" Target="/ppt/notesSlides/notesSlide51.xml" Id="R17000d2a7bdf499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3ac88ec1a1846ee" /><Relationship Type="http://schemas.openxmlformats.org/officeDocument/2006/relationships/notesSlide" Target="/ppt/notesSlides/notesSlide52.xml" Id="Rfcbb6f3eab114ad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8346b63b3454bd2" /><Relationship Type="http://schemas.openxmlformats.org/officeDocument/2006/relationships/notesSlide" Target="/ppt/notesSlides/notesSlide53.xml" Id="R77cad5e2b84f4e0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2663b7792d3425e" /><Relationship Type="http://schemas.openxmlformats.org/officeDocument/2006/relationships/notesSlide" Target="/ppt/notesSlides/notesSlide54.xml" Id="Rb58ae4a72696493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4b261def1e64bf0" /><Relationship Type="http://schemas.openxmlformats.org/officeDocument/2006/relationships/notesSlide" Target="/ppt/notesSlides/notesSlide55.xml" Id="Rc62d3a8809b643b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58be33280c543ec" /><Relationship Type="http://schemas.openxmlformats.org/officeDocument/2006/relationships/notesSlide" Target="/ppt/notesSlides/notesSlide56.xml" Id="R19f8ba802be54e9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4373a73126a4870" /><Relationship Type="http://schemas.openxmlformats.org/officeDocument/2006/relationships/notesSlide" Target="/ppt/notesSlides/notesSlide57.xml" Id="Re476bf7654a743c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97c40ebb82648fe" /><Relationship Type="http://schemas.openxmlformats.org/officeDocument/2006/relationships/notesSlide" Target="/ppt/notesSlides/notesSlide58.xml" Id="R3885885265fa4b6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875ad159877407f" /><Relationship Type="http://schemas.openxmlformats.org/officeDocument/2006/relationships/notesSlide" Target="/ppt/notesSlides/notesSlide59.xml" Id="R5dc70dfbcb944b0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ec0ed06b4db4c75" /><Relationship Type="http://schemas.openxmlformats.org/officeDocument/2006/relationships/notesSlide" Target="/ppt/notesSlides/notesSlide60.xml" Id="Rc3bfbc09dffc434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e37e3b40f7a4aad" /><Relationship Type="http://schemas.openxmlformats.org/officeDocument/2006/relationships/notesSlide" Target="/ppt/notesSlides/notesSlide61.xml" Id="Rc8ab2f7074904b4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abf43c0f91640b7" /><Relationship Type="http://schemas.openxmlformats.org/officeDocument/2006/relationships/notesSlide" Target="/ppt/notesSlides/notesSlide62.xml" Id="Re3cebdf6d731433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00a0a388ba9d4838" /><Relationship Type="http://schemas.openxmlformats.org/officeDocument/2006/relationships/notesSlide" Target="/ppt/notesSlides/notesSlide63.xml" Id="Rff863c9c04184ef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e52553f2d384677" /><Relationship Type="http://schemas.openxmlformats.org/officeDocument/2006/relationships/notesSlide" Target="/ppt/notesSlides/notesSlide64.xml" Id="R71949097d82548d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7893bc9f1d104d2e" /><Relationship Type="http://schemas.openxmlformats.org/officeDocument/2006/relationships/notesSlide" Target="/ppt/notesSlides/notesSlide65.xml" Id="R380a25951a0e495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e72c76274c684f97" /><Relationship Type="http://schemas.openxmlformats.org/officeDocument/2006/relationships/notesSlide" Target="/ppt/notesSlides/notesSlide66.xml" Id="Rf3d7899e7719465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9d2d201af6634170" /><Relationship Type="http://schemas.openxmlformats.org/officeDocument/2006/relationships/notesSlide" Target="/ppt/notesSlides/notesSlide67.xml" Id="Rac21cbb9601f47a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e291c0b4117f441e" /><Relationship Type="http://schemas.openxmlformats.org/officeDocument/2006/relationships/notesSlide" Target="/ppt/notesSlides/notesSlide68.xml" Id="Rffe4efd65a4c405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d2fba3d071784492" /><Relationship Type="http://schemas.openxmlformats.org/officeDocument/2006/relationships/notesSlide" Target="/ppt/notesSlides/notesSlide69.xml" Id="R8176671fccb645c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64d87fd0cbef4a25" /><Relationship Type="http://schemas.openxmlformats.org/officeDocument/2006/relationships/notesSlide" Target="/ppt/notesSlides/notesSlide70.xml" Id="Rc3415f0822a94627"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3af1a080e8bb487b" /><Relationship Type="http://schemas.openxmlformats.org/officeDocument/2006/relationships/image" Target="/ppt/media/image2.png" Id="Rdce2f570e1504e2c" /><Relationship Type="http://schemas.openxmlformats.org/officeDocument/2006/relationships/notesSlide" Target="/ppt/notesSlides/notesSlide71.xml" Id="R9e74a62cde604e1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aa7de652b81b441a" /><Relationship Type="http://schemas.openxmlformats.org/officeDocument/2006/relationships/image" Target="/ppt/media/image.jpeg" Id="Rb8472c74d95a4933" /><Relationship Type="http://schemas.openxmlformats.org/officeDocument/2006/relationships/notesSlide" Target="/ppt/notesSlides/notesSlide72.xml" Id="Rde1a036390474d3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ee29305ed6f4d3b" /><Relationship Type="http://schemas.openxmlformats.org/officeDocument/2006/relationships/notesSlide" Target="/ppt/notesSlides/notesSlide73.xml" Id="R113da760f3f24fb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d0de7d008264c6a" /><Relationship Type="http://schemas.openxmlformats.org/officeDocument/2006/relationships/image" Target="/ppt/media/image3.png" Id="Rcb0055fc1cbd4cb7" /><Relationship Type="http://schemas.openxmlformats.org/officeDocument/2006/relationships/notesSlide" Target="/ppt/notesSlides/notesSlide74.xml" Id="Rf780d126015e44d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61829c80666491d" /><Relationship Type="http://schemas.openxmlformats.org/officeDocument/2006/relationships/notesSlide" Target="/ppt/notesSlides/notesSlide75.xml" Id="Rb8d9d495377c456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34464e65e82e4e4a" /><Relationship Type="http://schemas.openxmlformats.org/officeDocument/2006/relationships/image" Target="/ppt/media/image4.png" Id="R2dd3602be4314475" /><Relationship Type="http://schemas.openxmlformats.org/officeDocument/2006/relationships/notesSlide" Target="/ppt/notesSlides/notesSlide76.xml" Id="R240519ac26d2439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d1ec8e5cf94443d" /><Relationship Type="http://schemas.openxmlformats.org/officeDocument/2006/relationships/notesSlide" Target="/ppt/notesSlides/notesSlide77.xml" Id="Ra19273c25fee45b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d98f669b4c34193" /><Relationship Type="http://schemas.openxmlformats.org/officeDocument/2006/relationships/notesSlide" Target="/ppt/notesSlides/notesSlide78.xml" Id="Rcdb1dbbd6cd547b2"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7939284df8dc4de0" /><Relationship Type="http://schemas.openxmlformats.org/officeDocument/2006/relationships/notesSlide" Target="/ppt/notesSlides/notesSlide79.xml" Id="Rf24412210181401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30459b122d949e5" /><Relationship Type="http://schemas.openxmlformats.org/officeDocument/2006/relationships/notesSlide" Target="/ppt/notesSlides/notesSlide80.xml" Id="R47d773ac181f40e6"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978AE9C-5395-4680-80C8-AF6F6BDE1F43}"/>
              </a:ext>
            </a:extLst>
          </p:cNvPr>
          <p:cNvSpPr>
            <a:spLocks xmlns:a="http://schemas.openxmlformats.org/drawingml/2006/main" noGrp="1"/>
          </p:cNvSpPr>
          <p:nvPr/>
        </p:nvSpPr>
        <p:spPr>
          <a:xfrm xmlns:a="http://schemas.openxmlformats.org/drawingml/2006/main">
            <a:off x="6096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ORIENTATION &amp; LIFECYCLE</a:t>
            </a:r>
          </a:p>
        </p:txBody>
      </p:sp>
      <p:sp>
        <p:nvSpPr>
          <p:cNvPr id="2" name="">
            <a:extLst xmlns:a="http://schemas.openxmlformats.org/drawingml/2006/main">
              <a:ext uri="{FF2B5EF4-FFF2-40B4-BE49-F238E27FC236}">
                <a16:creationId xmlns:a16="http://schemas.microsoft.com/office/drawing/2014/main" id="{D19D8766-A34A-4751-A952-B197ECF1E46B}"/>
              </a:ext>
            </a:extLst>
          </p:cNvPr>
          <p:cNvSpPr>
            <a:spLocks xmlns:a="http://schemas.openxmlformats.org/drawingml/2006/main" noGrp="1"/>
          </p:cNvSpPr>
          <p:nvPr/>
        </p:nvSpPr>
        <p:spPr>
          <a:xfrm xmlns:a="http://schemas.openxmlformats.org/drawingml/2006/main">
            <a:off x="609600" y="146685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4350" b="1">
                <a:solidFill>
                  <a:srgbClr val="FFFFFF"/>
                </a:solidFill>
                <a:latin typeface="AppleGothic"/>
                <a:ea typeface="AppleGothic"/>
                <a:cs typeface="AppleGothic"/>
              </a:defRPr>
            </a:pPr>
            <a:r>
              <a:rPr sz="4350" b="1">
                <a:solidFill>
                  <a:srgbClr val="FFFFFF"/>
                </a:solidFill>
                <a:latin typeface="AppleGothic"/>
                <a:ea typeface="AppleGothic"/>
                <a:cs typeface="AppleGothic"/>
              </a:rPr>
              <a:t>LLM 서비스</a:t>
            </a:r>
          </a:p>
        </p:txBody>
      </p:sp>
      <p:sp>
        <p:nvSpPr>
          <p:cNvPr id="3" name="">
            <a:extLst xmlns:a="http://schemas.openxmlformats.org/drawingml/2006/main">
              <a:ext uri="{FF2B5EF4-FFF2-40B4-BE49-F238E27FC236}">
                <a16:creationId xmlns:a16="http://schemas.microsoft.com/office/drawing/2014/main" id="{D72C4328-2577-42C2-A6E9-4DA8D851FB0E}"/>
              </a:ext>
            </a:extLst>
          </p:cNvPr>
          <p:cNvSpPr>
            <a:spLocks xmlns:a="http://schemas.openxmlformats.org/drawingml/2006/main" noGrp="1"/>
          </p:cNvSpPr>
          <p:nvPr/>
        </p:nvSpPr>
        <p:spPr>
          <a:xfrm xmlns:a="http://schemas.openxmlformats.org/drawingml/2006/main">
            <a:off x="609600" y="2171700"/>
            <a:ext cx="9906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5400" b="1">
                <a:solidFill>
                  <a:srgbClr val="2563EB"/>
                </a:solidFill>
                <a:latin typeface="AppleGothic"/>
                <a:ea typeface="AppleGothic"/>
                <a:cs typeface="AppleGothic"/>
              </a:defRPr>
            </a:pPr>
            <a:r>
              <a:rPr sz="5400" b="1">
                <a:solidFill>
                  <a:srgbClr val="2563EB"/>
                </a:solidFill>
                <a:latin typeface="AppleGothic"/>
                <a:ea typeface="AppleGothic"/>
                <a:cs typeface="AppleGothic"/>
              </a:rPr>
              <a:t>운영의 기본</a:t>
            </a:r>
          </a:p>
        </p:txBody>
      </p:sp>
      <p:sp>
        <p:nvSpPr>
          <p:cNvPr id="4" name="">
            <a:extLst xmlns:a="http://schemas.openxmlformats.org/drawingml/2006/main">
              <a:ext uri="{FF2B5EF4-FFF2-40B4-BE49-F238E27FC236}">
                <a16:creationId xmlns:a16="http://schemas.microsoft.com/office/drawing/2014/main" id="{153E8322-EC59-441B-9048-242DB35E23D5}"/>
              </a:ext>
            </a:extLst>
          </p:cNvPr>
          <p:cNvSpPr>
            <a:spLocks xmlns:a="http://schemas.openxmlformats.org/drawingml/2006/main" noGrp="1"/>
          </p:cNvSpPr>
          <p:nvPr/>
        </p:nvSpPr>
        <p:spPr>
          <a:xfrm xmlns:a="http://schemas.openxmlformats.org/drawingml/2006/main">
            <a:off x="7848600" y="3067050"/>
            <a:ext cx="3733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LARGE LANGUAGE MODEL (LLM)</a:t>
            </a:r>
          </a:p>
        </p:txBody>
      </p:sp>
      <p:sp>
        <p:nvSpPr>
          <p:cNvPr id="5" name="">
            <a:extLst xmlns:a="http://schemas.openxmlformats.org/drawingml/2006/main">
              <a:ext uri="{FF2B5EF4-FFF2-40B4-BE49-F238E27FC236}">
                <a16:creationId xmlns:a16="http://schemas.microsoft.com/office/drawing/2014/main" id="{336A5349-F681-41C3-928A-891195FC0A49}"/>
              </a:ext>
            </a:extLst>
          </p:cNvPr>
          <p:cNvSpPr>
            <a:spLocks xmlns:a="http://schemas.openxmlformats.org/drawingml/2006/main" noGrp="1"/>
          </p:cNvSpPr>
          <p:nvPr/>
        </p:nvSpPr>
        <p:spPr>
          <a:xfrm xmlns:a="http://schemas.openxmlformats.org/drawingml/2006/main" flipH="0" flipV="0">
            <a:off x="609600" y="358140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6" name="">
            <a:extLst xmlns:a="http://schemas.openxmlformats.org/drawingml/2006/main">
              <a:ext uri="{FF2B5EF4-FFF2-40B4-BE49-F238E27FC236}">
                <a16:creationId xmlns:a16="http://schemas.microsoft.com/office/drawing/2014/main" id="{92668476-F964-4403-9D2D-638F41641722}"/>
              </a:ext>
            </a:extLst>
          </p:cNvPr>
          <p:cNvSpPr>
            <a:spLocks xmlns:a="http://schemas.openxmlformats.org/drawingml/2006/main" noGrp="1"/>
          </p:cNvSpPr>
          <p:nvPr/>
        </p:nvSpPr>
        <p:spPr>
          <a:xfrm xmlns:a="http://schemas.openxmlformats.org/drawingml/2006/main">
            <a:off x="609600" y="39433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01  TRACE</a:t>
            </a:r>
          </a:p>
        </p:txBody>
      </p:sp>
      <p:sp>
        <p:nvSpPr>
          <p:cNvPr id="7" name="">
            <a:extLst xmlns:a="http://schemas.openxmlformats.org/drawingml/2006/main">
              <a:ext uri="{FF2B5EF4-FFF2-40B4-BE49-F238E27FC236}">
                <a16:creationId xmlns:a16="http://schemas.microsoft.com/office/drawing/2014/main" id="{FF120F3E-BBA7-469C-AFEE-0261B6ABF0AF}"/>
              </a:ext>
            </a:extLst>
          </p:cNvPr>
          <p:cNvSpPr>
            <a:spLocks xmlns:a="http://schemas.openxmlformats.org/drawingml/2006/main" noGrp="1"/>
          </p:cNvSpPr>
          <p:nvPr/>
        </p:nvSpPr>
        <p:spPr>
          <a:xfrm xmlns:a="http://schemas.openxmlformats.org/drawingml/2006/main" flipH="0" flipV="0">
            <a:off x="609600" y="4324350"/>
            <a:ext cx="234315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8" name="">
            <a:extLst xmlns:a="http://schemas.openxmlformats.org/drawingml/2006/main">
              <a:ext uri="{FF2B5EF4-FFF2-40B4-BE49-F238E27FC236}">
                <a16:creationId xmlns:a16="http://schemas.microsoft.com/office/drawing/2014/main" id="{FDA268C8-446C-45E8-92AF-867E321A2662}"/>
              </a:ext>
            </a:extLst>
          </p:cNvPr>
          <p:cNvSpPr>
            <a:spLocks xmlns:a="http://schemas.openxmlformats.org/drawingml/2006/main" noGrp="1"/>
          </p:cNvSpPr>
          <p:nvPr/>
        </p:nvSpPr>
        <p:spPr>
          <a:xfrm xmlns:a="http://schemas.openxmlformats.org/drawingml/2006/main">
            <a:off x="3352800" y="39433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02  COMPARE</a:t>
            </a:r>
          </a:p>
        </p:txBody>
      </p:sp>
      <p:sp>
        <p:nvSpPr>
          <p:cNvPr id="9" name="">
            <a:extLst xmlns:a="http://schemas.openxmlformats.org/drawingml/2006/main">
              <a:ext uri="{FF2B5EF4-FFF2-40B4-BE49-F238E27FC236}">
                <a16:creationId xmlns:a16="http://schemas.microsoft.com/office/drawing/2014/main" id="{F287D311-971C-4AED-81D0-63A78105CC9C}"/>
              </a:ext>
            </a:extLst>
          </p:cNvPr>
          <p:cNvSpPr>
            <a:spLocks xmlns:a="http://schemas.openxmlformats.org/drawingml/2006/main" noGrp="1"/>
          </p:cNvSpPr>
          <p:nvPr/>
        </p:nvSpPr>
        <p:spPr>
          <a:xfrm xmlns:a="http://schemas.openxmlformats.org/drawingml/2006/main" flipH="0" flipV="0">
            <a:off x="3352800" y="4324350"/>
            <a:ext cx="23431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0ECD1E0B-A653-4769-8208-E61D7B2E4F3B}"/>
              </a:ext>
            </a:extLst>
          </p:cNvPr>
          <p:cNvSpPr>
            <a:spLocks xmlns:a="http://schemas.openxmlformats.org/drawingml/2006/main" noGrp="1"/>
          </p:cNvSpPr>
          <p:nvPr/>
        </p:nvSpPr>
        <p:spPr>
          <a:xfrm xmlns:a="http://schemas.openxmlformats.org/drawingml/2006/main">
            <a:off x="6096000" y="39433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03  EVALUATE</a:t>
            </a:r>
          </a:p>
        </p:txBody>
      </p:sp>
      <p:sp>
        <p:nvSpPr>
          <p:cNvPr id="11" name="">
            <a:extLst xmlns:a="http://schemas.openxmlformats.org/drawingml/2006/main">
              <a:ext uri="{FF2B5EF4-FFF2-40B4-BE49-F238E27FC236}">
                <a16:creationId xmlns:a16="http://schemas.microsoft.com/office/drawing/2014/main" id="{7E4E4702-0E08-4C5A-B92C-B50E2839A075}"/>
              </a:ext>
            </a:extLst>
          </p:cNvPr>
          <p:cNvSpPr>
            <a:spLocks xmlns:a="http://schemas.openxmlformats.org/drawingml/2006/main" noGrp="1"/>
          </p:cNvSpPr>
          <p:nvPr/>
        </p:nvSpPr>
        <p:spPr>
          <a:xfrm xmlns:a="http://schemas.openxmlformats.org/drawingml/2006/main" flipH="0" flipV="0">
            <a:off x="6096000" y="4324350"/>
            <a:ext cx="23431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8B5CC5D8-F5E2-48FB-A204-48C19EF8EC54}"/>
              </a:ext>
            </a:extLst>
          </p:cNvPr>
          <p:cNvSpPr>
            <a:spLocks xmlns:a="http://schemas.openxmlformats.org/drawingml/2006/main" noGrp="1"/>
          </p:cNvSpPr>
          <p:nvPr/>
        </p:nvSpPr>
        <p:spPr>
          <a:xfrm xmlns:a="http://schemas.openxmlformats.org/drawingml/2006/main">
            <a:off x="8839200" y="39433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04  IMPROVE</a:t>
            </a:r>
          </a:p>
        </p:txBody>
      </p:sp>
      <p:sp>
        <p:nvSpPr>
          <p:cNvPr id="13" name="">
            <a:extLst xmlns:a="http://schemas.openxmlformats.org/drawingml/2006/main">
              <a:ext uri="{FF2B5EF4-FFF2-40B4-BE49-F238E27FC236}">
                <a16:creationId xmlns:a16="http://schemas.microsoft.com/office/drawing/2014/main" id="{A9B15F8C-8829-4E8C-835D-1B41F7AC6598}"/>
              </a:ext>
            </a:extLst>
          </p:cNvPr>
          <p:cNvSpPr>
            <a:spLocks xmlns:a="http://schemas.openxmlformats.org/drawingml/2006/main" noGrp="1"/>
          </p:cNvSpPr>
          <p:nvPr/>
        </p:nvSpPr>
        <p:spPr>
          <a:xfrm xmlns:a="http://schemas.openxmlformats.org/drawingml/2006/main" flipH="0" flipV="0">
            <a:off x="8839200" y="4324350"/>
            <a:ext cx="23431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4" name="">
            <a:extLst xmlns:a="http://schemas.openxmlformats.org/drawingml/2006/main">
              <a:ext uri="{FF2B5EF4-FFF2-40B4-BE49-F238E27FC236}">
                <a16:creationId xmlns:a16="http://schemas.microsoft.com/office/drawing/2014/main" id="{B64EFE86-F0AB-47CC-996C-52B7D4330BCE}"/>
              </a:ext>
            </a:extLst>
          </p:cNvPr>
          <p:cNvSpPr>
            <a:spLocks xmlns:a="http://schemas.openxmlformats.org/drawingml/2006/main" noGrp="1"/>
          </p:cNvSpPr>
          <p:nvPr/>
        </p:nvSpPr>
        <p:spPr>
          <a:xfrm xmlns:a="http://schemas.openxmlformats.org/drawingml/2006/main">
            <a:off x="609600" y="52197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실행 추적 · 비교 평가 · 16주 프로젝트 운영</a:t>
            </a:r>
          </a:p>
        </p:txBody>
      </p:sp>
      <p:sp>
        <p:nvSpPr>
          <p:cNvPr id="15" name="">
            <a:extLst xmlns:a="http://schemas.openxmlformats.org/drawingml/2006/main">
              <a:ext uri="{FF2B5EF4-FFF2-40B4-BE49-F238E27FC236}">
                <a16:creationId xmlns:a16="http://schemas.microsoft.com/office/drawing/2014/main" id="{B6B2E542-D581-446B-923B-A711CDA9C661}"/>
              </a:ext>
            </a:extLst>
          </p:cNvPr>
          <p:cNvSpPr>
            <a:spLocks xmlns:a="http://schemas.openxmlformats.org/drawingml/2006/main" noGrp="1"/>
          </p:cNvSpPr>
          <p:nvPr/>
        </p:nvSpPr>
        <p:spPr>
          <a:xfrm xmlns:a="http://schemas.openxmlformats.org/drawingml/2006/main">
            <a:off x="4057650" y="5715000"/>
            <a:ext cx="7524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ARTIFICIAL INTELLIGENCE (AI) · PRODUCT MANAGER (PM)</a:t>
            </a:r>
          </a:p>
        </p:txBody>
      </p:sp>
      <p:sp>
        <p:nvSpPr>
          <p:cNvPr id="16" name="">
            <a:extLst xmlns:a="http://schemas.openxmlformats.org/drawingml/2006/main">
              <a:ext uri="{FF2B5EF4-FFF2-40B4-BE49-F238E27FC236}">
                <a16:creationId xmlns:a16="http://schemas.microsoft.com/office/drawing/2014/main" id="{0EBE7B2B-4ED2-4261-9C3C-789338D362D7}"/>
              </a:ext>
            </a:extLst>
          </p:cNvPr>
          <p:cNvSpPr>
            <a:spLocks xmlns:a="http://schemas.openxmlformats.org/drawingml/2006/main" noGrp="1"/>
          </p:cNvSpPr>
          <p:nvPr/>
        </p:nvSpPr>
        <p:spPr>
          <a:xfrm xmlns:a="http://schemas.openxmlformats.org/drawingml/2006/main">
            <a:off x="4057650" y="6019800"/>
            <a:ext cx="752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차성재 · 무신사 Core AI PM × 아주대 AI대학원 겸임교수</a:t>
            </a:r>
          </a:p>
        </p:txBody>
      </p:sp>
    </p:spTree>
    <p:extLst>
      <p:ext uri="{BB962C8B-B14F-4D97-AF65-F5344CB8AC3E}">
        <p14:creationId xmlns:p14="http://schemas.microsoft.com/office/powerpoint/2010/main" val="45712177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18409F69-87E0-4900-AD97-82DEB54CF75A}"/>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43A6F715-21F5-47E0-A6DF-3C47BB0D609F}"/>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FF8BDEA3-60CE-443A-B153-E221ED5AA42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32308D5C-52DB-4704-891E-C8FEEB4D336E}"/>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6F4F9F60-0D8B-414D-91CC-401CA702227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155041D2-B215-4109-973B-FA14EDF35E3C}"/>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1주차의 위치</a:t>
            </a:r>
          </a:p>
        </p:txBody>
      </p:sp>
      <p:sp>
        <p:nvSpPr>
          <p:cNvPr id="7" name="">
            <a:extLst xmlns:a="http://schemas.openxmlformats.org/drawingml/2006/main">
              <a:ext uri="{FF2B5EF4-FFF2-40B4-BE49-F238E27FC236}">
                <a16:creationId xmlns:a16="http://schemas.microsoft.com/office/drawing/2014/main" id="{BEE74E4B-4C67-4B38-AFDD-B791DFEE271A}"/>
              </a:ext>
            </a:extLst>
          </p:cNvPr>
          <p:cNvSpPr>
            <a:spLocks xmlns:a="http://schemas.openxmlformats.org/drawingml/2006/main" noGrp="1"/>
          </p:cNvSpPr>
          <p:nvPr/>
        </p:nvSpPr>
        <p:spPr>
          <a:xfrm xmlns:a="http://schemas.openxmlformats.org/drawingml/2006/main" rot="0">
            <a:off x="609600" y="1619250"/>
            <a:ext cx="3352800" cy="38862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E1BBEAEC-4964-48DD-A25A-6D5400F05951}"/>
              </a:ext>
            </a:extLst>
          </p:cNvPr>
          <p:cNvSpPr>
            <a:spLocks xmlns:a="http://schemas.openxmlformats.org/drawingml/2006/main" noGrp="1"/>
          </p:cNvSpPr>
          <p:nvPr/>
        </p:nvSpPr>
        <p:spPr>
          <a:xfrm xmlns:a="http://schemas.openxmlformats.org/drawingml/2006/main">
            <a:off x="838200" y="1866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CURRENT / WEEK 01 · 실시간 온라인</a:t>
            </a:r>
          </a:p>
        </p:txBody>
      </p:sp>
      <p:sp>
        <p:nvSpPr>
          <p:cNvPr id="9" name="">
            <a:extLst xmlns:a="http://schemas.openxmlformats.org/drawingml/2006/main">
              <a:ext uri="{FF2B5EF4-FFF2-40B4-BE49-F238E27FC236}">
                <a16:creationId xmlns:a16="http://schemas.microsoft.com/office/drawing/2014/main" id="{FF9182F2-936B-4F74-8E33-694942B16793}"/>
              </a:ext>
            </a:extLst>
          </p:cNvPr>
          <p:cNvSpPr>
            <a:spLocks xmlns:a="http://schemas.openxmlformats.org/drawingml/2006/main" noGrp="1"/>
          </p:cNvSpPr>
          <p:nvPr/>
        </p:nvSpPr>
        <p:spPr>
          <a:xfrm xmlns:a="http://schemas.openxmlformats.org/drawingml/2006/main">
            <a:off x="838200" y="22669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150" b="1">
                <a:solidFill>
                  <a:srgbClr val="FFFFFF"/>
                </a:solidFill>
                <a:latin typeface="Menlo"/>
                <a:ea typeface="Menlo"/>
                <a:cs typeface="Menlo"/>
              </a:defRPr>
            </a:pPr>
            <a:r>
              <a:rPr sz="3150" b="1">
                <a:solidFill>
                  <a:srgbClr val="FFFFFF"/>
                </a:solidFill>
                <a:latin typeface="Menlo"/>
                <a:ea typeface="Menlo"/>
                <a:cs typeface="Menlo"/>
              </a:rPr>
              <a:t>09.04</a:t>
            </a:r>
          </a:p>
        </p:txBody>
      </p:sp>
      <p:sp>
        <p:nvSpPr>
          <p:cNvPr id="10" name="">
            <a:extLst xmlns:a="http://schemas.openxmlformats.org/drawingml/2006/main">
              <a:ext uri="{FF2B5EF4-FFF2-40B4-BE49-F238E27FC236}">
                <a16:creationId xmlns:a16="http://schemas.microsoft.com/office/drawing/2014/main" id="{E3AA3470-827F-425C-9FD7-74C89AD4C605}"/>
              </a:ext>
            </a:extLst>
          </p:cNvPr>
          <p:cNvSpPr>
            <a:spLocks xmlns:a="http://schemas.openxmlformats.org/drawingml/2006/main" noGrp="1"/>
          </p:cNvSpPr>
          <p:nvPr/>
        </p:nvSpPr>
        <p:spPr>
          <a:xfrm xmlns:a="http://schemas.openxmlformats.org/drawingml/2006/main">
            <a:off x="838200" y="2971800"/>
            <a:ext cx="266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오리엔테이션과</a:t>
            </a:r>
          </a:p>
          <a:p xmlns:a="http://schemas.openxmlformats.org/drawingml/2006/main">
            <a:pPr algn="l">
              <a:lnSpc>
                <a:spcPct val="11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서비스 개선 사이클</a:t>
            </a:r>
          </a:p>
        </p:txBody>
      </p:sp>
      <p:sp>
        <p:nvSpPr>
          <p:cNvPr id="11" name="">
            <a:extLst xmlns:a="http://schemas.openxmlformats.org/drawingml/2006/main">
              <a:ext uri="{FF2B5EF4-FFF2-40B4-BE49-F238E27FC236}">
                <a16:creationId xmlns:a16="http://schemas.microsoft.com/office/drawing/2014/main" id="{846184CD-64A3-44FA-9EA5-CF938681A6A6}"/>
              </a:ext>
            </a:extLst>
          </p:cNvPr>
          <p:cNvSpPr>
            <a:spLocks xmlns:a="http://schemas.openxmlformats.org/drawingml/2006/main" noGrp="1"/>
          </p:cNvSpPr>
          <p:nvPr/>
        </p:nvSpPr>
        <p:spPr>
          <a:xfrm xmlns:a="http://schemas.openxmlformats.org/drawingml/2006/main" flipH="0" flipV="0">
            <a:off x="838200" y="3905250"/>
            <a:ext cx="2667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DF33359C-0DCC-4977-9BC7-F806B93E60CE}"/>
              </a:ext>
            </a:extLst>
          </p:cNvPr>
          <p:cNvSpPr>
            <a:spLocks xmlns:a="http://schemas.openxmlformats.org/drawingml/2006/main" noGrp="1"/>
          </p:cNvSpPr>
          <p:nvPr/>
        </p:nvSpPr>
        <p:spPr>
          <a:xfrm xmlns:a="http://schemas.openxmlformats.org/drawingml/2006/main">
            <a:off x="838200" y="4171950"/>
            <a:ext cx="266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2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한 번의 모델 호출을 어떻게 재현·비교·개선 가능한 서비스 실행으로 바꾸는가</a:t>
            </a:r>
          </a:p>
        </p:txBody>
      </p:sp>
      <p:sp>
        <p:nvSpPr>
          <p:cNvPr id="13" name="">
            <a:extLst xmlns:a="http://schemas.openxmlformats.org/drawingml/2006/main">
              <a:ext uri="{FF2B5EF4-FFF2-40B4-BE49-F238E27FC236}">
                <a16:creationId xmlns:a16="http://schemas.microsoft.com/office/drawing/2014/main" id="{E6A2FE44-D6D4-42F1-A816-0F6BB9DE877B}"/>
              </a:ext>
            </a:extLst>
          </p:cNvPr>
          <p:cNvSpPr>
            <a:spLocks xmlns:a="http://schemas.openxmlformats.org/drawingml/2006/main" noGrp="1"/>
          </p:cNvSpPr>
          <p:nvPr/>
        </p:nvSpPr>
        <p:spPr>
          <a:xfrm xmlns:a="http://schemas.openxmlformats.org/drawingml/2006/main">
            <a:off x="4419600" y="16383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16-WEEK PORTFOLIO RAIL</a:t>
            </a:r>
          </a:p>
        </p:txBody>
      </p:sp>
      <p:sp>
        <p:nvSpPr>
          <p:cNvPr id="14" name="">
            <a:extLst xmlns:a="http://schemas.openxmlformats.org/drawingml/2006/main">
              <a:ext uri="{FF2B5EF4-FFF2-40B4-BE49-F238E27FC236}">
                <a16:creationId xmlns:a16="http://schemas.microsoft.com/office/drawing/2014/main" id="{D45D8E1D-D93F-4E19-9E79-2860DF6DC9F2}"/>
              </a:ext>
            </a:extLst>
          </p:cNvPr>
          <p:cNvSpPr>
            <a:spLocks xmlns:a="http://schemas.openxmlformats.org/drawingml/2006/main" noGrp="1"/>
          </p:cNvSpPr>
          <p:nvPr/>
        </p:nvSpPr>
        <p:spPr>
          <a:xfrm xmlns:a="http://schemas.openxmlformats.org/drawingml/2006/main" rot="0">
            <a:off x="4419600" y="2000250"/>
            <a:ext cx="1130300" cy="7048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5" name="">
            <a:extLst xmlns:a="http://schemas.openxmlformats.org/drawingml/2006/main">
              <a:ext uri="{FF2B5EF4-FFF2-40B4-BE49-F238E27FC236}">
                <a16:creationId xmlns:a16="http://schemas.microsoft.com/office/drawing/2014/main" id="{11115162-6E2C-4309-937F-B55BB9728A09}"/>
              </a:ext>
            </a:extLst>
          </p:cNvPr>
          <p:cNvSpPr>
            <a:spLocks xmlns:a="http://schemas.openxmlformats.org/drawingml/2006/main" noGrp="1"/>
          </p:cNvSpPr>
          <p:nvPr/>
        </p:nvSpPr>
        <p:spPr>
          <a:xfrm xmlns:a="http://schemas.openxmlformats.org/drawingml/2006/main">
            <a:off x="44958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FFFFFF"/>
                </a:solidFill>
                <a:latin typeface="Menlo"/>
                <a:ea typeface="Menlo"/>
                <a:cs typeface="Menlo"/>
              </a:defRPr>
            </a:pPr>
            <a:r>
              <a:rPr sz="1050" b="1">
                <a:solidFill>
                  <a:srgbClr val="FFFFFF"/>
                </a:solidFill>
                <a:latin typeface="Menlo"/>
                <a:ea typeface="Menlo"/>
                <a:cs typeface="Menlo"/>
              </a:rPr>
              <a:t>W01–03</a:t>
            </a:r>
          </a:p>
        </p:txBody>
      </p:sp>
      <p:sp>
        <p:nvSpPr>
          <p:cNvPr id="16" name="">
            <a:extLst xmlns:a="http://schemas.openxmlformats.org/drawingml/2006/main">
              <a:ext uri="{FF2B5EF4-FFF2-40B4-BE49-F238E27FC236}">
                <a16:creationId xmlns:a16="http://schemas.microsoft.com/office/drawing/2014/main" id="{78C59EFF-48B1-4F24-A138-15D55A05F241}"/>
              </a:ext>
            </a:extLst>
          </p:cNvPr>
          <p:cNvSpPr>
            <a:spLocks xmlns:a="http://schemas.openxmlformats.org/drawingml/2006/main" noGrp="1"/>
          </p:cNvSpPr>
          <p:nvPr/>
        </p:nvSpPr>
        <p:spPr>
          <a:xfrm xmlns:a="http://schemas.openxmlformats.org/drawingml/2006/main">
            <a:off x="44958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FFFFFF"/>
                </a:solidFill>
                <a:latin typeface="AppleGothic"/>
                <a:ea typeface="AppleGothic"/>
                <a:cs typeface="AppleGothic"/>
              </a:defRPr>
            </a:pPr>
            <a:r>
              <a:rPr sz="1125" b="1">
                <a:solidFill>
                  <a:srgbClr val="FFFFFF"/>
                </a:solidFill>
                <a:latin typeface="AppleGothic"/>
                <a:ea typeface="AppleGothic"/>
                <a:cs typeface="AppleGothic"/>
              </a:rPr>
              <a:t>문제·기준</a:t>
            </a:r>
          </a:p>
        </p:txBody>
      </p:sp>
      <p:sp>
        <p:nvSpPr>
          <p:cNvPr id="17" name="">
            <a:extLst xmlns:a="http://schemas.openxmlformats.org/drawingml/2006/main">
              <a:ext uri="{FF2B5EF4-FFF2-40B4-BE49-F238E27FC236}">
                <a16:creationId xmlns:a16="http://schemas.microsoft.com/office/drawing/2014/main" id="{4E6864FD-9EE7-44D7-8656-68F3E5603FD9}"/>
              </a:ext>
            </a:extLst>
          </p:cNvPr>
          <p:cNvSpPr>
            <a:spLocks xmlns:a="http://schemas.openxmlformats.org/drawingml/2006/main" noGrp="1"/>
          </p:cNvSpPr>
          <p:nvPr/>
        </p:nvSpPr>
        <p:spPr>
          <a:xfrm xmlns:a="http://schemas.openxmlformats.org/drawingml/2006/main" rot="0">
            <a:off x="5626100" y="2000250"/>
            <a:ext cx="1130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83F76511-8939-4970-A14E-23D3BB55A326}"/>
              </a:ext>
            </a:extLst>
          </p:cNvPr>
          <p:cNvSpPr>
            <a:spLocks xmlns:a="http://schemas.openxmlformats.org/drawingml/2006/main" noGrp="1"/>
          </p:cNvSpPr>
          <p:nvPr/>
        </p:nvSpPr>
        <p:spPr>
          <a:xfrm xmlns:a="http://schemas.openxmlformats.org/drawingml/2006/main">
            <a:off x="57023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W04–05</a:t>
            </a:r>
          </a:p>
        </p:txBody>
      </p:sp>
      <p:sp>
        <p:nvSpPr>
          <p:cNvPr id="19" name="">
            <a:extLst xmlns:a="http://schemas.openxmlformats.org/drawingml/2006/main">
              <a:ext uri="{FF2B5EF4-FFF2-40B4-BE49-F238E27FC236}">
                <a16:creationId xmlns:a16="http://schemas.microsoft.com/office/drawing/2014/main" id="{44B5D358-E4B8-42D2-80B5-30C08E5B5DC4}"/>
              </a:ext>
            </a:extLst>
          </p:cNvPr>
          <p:cNvSpPr>
            <a:spLocks xmlns:a="http://schemas.openxmlformats.org/drawingml/2006/main" noGrp="1"/>
          </p:cNvSpPr>
          <p:nvPr/>
        </p:nvSpPr>
        <p:spPr>
          <a:xfrm xmlns:a="http://schemas.openxmlformats.org/drawingml/2006/main">
            <a:off x="57023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데이터·근거</a:t>
            </a:r>
          </a:p>
        </p:txBody>
      </p:sp>
      <p:sp>
        <p:nvSpPr>
          <p:cNvPr id="20" name="">
            <a:extLst xmlns:a="http://schemas.openxmlformats.org/drawingml/2006/main">
              <a:ext uri="{FF2B5EF4-FFF2-40B4-BE49-F238E27FC236}">
                <a16:creationId xmlns:a16="http://schemas.microsoft.com/office/drawing/2014/main" id="{75829F0C-0EAF-4EE3-9600-D1CC52AC6E3F}"/>
              </a:ext>
            </a:extLst>
          </p:cNvPr>
          <p:cNvSpPr>
            <a:spLocks xmlns:a="http://schemas.openxmlformats.org/drawingml/2006/main" noGrp="1"/>
          </p:cNvSpPr>
          <p:nvPr/>
        </p:nvSpPr>
        <p:spPr>
          <a:xfrm xmlns:a="http://schemas.openxmlformats.org/drawingml/2006/main" rot="0">
            <a:off x="6832600" y="2000250"/>
            <a:ext cx="1130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1" name="">
            <a:extLst xmlns:a="http://schemas.openxmlformats.org/drawingml/2006/main">
              <a:ext uri="{FF2B5EF4-FFF2-40B4-BE49-F238E27FC236}">
                <a16:creationId xmlns:a16="http://schemas.microsoft.com/office/drawing/2014/main" id="{7CC846E0-0613-4BC1-AAD3-CB4F4AF111BE}"/>
              </a:ext>
            </a:extLst>
          </p:cNvPr>
          <p:cNvSpPr>
            <a:spLocks xmlns:a="http://schemas.openxmlformats.org/drawingml/2006/main" noGrp="1"/>
          </p:cNvSpPr>
          <p:nvPr/>
        </p:nvSpPr>
        <p:spPr>
          <a:xfrm xmlns:a="http://schemas.openxmlformats.org/drawingml/2006/main">
            <a:off x="69088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W06–08</a:t>
            </a:r>
          </a:p>
        </p:txBody>
      </p:sp>
      <p:sp>
        <p:nvSpPr>
          <p:cNvPr id="22" name="">
            <a:extLst xmlns:a="http://schemas.openxmlformats.org/drawingml/2006/main">
              <a:ext uri="{FF2B5EF4-FFF2-40B4-BE49-F238E27FC236}">
                <a16:creationId xmlns:a16="http://schemas.microsoft.com/office/drawing/2014/main" id="{0E9F5581-DEC8-4EF0-8D64-B9DF294F1C1D}"/>
              </a:ext>
            </a:extLst>
          </p:cNvPr>
          <p:cNvSpPr>
            <a:spLocks xmlns:a="http://schemas.openxmlformats.org/drawingml/2006/main" noGrp="1"/>
          </p:cNvSpPr>
          <p:nvPr/>
        </p:nvSpPr>
        <p:spPr>
          <a:xfrm xmlns:a="http://schemas.openxmlformats.org/drawingml/2006/main">
            <a:off x="69088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기술·기획</a:t>
            </a:r>
          </a:p>
        </p:txBody>
      </p:sp>
      <p:sp>
        <p:nvSpPr>
          <p:cNvPr id="23" name="">
            <a:extLst xmlns:a="http://schemas.openxmlformats.org/drawingml/2006/main">
              <a:ext uri="{FF2B5EF4-FFF2-40B4-BE49-F238E27FC236}">
                <a16:creationId xmlns:a16="http://schemas.microsoft.com/office/drawing/2014/main" id="{20C2430D-1772-42B4-BC6E-74E8D36D3D57}"/>
              </a:ext>
            </a:extLst>
          </p:cNvPr>
          <p:cNvSpPr>
            <a:spLocks xmlns:a="http://schemas.openxmlformats.org/drawingml/2006/main" noGrp="1"/>
          </p:cNvSpPr>
          <p:nvPr/>
        </p:nvSpPr>
        <p:spPr>
          <a:xfrm xmlns:a="http://schemas.openxmlformats.org/drawingml/2006/main" rot="0">
            <a:off x="8039100" y="2000250"/>
            <a:ext cx="1130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ACC45212-FCE6-497C-A442-3CF9B80EAEFA}"/>
              </a:ext>
            </a:extLst>
          </p:cNvPr>
          <p:cNvSpPr>
            <a:spLocks xmlns:a="http://schemas.openxmlformats.org/drawingml/2006/main" noGrp="1"/>
          </p:cNvSpPr>
          <p:nvPr/>
        </p:nvSpPr>
        <p:spPr>
          <a:xfrm xmlns:a="http://schemas.openxmlformats.org/drawingml/2006/main">
            <a:off x="81153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W09–10</a:t>
            </a:r>
          </a:p>
        </p:txBody>
      </p:sp>
      <p:sp>
        <p:nvSpPr>
          <p:cNvPr id="25" name="">
            <a:extLst xmlns:a="http://schemas.openxmlformats.org/drawingml/2006/main">
              <a:ext uri="{FF2B5EF4-FFF2-40B4-BE49-F238E27FC236}">
                <a16:creationId xmlns:a16="http://schemas.microsoft.com/office/drawing/2014/main" id="{22A5D5BC-53BE-4608-93DF-495317DEABA8}"/>
              </a:ext>
            </a:extLst>
          </p:cNvPr>
          <p:cNvSpPr>
            <a:spLocks xmlns:a="http://schemas.openxmlformats.org/drawingml/2006/main" noGrp="1"/>
          </p:cNvSpPr>
          <p:nvPr/>
        </p:nvSpPr>
        <p:spPr>
          <a:xfrm xmlns:a="http://schemas.openxmlformats.org/drawingml/2006/main">
            <a:off x="81153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서비스·관찰</a:t>
            </a:r>
          </a:p>
        </p:txBody>
      </p:sp>
      <p:sp>
        <p:nvSpPr>
          <p:cNvPr id="26" name="">
            <a:extLst xmlns:a="http://schemas.openxmlformats.org/drawingml/2006/main">
              <a:ext uri="{FF2B5EF4-FFF2-40B4-BE49-F238E27FC236}">
                <a16:creationId xmlns:a16="http://schemas.microsoft.com/office/drawing/2014/main" id="{8897D1D9-3F57-4BC5-B1DB-A519170DB472}"/>
              </a:ext>
            </a:extLst>
          </p:cNvPr>
          <p:cNvSpPr>
            <a:spLocks xmlns:a="http://schemas.openxmlformats.org/drawingml/2006/main" noGrp="1"/>
          </p:cNvSpPr>
          <p:nvPr/>
        </p:nvSpPr>
        <p:spPr>
          <a:xfrm xmlns:a="http://schemas.openxmlformats.org/drawingml/2006/main" rot="0">
            <a:off x="9245600" y="2000250"/>
            <a:ext cx="1130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7" name="">
            <a:extLst xmlns:a="http://schemas.openxmlformats.org/drawingml/2006/main">
              <a:ext uri="{FF2B5EF4-FFF2-40B4-BE49-F238E27FC236}">
                <a16:creationId xmlns:a16="http://schemas.microsoft.com/office/drawing/2014/main" id="{2ADCEC57-6584-4064-AD8B-A5DDAB635747}"/>
              </a:ext>
            </a:extLst>
          </p:cNvPr>
          <p:cNvSpPr>
            <a:spLocks xmlns:a="http://schemas.openxmlformats.org/drawingml/2006/main" noGrp="1"/>
          </p:cNvSpPr>
          <p:nvPr/>
        </p:nvSpPr>
        <p:spPr>
          <a:xfrm xmlns:a="http://schemas.openxmlformats.org/drawingml/2006/main">
            <a:off x="93218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W11–14</a:t>
            </a:r>
          </a:p>
        </p:txBody>
      </p:sp>
      <p:sp>
        <p:nvSpPr>
          <p:cNvPr id="28" name="">
            <a:extLst xmlns:a="http://schemas.openxmlformats.org/drawingml/2006/main">
              <a:ext uri="{FF2B5EF4-FFF2-40B4-BE49-F238E27FC236}">
                <a16:creationId xmlns:a16="http://schemas.microsoft.com/office/drawing/2014/main" id="{FFADF757-69E5-4D7D-B321-220B7534F9F4}"/>
              </a:ext>
            </a:extLst>
          </p:cNvPr>
          <p:cNvSpPr>
            <a:spLocks xmlns:a="http://schemas.openxmlformats.org/drawingml/2006/main" noGrp="1"/>
          </p:cNvSpPr>
          <p:nvPr/>
        </p:nvSpPr>
        <p:spPr>
          <a:xfrm xmlns:a="http://schemas.openxmlformats.org/drawingml/2006/main">
            <a:off x="93218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평가·운영</a:t>
            </a:r>
          </a:p>
        </p:txBody>
      </p:sp>
      <p:sp>
        <p:nvSpPr>
          <p:cNvPr id="29" name="">
            <a:extLst xmlns:a="http://schemas.openxmlformats.org/drawingml/2006/main">
              <a:ext uri="{FF2B5EF4-FFF2-40B4-BE49-F238E27FC236}">
                <a16:creationId xmlns:a16="http://schemas.microsoft.com/office/drawing/2014/main" id="{EE5668E2-505A-47E1-91E9-B83E494A7BE5}"/>
              </a:ext>
            </a:extLst>
          </p:cNvPr>
          <p:cNvSpPr>
            <a:spLocks xmlns:a="http://schemas.openxmlformats.org/drawingml/2006/main" noGrp="1"/>
          </p:cNvSpPr>
          <p:nvPr/>
        </p:nvSpPr>
        <p:spPr>
          <a:xfrm xmlns:a="http://schemas.openxmlformats.org/drawingml/2006/main" rot="0">
            <a:off x="10452100" y="2000250"/>
            <a:ext cx="1130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5DB806DE-5822-4386-96D5-3685856AB820}"/>
              </a:ext>
            </a:extLst>
          </p:cNvPr>
          <p:cNvSpPr>
            <a:spLocks xmlns:a="http://schemas.openxmlformats.org/drawingml/2006/main" noGrp="1"/>
          </p:cNvSpPr>
          <p:nvPr/>
        </p:nvSpPr>
        <p:spPr>
          <a:xfrm xmlns:a="http://schemas.openxmlformats.org/drawingml/2006/main">
            <a:off x="10528300" y="2095500"/>
            <a:ext cx="97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W15–16</a:t>
            </a:r>
          </a:p>
        </p:txBody>
      </p:sp>
      <p:sp>
        <p:nvSpPr>
          <p:cNvPr id="31" name="">
            <a:extLst xmlns:a="http://schemas.openxmlformats.org/drawingml/2006/main">
              <a:ext uri="{FF2B5EF4-FFF2-40B4-BE49-F238E27FC236}">
                <a16:creationId xmlns:a16="http://schemas.microsoft.com/office/drawing/2014/main" id="{31217D74-493B-4BBE-B3B1-58C527DDEE1A}"/>
              </a:ext>
            </a:extLst>
          </p:cNvPr>
          <p:cNvSpPr>
            <a:spLocks xmlns:a="http://schemas.openxmlformats.org/drawingml/2006/main" noGrp="1"/>
          </p:cNvSpPr>
          <p:nvPr/>
        </p:nvSpPr>
        <p:spPr>
          <a:xfrm xmlns:a="http://schemas.openxmlformats.org/drawingml/2006/main">
            <a:off x="10528300" y="2362200"/>
            <a:ext cx="97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통합·발표</a:t>
            </a:r>
          </a:p>
        </p:txBody>
      </p:sp>
      <p:sp>
        <p:nvSpPr>
          <p:cNvPr id="32" name="">
            <a:extLst xmlns:a="http://schemas.openxmlformats.org/drawingml/2006/main">
              <a:ext uri="{FF2B5EF4-FFF2-40B4-BE49-F238E27FC236}">
                <a16:creationId xmlns:a16="http://schemas.microsoft.com/office/drawing/2014/main" id="{C05CD7D7-FCAB-4A9A-AEC4-0415F803AF89}"/>
              </a:ext>
            </a:extLst>
          </p:cNvPr>
          <p:cNvSpPr>
            <a:spLocks xmlns:a="http://schemas.openxmlformats.org/drawingml/2006/main" noGrp="1"/>
          </p:cNvSpPr>
          <p:nvPr/>
        </p:nvSpPr>
        <p:spPr>
          <a:xfrm xmlns:a="http://schemas.openxmlformats.org/drawingml/2006/main">
            <a:off x="4419600" y="31051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WEEK 01 / COMPLETION EVIDENCE</a:t>
            </a:r>
          </a:p>
        </p:txBody>
      </p:sp>
      <p:sp>
        <p:nvSpPr>
          <p:cNvPr id="33" name="">
            <a:extLst xmlns:a="http://schemas.openxmlformats.org/drawingml/2006/main">
              <a:ext uri="{FF2B5EF4-FFF2-40B4-BE49-F238E27FC236}">
                <a16:creationId xmlns:a16="http://schemas.microsoft.com/office/drawing/2014/main" id="{3C3D045C-AD0A-4221-A67E-5A80739667E5}"/>
              </a:ext>
            </a:extLst>
          </p:cNvPr>
          <p:cNvSpPr>
            <a:spLocks xmlns:a="http://schemas.openxmlformats.org/drawingml/2006/main" noGrp="1"/>
          </p:cNvSpPr>
          <p:nvPr/>
        </p:nvSpPr>
        <p:spPr>
          <a:xfrm xmlns:a="http://schemas.openxmlformats.org/drawingml/2006/main">
            <a:off x="4419600" y="3505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01</a:t>
            </a:r>
          </a:p>
        </p:txBody>
      </p:sp>
      <p:sp>
        <p:nvSpPr>
          <p:cNvPr id="34" name="">
            <a:extLst xmlns:a="http://schemas.openxmlformats.org/drawingml/2006/main">
              <a:ext uri="{FF2B5EF4-FFF2-40B4-BE49-F238E27FC236}">
                <a16:creationId xmlns:a16="http://schemas.microsoft.com/office/drawing/2014/main" id="{E1822B6B-4B69-4695-B146-1208748E2111}"/>
              </a:ext>
            </a:extLst>
          </p:cNvPr>
          <p:cNvSpPr>
            <a:spLocks xmlns:a="http://schemas.openxmlformats.org/drawingml/2006/main" noGrp="1"/>
          </p:cNvSpPr>
          <p:nvPr/>
        </p:nvSpPr>
        <p:spPr>
          <a:xfrm xmlns:a="http://schemas.openxmlformats.org/drawingml/2006/main">
            <a:off x="5010150" y="3486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프로젝트 문제 후보 1개</a:t>
            </a:r>
          </a:p>
        </p:txBody>
      </p:sp>
      <p:sp>
        <p:nvSpPr>
          <p:cNvPr id="35" name="">
            <a:extLst xmlns:a="http://schemas.openxmlformats.org/drawingml/2006/main">
              <a:ext uri="{FF2B5EF4-FFF2-40B4-BE49-F238E27FC236}">
                <a16:creationId xmlns:a16="http://schemas.microsoft.com/office/drawing/2014/main" id="{7AF22809-211C-4348-9BE0-A63302A9B34A}"/>
              </a:ext>
            </a:extLst>
          </p:cNvPr>
          <p:cNvSpPr>
            <a:spLocks xmlns:a="http://schemas.openxmlformats.org/drawingml/2006/main" noGrp="1"/>
          </p:cNvSpPr>
          <p:nvPr/>
        </p:nvSpPr>
        <p:spPr>
          <a:xfrm xmlns:a="http://schemas.openxmlformats.org/drawingml/2006/main" flipH="0" flipV="0">
            <a:off x="5010150" y="3829050"/>
            <a:ext cx="6191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76648613-9B35-4858-8FE5-A98DD247AE53}"/>
              </a:ext>
            </a:extLst>
          </p:cNvPr>
          <p:cNvSpPr>
            <a:spLocks xmlns:a="http://schemas.openxmlformats.org/drawingml/2006/main" noGrp="1"/>
          </p:cNvSpPr>
          <p:nvPr/>
        </p:nvSpPr>
        <p:spPr>
          <a:xfrm xmlns:a="http://schemas.openxmlformats.org/drawingml/2006/main">
            <a:off x="4419600" y="39814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02</a:t>
            </a:r>
          </a:p>
        </p:txBody>
      </p:sp>
      <p:sp>
        <p:nvSpPr>
          <p:cNvPr id="37" name="">
            <a:extLst xmlns:a="http://schemas.openxmlformats.org/drawingml/2006/main">
              <a:ext uri="{FF2B5EF4-FFF2-40B4-BE49-F238E27FC236}">
                <a16:creationId xmlns:a16="http://schemas.microsoft.com/office/drawing/2014/main" id="{61F4E9B1-6426-44D2-BF44-C91F0D0D2C97}"/>
              </a:ext>
            </a:extLst>
          </p:cNvPr>
          <p:cNvSpPr>
            <a:spLocks xmlns:a="http://schemas.openxmlformats.org/drawingml/2006/main" noGrp="1"/>
          </p:cNvSpPr>
          <p:nvPr/>
        </p:nvSpPr>
        <p:spPr>
          <a:xfrm xmlns:a="http://schemas.openxmlformats.org/drawingml/2006/main">
            <a:off x="5010150" y="3962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기준선·변형 실행 추적 2건</a:t>
            </a:r>
          </a:p>
        </p:txBody>
      </p:sp>
      <p:sp>
        <p:nvSpPr>
          <p:cNvPr id="38" name="">
            <a:extLst xmlns:a="http://schemas.openxmlformats.org/drawingml/2006/main">
              <a:ext uri="{FF2B5EF4-FFF2-40B4-BE49-F238E27FC236}">
                <a16:creationId xmlns:a16="http://schemas.microsoft.com/office/drawing/2014/main" id="{846EE3A1-6243-40B0-B0E0-75F0CBDAD9D9}"/>
              </a:ext>
            </a:extLst>
          </p:cNvPr>
          <p:cNvSpPr>
            <a:spLocks xmlns:a="http://schemas.openxmlformats.org/drawingml/2006/main" noGrp="1"/>
          </p:cNvSpPr>
          <p:nvPr/>
        </p:nvSpPr>
        <p:spPr>
          <a:xfrm xmlns:a="http://schemas.openxmlformats.org/drawingml/2006/main" flipH="0" flipV="0">
            <a:off x="5010150" y="4305300"/>
            <a:ext cx="6191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9" name="">
            <a:extLst xmlns:a="http://schemas.openxmlformats.org/drawingml/2006/main">
              <a:ext uri="{FF2B5EF4-FFF2-40B4-BE49-F238E27FC236}">
                <a16:creationId xmlns:a16="http://schemas.microsoft.com/office/drawing/2014/main" id="{C1AE5AFE-A3FD-4251-B805-09068E077D25}"/>
              </a:ext>
            </a:extLst>
          </p:cNvPr>
          <p:cNvSpPr>
            <a:spLocks xmlns:a="http://schemas.openxmlformats.org/drawingml/2006/main" noGrp="1"/>
          </p:cNvSpPr>
          <p:nvPr/>
        </p:nvSpPr>
        <p:spPr>
          <a:xfrm xmlns:a="http://schemas.openxmlformats.org/drawingml/2006/main">
            <a:off x="4419600" y="44577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03</a:t>
            </a:r>
          </a:p>
        </p:txBody>
      </p:sp>
      <p:sp>
        <p:nvSpPr>
          <p:cNvPr id="40" name="">
            <a:extLst xmlns:a="http://schemas.openxmlformats.org/drawingml/2006/main">
              <a:ext uri="{FF2B5EF4-FFF2-40B4-BE49-F238E27FC236}">
                <a16:creationId xmlns:a16="http://schemas.microsoft.com/office/drawing/2014/main" id="{CB38D52F-B006-4BB5-819F-D57C5AFF57EF}"/>
              </a:ext>
            </a:extLst>
          </p:cNvPr>
          <p:cNvSpPr>
            <a:spLocks xmlns:a="http://schemas.openxmlformats.org/drawingml/2006/main" noGrp="1"/>
          </p:cNvSpPr>
          <p:nvPr/>
        </p:nvSpPr>
        <p:spPr>
          <a:xfrm xmlns:a="http://schemas.openxmlformats.org/drawingml/2006/main">
            <a:off x="5010150" y="44386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단일 변수 비교와 다음 개선 가설</a:t>
            </a:r>
          </a:p>
        </p:txBody>
      </p:sp>
      <p:sp>
        <p:nvSpPr>
          <p:cNvPr id="41" name="">
            <a:extLst xmlns:a="http://schemas.openxmlformats.org/drawingml/2006/main">
              <a:ext uri="{FF2B5EF4-FFF2-40B4-BE49-F238E27FC236}">
                <a16:creationId xmlns:a16="http://schemas.microsoft.com/office/drawing/2014/main" id="{E3AF33ED-1230-4569-B13E-D79E1005BF5F}"/>
              </a:ext>
            </a:extLst>
          </p:cNvPr>
          <p:cNvSpPr>
            <a:spLocks xmlns:a="http://schemas.openxmlformats.org/drawingml/2006/main" noGrp="1"/>
          </p:cNvSpPr>
          <p:nvPr/>
        </p:nvSpPr>
        <p:spPr>
          <a:xfrm xmlns:a="http://schemas.openxmlformats.org/drawingml/2006/main" flipH="0" flipV="0">
            <a:off x="5010150" y="4781550"/>
            <a:ext cx="6191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2" name="">
            <a:extLst xmlns:a="http://schemas.openxmlformats.org/drawingml/2006/main">
              <a:ext uri="{FF2B5EF4-FFF2-40B4-BE49-F238E27FC236}">
                <a16:creationId xmlns:a16="http://schemas.microsoft.com/office/drawing/2014/main" id="{AC431ADF-1028-4460-B18F-059B2E85682A}"/>
              </a:ext>
            </a:extLst>
          </p:cNvPr>
          <p:cNvSpPr>
            <a:spLocks xmlns:a="http://schemas.openxmlformats.org/drawingml/2006/main" noGrp="1"/>
          </p:cNvSpPr>
          <p:nvPr/>
        </p:nvSpPr>
        <p:spPr>
          <a:xfrm xmlns:a="http://schemas.openxmlformats.org/drawingml/2006/main">
            <a:off x="4419600" y="49339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04</a:t>
            </a:r>
          </a:p>
        </p:txBody>
      </p:sp>
      <p:sp>
        <p:nvSpPr>
          <p:cNvPr id="43" name="">
            <a:extLst xmlns:a="http://schemas.openxmlformats.org/drawingml/2006/main">
              <a:ext uri="{FF2B5EF4-FFF2-40B4-BE49-F238E27FC236}">
                <a16:creationId xmlns:a16="http://schemas.microsoft.com/office/drawing/2014/main" id="{8B82289E-F4D4-4A21-A4DA-692232F708FA}"/>
              </a:ext>
            </a:extLst>
          </p:cNvPr>
          <p:cNvSpPr>
            <a:spLocks xmlns:a="http://schemas.openxmlformats.org/drawingml/2006/main" noGrp="1"/>
          </p:cNvSpPr>
          <p:nvPr/>
        </p:nvSpPr>
        <p:spPr>
          <a:xfrm xmlns:a="http://schemas.openxmlformats.org/drawingml/2006/main">
            <a:off x="5010150" y="49149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교수 설계 리뷰 질문 1–3개</a:t>
            </a:r>
          </a:p>
        </p:txBody>
      </p:sp>
      <p:sp>
        <p:nvSpPr>
          <p:cNvPr id="44" name="">
            <a:extLst xmlns:a="http://schemas.openxmlformats.org/drawingml/2006/main">
              <a:ext uri="{FF2B5EF4-FFF2-40B4-BE49-F238E27FC236}">
                <a16:creationId xmlns:a16="http://schemas.microsoft.com/office/drawing/2014/main" id="{9C4B4478-17B7-4D64-BC0D-1C5B6D7A0D0B}"/>
              </a:ext>
            </a:extLst>
          </p:cNvPr>
          <p:cNvSpPr>
            <a:spLocks xmlns:a="http://schemas.openxmlformats.org/drawingml/2006/main" noGrp="1"/>
          </p:cNvSpPr>
          <p:nvPr/>
        </p:nvSpPr>
        <p:spPr>
          <a:xfrm xmlns:a="http://schemas.openxmlformats.org/drawingml/2006/main" flipH="0" flipV="0">
            <a:off x="5010150" y="5257800"/>
            <a:ext cx="6191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5" name="">
            <a:extLst xmlns:a="http://schemas.openxmlformats.org/drawingml/2006/main">
              <a:ext uri="{FF2B5EF4-FFF2-40B4-BE49-F238E27FC236}">
                <a16:creationId xmlns:a16="http://schemas.microsoft.com/office/drawing/2014/main" id="{A11BF90F-FD95-426D-9440-07FF2DA0DBB5}"/>
              </a:ext>
            </a:extLst>
          </p:cNvPr>
          <p:cNvSpPr>
            <a:spLocks xmlns:a="http://schemas.openxmlformats.org/drawingml/2006/main" noGrp="1"/>
          </p:cNvSpPr>
          <p:nvPr/>
        </p:nvSpPr>
        <p:spPr>
          <a:xfrm xmlns:a="http://schemas.openxmlformats.org/drawingml/2006/main">
            <a:off x="4419600" y="5543550"/>
            <a:ext cx="678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매주 같은 위치의 로드맵에서 해당 주차만 파랑으로 갱신</a:t>
            </a:r>
          </a:p>
        </p:txBody>
      </p:sp>
    </p:spTree>
    <p:extLst>
      <p:ext uri="{BB962C8B-B14F-4D97-AF65-F5344CB8AC3E}">
        <p14:creationId xmlns:p14="http://schemas.microsoft.com/office/powerpoint/2010/main" val="1476722368"/>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50203C69-6C48-4691-A467-9BA84BAC5BDE}"/>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D1BBE3EA-5DF8-4F05-9CE5-D89BCD3B4F51}"/>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03</a:t>
            </a:r>
          </a:p>
        </p:txBody>
      </p:sp>
      <p:sp>
        <p:nvSpPr>
          <p:cNvPr id="3" name="">
            <a:extLst xmlns:a="http://schemas.openxmlformats.org/drawingml/2006/main">
              <a:ext uri="{FF2B5EF4-FFF2-40B4-BE49-F238E27FC236}">
                <a16:creationId xmlns:a16="http://schemas.microsoft.com/office/drawing/2014/main" id="{91AD7BBE-FE66-4C4F-B641-16357E28AC5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EE108983-A40C-48BA-ACF5-BF289C5009C1}"/>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8ACCB64-4D3D-4B9A-ADB6-EB6E9AEA0B0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1A626F80-9FA8-49FC-BBE6-6CF7B76283F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16주 수업 일정</a:t>
            </a:r>
          </a:p>
        </p:txBody>
      </p:sp>
      <p:sp>
        <p:nvSpPr>
          <p:cNvPr id="7" name="">
            <a:extLst xmlns:a="http://schemas.openxmlformats.org/drawingml/2006/main">
              <a:ext uri="{FF2B5EF4-FFF2-40B4-BE49-F238E27FC236}">
                <a16:creationId xmlns:a16="http://schemas.microsoft.com/office/drawing/2014/main" id="{81F0D9B6-5F1D-4A3B-B06B-92F33AFAEF33}"/>
              </a:ext>
            </a:extLst>
          </p:cNvPr>
          <p:cNvSpPr>
            <a:spLocks xmlns:a="http://schemas.openxmlformats.org/drawingml/2006/main" noGrp="1"/>
          </p:cNvSpPr>
          <p:nvPr/>
        </p:nvSpPr>
        <p:spPr>
          <a:xfrm xmlns:a="http://schemas.openxmlformats.org/drawingml/2006/main">
            <a:off x="609600" y="137160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AppleGothic"/>
                <a:ea typeface="AppleGothic"/>
                <a:cs typeface="AppleGothic"/>
              </a:defRPr>
            </a:pPr>
            <a:r>
              <a:rPr sz="1350" b="1">
                <a:solidFill>
                  <a:srgbClr val="667085"/>
                </a:solidFill>
                <a:latin typeface="AppleGothic"/>
                <a:ea typeface="AppleGothic"/>
                <a:cs typeface="AppleGothic"/>
              </a:rPr>
              <a:t>전 주차 온라인 운영 · 기본 실시간 강의 · W04·W06 녹화 영상 · W08 온라인 제출</a:t>
            </a:r>
          </a:p>
        </p:txBody>
      </p:sp>
      <p:sp>
        <p:nvSpPr>
          <p:cNvPr id="8" name="">
            <a:extLst xmlns:a="http://schemas.openxmlformats.org/drawingml/2006/main">
              <a:ext uri="{FF2B5EF4-FFF2-40B4-BE49-F238E27FC236}">
                <a16:creationId xmlns:a16="http://schemas.microsoft.com/office/drawing/2014/main" id="{F1E918F8-1929-4F22-8FCC-5B244E07D64F}"/>
              </a:ext>
            </a:extLst>
          </p:cNvPr>
          <p:cNvSpPr>
            <a:spLocks xmlns:a="http://schemas.openxmlformats.org/drawingml/2006/main" noGrp="1"/>
          </p:cNvSpPr>
          <p:nvPr/>
        </p:nvSpPr>
        <p:spPr>
          <a:xfrm xmlns:a="http://schemas.openxmlformats.org/drawingml/2006/main">
            <a:off x="609600" y="1790700"/>
            <a:ext cx="535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W01–08 / DESIGN</a:t>
            </a:r>
          </a:p>
        </p:txBody>
      </p:sp>
      <p:sp>
        <p:nvSpPr>
          <p:cNvPr id="9" name="">
            <a:extLst xmlns:a="http://schemas.openxmlformats.org/drawingml/2006/main">
              <a:ext uri="{FF2B5EF4-FFF2-40B4-BE49-F238E27FC236}">
                <a16:creationId xmlns:a16="http://schemas.microsoft.com/office/drawing/2014/main" id="{FA6C626D-B236-41C9-8578-CC8FB1F3672E}"/>
              </a:ext>
            </a:extLst>
          </p:cNvPr>
          <p:cNvSpPr>
            <a:spLocks xmlns:a="http://schemas.openxmlformats.org/drawingml/2006/main" noGrp="1"/>
          </p:cNvSpPr>
          <p:nvPr/>
        </p:nvSpPr>
        <p:spPr>
          <a:xfrm xmlns:a="http://schemas.openxmlformats.org/drawingml/2006/main" rot="0">
            <a:off x="609600" y="2133600"/>
            <a:ext cx="5353050" cy="4191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6ED591DD-A850-4D6D-98ED-1C94A468B9F9}"/>
              </a:ext>
            </a:extLst>
          </p:cNvPr>
          <p:cNvSpPr>
            <a:spLocks xmlns:a="http://schemas.openxmlformats.org/drawingml/2006/main" noGrp="1"/>
          </p:cNvSpPr>
          <p:nvPr/>
        </p:nvSpPr>
        <p:spPr>
          <a:xfrm xmlns:a="http://schemas.openxmlformats.org/drawingml/2006/main">
            <a:off x="723900" y="21336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W01</a:t>
            </a:r>
          </a:p>
        </p:txBody>
      </p:sp>
      <p:sp>
        <p:nvSpPr>
          <p:cNvPr id="11" name="">
            <a:extLst xmlns:a="http://schemas.openxmlformats.org/drawingml/2006/main">
              <a:ext uri="{FF2B5EF4-FFF2-40B4-BE49-F238E27FC236}">
                <a16:creationId xmlns:a16="http://schemas.microsoft.com/office/drawing/2014/main" id="{37F95288-8E8B-4BFA-8C66-83E0D1A11825}"/>
              </a:ext>
            </a:extLst>
          </p:cNvPr>
          <p:cNvSpPr>
            <a:spLocks xmlns:a="http://schemas.openxmlformats.org/drawingml/2006/main" noGrp="1"/>
          </p:cNvSpPr>
          <p:nvPr/>
        </p:nvSpPr>
        <p:spPr>
          <a:xfrm xmlns:a="http://schemas.openxmlformats.org/drawingml/2006/main">
            <a:off x="1295400" y="21336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FFFFFF"/>
                </a:solidFill>
                <a:latin typeface="Menlo"/>
                <a:ea typeface="Menlo"/>
                <a:cs typeface="Menlo"/>
              </a:defRPr>
            </a:pPr>
            <a:r>
              <a:rPr sz="1050" b="1">
                <a:solidFill>
                  <a:srgbClr val="FFFFFF"/>
                </a:solidFill>
                <a:latin typeface="Menlo"/>
                <a:ea typeface="Menlo"/>
                <a:cs typeface="Menlo"/>
              </a:rPr>
              <a:t>09.04</a:t>
            </a:r>
          </a:p>
        </p:txBody>
      </p:sp>
      <p:sp>
        <p:nvSpPr>
          <p:cNvPr id="12" name="">
            <a:extLst xmlns:a="http://schemas.openxmlformats.org/drawingml/2006/main">
              <a:ext uri="{FF2B5EF4-FFF2-40B4-BE49-F238E27FC236}">
                <a16:creationId xmlns:a16="http://schemas.microsoft.com/office/drawing/2014/main" id="{66FD0769-4C9E-46CE-AB94-A8D618F72A79}"/>
              </a:ext>
            </a:extLst>
          </p:cNvPr>
          <p:cNvSpPr>
            <a:spLocks xmlns:a="http://schemas.openxmlformats.org/drawingml/2006/main" noGrp="1"/>
          </p:cNvSpPr>
          <p:nvPr/>
        </p:nvSpPr>
        <p:spPr>
          <a:xfrm xmlns:a="http://schemas.openxmlformats.org/drawingml/2006/main">
            <a:off x="2000250" y="21336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FFFFFF"/>
                </a:solidFill>
                <a:latin typeface="AppleGothic"/>
                <a:ea typeface="AppleGothic"/>
                <a:cs typeface="AppleGothic"/>
              </a:defRPr>
            </a:pPr>
            <a:r>
              <a:rPr sz="1200" b="1">
                <a:solidFill>
                  <a:srgbClr val="FFFFFF"/>
                </a:solidFill>
                <a:latin typeface="AppleGothic"/>
                <a:ea typeface="AppleGothic"/>
                <a:cs typeface="AppleGothic"/>
              </a:rPr>
              <a:t>오리엔테이션·개선 사이클</a:t>
            </a:r>
          </a:p>
        </p:txBody>
      </p:sp>
      <p:sp>
        <p:nvSpPr>
          <p:cNvPr id="13" name="">
            <a:extLst xmlns:a="http://schemas.openxmlformats.org/drawingml/2006/main">
              <a:ext uri="{FF2B5EF4-FFF2-40B4-BE49-F238E27FC236}">
                <a16:creationId xmlns:a16="http://schemas.microsoft.com/office/drawing/2014/main" id="{97D3B593-4F03-4BD6-952D-EAD663B85E4E}"/>
              </a:ext>
            </a:extLst>
          </p:cNvPr>
          <p:cNvSpPr>
            <a:spLocks xmlns:a="http://schemas.openxmlformats.org/drawingml/2006/main" noGrp="1"/>
          </p:cNvSpPr>
          <p:nvPr/>
        </p:nvSpPr>
        <p:spPr>
          <a:xfrm xmlns:a="http://schemas.openxmlformats.org/drawingml/2006/main">
            <a:off x="4724400" y="21336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FFFFFF"/>
                </a:solidFill>
                <a:latin typeface="Menlo"/>
                <a:ea typeface="Menlo"/>
                <a:cs typeface="Menlo"/>
              </a:defRPr>
            </a:pPr>
            <a:r>
              <a:rPr sz="1050" b="1">
                <a:solidFill>
                  <a:srgbClr val="FFFFFF"/>
                </a:solidFill>
                <a:latin typeface="Menlo"/>
                <a:ea typeface="Menlo"/>
                <a:cs typeface="Menlo"/>
              </a:rPr>
              <a:t>현재 · 실시간</a:t>
            </a:r>
          </a:p>
        </p:txBody>
      </p:sp>
      <p:sp>
        <p:nvSpPr>
          <p:cNvPr id="14" name="">
            <a:extLst xmlns:a="http://schemas.openxmlformats.org/drawingml/2006/main">
              <a:ext uri="{FF2B5EF4-FFF2-40B4-BE49-F238E27FC236}">
                <a16:creationId xmlns:a16="http://schemas.microsoft.com/office/drawing/2014/main" id="{D4C60928-2D47-4FE4-863D-212E15277D12}"/>
              </a:ext>
            </a:extLst>
          </p:cNvPr>
          <p:cNvSpPr>
            <a:spLocks xmlns:a="http://schemas.openxmlformats.org/drawingml/2006/main" noGrp="1"/>
          </p:cNvSpPr>
          <p:nvPr/>
        </p:nvSpPr>
        <p:spPr>
          <a:xfrm xmlns:a="http://schemas.openxmlformats.org/drawingml/2006/main" rot="0">
            <a:off x="609600" y="25908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3D670787-FB23-465C-96BF-7FE311080ECD}"/>
              </a:ext>
            </a:extLst>
          </p:cNvPr>
          <p:cNvSpPr>
            <a:spLocks xmlns:a="http://schemas.openxmlformats.org/drawingml/2006/main" noGrp="1"/>
          </p:cNvSpPr>
          <p:nvPr/>
        </p:nvSpPr>
        <p:spPr>
          <a:xfrm xmlns:a="http://schemas.openxmlformats.org/drawingml/2006/main">
            <a:off x="723900" y="25908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W02</a:t>
            </a:r>
          </a:p>
        </p:txBody>
      </p:sp>
      <p:sp>
        <p:nvSpPr>
          <p:cNvPr id="16" name="">
            <a:extLst xmlns:a="http://schemas.openxmlformats.org/drawingml/2006/main">
              <a:ext uri="{FF2B5EF4-FFF2-40B4-BE49-F238E27FC236}">
                <a16:creationId xmlns:a16="http://schemas.microsoft.com/office/drawing/2014/main" id="{53DF0B99-CE91-4CA5-9384-DE1559A02328}"/>
              </a:ext>
            </a:extLst>
          </p:cNvPr>
          <p:cNvSpPr>
            <a:spLocks xmlns:a="http://schemas.openxmlformats.org/drawingml/2006/main" noGrp="1"/>
          </p:cNvSpPr>
          <p:nvPr/>
        </p:nvSpPr>
        <p:spPr>
          <a:xfrm xmlns:a="http://schemas.openxmlformats.org/drawingml/2006/main">
            <a:off x="1295400" y="25908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09.11</a:t>
            </a:r>
          </a:p>
        </p:txBody>
      </p:sp>
      <p:sp>
        <p:nvSpPr>
          <p:cNvPr id="17" name="">
            <a:extLst xmlns:a="http://schemas.openxmlformats.org/drawingml/2006/main">
              <a:ext uri="{FF2B5EF4-FFF2-40B4-BE49-F238E27FC236}">
                <a16:creationId xmlns:a16="http://schemas.microsoft.com/office/drawing/2014/main" id="{550A2591-F13B-4639-BBEE-E3706F02FA7F}"/>
              </a:ext>
            </a:extLst>
          </p:cNvPr>
          <p:cNvSpPr>
            <a:spLocks xmlns:a="http://schemas.openxmlformats.org/drawingml/2006/main" noGrp="1"/>
          </p:cNvSpPr>
          <p:nvPr/>
        </p:nvSpPr>
        <p:spPr>
          <a:xfrm xmlns:a="http://schemas.openxmlformats.org/drawingml/2006/main">
            <a:off x="2000250" y="25908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프롬프트 기준·버전</a:t>
            </a:r>
          </a:p>
        </p:txBody>
      </p:sp>
      <p:sp>
        <p:nvSpPr>
          <p:cNvPr id="18" name="">
            <a:extLst xmlns:a="http://schemas.openxmlformats.org/drawingml/2006/main">
              <a:ext uri="{FF2B5EF4-FFF2-40B4-BE49-F238E27FC236}">
                <a16:creationId xmlns:a16="http://schemas.microsoft.com/office/drawing/2014/main" id="{95A60E3F-FAB0-4B36-AF4A-A3AFBDD78464}"/>
              </a:ext>
            </a:extLst>
          </p:cNvPr>
          <p:cNvSpPr>
            <a:spLocks xmlns:a="http://schemas.openxmlformats.org/drawingml/2006/main" noGrp="1"/>
          </p:cNvSpPr>
          <p:nvPr/>
        </p:nvSpPr>
        <p:spPr>
          <a:xfrm xmlns:a="http://schemas.openxmlformats.org/drawingml/2006/main">
            <a:off x="4724400" y="25908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19" name="">
            <a:extLst xmlns:a="http://schemas.openxmlformats.org/drawingml/2006/main">
              <a:ext uri="{FF2B5EF4-FFF2-40B4-BE49-F238E27FC236}">
                <a16:creationId xmlns:a16="http://schemas.microsoft.com/office/drawing/2014/main" id="{0C510E3A-3919-442F-A45F-07710E0932CA}"/>
              </a:ext>
            </a:extLst>
          </p:cNvPr>
          <p:cNvSpPr>
            <a:spLocks xmlns:a="http://schemas.openxmlformats.org/drawingml/2006/main" noGrp="1"/>
          </p:cNvSpPr>
          <p:nvPr/>
        </p:nvSpPr>
        <p:spPr>
          <a:xfrm xmlns:a="http://schemas.openxmlformats.org/drawingml/2006/main" rot="0">
            <a:off x="609600" y="30480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BC9283D3-07C7-48AD-B56F-A566D6063CDA}"/>
              </a:ext>
            </a:extLst>
          </p:cNvPr>
          <p:cNvSpPr>
            <a:spLocks xmlns:a="http://schemas.openxmlformats.org/drawingml/2006/main" noGrp="1"/>
          </p:cNvSpPr>
          <p:nvPr/>
        </p:nvSpPr>
        <p:spPr>
          <a:xfrm xmlns:a="http://schemas.openxmlformats.org/drawingml/2006/main">
            <a:off x="723900" y="30480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W03</a:t>
            </a:r>
          </a:p>
        </p:txBody>
      </p:sp>
      <p:sp>
        <p:nvSpPr>
          <p:cNvPr id="21" name="">
            <a:extLst xmlns:a="http://schemas.openxmlformats.org/drawingml/2006/main">
              <a:ext uri="{FF2B5EF4-FFF2-40B4-BE49-F238E27FC236}">
                <a16:creationId xmlns:a16="http://schemas.microsoft.com/office/drawing/2014/main" id="{B87553C7-FFE5-4E50-8A9E-98AFB1C491B0}"/>
              </a:ext>
            </a:extLst>
          </p:cNvPr>
          <p:cNvSpPr>
            <a:spLocks xmlns:a="http://schemas.openxmlformats.org/drawingml/2006/main" noGrp="1"/>
          </p:cNvSpPr>
          <p:nvPr/>
        </p:nvSpPr>
        <p:spPr>
          <a:xfrm xmlns:a="http://schemas.openxmlformats.org/drawingml/2006/main">
            <a:off x="1295400" y="30480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09.18</a:t>
            </a:r>
          </a:p>
        </p:txBody>
      </p:sp>
      <p:sp>
        <p:nvSpPr>
          <p:cNvPr id="22" name="">
            <a:extLst xmlns:a="http://schemas.openxmlformats.org/drawingml/2006/main">
              <a:ext uri="{FF2B5EF4-FFF2-40B4-BE49-F238E27FC236}">
                <a16:creationId xmlns:a16="http://schemas.microsoft.com/office/drawing/2014/main" id="{809A6794-EE92-4ABA-9BF3-3D97112D9ADC}"/>
              </a:ext>
            </a:extLst>
          </p:cNvPr>
          <p:cNvSpPr>
            <a:spLocks xmlns:a="http://schemas.openxmlformats.org/drawingml/2006/main" noGrp="1"/>
          </p:cNvSpPr>
          <p:nvPr/>
        </p:nvSpPr>
        <p:spPr>
          <a:xfrm xmlns:a="http://schemas.openxmlformats.org/drawingml/2006/main">
            <a:off x="2000250" y="30480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프롬프트 평가·오류</a:t>
            </a:r>
          </a:p>
        </p:txBody>
      </p:sp>
      <p:sp>
        <p:nvSpPr>
          <p:cNvPr id="23" name="">
            <a:extLst xmlns:a="http://schemas.openxmlformats.org/drawingml/2006/main">
              <a:ext uri="{FF2B5EF4-FFF2-40B4-BE49-F238E27FC236}">
                <a16:creationId xmlns:a16="http://schemas.microsoft.com/office/drawing/2014/main" id="{4BD12FC4-474E-4123-8E22-58CC55E5B8A0}"/>
              </a:ext>
            </a:extLst>
          </p:cNvPr>
          <p:cNvSpPr>
            <a:spLocks xmlns:a="http://schemas.openxmlformats.org/drawingml/2006/main" noGrp="1"/>
          </p:cNvSpPr>
          <p:nvPr/>
        </p:nvSpPr>
        <p:spPr>
          <a:xfrm xmlns:a="http://schemas.openxmlformats.org/drawingml/2006/main">
            <a:off x="4724400" y="3048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24" name="">
            <a:extLst xmlns:a="http://schemas.openxmlformats.org/drawingml/2006/main">
              <a:ext uri="{FF2B5EF4-FFF2-40B4-BE49-F238E27FC236}">
                <a16:creationId xmlns:a16="http://schemas.microsoft.com/office/drawing/2014/main" id="{8F8F8DA7-408E-4A7D-B1C4-6821FF046858}"/>
              </a:ext>
            </a:extLst>
          </p:cNvPr>
          <p:cNvSpPr>
            <a:spLocks xmlns:a="http://schemas.openxmlformats.org/drawingml/2006/main" noGrp="1"/>
          </p:cNvSpPr>
          <p:nvPr/>
        </p:nvSpPr>
        <p:spPr>
          <a:xfrm xmlns:a="http://schemas.openxmlformats.org/drawingml/2006/main" rot="0">
            <a:off x="609600" y="35052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76FBBE70-DA71-4209-BB9D-F9802173B97C}"/>
              </a:ext>
            </a:extLst>
          </p:cNvPr>
          <p:cNvSpPr>
            <a:spLocks xmlns:a="http://schemas.openxmlformats.org/drawingml/2006/main" noGrp="1"/>
          </p:cNvSpPr>
          <p:nvPr/>
        </p:nvSpPr>
        <p:spPr>
          <a:xfrm xmlns:a="http://schemas.openxmlformats.org/drawingml/2006/main">
            <a:off x="723900" y="35052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W04</a:t>
            </a:r>
          </a:p>
        </p:txBody>
      </p:sp>
      <p:sp>
        <p:nvSpPr>
          <p:cNvPr id="26" name="">
            <a:extLst xmlns:a="http://schemas.openxmlformats.org/drawingml/2006/main">
              <a:ext uri="{FF2B5EF4-FFF2-40B4-BE49-F238E27FC236}">
                <a16:creationId xmlns:a16="http://schemas.microsoft.com/office/drawing/2014/main" id="{F2C36FEE-CE84-4731-B476-4104D87726F8}"/>
              </a:ext>
            </a:extLst>
          </p:cNvPr>
          <p:cNvSpPr>
            <a:spLocks xmlns:a="http://schemas.openxmlformats.org/drawingml/2006/main" noGrp="1"/>
          </p:cNvSpPr>
          <p:nvPr/>
        </p:nvSpPr>
        <p:spPr>
          <a:xfrm xmlns:a="http://schemas.openxmlformats.org/drawingml/2006/main">
            <a:off x="1295400" y="35052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09.25</a:t>
            </a:r>
          </a:p>
        </p:txBody>
      </p:sp>
      <p:sp>
        <p:nvSpPr>
          <p:cNvPr id="27" name="">
            <a:extLst xmlns:a="http://schemas.openxmlformats.org/drawingml/2006/main">
              <a:ext uri="{FF2B5EF4-FFF2-40B4-BE49-F238E27FC236}">
                <a16:creationId xmlns:a16="http://schemas.microsoft.com/office/drawing/2014/main" id="{7181BF98-438E-47BC-A54B-E1130EAFDFAF}"/>
              </a:ext>
            </a:extLst>
          </p:cNvPr>
          <p:cNvSpPr>
            <a:spLocks xmlns:a="http://schemas.openxmlformats.org/drawingml/2006/main" noGrp="1"/>
          </p:cNvSpPr>
          <p:nvPr/>
        </p:nvSpPr>
        <p:spPr>
          <a:xfrm xmlns:a="http://schemas.openxmlformats.org/drawingml/2006/main">
            <a:off x="2000250" y="35052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검색 근거 기준</a:t>
            </a:r>
          </a:p>
        </p:txBody>
      </p:sp>
      <p:sp>
        <p:nvSpPr>
          <p:cNvPr id="28" name="">
            <a:extLst xmlns:a="http://schemas.openxmlformats.org/drawingml/2006/main">
              <a:ext uri="{FF2B5EF4-FFF2-40B4-BE49-F238E27FC236}">
                <a16:creationId xmlns:a16="http://schemas.microsoft.com/office/drawing/2014/main" id="{B07CC936-06ED-4902-BD71-B2A8B40CC2FF}"/>
              </a:ext>
            </a:extLst>
          </p:cNvPr>
          <p:cNvSpPr>
            <a:spLocks xmlns:a="http://schemas.openxmlformats.org/drawingml/2006/main" noGrp="1"/>
          </p:cNvSpPr>
          <p:nvPr/>
        </p:nvSpPr>
        <p:spPr>
          <a:xfrm xmlns:a="http://schemas.openxmlformats.org/drawingml/2006/main">
            <a:off x="4724400" y="35052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녹화 · 추석</a:t>
            </a:r>
          </a:p>
        </p:txBody>
      </p:sp>
      <p:sp>
        <p:nvSpPr>
          <p:cNvPr id="29" name="">
            <a:extLst xmlns:a="http://schemas.openxmlformats.org/drawingml/2006/main">
              <a:ext uri="{FF2B5EF4-FFF2-40B4-BE49-F238E27FC236}">
                <a16:creationId xmlns:a16="http://schemas.microsoft.com/office/drawing/2014/main" id="{A622C564-D0B7-430D-95BE-66B934BF23A1}"/>
              </a:ext>
            </a:extLst>
          </p:cNvPr>
          <p:cNvSpPr>
            <a:spLocks xmlns:a="http://schemas.openxmlformats.org/drawingml/2006/main" noGrp="1"/>
          </p:cNvSpPr>
          <p:nvPr/>
        </p:nvSpPr>
        <p:spPr>
          <a:xfrm xmlns:a="http://schemas.openxmlformats.org/drawingml/2006/main" rot="0">
            <a:off x="609600" y="39624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0627D2DF-814F-497D-80EA-B52E46945C59}"/>
              </a:ext>
            </a:extLst>
          </p:cNvPr>
          <p:cNvSpPr>
            <a:spLocks xmlns:a="http://schemas.openxmlformats.org/drawingml/2006/main" noGrp="1"/>
          </p:cNvSpPr>
          <p:nvPr/>
        </p:nvSpPr>
        <p:spPr>
          <a:xfrm xmlns:a="http://schemas.openxmlformats.org/drawingml/2006/main">
            <a:off x="723900" y="39624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W05</a:t>
            </a:r>
          </a:p>
        </p:txBody>
      </p:sp>
      <p:sp>
        <p:nvSpPr>
          <p:cNvPr id="31" name="">
            <a:extLst xmlns:a="http://schemas.openxmlformats.org/drawingml/2006/main">
              <a:ext uri="{FF2B5EF4-FFF2-40B4-BE49-F238E27FC236}">
                <a16:creationId xmlns:a16="http://schemas.microsoft.com/office/drawing/2014/main" id="{2C1BD688-7433-42AD-854A-B8165E88307E}"/>
              </a:ext>
            </a:extLst>
          </p:cNvPr>
          <p:cNvSpPr>
            <a:spLocks xmlns:a="http://schemas.openxmlformats.org/drawingml/2006/main" noGrp="1"/>
          </p:cNvSpPr>
          <p:nvPr/>
        </p:nvSpPr>
        <p:spPr>
          <a:xfrm xmlns:a="http://schemas.openxmlformats.org/drawingml/2006/main">
            <a:off x="1295400" y="39624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10.02</a:t>
            </a:r>
          </a:p>
        </p:txBody>
      </p:sp>
      <p:sp>
        <p:nvSpPr>
          <p:cNvPr id="32" name="">
            <a:extLst xmlns:a="http://schemas.openxmlformats.org/drawingml/2006/main">
              <a:ext uri="{FF2B5EF4-FFF2-40B4-BE49-F238E27FC236}">
                <a16:creationId xmlns:a16="http://schemas.microsoft.com/office/drawing/2014/main" id="{CFD3830D-DCA0-4BF4-B20F-8E3CC71D7A66}"/>
              </a:ext>
            </a:extLst>
          </p:cNvPr>
          <p:cNvSpPr>
            <a:spLocks xmlns:a="http://schemas.openxmlformats.org/drawingml/2006/main" noGrp="1"/>
          </p:cNvSpPr>
          <p:nvPr/>
        </p:nvSpPr>
        <p:spPr>
          <a:xfrm xmlns:a="http://schemas.openxmlformats.org/drawingml/2006/main">
            <a:off x="2000250" y="39624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검색 품질·파이프라인</a:t>
            </a:r>
          </a:p>
        </p:txBody>
      </p:sp>
      <p:sp>
        <p:nvSpPr>
          <p:cNvPr id="33" name="">
            <a:extLst xmlns:a="http://schemas.openxmlformats.org/drawingml/2006/main">
              <a:ext uri="{FF2B5EF4-FFF2-40B4-BE49-F238E27FC236}">
                <a16:creationId xmlns:a16="http://schemas.microsoft.com/office/drawing/2014/main" id="{E61A3161-3D7E-49D8-B158-0E16A4E7A787}"/>
              </a:ext>
            </a:extLst>
          </p:cNvPr>
          <p:cNvSpPr>
            <a:spLocks xmlns:a="http://schemas.openxmlformats.org/drawingml/2006/main" noGrp="1"/>
          </p:cNvSpPr>
          <p:nvPr/>
        </p:nvSpPr>
        <p:spPr>
          <a:xfrm xmlns:a="http://schemas.openxmlformats.org/drawingml/2006/main">
            <a:off x="4724400" y="39624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34" name="">
            <a:extLst xmlns:a="http://schemas.openxmlformats.org/drawingml/2006/main">
              <a:ext uri="{FF2B5EF4-FFF2-40B4-BE49-F238E27FC236}">
                <a16:creationId xmlns:a16="http://schemas.microsoft.com/office/drawing/2014/main" id="{9FC05BC2-3FC3-41BF-9A26-B8EEA12AA6FB}"/>
              </a:ext>
            </a:extLst>
          </p:cNvPr>
          <p:cNvSpPr>
            <a:spLocks xmlns:a="http://schemas.openxmlformats.org/drawingml/2006/main" noGrp="1"/>
          </p:cNvSpPr>
          <p:nvPr/>
        </p:nvSpPr>
        <p:spPr>
          <a:xfrm xmlns:a="http://schemas.openxmlformats.org/drawingml/2006/main" rot="0">
            <a:off x="609600" y="44196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5" name="">
            <a:extLst xmlns:a="http://schemas.openxmlformats.org/drawingml/2006/main">
              <a:ext uri="{FF2B5EF4-FFF2-40B4-BE49-F238E27FC236}">
                <a16:creationId xmlns:a16="http://schemas.microsoft.com/office/drawing/2014/main" id="{EF16E946-6D59-406F-A059-FBBD9B1335F9}"/>
              </a:ext>
            </a:extLst>
          </p:cNvPr>
          <p:cNvSpPr>
            <a:spLocks xmlns:a="http://schemas.openxmlformats.org/drawingml/2006/main" noGrp="1"/>
          </p:cNvSpPr>
          <p:nvPr/>
        </p:nvSpPr>
        <p:spPr>
          <a:xfrm xmlns:a="http://schemas.openxmlformats.org/drawingml/2006/main">
            <a:off x="723900" y="44196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W06</a:t>
            </a:r>
          </a:p>
        </p:txBody>
      </p:sp>
      <p:sp>
        <p:nvSpPr>
          <p:cNvPr id="36" name="">
            <a:extLst xmlns:a="http://schemas.openxmlformats.org/drawingml/2006/main">
              <a:ext uri="{FF2B5EF4-FFF2-40B4-BE49-F238E27FC236}">
                <a16:creationId xmlns:a16="http://schemas.microsoft.com/office/drawing/2014/main" id="{96B466DD-5880-45BB-BA80-2EB16AF3D69F}"/>
              </a:ext>
            </a:extLst>
          </p:cNvPr>
          <p:cNvSpPr>
            <a:spLocks xmlns:a="http://schemas.openxmlformats.org/drawingml/2006/main" noGrp="1"/>
          </p:cNvSpPr>
          <p:nvPr/>
        </p:nvSpPr>
        <p:spPr>
          <a:xfrm xmlns:a="http://schemas.openxmlformats.org/drawingml/2006/main">
            <a:off x="1295400" y="44196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10.09</a:t>
            </a:r>
          </a:p>
        </p:txBody>
      </p:sp>
      <p:sp>
        <p:nvSpPr>
          <p:cNvPr id="37" name="">
            <a:extLst xmlns:a="http://schemas.openxmlformats.org/drawingml/2006/main">
              <a:ext uri="{FF2B5EF4-FFF2-40B4-BE49-F238E27FC236}">
                <a16:creationId xmlns:a16="http://schemas.microsoft.com/office/drawing/2014/main" id="{47E8EC8C-B4DE-4DFF-B043-7274D2C29408}"/>
              </a:ext>
            </a:extLst>
          </p:cNvPr>
          <p:cNvSpPr>
            <a:spLocks xmlns:a="http://schemas.openxmlformats.org/drawingml/2006/main" noGrp="1"/>
          </p:cNvSpPr>
          <p:nvPr/>
        </p:nvSpPr>
        <p:spPr>
          <a:xfrm xmlns:a="http://schemas.openxmlformats.org/drawingml/2006/main">
            <a:off x="2000250" y="44196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미세조정·데이터</a:t>
            </a:r>
          </a:p>
        </p:txBody>
      </p:sp>
      <p:sp>
        <p:nvSpPr>
          <p:cNvPr id="38" name="">
            <a:extLst xmlns:a="http://schemas.openxmlformats.org/drawingml/2006/main">
              <a:ext uri="{FF2B5EF4-FFF2-40B4-BE49-F238E27FC236}">
                <a16:creationId xmlns:a16="http://schemas.microsoft.com/office/drawing/2014/main" id="{DDE78E91-90DC-4F8B-9120-967D30C88CEC}"/>
              </a:ext>
            </a:extLst>
          </p:cNvPr>
          <p:cNvSpPr>
            <a:spLocks xmlns:a="http://schemas.openxmlformats.org/drawingml/2006/main" noGrp="1"/>
          </p:cNvSpPr>
          <p:nvPr/>
        </p:nvSpPr>
        <p:spPr>
          <a:xfrm xmlns:a="http://schemas.openxmlformats.org/drawingml/2006/main">
            <a:off x="4724400" y="44196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녹화 · 한글날</a:t>
            </a:r>
          </a:p>
        </p:txBody>
      </p:sp>
      <p:sp>
        <p:nvSpPr>
          <p:cNvPr id="39" name="">
            <a:extLst xmlns:a="http://schemas.openxmlformats.org/drawingml/2006/main">
              <a:ext uri="{FF2B5EF4-FFF2-40B4-BE49-F238E27FC236}">
                <a16:creationId xmlns:a16="http://schemas.microsoft.com/office/drawing/2014/main" id="{85E0BE1F-0B00-443E-9BAD-6C181E78E2F9}"/>
              </a:ext>
            </a:extLst>
          </p:cNvPr>
          <p:cNvSpPr>
            <a:spLocks xmlns:a="http://schemas.openxmlformats.org/drawingml/2006/main" noGrp="1"/>
          </p:cNvSpPr>
          <p:nvPr/>
        </p:nvSpPr>
        <p:spPr>
          <a:xfrm xmlns:a="http://schemas.openxmlformats.org/drawingml/2006/main" rot="0">
            <a:off x="609600" y="48768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40" name="">
            <a:extLst xmlns:a="http://schemas.openxmlformats.org/drawingml/2006/main">
              <a:ext uri="{FF2B5EF4-FFF2-40B4-BE49-F238E27FC236}">
                <a16:creationId xmlns:a16="http://schemas.microsoft.com/office/drawing/2014/main" id="{DD369F5A-FC05-43AA-9308-7238678076E3}"/>
              </a:ext>
            </a:extLst>
          </p:cNvPr>
          <p:cNvSpPr>
            <a:spLocks xmlns:a="http://schemas.openxmlformats.org/drawingml/2006/main" noGrp="1"/>
          </p:cNvSpPr>
          <p:nvPr/>
        </p:nvSpPr>
        <p:spPr>
          <a:xfrm xmlns:a="http://schemas.openxmlformats.org/drawingml/2006/main">
            <a:off x="723900" y="48768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W07</a:t>
            </a:r>
          </a:p>
        </p:txBody>
      </p:sp>
      <p:sp>
        <p:nvSpPr>
          <p:cNvPr id="41" name="">
            <a:extLst xmlns:a="http://schemas.openxmlformats.org/drawingml/2006/main">
              <a:ext uri="{FF2B5EF4-FFF2-40B4-BE49-F238E27FC236}">
                <a16:creationId xmlns:a16="http://schemas.microsoft.com/office/drawing/2014/main" id="{07257341-BDC0-4105-AB99-747A082CE1B7}"/>
              </a:ext>
            </a:extLst>
          </p:cNvPr>
          <p:cNvSpPr>
            <a:spLocks xmlns:a="http://schemas.openxmlformats.org/drawingml/2006/main" noGrp="1"/>
          </p:cNvSpPr>
          <p:nvPr/>
        </p:nvSpPr>
        <p:spPr>
          <a:xfrm xmlns:a="http://schemas.openxmlformats.org/drawingml/2006/main">
            <a:off x="1295400" y="48768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10.16</a:t>
            </a:r>
          </a:p>
        </p:txBody>
      </p:sp>
      <p:sp>
        <p:nvSpPr>
          <p:cNvPr id="42" name="">
            <a:extLst xmlns:a="http://schemas.openxmlformats.org/drawingml/2006/main">
              <a:ext uri="{FF2B5EF4-FFF2-40B4-BE49-F238E27FC236}">
                <a16:creationId xmlns:a16="http://schemas.microsoft.com/office/drawing/2014/main" id="{5EC014B0-9A8F-4EFE-ABFF-54F2E3E02C8B}"/>
              </a:ext>
            </a:extLst>
          </p:cNvPr>
          <p:cNvSpPr>
            <a:spLocks xmlns:a="http://schemas.openxmlformats.org/drawingml/2006/main" noGrp="1"/>
          </p:cNvSpPr>
          <p:nvPr/>
        </p:nvSpPr>
        <p:spPr>
          <a:xfrm xmlns:a="http://schemas.openxmlformats.org/drawingml/2006/main">
            <a:off x="2000250" y="48768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선호 최적화·대안</a:t>
            </a:r>
          </a:p>
        </p:txBody>
      </p:sp>
      <p:sp>
        <p:nvSpPr>
          <p:cNvPr id="43" name="">
            <a:extLst xmlns:a="http://schemas.openxmlformats.org/drawingml/2006/main">
              <a:ext uri="{FF2B5EF4-FFF2-40B4-BE49-F238E27FC236}">
                <a16:creationId xmlns:a16="http://schemas.microsoft.com/office/drawing/2014/main" id="{706FFD90-C8D5-433D-A097-C30A43F8BB4C}"/>
              </a:ext>
            </a:extLst>
          </p:cNvPr>
          <p:cNvSpPr>
            <a:spLocks xmlns:a="http://schemas.openxmlformats.org/drawingml/2006/main" noGrp="1"/>
          </p:cNvSpPr>
          <p:nvPr/>
        </p:nvSpPr>
        <p:spPr>
          <a:xfrm xmlns:a="http://schemas.openxmlformats.org/drawingml/2006/main">
            <a:off x="4724400" y="48768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44" name="">
            <a:extLst xmlns:a="http://schemas.openxmlformats.org/drawingml/2006/main">
              <a:ext uri="{FF2B5EF4-FFF2-40B4-BE49-F238E27FC236}">
                <a16:creationId xmlns:a16="http://schemas.microsoft.com/office/drawing/2014/main" id="{EB74AC61-C018-4E7B-B712-27D231245326}"/>
              </a:ext>
            </a:extLst>
          </p:cNvPr>
          <p:cNvSpPr>
            <a:spLocks xmlns:a="http://schemas.openxmlformats.org/drawingml/2006/main" noGrp="1"/>
          </p:cNvSpPr>
          <p:nvPr/>
        </p:nvSpPr>
        <p:spPr>
          <a:xfrm xmlns:a="http://schemas.openxmlformats.org/drawingml/2006/main" rot="0">
            <a:off x="609600" y="53340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45" name="">
            <a:extLst xmlns:a="http://schemas.openxmlformats.org/drawingml/2006/main">
              <a:ext uri="{FF2B5EF4-FFF2-40B4-BE49-F238E27FC236}">
                <a16:creationId xmlns:a16="http://schemas.microsoft.com/office/drawing/2014/main" id="{C41C1AB7-1F0B-445B-BD88-553C7515975A}"/>
              </a:ext>
            </a:extLst>
          </p:cNvPr>
          <p:cNvSpPr>
            <a:spLocks xmlns:a="http://schemas.openxmlformats.org/drawingml/2006/main" noGrp="1"/>
          </p:cNvSpPr>
          <p:nvPr/>
        </p:nvSpPr>
        <p:spPr>
          <a:xfrm xmlns:a="http://schemas.openxmlformats.org/drawingml/2006/main">
            <a:off x="723900" y="53340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W08</a:t>
            </a:r>
          </a:p>
        </p:txBody>
      </p:sp>
      <p:sp>
        <p:nvSpPr>
          <p:cNvPr id="46" name="">
            <a:extLst xmlns:a="http://schemas.openxmlformats.org/drawingml/2006/main">
              <a:ext uri="{FF2B5EF4-FFF2-40B4-BE49-F238E27FC236}">
                <a16:creationId xmlns:a16="http://schemas.microsoft.com/office/drawing/2014/main" id="{B17A57CD-1ABE-409A-ADE1-28105F4E9F4F}"/>
              </a:ext>
            </a:extLst>
          </p:cNvPr>
          <p:cNvSpPr>
            <a:spLocks xmlns:a="http://schemas.openxmlformats.org/drawingml/2006/main" noGrp="1"/>
          </p:cNvSpPr>
          <p:nvPr/>
        </p:nvSpPr>
        <p:spPr>
          <a:xfrm xmlns:a="http://schemas.openxmlformats.org/drawingml/2006/main">
            <a:off x="1295400" y="53340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10.23</a:t>
            </a:r>
          </a:p>
        </p:txBody>
      </p:sp>
      <p:sp>
        <p:nvSpPr>
          <p:cNvPr id="47" name="">
            <a:extLst xmlns:a="http://schemas.openxmlformats.org/drawingml/2006/main">
              <a:ext uri="{FF2B5EF4-FFF2-40B4-BE49-F238E27FC236}">
                <a16:creationId xmlns:a16="http://schemas.microsoft.com/office/drawing/2014/main" id="{EB596E3F-E796-4F9C-B24F-47E2C7CC7265}"/>
              </a:ext>
            </a:extLst>
          </p:cNvPr>
          <p:cNvSpPr>
            <a:spLocks xmlns:a="http://schemas.openxmlformats.org/drawingml/2006/main" noGrp="1"/>
          </p:cNvSpPr>
          <p:nvPr/>
        </p:nvSpPr>
        <p:spPr>
          <a:xfrm xmlns:a="http://schemas.openxmlformats.org/drawingml/2006/main">
            <a:off x="2000250" y="53340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기말 프로젝트 기획서</a:t>
            </a:r>
          </a:p>
        </p:txBody>
      </p:sp>
      <p:sp>
        <p:nvSpPr>
          <p:cNvPr id="48" name="">
            <a:extLst xmlns:a="http://schemas.openxmlformats.org/drawingml/2006/main">
              <a:ext uri="{FF2B5EF4-FFF2-40B4-BE49-F238E27FC236}">
                <a16:creationId xmlns:a16="http://schemas.microsoft.com/office/drawing/2014/main" id="{8911657B-47B5-4844-A54C-68AE92A03B0A}"/>
              </a:ext>
            </a:extLst>
          </p:cNvPr>
          <p:cNvSpPr>
            <a:spLocks xmlns:a="http://schemas.openxmlformats.org/drawingml/2006/main" noGrp="1"/>
          </p:cNvSpPr>
          <p:nvPr/>
        </p:nvSpPr>
        <p:spPr>
          <a:xfrm xmlns:a="http://schemas.openxmlformats.org/drawingml/2006/main">
            <a:off x="4724400" y="5334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온라인 제출</a:t>
            </a:r>
          </a:p>
        </p:txBody>
      </p:sp>
      <p:sp>
        <p:nvSpPr>
          <p:cNvPr id="49" name="">
            <a:extLst xmlns:a="http://schemas.openxmlformats.org/drawingml/2006/main">
              <a:ext uri="{FF2B5EF4-FFF2-40B4-BE49-F238E27FC236}">
                <a16:creationId xmlns:a16="http://schemas.microsoft.com/office/drawing/2014/main" id="{AF5FF4D6-EEF7-4494-9DA3-2F60C5729765}"/>
              </a:ext>
            </a:extLst>
          </p:cNvPr>
          <p:cNvSpPr>
            <a:spLocks xmlns:a="http://schemas.openxmlformats.org/drawingml/2006/main" noGrp="1"/>
          </p:cNvSpPr>
          <p:nvPr/>
        </p:nvSpPr>
        <p:spPr>
          <a:xfrm xmlns:a="http://schemas.openxmlformats.org/drawingml/2006/main">
            <a:off x="6229350" y="1790700"/>
            <a:ext cx="535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W09–16 / OPERATE</a:t>
            </a:r>
          </a:p>
        </p:txBody>
      </p:sp>
      <p:sp>
        <p:nvSpPr>
          <p:cNvPr id="50" name="">
            <a:extLst xmlns:a="http://schemas.openxmlformats.org/drawingml/2006/main">
              <a:ext uri="{FF2B5EF4-FFF2-40B4-BE49-F238E27FC236}">
                <a16:creationId xmlns:a16="http://schemas.microsoft.com/office/drawing/2014/main" id="{9FB505A1-1FDC-44A3-AB6F-AA7D3F8A7B44}"/>
              </a:ext>
            </a:extLst>
          </p:cNvPr>
          <p:cNvSpPr>
            <a:spLocks xmlns:a="http://schemas.openxmlformats.org/drawingml/2006/main" noGrp="1"/>
          </p:cNvSpPr>
          <p:nvPr/>
        </p:nvSpPr>
        <p:spPr>
          <a:xfrm xmlns:a="http://schemas.openxmlformats.org/drawingml/2006/main" rot="0">
            <a:off x="6229350" y="21336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51" name="">
            <a:extLst xmlns:a="http://schemas.openxmlformats.org/drawingml/2006/main">
              <a:ext uri="{FF2B5EF4-FFF2-40B4-BE49-F238E27FC236}">
                <a16:creationId xmlns:a16="http://schemas.microsoft.com/office/drawing/2014/main" id="{5BB75CC8-2E28-40C5-B56B-70F416DC586C}"/>
              </a:ext>
            </a:extLst>
          </p:cNvPr>
          <p:cNvSpPr>
            <a:spLocks xmlns:a="http://schemas.openxmlformats.org/drawingml/2006/main" noGrp="1"/>
          </p:cNvSpPr>
          <p:nvPr/>
        </p:nvSpPr>
        <p:spPr>
          <a:xfrm xmlns:a="http://schemas.openxmlformats.org/drawingml/2006/main">
            <a:off x="6343650" y="21336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W09</a:t>
            </a:r>
          </a:p>
        </p:txBody>
      </p:sp>
      <p:sp>
        <p:nvSpPr>
          <p:cNvPr id="52" name="">
            <a:extLst xmlns:a="http://schemas.openxmlformats.org/drawingml/2006/main">
              <a:ext uri="{FF2B5EF4-FFF2-40B4-BE49-F238E27FC236}">
                <a16:creationId xmlns:a16="http://schemas.microsoft.com/office/drawing/2014/main" id="{5EC18C74-7848-4CE9-902B-D5A7291D36E3}"/>
              </a:ext>
            </a:extLst>
          </p:cNvPr>
          <p:cNvSpPr>
            <a:spLocks xmlns:a="http://schemas.openxmlformats.org/drawingml/2006/main" noGrp="1"/>
          </p:cNvSpPr>
          <p:nvPr/>
        </p:nvSpPr>
        <p:spPr>
          <a:xfrm xmlns:a="http://schemas.openxmlformats.org/drawingml/2006/main">
            <a:off x="6915150" y="21336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10.30</a:t>
            </a:r>
          </a:p>
        </p:txBody>
      </p:sp>
      <p:sp>
        <p:nvSpPr>
          <p:cNvPr id="53" name="">
            <a:extLst xmlns:a="http://schemas.openxmlformats.org/drawingml/2006/main">
              <a:ext uri="{FF2B5EF4-FFF2-40B4-BE49-F238E27FC236}">
                <a16:creationId xmlns:a16="http://schemas.microsoft.com/office/drawing/2014/main" id="{F01C4C2D-F14F-447C-9960-E35123D4EC12}"/>
              </a:ext>
            </a:extLst>
          </p:cNvPr>
          <p:cNvSpPr>
            <a:spLocks xmlns:a="http://schemas.openxmlformats.org/drawingml/2006/main" noGrp="1"/>
          </p:cNvSpPr>
          <p:nvPr/>
        </p:nvSpPr>
        <p:spPr>
          <a:xfrm xmlns:a="http://schemas.openxmlformats.org/drawingml/2006/main">
            <a:off x="7620000" y="21336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요청·응답 서비스 명세</a:t>
            </a:r>
          </a:p>
        </p:txBody>
      </p:sp>
      <p:sp>
        <p:nvSpPr>
          <p:cNvPr id="54" name="">
            <a:extLst xmlns:a="http://schemas.openxmlformats.org/drawingml/2006/main">
              <a:ext uri="{FF2B5EF4-FFF2-40B4-BE49-F238E27FC236}">
                <a16:creationId xmlns:a16="http://schemas.microsoft.com/office/drawing/2014/main" id="{DB4D3B35-BFE4-42CE-BDD8-65DCE36587D5}"/>
              </a:ext>
            </a:extLst>
          </p:cNvPr>
          <p:cNvSpPr>
            <a:spLocks xmlns:a="http://schemas.openxmlformats.org/drawingml/2006/main" noGrp="1"/>
          </p:cNvSpPr>
          <p:nvPr/>
        </p:nvSpPr>
        <p:spPr>
          <a:xfrm xmlns:a="http://schemas.openxmlformats.org/drawingml/2006/main">
            <a:off x="10344150" y="21336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55" name="">
            <a:extLst xmlns:a="http://schemas.openxmlformats.org/drawingml/2006/main">
              <a:ext uri="{FF2B5EF4-FFF2-40B4-BE49-F238E27FC236}">
                <a16:creationId xmlns:a16="http://schemas.microsoft.com/office/drawing/2014/main" id="{0D17290A-9AAD-4C86-BEDF-C855424CE6BA}"/>
              </a:ext>
            </a:extLst>
          </p:cNvPr>
          <p:cNvSpPr>
            <a:spLocks xmlns:a="http://schemas.openxmlformats.org/drawingml/2006/main" noGrp="1"/>
          </p:cNvSpPr>
          <p:nvPr/>
        </p:nvSpPr>
        <p:spPr>
          <a:xfrm xmlns:a="http://schemas.openxmlformats.org/drawingml/2006/main" rot="0">
            <a:off x="6229350" y="25908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56" name="">
            <a:extLst xmlns:a="http://schemas.openxmlformats.org/drawingml/2006/main">
              <a:ext uri="{FF2B5EF4-FFF2-40B4-BE49-F238E27FC236}">
                <a16:creationId xmlns:a16="http://schemas.microsoft.com/office/drawing/2014/main" id="{2DFE9F13-8835-47C2-9918-66A92D8B805B}"/>
              </a:ext>
            </a:extLst>
          </p:cNvPr>
          <p:cNvSpPr>
            <a:spLocks xmlns:a="http://schemas.openxmlformats.org/drawingml/2006/main" noGrp="1"/>
          </p:cNvSpPr>
          <p:nvPr/>
        </p:nvSpPr>
        <p:spPr>
          <a:xfrm xmlns:a="http://schemas.openxmlformats.org/drawingml/2006/main">
            <a:off x="6343650" y="25908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W10</a:t>
            </a:r>
          </a:p>
        </p:txBody>
      </p:sp>
      <p:sp>
        <p:nvSpPr>
          <p:cNvPr id="57" name="">
            <a:extLst xmlns:a="http://schemas.openxmlformats.org/drawingml/2006/main">
              <a:ext uri="{FF2B5EF4-FFF2-40B4-BE49-F238E27FC236}">
                <a16:creationId xmlns:a16="http://schemas.microsoft.com/office/drawing/2014/main" id="{B9CE3701-CFD9-417C-952D-D739EFF5D29B}"/>
              </a:ext>
            </a:extLst>
          </p:cNvPr>
          <p:cNvSpPr>
            <a:spLocks xmlns:a="http://schemas.openxmlformats.org/drawingml/2006/main" noGrp="1"/>
          </p:cNvSpPr>
          <p:nvPr/>
        </p:nvSpPr>
        <p:spPr>
          <a:xfrm xmlns:a="http://schemas.openxmlformats.org/drawingml/2006/main">
            <a:off x="6915150" y="25908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11.06</a:t>
            </a:r>
          </a:p>
        </p:txBody>
      </p:sp>
      <p:sp>
        <p:nvSpPr>
          <p:cNvPr id="58" name="">
            <a:extLst xmlns:a="http://schemas.openxmlformats.org/drawingml/2006/main">
              <a:ext uri="{FF2B5EF4-FFF2-40B4-BE49-F238E27FC236}">
                <a16:creationId xmlns:a16="http://schemas.microsoft.com/office/drawing/2014/main" id="{F334100F-6E06-4246-8498-F058076D38D1}"/>
              </a:ext>
            </a:extLst>
          </p:cNvPr>
          <p:cNvSpPr>
            <a:spLocks xmlns:a="http://schemas.openxmlformats.org/drawingml/2006/main" noGrp="1"/>
          </p:cNvSpPr>
          <p:nvPr/>
        </p:nvSpPr>
        <p:spPr>
          <a:xfrm xmlns:a="http://schemas.openxmlformats.org/drawingml/2006/main">
            <a:off x="7620000" y="25908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관찰 가능한 배포</a:t>
            </a:r>
          </a:p>
        </p:txBody>
      </p:sp>
      <p:sp>
        <p:nvSpPr>
          <p:cNvPr id="59" name="">
            <a:extLst xmlns:a="http://schemas.openxmlformats.org/drawingml/2006/main">
              <a:ext uri="{FF2B5EF4-FFF2-40B4-BE49-F238E27FC236}">
                <a16:creationId xmlns:a16="http://schemas.microsoft.com/office/drawing/2014/main" id="{6124DB92-E102-4B62-913A-D907FEB21265}"/>
              </a:ext>
            </a:extLst>
          </p:cNvPr>
          <p:cNvSpPr>
            <a:spLocks xmlns:a="http://schemas.openxmlformats.org/drawingml/2006/main" noGrp="1"/>
          </p:cNvSpPr>
          <p:nvPr/>
        </p:nvSpPr>
        <p:spPr>
          <a:xfrm xmlns:a="http://schemas.openxmlformats.org/drawingml/2006/main">
            <a:off x="10344150" y="25908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60" name="">
            <a:extLst xmlns:a="http://schemas.openxmlformats.org/drawingml/2006/main">
              <a:ext uri="{FF2B5EF4-FFF2-40B4-BE49-F238E27FC236}">
                <a16:creationId xmlns:a16="http://schemas.microsoft.com/office/drawing/2014/main" id="{BDC924CC-4140-451E-A871-9934B23D56EF}"/>
              </a:ext>
            </a:extLst>
          </p:cNvPr>
          <p:cNvSpPr>
            <a:spLocks xmlns:a="http://schemas.openxmlformats.org/drawingml/2006/main" noGrp="1"/>
          </p:cNvSpPr>
          <p:nvPr/>
        </p:nvSpPr>
        <p:spPr>
          <a:xfrm xmlns:a="http://schemas.openxmlformats.org/drawingml/2006/main" rot="0">
            <a:off x="6229350" y="30480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61" name="">
            <a:extLst xmlns:a="http://schemas.openxmlformats.org/drawingml/2006/main">
              <a:ext uri="{FF2B5EF4-FFF2-40B4-BE49-F238E27FC236}">
                <a16:creationId xmlns:a16="http://schemas.microsoft.com/office/drawing/2014/main" id="{EC0F792B-6561-4068-9CC6-AE28D9AFB649}"/>
              </a:ext>
            </a:extLst>
          </p:cNvPr>
          <p:cNvSpPr>
            <a:spLocks xmlns:a="http://schemas.openxmlformats.org/drawingml/2006/main" noGrp="1"/>
          </p:cNvSpPr>
          <p:nvPr/>
        </p:nvSpPr>
        <p:spPr>
          <a:xfrm xmlns:a="http://schemas.openxmlformats.org/drawingml/2006/main">
            <a:off x="6343650" y="30480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W11</a:t>
            </a:r>
          </a:p>
        </p:txBody>
      </p:sp>
      <p:sp>
        <p:nvSpPr>
          <p:cNvPr id="62" name="">
            <a:extLst xmlns:a="http://schemas.openxmlformats.org/drawingml/2006/main">
              <a:ext uri="{FF2B5EF4-FFF2-40B4-BE49-F238E27FC236}">
                <a16:creationId xmlns:a16="http://schemas.microsoft.com/office/drawing/2014/main" id="{4E6EF86E-9AE7-418C-87E8-3F8134A287A2}"/>
              </a:ext>
            </a:extLst>
          </p:cNvPr>
          <p:cNvSpPr>
            <a:spLocks xmlns:a="http://schemas.openxmlformats.org/drawingml/2006/main" noGrp="1"/>
          </p:cNvSpPr>
          <p:nvPr/>
        </p:nvSpPr>
        <p:spPr>
          <a:xfrm xmlns:a="http://schemas.openxmlformats.org/drawingml/2006/main">
            <a:off x="6915150" y="30480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11.13</a:t>
            </a:r>
          </a:p>
        </p:txBody>
      </p:sp>
      <p:sp>
        <p:nvSpPr>
          <p:cNvPr id="63" name="">
            <a:extLst xmlns:a="http://schemas.openxmlformats.org/drawingml/2006/main">
              <a:ext uri="{FF2B5EF4-FFF2-40B4-BE49-F238E27FC236}">
                <a16:creationId xmlns:a16="http://schemas.microsoft.com/office/drawing/2014/main" id="{940BF242-DBBE-403A-9A80-ABE01ED4E3EF}"/>
              </a:ext>
            </a:extLst>
          </p:cNvPr>
          <p:cNvSpPr>
            <a:spLocks xmlns:a="http://schemas.openxmlformats.org/drawingml/2006/main" noGrp="1"/>
          </p:cNvSpPr>
          <p:nvPr/>
        </p:nvSpPr>
        <p:spPr>
          <a:xfrm xmlns:a="http://schemas.openxmlformats.org/drawingml/2006/main">
            <a:off x="7620000" y="30480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오프라인 평가</a:t>
            </a:r>
          </a:p>
        </p:txBody>
      </p:sp>
      <p:sp>
        <p:nvSpPr>
          <p:cNvPr id="64" name="">
            <a:extLst xmlns:a="http://schemas.openxmlformats.org/drawingml/2006/main">
              <a:ext uri="{FF2B5EF4-FFF2-40B4-BE49-F238E27FC236}">
                <a16:creationId xmlns:a16="http://schemas.microsoft.com/office/drawing/2014/main" id="{D15B46A6-E1A5-4125-96B2-CA66431EDB15}"/>
              </a:ext>
            </a:extLst>
          </p:cNvPr>
          <p:cNvSpPr>
            <a:spLocks xmlns:a="http://schemas.openxmlformats.org/drawingml/2006/main" noGrp="1"/>
          </p:cNvSpPr>
          <p:nvPr/>
        </p:nvSpPr>
        <p:spPr>
          <a:xfrm xmlns:a="http://schemas.openxmlformats.org/drawingml/2006/main">
            <a:off x="10344150" y="3048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65" name="">
            <a:extLst xmlns:a="http://schemas.openxmlformats.org/drawingml/2006/main">
              <a:ext uri="{FF2B5EF4-FFF2-40B4-BE49-F238E27FC236}">
                <a16:creationId xmlns:a16="http://schemas.microsoft.com/office/drawing/2014/main" id="{F11359E0-8913-486A-8F3C-F109E8E7F2B1}"/>
              </a:ext>
            </a:extLst>
          </p:cNvPr>
          <p:cNvSpPr>
            <a:spLocks xmlns:a="http://schemas.openxmlformats.org/drawingml/2006/main" noGrp="1"/>
          </p:cNvSpPr>
          <p:nvPr/>
        </p:nvSpPr>
        <p:spPr>
          <a:xfrm xmlns:a="http://schemas.openxmlformats.org/drawingml/2006/main" rot="0">
            <a:off x="6229350" y="35052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66" name="">
            <a:extLst xmlns:a="http://schemas.openxmlformats.org/drawingml/2006/main">
              <a:ext uri="{FF2B5EF4-FFF2-40B4-BE49-F238E27FC236}">
                <a16:creationId xmlns:a16="http://schemas.microsoft.com/office/drawing/2014/main" id="{DCD91B9C-1D69-4282-8E95-CFE538C34985}"/>
              </a:ext>
            </a:extLst>
          </p:cNvPr>
          <p:cNvSpPr>
            <a:spLocks xmlns:a="http://schemas.openxmlformats.org/drawingml/2006/main" noGrp="1"/>
          </p:cNvSpPr>
          <p:nvPr/>
        </p:nvSpPr>
        <p:spPr>
          <a:xfrm xmlns:a="http://schemas.openxmlformats.org/drawingml/2006/main">
            <a:off x="6343650" y="35052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W12</a:t>
            </a:r>
          </a:p>
        </p:txBody>
      </p:sp>
      <p:sp>
        <p:nvSpPr>
          <p:cNvPr id="67" name="">
            <a:extLst xmlns:a="http://schemas.openxmlformats.org/drawingml/2006/main">
              <a:ext uri="{FF2B5EF4-FFF2-40B4-BE49-F238E27FC236}">
                <a16:creationId xmlns:a16="http://schemas.microsoft.com/office/drawing/2014/main" id="{136A5A24-F782-4D8E-9327-40B0BCC15846}"/>
              </a:ext>
            </a:extLst>
          </p:cNvPr>
          <p:cNvSpPr>
            <a:spLocks xmlns:a="http://schemas.openxmlformats.org/drawingml/2006/main" noGrp="1"/>
          </p:cNvSpPr>
          <p:nvPr/>
        </p:nvSpPr>
        <p:spPr>
          <a:xfrm xmlns:a="http://schemas.openxmlformats.org/drawingml/2006/main">
            <a:off x="6915150" y="35052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11.20</a:t>
            </a:r>
          </a:p>
        </p:txBody>
      </p:sp>
      <p:sp>
        <p:nvSpPr>
          <p:cNvPr id="68" name="">
            <a:extLst xmlns:a="http://schemas.openxmlformats.org/drawingml/2006/main">
              <a:ext uri="{FF2B5EF4-FFF2-40B4-BE49-F238E27FC236}">
                <a16:creationId xmlns:a16="http://schemas.microsoft.com/office/drawing/2014/main" id="{21A20DD7-99F7-4A51-8B17-3A68179683FB}"/>
              </a:ext>
            </a:extLst>
          </p:cNvPr>
          <p:cNvSpPr>
            <a:spLocks xmlns:a="http://schemas.openxmlformats.org/drawingml/2006/main" noGrp="1"/>
          </p:cNvSpPr>
          <p:nvPr/>
        </p:nvSpPr>
        <p:spPr>
          <a:xfrm xmlns:a="http://schemas.openxmlformats.org/drawingml/2006/main">
            <a:off x="7620000" y="35052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온라인 관찰·실험</a:t>
            </a:r>
          </a:p>
        </p:txBody>
      </p:sp>
      <p:sp>
        <p:nvSpPr>
          <p:cNvPr id="69" name="">
            <a:extLst xmlns:a="http://schemas.openxmlformats.org/drawingml/2006/main">
              <a:ext uri="{FF2B5EF4-FFF2-40B4-BE49-F238E27FC236}">
                <a16:creationId xmlns:a16="http://schemas.microsoft.com/office/drawing/2014/main" id="{BAB20F09-B012-4209-B930-373DD67AC448}"/>
              </a:ext>
            </a:extLst>
          </p:cNvPr>
          <p:cNvSpPr>
            <a:spLocks xmlns:a="http://schemas.openxmlformats.org/drawingml/2006/main" noGrp="1"/>
          </p:cNvSpPr>
          <p:nvPr/>
        </p:nvSpPr>
        <p:spPr>
          <a:xfrm xmlns:a="http://schemas.openxmlformats.org/drawingml/2006/main">
            <a:off x="10344150" y="35052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70" name="">
            <a:extLst xmlns:a="http://schemas.openxmlformats.org/drawingml/2006/main">
              <a:ext uri="{FF2B5EF4-FFF2-40B4-BE49-F238E27FC236}">
                <a16:creationId xmlns:a16="http://schemas.microsoft.com/office/drawing/2014/main" id="{28B39742-E6EC-4B27-8164-BC7C0506C845}"/>
              </a:ext>
            </a:extLst>
          </p:cNvPr>
          <p:cNvSpPr>
            <a:spLocks xmlns:a="http://schemas.openxmlformats.org/drawingml/2006/main" noGrp="1"/>
          </p:cNvSpPr>
          <p:nvPr/>
        </p:nvSpPr>
        <p:spPr>
          <a:xfrm xmlns:a="http://schemas.openxmlformats.org/drawingml/2006/main" rot="0">
            <a:off x="6229350" y="39624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1" name="">
            <a:extLst xmlns:a="http://schemas.openxmlformats.org/drawingml/2006/main">
              <a:ext uri="{FF2B5EF4-FFF2-40B4-BE49-F238E27FC236}">
                <a16:creationId xmlns:a16="http://schemas.microsoft.com/office/drawing/2014/main" id="{5A59B5F0-2A64-4D19-83EE-4B845DFEE6D9}"/>
              </a:ext>
            </a:extLst>
          </p:cNvPr>
          <p:cNvSpPr>
            <a:spLocks xmlns:a="http://schemas.openxmlformats.org/drawingml/2006/main" noGrp="1"/>
          </p:cNvSpPr>
          <p:nvPr/>
        </p:nvSpPr>
        <p:spPr>
          <a:xfrm xmlns:a="http://schemas.openxmlformats.org/drawingml/2006/main">
            <a:off x="6343650" y="39624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W13</a:t>
            </a:r>
          </a:p>
        </p:txBody>
      </p:sp>
      <p:sp>
        <p:nvSpPr>
          <p:cNvPr id="72" name="">
            <a:extLst xmlns:a="http://schemas.openxmlformats.org/drawingml/2006/main">
              <a:ext uri="{FF2B5EF4-FFF2-40B4-BE49-F238E27FC236}">
                <a16:creationId xmlns:a16="http://schemas.microsoft.com/office/drawing/2014/main" id="{45F13028-AA78-4C0A-9FA1-1A2E80035182}"/>
              </a:ext>
            </a:extLst>
          </p:cNvPr>
          <p:cNvSpPr>
            <a:spLocks xmlns:a="http://schemas.openxmlformats.org/drawingml/2006/main" noGrp="1"/>
          </p:cNvSpPr>
          <p:nvPr/>
        </p:nvSpPr>
        <p:spPr>
          <a:xfrm xmlns:a="http://schemas.openxmlformats.org/drawingml/2006/main">
            <a:off x="6915150" y="39624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11.27</a:t>
            </a:r>
          </a:p>
        </p:txBody>
      </p:sp>
      <p:sp>
        <p:nvSpPr>
          <p:cNvPr id="73" name="">
            <a:extLst xmlns:a="http://schemas.openxmlformats.org/drawingml/2006/main">
              <a:ext uri="{FF2B5EF4-FFF2-40B4-BE49-F238E27FC236}">
                <a16:creationId xmlns:a16="http://schemas.microsoft.com/office/drawing/2014/main" id="{CE423FAA-C484-43AD-945A-8B47C1390736}"/>
              </a:ext>
            </a:extLst>
          </p:cNvPr>
          <p:cNvSpPr>
            <a:spLocks xmlns:a="http://schemas.openxmlformats.org/drawingml/2006/main" noGrp="1"/>
          </p:cNvSpPr>
          <p:nvPr/>
        </p:nvSpPr>
        <p:spPr>
          <a:xfrm xmlns:a="http://schemas.openxmlformats.org/drawingml/2006/main">
            <a:off x="7620000" y="39624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안전성·거버넌스</a:t>
            </a:r>
          </a:p>
        </p:txBody>
      </p:sp>
      <p:sp>
        <p:nvSpPr>
          <p:cNvPr id="74" name="">
            <a:extLst xmlns:a="http://schemas.openxmlformats.org/drawingml/2006/main">
              <a:ext uri="{FF2B5EF4-FFF2-40B4-BE49-F238E27FC236}">
                <a16:creationId xmlns:a16="http://schemas.microsoft.com/office/drawing/2014/main" id="{A278C197-CADD-40C8-9BFF-D90ECC841DF9}"/>
              </a:ext>
            </a:extLst>
          </p:cNvPr>
          <p:cNvSpPr>
            <a:spLocks xmlns:a="http://schemas.openxmlformats.org/drawingml/2006/main" noGrp="1"/>
          </p:cNvSpPr>
          <p:nvPr/>
        </p:nvSpPr>
        <p:spPr>
          <a:xfrm xmlns:a="http://schemas.openxmlformats.org/drawingml/2006/main">
            <a:off x="10344150" y="39624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75" name="">
            <a:extLst xmlns:a="http://schemas.openxmlformats.org/drawingml/2006/main">
              <a:ext uri="{FF2B5EF4-FFF2-40B4-BE49-F238E27FC236}">
                <a16:creationId xmlns:a16="http://schemas.microsoft.com/office/drawing/2014/main" id="{97D508E4-5EA4-409F-91EF-2C9A7C1A0B82}"/>
              </a:ext>
            </a:extLst>
          </p:cNvPr>
          <p:cNvSpPr>
            <a:spLocks xmlns:a="http://schemas.openxmlformats.org/drawingml/2006/main" noGrp="1"/>
          </p:cNvSpPr>
          <p:nvPr/>
        </p:nvSpPr>
        <p:spPr>
          <a:xfrm xmlns:a="http://schemas.openxmlformats.org/drawingml/2006/main" rot="0">
            <a:off x="6229350" y="44196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6" name="">
            <a:extLst xmlns:a="http://schemas.openxmlformats.org/drawingml/2006/main">
              <a:ext uri="{FF2B5EF4-FFF2-40B4-BE49-F238E27FC236}">
                <a16:creationId xmlns:a16="http://schemas.microsoft.com/office/drawing/2014/main" id="{42A4219F-B42A-4AAE-9A72-C7CADCDB7F0D}"/>
              </a:ext>
            </a:extLst>
          </p:cNvPr>
          <p:cNvSpPr>
            <a:spLocks xmlns:a="http://schemas.openxmlformats.org/drawingml/2006/main" noGrp="1"/>
          </p:cNvSpPr>
          <p:nvPr/>
        </p:nvSpPr>
        <p:spPr>
          <a:xfrm xmlns:a="http://schemas.openxmlformats.org/drawingml/2006/main">
            <a:off x="6343650" y="44196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W14</a:t>
            </a:r>
          </a:p>
        </p:txBody>
      </p:sp>
      <p:sp>
        <p:nvSpPr>
          <p:cNvPr id="77" name="">
            <a:extLst xmlns:a="http://schemas.openxmlformats.org/drawingml/2006/main">
              <a:ext uri="{FF2B5EF4-FFF2-40B4-BE49-F238E27FC236}">
                <a16:creationId xmlns:a16="http://schemas.microsoft.com/office/drawing/2014/main" id="{03299C61-4F8C-42A1-9C56-95C5C6312EE1}"/>
              </a:ext>
            </a:extLst>
          </p:cNvPr>
          <p:cNvSpPr>
            <a:spLocks xmlns:a="http://schemas.openxmlformats.org/drawingml/2006/main" noGrp="1"/>
          </p:cNvSpPr>
          <p:nvPr/>
        </p:nvSpPr>
        <p:spPr>
          <a:xfrm xmlns:a="http://schemas.openxmlformats.org/drawingml/2006/main">
            <a:off x="6915150" y="44196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12.04</a:t>
            </a:r>
          </a:p>
        </p:txBody>
      </p:sp>
      <p:sp>
        <p:nvSpPr>
          <p:cNvPr id="78" name="">
            <a:extLst xmlns:a="http://schemas.openxmlformats.org/drawingml/2006/main">
              <a:ext uri="{FF2B5EF4-FFF2-40B4-BE49-F238E27FC236}">
                <a16:creationId xmlns:a16="http://schemas.microsoft.com/office/drawing/2014/main" id="{BA697646-F655-4FEB-B0C8-F22CF52EB03B}"/>
              </a:ext>
            </a:extLst>
          </p:cNvPr>
          <p:cNvSpPr>
            <a:spLocks xmlns:a="http://schemas.openxmlformats.org/drawingml/2006/main" noGrp="1"/>
          </p:cNvSpPr>
          <p:nvPr/>
        </p:nvSpPr>
        <p:spPr>
          <a:xfrm xmlns:a="http://schemas.openxmlformats.org/drawingml/2006/main">
            <a:off x="7620000" y="44196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비용·지연·용량</a:t>
            </a:r>
          </a:p>
        </p:txBody>
      </p:sp>
      <p:sp>
        <p:nvSpPr>
          <p:cNvPr id="79" name="">
            <a:extLst xmlns:a="http://schemas.openxmlformats.org/drawingml/2006/main">
              <a:ext uri="{FF2B5EF4-FFF2-40B4-BE49-F238E27FC236}">
                <a16:creationId xmlns:a16="http://schemas.microsoft.com/office/drawing/2014/main" id="{4687ED57-D414-4D18-BC35-2193514F6B8F}"/>
              </a:ext>
            </a:extLst>
          </p:cNvPr>
          <p:cNvSpPr>
            <a:spLocks xmlns:a="http://schemas.openxmlformats.org/drawingml/2006/main" noGrp="1"/>
          </p:cNvSpPr>
          <p:nvPr/>
        </p:nvSpPr>
        <p:spPr>
          <a:xfrm xmlns:a="http://schemas.openxmlformats.org/drawingml/2006/main">
            <a:off x="10344150" y="44196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80" name="">
            <a:extLst xmlns:a="http://schemas.openxmlformats.org/drawingml/2006/main">
              <a:ext uri="{FF2B5EF4-FFF2-40B4-BE49-F238E27FC236}">
                <a16:creationId xmlns:a16="http://schemas.microsoft.com/office/drawing/2014/main" id="{75FA5F2E-892A-4548-93BB-B0C253CB074E}"/>
              </a:ext>
            </a:extLst>
          </p:cNvPr>
          <p:cNvSpPr>
            <a:spLocks xmlns:a="http://schemas.openxmlformats.org/drawingml/2006/main" noGrp="1"/>
          </p:cNvSpPr>
          <p:nvPr/>
        </p:nvSpPr>
        <p:spPr>
          <a:xfrm xmlns:a="http://schemas.openxmlformats.org/drawingml/2006/main" rot="0">
            <a:off x="6229350" y="48768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1" name="">
            <a:extLst xmlns:a="http://schemas.openxmlformats.org/drawingml/2006/main">
              <a:ext uri="{FF2B5EF4-FFF2-40B4-BE49-F238E27FC236}">
                <a16:creationId xmlns:a16="http://schemas.microsoft.com/office/drawing/2014/main" id="{D76C65DE-B545-41E0-8218-EE5DE95DAFA7}"/>
              </a:ext>
            </a:extLst>
          </p:cNvPr>
          <p:cNvSpPr>
            <a:spLocks xmlns:a="http://schemas.openxmlformats.org/drawingml/2006/main" noGrp="1"/>
          </p:cNvSpPr>
          <p:nvPr/>
        </p:nvSpPr>
        <p:spPr>
          <a:xfrm xmlns:a="http://schemas.openxmlformats.org/drawingml/2006/main">
            <a:off x="6343650" y="48768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W15</a:t>
            </a:r>
          </a:p>
        </p:txBody>
      </p:sp>
      <p:sp>
        <p:nvSpPr>
          <p:cNvPr id="82" name="">
            <a:extLst xmlns:a="http://schemas.openxmlformats.org/drawingml/2006/main">
              <a:ext uri="{FF2B5EF4-FFF2-40B4-BE49-F238E27FC236}">
                <a16:creationId xmlns:a16="http://schemas.microsoft.com/office/drawing/2014/main" id="{3645F015-0DC8-43E1-9776-A7A3326A0A86}"/>
              </a:ext>
            </a:extLst>
          </p:cNvPr>
          <p:cNvSpPr>
            <a:spLocks xmlns:a="http://schemas.openxmlformats.org/drawingml/2006/main" noGrp="1"/>
          </p:cNvSpPr>
          <p:nvPr/>
        </p:nvSpPr>
        <p:spPr>
          <a:xfrm xmlns:a="http://schemas.openxmlformats.org/drawingml/2006/main">
            <a:off x="6915150" y="48768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12.11</a:t>
            </a:r>
          </a:p>
        </p:txBody>
      </p:sp>
      <p:sp>
        <p:nvSpPr>
          <p:cNvPr id="83" name="">
            <a:extLst xmlns:a="http://schemas.openxmlformats.org/drawingml/2006/main">
              <a:ext uri="{FF2B5EF4-FFF2-40B4-BE49-F238E27FC236}">
                <a16:creationId xmlns:a16="http://schemas.microsoft.com/office/drawing/2014/main" id="{2D263D20-F524-45A8-85C0-99AF53BBB6EC}"/>
              </a:ext>
            </a:extLst>
          </p:cNvPr>
          <p:cNvSpPr>
            <a:spLocks xmlns:a="http://schemas.openxmlformats.org/drawingml/2006/main" noGrp="1"/>
          </p:cNvSpPr>
          <p:nvPr/>
        </p:nvSpPr>
        <p:spPr>
          <a:xfrm xmlns:a="http://schemas.openxmlformats.org/drawingml/2006/main">
            <a:off x="7620000" y="48768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통합 검증·리허설</a:t>
            </a:r>
          </a:p>
        </p:txBody>
      </p:sp>
      <p:sp>
        <p:nvSpPr>
          <p:cNvPr id="84" name="">
            <a:extLst xmlns:a="http://schemas.openxmlformats.org/drawingml/2006/main">
              <a:ext uri="{FF2B5EF4-FFF2-40B4-BE49-F238E27FC236}">
                <a16:creationId xmlns:a16="http://schemas.microsoft.com/office/drawing/2014/main" id="{46E42F55-2C76-499E-A0CB-4625322A3366}"/>
              </a:ext>
            </a:extLst>
          </p:cNvPr>
          <p:cNvSpPr>
            <a:spLocks xmlns:a="http://schemas.openxmlformats.org/drawingml/2006/main" noGrp="1"/>
          </p:cNvSpPr>
          <p:nvPr/>
        </p:nvSpPr>
        <p:spPr>
          <a:xfrm xmlns:a="http://schemas.openxmlformats.org/drawingml/2006/main">
            <a:off x="10344150" y="48768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온라인</a:t>
            </a:r>
          </a:p>
        </p:txBody>
      </p:sp>
      <p:sp>
        <p:nvSpPr>
          <p:cNvPr id="85" name="">
            <a:extLst xmlns:a="http://schemas.openxmlformats.org/drawingml/2006/main">
              <a:ext uri="{FF2B5EF4-FFF2-40B4-BE49-F238E27FC236}">
                <a16:creationId xmlns:a16="http://schemas.microsoft.com/office/drawing/2014/main" id="{46277792-D0DB-486B-AAB8-E30B444F4B8F}"/>
              </a:ext>
            </a:extLst>
          </p:cNvPr>
          <p:cNvSpPr>
            <a:spLocks xmlns:a="http://schemas.openxmlformats.org/drawingml/2006/main" noGrp="1"/>
          </p:cNvSpPr>
          <p:nvPr/>
        </p:nvSpPr>
        <p:spPr>
          <a:xfrm xmlns:a="http://schemas.openxmlformats.org/drawingml/2006/main" rot="0">
            <a:off x="6229350" y="5334000"/>
            <a:ext cx="53530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6" name="">
            <a:extLst xmlns:a="http://schemas.openxmlformats.org/drawingml/2006/main">
              <a:ext uri="{FF2B5EF4-FFF2-40B4-BE49-F238E27FC236}">
                <a16:creationId xmlns:a16="http://schemas.microsoft.com/office/drawing/2014/main" id="{B8594578-246C-4CD4-9C92-8C0012F94D74}"/>
              </a:ext>
            </a:extLst>
          </p:cNvPr>
          <p:cNvSpPr>
            <a:spLocks xmlns:a="http://schemas.openxmlformats.org/drawingml/2006/main" noGrp="1"/>
          </p:cNvSpPr>
          <p:nvPr/>
        </p:nvSpPr>
        <p:spPr>
          <a:xfrm xmlns:a="http://schemas.openxmlformats.org/drawingml/2006/main">
            <a:off x="6343650" y="53340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125" b="1">
                <a:solidFill>
                  <a:srgbClr val="667085"/>
                </a:solidFill>
                <a:latin typeface="Menlo"/>
                <a:ea typeface="Menlo"/>
                <a:cs typeface="Menlo"/>
              </a:defRPr>
            </a:pPr>
            <a:r>
              <a:rPr sz="1125" b="1">
                <a:solidFill>
                  <a:srgbClr val="667085"/>
                </a:solidFill>
                <a:latin typeface="Menlo"/>
                <a:ea typeface="Menlo"/>
                <a:cs typeface="Menlo"/>
              </a:rPr>
              <a:t>W16</a:t>
            </a:r>
          </a:p>
        </p:txBody>
      </p:sp>
      <p:sp>
        <p:nvSpPr>
          <p:cNvPr id="87" name="">
            <a:extLst xmlns:a="http://schemas.openxmlformats.org/drawingml/2006/main">
              <a:ext uri="{FF2B5EF4-FFF2-40B4-BE49-F238E27FC236}">
                <a16:creationId xmlns:a16="http://schemas.microsoft.com/office/drawing/2014/main" id="{B4465FD7-E175-479A-BB47-37F0D6A514DC}"/>
              </a:ext>
            </a:extLst>
          </p:cNvPr>
          <p:cNvSpPr>
            <a:spLocks xmlns:a="http://schemas.openxmlformats.org/drawingml/2006/main" noGrp="1"/>
          </p:cNvSpPr>
          <p:nvPr/>
        </p:nvSpPr>
        <p:spPr>
          <a:xfrm xmlns:a="http://schemas.openxmlformats.org/drawingml/2006/main">
            <a:off x="6915150" y="533400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12.18</a:t>
            </a:r>
          </a:p>
        </p:txBody>
      </p:sp>
      <p:sp>
        <p:nvSpPr>
          <p:cNvPr id="88" name="">
            <a:extLst xmlns:a="http://schemas.openxmlformats.org/drawingml/2006/main">
              <a:ext uri="{FF2B5EF4-FFF2-40B4-BE49-F238E27FC236}">
                <a16:creationId xmlns:a16="http://schemas.microsoft.com/office/drawing/2014/main" id="{5DAEF89C-B457-4600-885C-E6487E498EEB}"/>
              </a:ext>
            </a:extLst>
          </p:cNvPr>
          <p:cNvSpPr>
            <a:spLocks xmlns:a="http://schemas.openxmlformats.org/drawingml/2006/main" noGrp="1"/>
          </p:cNvSpPr>
          <p:nvPr/>
        </p:nvSpPr>
        <p:spPr>
          <a:xfrm xmlns:a="http://schemas.openxmlformats.org/drawingml/2006/main">
            <a:off x="7620000" y="533400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기말 프로젝트 발표</a:t>
            </a:r>
          </a:p>
        </p:txBody>
      </p:sp>
      <p:sp>
        <p:nvSpPr>
          <p:cNvPr id="89" name="">
            <a:extLst xmlns:a="http://schemas.openxmlformats.org/drawingml/2006/main">
              <a:ext uri="{FF2B5EF4-FFF2-40B4-BE49-F238E27FC236}">
                <a16:creationId xmlns:a16="http://schemas.microsoft.com/office/drawing/2014/main" id="{84288E06-EA12-4626-B15E-798D108EA019}"/>
              </a:ext>
            </a:extLst>
          </p:cNvPr>
          <p:cNvSpPr>
            <a:spLocks xmlns:a="http://schemas.openxmlformats.org/drawingml/2006/main" noGrp="1"/>
          </p:cNvSpPr>
          <p:nvPr/>
        </p:nvSpPr>
        <p:spPr>
          <a:xfrm xmlns:a="http://schemas.openxmlformats.org/drawingml/2006/main">
            <a:off x="10344150" y="5334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실시간 발표</a:t>
            </a:r>
          </a:p>
        </p:txBody>
      </p:sp>
      <p:sp>
        <p:nvSpPr>
          <p:cNvPr id="90" name="">
            <a:extLst xmlns:a="http://schemas.openxmlformats.org/drawingml/2006/main">
              <a:ext uri="{FF2B5EF4-FFF2-40B4-BE49-F238E27FC236}">
                <a16:creationId xmlns:a16="http://schemas.microsoft.com/office/drawing/2014/main" id="{64913837-2F0D-4405-8FB8-993EB0FB72F9}"/>
              </a:ext>
            </a:extLst>
          </p:cNvPr>
          <p:cNvSpPr>
            <a:spLocks xmlns:a="http://schemas.openxmlformats.org/drawingml/2006/main" noGrp="1"/>
          </p:cNvSpPr>
          <p:nvPr/>
        </p:nvSpPr>
        <p:spPr>
          <a:xfrm xmlns:a="http://schemas.openxmlformats.org/drawingml/2006/main">
            <a:off x="609600" y="59245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W08 · 실시간 수업 없이 온라인 기획서 제출 평가 / W16 · 실시간 온라인 프로젝트 발표</a:t>
            </a:r>
          </a:p>
        </p:txBody>
      </p:sp>
    </p:spTree>
    <p:extLst>
      <p:ext uri="{BB962C8B-B14F-4D97-AF65-F5344CB8AC3E}">
        <p14:creationId xmlns:p14="http://schemas.microsoft.com/office/powerpoint/2010/main" val="791657943"/>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72531AC-D9C2-4970-A301-2C71748B0A78}"/>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54365037-2FF3-49C1-81B2-0AEA18993EA8}"/>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CB990A51-E2D5-47BB-98CB-EF55C6881AC1}"/>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6BFB21E5-6961-420C-982A-692608FFBDD9}"/>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C453C93C-EE5F-4493-90DE-A2E4EFE854D0}"/>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F82D4400-A291-4FA0-A948-FCE33683E59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16주 포트폴리오 로드맵</a:t>
            </a:r>
          </a:p>
        </p:txBody>
      </p:sp>
      <p:sp>
        <p:nvSpPr>
          <p:cNvPr id="7" name="">
            <a:extLst xmlns:a="http://schemas.openxmlformats.org/drawingml/2006/main">
              <a:ext uri="{FF2B5EF4-FFF2-40B4-BE49-F238E27FC236}">
                <a16:creationId xmlns:a16="http://schemas.microsoft.com/office/drawing/2014/main" id="{DC574991-5FA8-40D2-B378-DFB845DDE53A}"/>
              </a:ext>
            </a:extLst>
          </p:cNvPr>
          <p:cNvSpPr>
            <a:spLocks xmlns:a="http://schemas.openxmlformats.org/drawingml/2006/main" noGrp="1"/>
          </p:cNvSpPr>
          <p:nvPr/>
        </p:nvSpPr>
        <p:spPr>
          <a:xfrm xmlns:a="http://schemas.openxmlformats.org/drawingml/2006/main" flipH="0" flipV="0">
            <a:off x="876300" y="3276600"/>
            <a:ext cx="1009650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8" name="">
            <a:extLst xmlns:a="http://schemas.openxmlformats.org/drawingml/2006/main">
              <a:ext uri="{FF2B5EF4-FFF2-40B4-BE49-F238E27FC236}">
                <a16:creationId xmlns:a16="http://schemas.microsoft.com/office/drawing/2014/main" id="{8D022C5D-0A94-4419-8017-D6F097A34670}"/>
              </a:ext>
            </a:extLst>
          </p:cNvPr>
          <p:cNvSpPr>
            <a:spLocks xmlns:a="http://schemas.openxmlformats.org/drawingml/2006/main" noGrp="1"/>
          </p:cNvSpPr>
          <p:nvPr/>
        </p:nvSpPr>
        <p:spPr>
          <a:xfrm xmlns:a="http://schemas.openxmlformats.org/drawingml/2006/main" rot="0">
            <a:off x="723900" y="3124200"/>
            <a:ext cx="304800" cy="3048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892007F6-2F37-4074-977D-BA1C05F6F427}"/>
              </a:ext>
            </a:extLst>
          </p:cNvPr>
          <p:cNvSpPr>
            <a:spLocks xmlns:a="http://schemas.openxmlformats.org/drawingml/2006/main" noGrp="1"/>
          </p:cNvSpPr>
          <p:nvPr/>
        </p:nvSpPr>
        <p:spPr>
          <a:xfrm xmlns:a="http://schemas.openxmlformats.org/drawingml/2006/main">
            <a:off x="152400" y="20002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2563EB"/>
                </a:solidFill>
                <a:latin typeface="Menlo"/>
                <a:ea typeface="Menlo"/>
                <a:cs typeface="Menlo"/>
              </a:defRPr>
            </a:pPr>
            <a:r>
              <a:rPr sz="1200" b="1">
                <a:solidFill>
                  <a:srgbClr val="2563EB"/>
                </a:solidFill>
                <a:latin typeface="Menlo"/>
                <a:ea typeface="Menlo"/>
                <a:cs typeface="Menlo"/>
              </a:rPr>
              <a:t>W01–03</a:t>
            </a:r>
          </a:p>
        </p:txBody>
      </p:sp>
      <p:sp>
        <p:nvSpPr>
          <p:cNvPr id="10" name="">
            <a:extLst xmlns:a="http://schemas.openxmlformats.org/drawingml/2006/main">
              <a:ext uri="{FF2B5EF4-FFF2-40B4-BE49-F238E27FC236}">
                <a16:creationId xmlns:a16="http://schemas.microsoft.com/office/drawing/2014/main" id="{851D5538-3C39-4730-B366-B319C5BDC73F}"/>
              </a:ext>
            </a:extLst>
          </p:cNvPr>
          <p:cNvSpPr>
            <a:spLocks xmlns:a="http://schemas.openxmlformats.org/drawingml/2006/main" noGrp="1"/>
          </p:cNvSpPr>
          <p:nvPr/>
        </p:nvSpPr>
        <p:spPr>
          <a:xfrm xmlns:a="http://schemas.openxmlformats.org/drawingml/2006/main">
            <a:off x="38100" y="23431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2563EB"/>
                </a:solidFill>
                <a:latin typeface="AppleGothic"/>
                <a:ea typeface="AppleGothic"/>
                <a:cs typeface="AppleGothic"/>
              </a:defRPr>
            </a:pPr>
            <a:r>
              <a:rPr sz="1500" b="1">
                <a:solidFill>
                  <a:srgbClr val="2563EB"/>
                </a:solidFill>
                <a:latin typeface="AppleGothic"/>
                <a:ea typeface="AppleGothic"/>
                <a:cs typeface="AppleGothic"/>
              </a:rPr>
              <a:t>문제·요구사항</a:t>
            </a:r>
          </a:p>
          <a:p xmlns:a="http://schemas.openxmlformats.org/drawingml/2006/main">
            <a:pPr algn="ctr">
              <a:lnSpc>
                <a:spcPct val="110000"/>
              </a:lnSpc>
              <a:buNone/>
              <a:defRPr sz="1500" b="1">
                <a:solidFill>
                  <a:srgbClr val="2563EB"/>
                </a:solidFill>
                <a:latin typeface="AppleGothic"/>
                <a:ea typeface="AppleGothic"/>
                <a:cs typeface="AppleGothic"/>
              </a:defRPr>
            </a:pPr>
            <a:r>
              <a:rPr sz="1500" b="1">
                <a:solidFill>
                  <a:srgbClr val="2563EB"/>
                </a:solidFill>
                <a:latin typeface="AppleGothic"/>
                <a:ea typeface="AppleGothic"/>
                <a:cs typeface="AppleGothic"/>
              </a:rPr>
              <a:t>평가 기준</a:t>
            </a:r>
          </a:p>
        </p:txBody>
      </p:sp>
      <p:sp>
        <p:nvSpPr>
          <p:cNvPr id="11" name="">
            <a:extLst xmlns:a="http://schemas.openxmlformats.org/drawingml/2006/main">
              <a:ext uri="{FF2B5EF4-FFF2-40B4-BE49-F238E27FC236}">
                <a16:creationId xmlns:a16="http://schemas.microsoft.com/office/drawing/2014/main" id="{169E5563-EC2C-4261-BD3F-C0ECF3643EDC}"/>
              </a:ext>
            </a:extLst>
          </p:cNvPr>
          <p:cNvSpPr>
            <a:spLocks xmlns:a="http://schemas.openxmlformats.org/drawingml/2006/main" noGrp="1"/>
          </p:cNvSpPr>
          <p:nvPr/>
        </p:nvSpPr>
        <p:spPr>
          <a:xfrm xmlns:a="http://schemas.openxmlformats.org/drawingml/2006/main" rot="0">
            <a:off x="2743200" y="3124200"/>
            <a:ext cx="304800" cy="30480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2" name="">
            <a:extLst xmlns:a="http://schemas.openxmlformats.org/drawingml/2006/main">
              <a:ext uri="{FF2B5EF4-FFF2-40B4-BE49-F238E27FC236}">
                <a16:creationId xmlns:a16="http://schemas.microsoft.com/office/drawing/2014/main" id="{5E7AA6E5-821C-4FEF-A4FB-4B1121AFBDBF}"/>
              </a:ext>
            </a:extLst>
          </p:cNvPr>
          <p:cNvSpPr>
            <a:spLocks xmlns:a="http://schemas.openxmlformats.org/drawingml/2006/main" noGrp="1"/>
          </p:cNvSpPr>
          <p:nvPr/>
        </p:nvSpPr>
        <p:spPr>
          <a:xfrm xmlns:a="http://schemas.openxmlformats.org/drawingml/2006/main">
            <a:off x="2171700" y="37147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W04–05</a:t>
            </a:r>
          </a:p>
        </p:txBody>
      </p:sp>
      <p:sp>
        <p:nvSpPr>
          <p:cNvPr id="13" name="">
            <a:extLst xmlns:a="http://schemas.openxmlformats.org/drawingml/2006/main">
              <a:ext uri="{FF2B5EF4-FFF2-40B4-BE49-F238E27FC236}">
                <a16:creationId xmlns:a16="http://schemas.microsoft.com/office/drawing/2014/main" id="{F2BC7CAA-DD79-4933-B2D3-2284A5F8E42D}"/>
              </a:ext>
            </a:extLst>
          </p:cNvPr>
          <p:cNvSpPr>
            <a:spLocks xmlns:a="http://schemas.openxmlformats.org/drawingml/2006/main" noGrp="1"/>
          </p:cNvSpPr>
          <p:nvPr/>
        </p:nvSpPr>
        <p:spPr>
          <a:xfrm xmlns:a="http://schemas.openxmlformats.org/drawingml/2006/main">
            <a:off x="2057400" y="40576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데이터·근거</a:t>
            </a:r>
          </a:p>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검색 기준선</a:t>
            </a:r>
          </a:p>
        </p:txBody>
      </p:sp>
      <p:sp>
        <p:nvSpPr>
          <p:cNvPr id="14" name="">
            <a:extLst xmlns:a="http://schemas.openxmlformats.org/drawingml/2006/main">
              <a:ext uri="{FF2B5EF4-FFF2-40B4-BE49-F238E27FC236}">
                <a16:creationId xmlns:a16="http://schemas.microsoft.com/office/drawing/2014/main" id="{127C2BA3-0214-4DDC-A32B-B042ACB29024}"/>
              </a:ext>
            </a:extLst>
          </p:cNvPr>
          <p:cNvSpPr>
            <a:spLocks xmlns:a="http://schemas.openxmlformats.org/drawingml/2006/main" noGrp="1"/>
          </p:cNvSpPr>
          <p:nvPr/>
        </p:nvSpPr>
        <p:spPr>
          <a:xfrm xmlns:a="http://schemas.openxmlformats.org/drawingml/2006/main" rot="0">
            <a:off x="4762500" y="3124200"/>
            <a:ext cx="304800" cy="30480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5" name="">
            <a:extLst xmlns:a="http://schemas.openxmlformats.org/drawingml/2006/main">
              <a:ext uri="{FF2B5EF4-FFF2-40B4-BE49-F238E27FC236}">
                <a16:creationId xmlns:a16="http://schemas.microsoft.com/office/drawing/2014/main" id="{1BC3328A-9849-4C20-AAD3-25B36D5A2BE7}"/>
              </a:ext>
            </a:extLst>
          </p:cNvPr>
          <p:cNvSpPr>
            <a:spLocks xmlns:a="http://schemas.openxmlformats.org/drawingml/2006/main" noGrp="1"/>
          </p:cNvSpPr>
          <p:nvPr/>
        </p:nvSpPr>
        <p:spPr>
          <a:xfrm xmlns:a="http://schemas.openxmlformats.org/drawingml/2006/main">
            <a:off x="4191000" y="20002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W06–08</a:t>
            </a:r>
          </a:p>
        </p:txBody>
      </p:sp>
      <p:sp>
        <p:nvSpPr>
          <p:cNvPr id="16" name="">
            <a:extLst xmlns:a="http://schemas.openxmlformats.org/drawingml/2006/main">
              <a:ext uri="{FF2B5EF4-FFF2-40B4-BE49-F238E27FC236}">
                <a16:creationId xmlns:a16="http://schemas.microsoft.com/office/drawing/2014/main" id="{B2CA6A5D-7F5B-44B2-A170-51EC6939A07D}"/>
              </a:ext>
            </a:extLst>
          </p:cNvPr>
          <p:cNvSpPr>
            <a:spLocks xmlns:a="http://schemas.openxmlformats.org/drawingml/2006/main" noGrp="1"/>
          </p:cNvSpPr>
          <p:nvPr/>
        </p:nvSpPr>
        <p:spPr>
          <a:xfrm xmlns:a="http://schemas.openxmlformats.org/drawingml/2006/main">
            <a:off x="4076700" y="23431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기술 대안</a:t>
            </a:r>
          </a:p>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기획서 제출</a:t>
            </a:r>
          </a:p>
        </p:txBody>
      </p:sp>
      <p:sp>
        <p:nvSpPr>
          <p:cNvPr id="17" name="">
            <a:extLst xmlns:a="http://schemas.openxmlformats.org/drawingml/2006/main">
              <a:ext uri="{FF2B5EF4-FFF2-40B4-BE49-F238E27FC236}">
                <a16:creationId xmlns:a16="http://schemas.microsoft.com/office/drawing/2014/main" id="{E4DFB362-EC00-4D10-93D0-BAB5E23003EB}"/>
              </a:ext>
            </a:extLst>
          </p:cNvPr>
          <p:cNvSpPr>
            <a:spLocks xmlns:a="http://schemas.openxmlformats.org/drawingml/2006/main" noGrp="1"/>
          </p:cNvSpPr>
          <p:nvPr/>
        </p:nvSpPr>
        <p:spPr>
          <a:xfrm xmlns:a="http://schemas.openxmlformats.org/drawingml/2006/main" rot="0">
            <a:off x="6781800" y="3124200"/>
            <a:ext cx="304800" cy="30480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8" name="">
            <a:extLst xmlns:a="http://schemas.openxmlformats.org/drawingml/2006/main">
              <a:ext uri="{FF2B5EF4-FFF2-40B4-BE49-F238E27FC236}">
                <a16:creationId xmlns:a16="http://schemas.microsoft.com/office/drawing/2014/main" id="{E6B85EF3-FB18-4C04-B760-48A5751978C6}"/>
              </a:ext>
            </a:extLst>
          </p:cNvPr>
          <p:cNvSpPr>
            <a:spLocks xmlns:a="http://schemas.openxmlformats.org/drawingml/2006/main" noGrp="1"/>
          </p:cNvSpPr>
          <p:nvPr/>
        </p:nvSpPr>
        <p:spPr>
          <a:xfrm xmlns:a="http://schemas.openxmlformats.org/drawingml/2006/main">
            <a:off x="6210300" y="37147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W09–10</a:t>
            </a:r>
          </a:p>
        </p:txBody>
      </p:sp>
      <p:sp>
        <p:nvSpPr>
          <p:cNvPr id="19" name="">
            <a:extLst xmlns:a="http://schemas.openxmlformats.org/drawingml/2006/main">
              <a:ext uri="{FF2B5EF4-FFF2-40B4-BE49-F238E27FC236}">
                <a16:creationId xmlns:a16="http://schemas.microsoft.com/office/drawing/2014/main" id="{858F86BA-FB47-49B6-AB04-7FA56DE9B169}"/>
              </a:ext>
            </a:extLst>
          </p:cNvPr>
          <p:cNvSpPr>
            <a:spLocks xmlns:a="http://schemas.openxmlformats.org/drawingml/2006/main" noGrp="1"/>
          </p:cNvSpPr>
          <p:nvPr/>
        </p:nvSpPr>
        <p:spPr>
          <a:xfrm xmlns:a="http://schemas.openxmlformats.org/drawingml/2006/main">
            <a:off x="6096000" y="40576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서비스 구현</a:t>
            </a:r>
          </a:p>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관찰 구조</a:t>
            </a:r>
          </a:p>
        </p:txBody>
      </p:sp>
      <p:sp>
        <p:nvSpPr>
          <p:cNvPr id="20" name="">
            <a:extLst xmlns:a="http://schemas.openxmlformats.org/drawingml/2006/main">
              <a:ext uri="{FF2B5EF4-FFF2-40B4-BE49-F238E27FC236}">
                <a16:creationId xmlns:a16="http://schemas.microsoft.com/office/drawing/2014/main" id="{19EF2BCC-F25F-4936-BEB1-6C418C827D3F}"/>
              </a:ext>
            </a:extLst>
          </p:cNvPr>
          <p:cNvSpPr>
            <a:spLocks xmlns:a="http://schemas.openxmlformats.org/drawingml/2006/main" noGrp="1"/>
          </p:cNvSpPr>
          <p:nvPr/>
        </p:nvSpPr>
        <p:spPr>
          <a:xfrm xmlns:a="http://schemas.openxmlformats.org/drawingml/2006/main" rot="0">
            <a:off x="8801100" y="3124200"/>
            <a:ext cx="304800" cy="30480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21" name="">
            <a:extLst xmlns:a="http://schemas.openxmlformats.org/drawingml/2006/main">
              <a:ext uri="{FF2B5EF4-FFF2-40B4-BE49-F238E27FC236}">
                <a16:creationId xmlns:a16="http://schemas.microsoft.com/office/drawing/2014/main" id="{BBBC9838-BE09-49E3-BF53-20E0A6CD5141}"/>
              </a:ext>
            </a:extLst>
          </p:cNvPr>
          <p:cNvSpPr>
            <a:spLocks xmlns:a="http://schemas.openxmlformats.org/drawingml/2006/main" noGrp="1"/>
          </p:cNvSpPr>
          <p:nvPr/>
        </p:nvSpPr>
        <p:spPr>
          <a:xfrm xmlns:a="http://schemas.openxmlformats.org/drawingml/2006/main">
            <a:off x="8229600" y="20002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W11–14</a:t>
            </a:r>
          </a:p>
        </p:txBody>
      </p:sp>
      <p:sp>
        <p:nvSpPr>
          <p:cNvPr id="22" name="">
            <a:extLst xmlns:a="http://schemas.openxmlformats.org/drawingml/2006/main">
              <a:ext uri="{FF2B5EF4-FFF2-40B4-BE49-F238E27FC236}">
                <a16:creationId xmlns:a16="http://schemas.microsoft.com/office/drawing/2014/main" id="{D9FE5DAE-E7A0-4BD7-A989-E27C44915378}"/>
              </a:ext>
            </a:extLst>
          </p:cNvPr>
          <p:cNvSpPr>
            <a:spLocks xmlns:a="http://schemas.openxmlformats.org/drawingml/2006/main" noGrp="1"/>
          </p:cNvSpPr>
          <p:nvPr/>
        </p:nvSpPr>
        <p:spPr>
          <a:xfrm xmlns:a="http://schemas.openxmlformats.org/drawingml/2006/main">
            <a:off x="8115300" y="23431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평가·안전</a:t>
            </a:r>
          </a:p>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비용 판단</a:t>
            </a:r>
          </a:p>
        </p:txBody>
      </p:sp>
      <p:sp>
        <p:nvSpPr>
          <p:cNvPr id="23" name="">
            <a:extLst xmlns:a="http://schemas.openxmlformats.org/drawingml/2006/main">
              <a:ext uri="{FF2B5EF4-FFF2-40B4-BE49-F238E27FC236}">
                <a16:creationId xmlns:a16="http://schemas.microsoft.com/office/drawing/2014/main" id="{C39DE3B6-7337-4FAF-8514-5D5C478DEC1F}"/>
              </a:ext>
            </a:extLst>
          </p:cNvPr>
          <p:cNvSpPr>
            <a:spLocks xmlns:a="http://schemas.openxmlformats.org/drawingml/2006/main" noGrp="1"/>
          </p:cNvSpPr>
          <p:nvPr/>
        </p:nvSpPr>
        <p:spPr>
          <a:xfrm xmlns:a="http://schemas.openxmlformats.org/drawingml/2006/main" rot="0">
            <a:off x="10820400" y="3124200"/>
            <a:ext cx="304800" cy="30480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24" name="">
            <a:extLst xmlns:a="http://schemas.openxmlformats.org/drawingml/2006/main">
              <a:ext uri="{FF2B5EF4-FFF2-40B4-BE49-F238E27FC236}">
                <a16:creationId xmlns:a16="http://schemas.microsoft.com/office/drawing/2014/main" id="{579E9FF4-1C53-4E7B-9A5C-B04B85D73B6C}"/>
              </a:ext>
            </a:extLst>
          </p:cNvPr>
          <p:cNvSpPr>
            <a:spLocks xmlns:a="http://schemas.openxmlformats.org/drawingml/2006/main" noGrp="1"/>
          </p:cNvSpPr>
          <p:nvPr/>
        </p:nvSpPr>
        <p:spPr>
          <a:xfrm xmlns:a="http://schemas.openxmlformats.org/drawingml/2006/main">
            <a:off x="10248900" y="37147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W15–16</a:t>
            </a:r>
          </a:p>
        </p:txBody>
      </p:sp>
      <p:sp>
        <p:nvSpPr>
          <p:cNvPr id="25" name="">
            <a:extLst xmlns:a="http://schemas.openxmlformats.org/drawingml/2006/main">
              <a:ext uri="{FF2B5EF4-FFF2-40B4-BE49-F238E27FC236}">
                <a16:creationId xmlns:a16="http://schemas.microsoft.com/office/drawing/2014/main" id="{949EB079-062F-49D6-A94F-30141E1EDA09}"/>
              </a:ext>
            </a:extLst>
          </p:cNvPr>
          <p:cNvSpPr>
            <a:spLocks xmlns:a="http://schemas.openxmlformats.org/drawingml/2006/main" noGrp="1"/>
          </p:cNvSpPr>
          <p:nvPr/>
        </p:nvSpPr>
        <p:spPr>
          <a:xfrm xmlns:a="http://schemas.openxmlformats.org/drawingml/2006/main">
            <a:off x="10134600" y="405765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통합 검증</a:t>
            </a:r>
          </a:p>
          <a:p xmlns:a="http://schemas.openxmlformats.org/drawingml/2006/main">
            <a:pPr algn="ctr">
              <a:lnSpc>
                <a:spcPct val="11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결과 발표</a:t>
            </a:r>
          </a:p>
        </p:txBody>
      </p:sp>
      <p:sp>
        <p:nvSpPr>
          <p:cNvPr id="26" name="">
            <a:extLst xmlns:a="http://schemas.openxmlformats.org/drawingml/2006/main">
              <a:ext uri="{FF2B5EF4-FFF2-40B4-BE49-F238E27FC236}">
                <a16:creationId xmlns:a16="http://schemas.microsoft.com/office/drawing/2014/main" id="{606BCD49-785B-43D6-A337-369033CA19A2}"/>
              </a:ext>
            </a:extLst>
          </p:cNvPr>
          <p:cNvSpPr>
            <a:spLocks xmlns:a="http://schemas.openxmlformats.org/drawingml/2006/main" noGrp="1"/>
          </p:cNvSpPr>
          <p:nvPr/>
        </p:nvSpPr>
        <p:spPr>
          <a:xfrm xmlns:a="http://schemas.openxmlformats.org/drawingml/2006/main">
            <a:off x="609600" y="55435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문제 정의 · 실행 증거 · 평가 기준 · 운영 판단 · 버전 개선의 누적</a:t>
            </a:r>
          </a:p>
        </p:txBody>
      </p:sp>
    </p:spTree>
    <p:extLst>
      <p:ext uri="{BB962C8B-B14F-4D97-AF65-F5344CB8AC3E}">
        <p14:creationId xmlns:p14="http://schemas.microsoft.com/office/powerpoint/2010/main" val="205052904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DD0C59F-30D4-40B4-9B52-58C4F06EB63B}"/>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2CE5F978-247D-4356-84F5-4AD28EAF5D3E}"/>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05</a:t>
            </a:r>
          </a:p>
        </p:txBody>
      </p:sp>
      <p:sp>
        <p:nvSpPr>
          <p:cNvPr id="3" name="">
            <a:extLst xmlns:a="http://schemas.openxmlformats.org/drawingml/2006/main">
              <a:ext uri="{FF2B5EF4-FFF2-40B4-BE49-F238E27FC236}">
                <a16:creationId xmlns:a16="http://schemas.microsoft.com/office/drawing/2014/main" id="{DB5AA5AA-BAD2-4884-BAF0-0C87595C020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BBCD1E65-9F88-4FB5-9DEB-9E67AA1FD9A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AACA30E-90F5-424C-97FE-1CD226003EA0}"/>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A84C58C5-5F5C-4F14-B17F-BF4CA715D1A1}"/>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기획서 제출 패키지</a:t>
            </a:r>
          </a:p>
        </p:txBody>
      </p:sp>
      <p:sp>
        <p:nvSpPr>
          <p:cNvPr id="7" name="">
            <a:extLst xmlns:a="http://schemas.openxmlformats.org/drawingml/2006/main">
              <a:ext uri="{FF2B5EF4-FFF2-40B4-BE49-F238E27FC236}">
                <a16:creationId xmlns:a16="http://schemas.microsoft.com/office/drawing/2014/main" id="{03E5B8CF-722E-4BF6-9DAE-458111F7CF9E}"/>
              </a:ext>
            </a:extLst>
          </p:cNvPr>
          <p:cNvSpPr>
            <a:spLocks xmlns:a="http://schemas.openxmlformats.org/drawingml/2006/main" noGrp="1"/>
          </p:cNvSpPr>
          <p:nvPr/>
        </p:nvSpPr>
        <p:spPr>
          <a:xfrm xmlns:a="http://schemas.openxmlformats.org/drawingml/2006/main">
            <a:off x="609600" y="14097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667085"/>
                </a:solidFill>
                <a:latin typeface="AppleGothic"/>
                <a:ea typeface="AppleGothic"/>
                <a:cs typeface="AppleGothic"/>
              </a:defRPr>
            </a:pPr>
            <a:r>
              <a:rPr sz="1500" b="1">
                <a:solidFill>
                  <a:srgbClr val="667085"/>
                </a:solidFill>
                <a:latin typeface="AppleGothic"/>
                <a:ea typeface="AppleGothic"/>
                <a:cs typeface="AppleGothic"/>
              </a:rPr>
              <a:t>화면 검토와 인쇄 제출을 함께 지원하는 세 가지 HTML 기준 문서</a:t>
            </a:r>
          </a:p>
        </p:txBody>
      </p:sp>
      <p:sp>
        <p:nvSpPr>
          <p:cNvPr id="8" name="">
            <a:extLst xmlns:a="http://schemas.openxmlformats.org/drawingml/2006/main">
              <a:ext uri="{FF2B5EF4-FFF2-40B4-BE49-F238E27FC236}">
                <a16:creationId xmlns:a16="http://schemas.microsoft.com/office/drawing/2014/main" id="{75211AC0-4D68-4C65-A865-5AC09232BF68}"/>
              </a:ext>
            </a:extLst>
          </p:cNvPr>
          <p:cNvSpPr>
            <a:spLocks xmlns:a="http://schemas.openxmlformats.org/drawingml/2006/main" noGrp="1"/>
          </p:cNvSpPr>
          <p:nvPr/>
        </p:nvSpPr>
        <p:spPr>
          <a:xfrm xmlns:a="http://schemas.openxmlformats.org/drawingml/2006/main" rot="0">
            <a:off x="609600" y="1981200"/>
            <a:ext cx="32194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271116A7-414F-447F-89AD-BE5E6CBB549A}"/>
              </a:ext>
            </a:extLst>
          </p:cNvPr>
          <p:cNvSpPr>
            <a:spLocks xmlns:a="http://schemas.openxmlformats.org/drawingml/2006/main" noGrp="1"/>
          </p:cNvSpPr>
          <p:nvPr/>
        </p:nvSpPr>
        <p:spPr>
          <a:xfrm xmlns:a="http://schemas.openxmlformats.org/drawingml/2006/main" rot="0">
            <a:off x="609600" y="1981200"/>
            <a:ext cx="3219450" cy="47625"/>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E3AE2595-A6FA-4EEF-8693-0F9970CA10CD}"/>
              </a:ext>
            </a:extLst>
          </p:cNvPr>
          <p:cNvSpPr>
            <a:spLocks xmlns:a="http://schemas.openxmlformats.org/drawingml/2006/main" noGrp="1"/>
          </p:cNvSpPr>
          <p:nvPr/>
        </p:nvSpPr>
        <p:spPr>
          <a:xfrm xmlns:a="http://schemas.openxmlformats.org/drawingml/2006/main">
            <a:off x="838200" y="2228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01</a:t>
            </a:r>
          </a:p>
        </p:txBody>
      </p:sp>
      <p:sp>
        <p:nvSpPr>
          <p:cNvPr id="11" name="">
            <a:extLst xmlns:a="http://schemas.openxmlformats.org/drawingml/2006/main">
              <a:ext uri="{FF2B5EF4-FFF2-40B4-BE49-F238E27FC236}">
                <a16:creationId xmlns:a16="http://schemas.microsoft.com/office/drawing/2014/main" id="{045751F9-85C5-49A5-ADFF-7F49F6F83E5E}"/>
              </a:ext>
            </a:extLst>
          </p:cNvPr>
          <p:cNvSpPr>
            <a:spLocks xmlns:a="http://schemas.openxmlformats.org/drawingml/2006/main" noGrp="1"/>
          </p:cNvSpPr>
          <p:nvPr/>
        </p:nvSpPr>
        <p:spPr>
          <a:xfrm xmlns:a="http://schemas.openxmlformats.org/drawingml/2006/main">
            <a:off x="838200" y="26479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16주 과정</a:t>
            </a:r>
          </a:p>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로드맵</a:t>
            </a:r>
          </a:p>
        </p:txBody>
      </p:sp>
      <p:sp>
        <p:nvSpPr>
          <p:cNvPr id="12" name="">
            <a:extLst xmlns:a="http://schemas.openxmlformats.org/drawingml/2006/main">
              <a:ext uri="{FF2B5EF4-FFF2-40B4-BE49-F238E27FC236}">
                <a16:creationId xmlns:a16="http://schemas.microsoft.com/office/drawing/2014/main" id="{E4C2C017-6E3E-4570-94F3-8A1DE4427346}"/>
              </a:ext>
            </a:extLst>
          </p:cNvPr>
          <p:cNvSpPr>
            <a:spLocks xmlns:a="http://schemas.openxmlformats.org/drawingml/2006/main" noGrp="1"/>
          </p:cNvSpPr>
          <p:nvPr/>
        </p:nvSpPr>
        <p:spPr>
          <a:xfrm xmlns:a="http://schemas.openxmlformats.org/drawingml/2006/main" flipH="0" flipV="0">
            <a:off x="838200" y="3409950"/>
            <a:ext cx="2762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2212F01D-20EB-4CF4-BF30-38442AA2F77A}"/>
              </a:ext>
            </a:extLst>
          </p:cNvPr>
          <p:cNvSpPr>
            <a:spLocks xmlns:a="http://schemas.openxmlformats.org/drawingml/2006/main" noGrp="1"/>
          </p:cNvSpPr>
          <p:nvPr/>
        </p:nvSpPr>
        <p:spPr>
          <a:xfrm xmlns:a="http://schemas.openxmlformats.org/drawingml/2006/main">
            <a:off x="838200" y="363855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현재 주차·학습 질문</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주차별 일정·누적 산출물</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온라인 영상 대체 일정</a:t>
            </a:r>
          </a:p>
        </p:txBody>
      </p:sp>
      <p:sp>
        <p:nvSpPr>
          <p:cNvPr id="14" name="">
            <a:extLst xmlns:a="http://schemas.openxmlformats.org/drawingml/2006/main">
              <a:ext uri="{FF2B5EF4-FFF2-40B4-BE49-F238E27FC236}">
                <a16:creationId xmlns:a16="http://schemas.microsoft.com/office/drawing/2014/main" id="{187D9533-8005-40AD-9227-C5B94403B03E}"/>
              </a:ext>
            </a:extLst>
          </p:cNvPr>
          <p:cNvSpPr>
            <a:spLocks xmlns:a="http://schemas.openxmlformats.org/drawingml/2006/main" noGrp="1"/>
          </p:cNvSpPr>
          <p:nvPr/>
        </p:nvSpPr>
        <p:spPr>
          <a:xfrm xmlns:a="http://schemas.openxmlformats.org/drawingml/2006/main">
            <a:off x="838200" y="4495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curriculum/2026-2/web/</a:t>
            </a:r>
          </a:p>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course-roadmap.html</a:t>
            </a:r>
          </a:p>
        </p:txBody>
      </p:sp>
      <p:sp>
        <p:nvSpPr>
          <p:cNvPr id="15" name="">
            <a:extLst xmlns:a="http://schemas.openxmlformats.org/drawingml/2006/main">
              <a:ext uri="{FF2B5EF4-FFF2-40B4-BE49-F238E27FC236}">
                <a16:creationId xmlns:a16="http://schemas.microsoft.com/office/drawing/2014/main" id="{A14D64B0-B2AB-431A-ACA5-9EBAA86CFAC6}"/>
              </a:ext>
            </a:extLst>
          </p:cNvPr>
          <p:cNvSpPr>
            <a:spLocks xmlns:a="http://schemas.openxmlformats.org/drawingml/2006/main" noGrp="1"/>
          </p:cNvSpPr>
          <p:nvPr/>
        </p:nvSpPr>
        <p:spPr>
          <a:xfrm xmlns:a="http://schemas.openxmlformats.org/drawingml/2006/main" rot="0">
            <a:off x="4267200" y="1981200"/>
            <a:ext cx="32194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9698CAF1-9C05-4996-9A42-E08A5AEDB974}"/>
              </a:ext>
            </a:extLst>
          </p:cNvPr>
          <p:cNvSpPr>
            <a:spLocks xmlns:a="http://schemas.openxmlformats.org/drawingml/2006/main" noGrp="1"/>
          </p:cNvSpPr>
          <p:nvPr/>
        </p:nvSpPr>
        <p:spPr>
          <a:xfrm xmlns:a="http://schemas.openxmlformats.org/drawingml/2006/main" rot="0">
            <a:off x="4267200" y="1981200"/>
            <a:ext cx="3219450" cy="47625"/>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7" name="">
            <a:extLst xmlns:a="http://schemas.openxmlformats.org/drawingml/2006/main">
              <a:ext uri="{FF2B5EF4-FFF2-40B4-BE49-F238E27FC236}">
                <a16:creationId xmlns:a16="http://schemas.microsoft.com/office/drawing/2014/main" id="{8ABCF2D7-3A93-4AD2-8AA3-C7A0EEB2E86F}"/>
              </a:ext>
            </a:extLst>
          </p:cNvPr>
          <p:cNvSpPr>
            <a:spLocks xmlns:a="http://schemas.openxmlformats.org/drawingml/2006/main" noGrp="1"/>
          </p:cNvSpPr>
          <p:nvPr/>
        </p:nvSpPr>
        <p:spPr>
          <a:xfrm xmlns:a="http://schemas.openxmlformats.org/drawingml/2006/main">
            <a:off x="4495800" y="2228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02</a:t>
            </a:r>
          </a:p>
        </p:txBody>
      </p:sp>
      <p:sp>
        <p:nvSpPr>
          <p:cNvPr id="18" name="">
            <a:extLst xmlns:a="http://schemas.openxmlformats.org/drawingml/2006/main">
              <a:ext uri="{FF2B5EF4-FFF2-40B4-BE49-F238E27FC236}">
                <a16:creationId xmlns:a16="http://schemas.microsoft.com/office/drawing/2014/main" id="{4EA50ED4-D61D-485C-BC1D-53366EE0294F}"/>
              </a:ext>
            </a:extLst>
          </p:cNvPr>
          <p:cNvSpPr>
            <a:spLocks xmlns:a="http://schemas.openxmlformats.org/drawingml/2006/main" noGrp="1"/>
          </p:cNvSpPr>
          <p:nvPr/>
        </p:nvSpPr>
        <p:spPr>
          <a:xfrm xmlns:a="http://schemas.openxmlformats.org/drawingml/2006/main">
            <a:off x="4495800" y="26479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2페이지</a:t>
            </a:r>
          </a:p>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제안서</a:t>
            </a:r>
          </a:p>
        </p:txBody>
      </p:sp>
      <p:sp>
        <p:nvSpPr>
          <p:cNvPr id="19" name="">
            <a:extLst xmlns:a="http://schemas.openxmlformats.org/drawingml/2006/main">
              <a:ext uri="{FF2B5EF4-FFF2-40B4-BE49-F238E27FC236}">
                <a16:creationId xmlns:a16="http://schemas.microsoft.com/office/drawing/2014/main" id="{45137ED0-384D-4707-88C2-8DC95063475D}"/>
              </a:ext>
            </a:extLst>
          </p:cNvPr>
          <p:cNvSpPr>
            <a:spLocks xmlns:a="http://schemas.openxmlformats.org/drawingml/2006/main" noGrp="1"/>
          </p:cNvSpPr>
          <p:nvPr/>
        </p:nvSpPr>
        <p:spPr>
          <a:xfrm xmlns:a="http://schemas.openxmlformats.org/drawingml/2006/main" flipH="0" flipV="0">
            <a:off x="4495800" y="3409950"/>
            <a:ext cx="2762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C08F1CA4-95AE-433B-BE3C-C21CFE7F6223}"/>
              </a:ext>
            </a:extLst>
          </p:cNvPr>
          <p:cNvSpPr>
            <a:spLocks xmlns:a="http://schemas.openxmlformats.org/drawingml/2006/main" noGrp="1"/>
          </p:cNvSpPr>
          <p:nvPr/>
        </p:nvSpPr>
        <p:spPr>
          <a:xfrm xmlns:a="http://schemas.openxmlformats.org/drawingml/2006/main">
            <a:off x="4495800" y="363855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문제와 사용자·기준선</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입력·출력 명세</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해법·평가·교수 질문</a:t>
            </a:r>
          </a:p>
        </p:txBody>
      </p:sp>
      <p:sp>
        <p:nvSpPr>
          <p:cNvPr id="21" name="">
            <a:extLst xmlns:a="http://schemas.openxmlformats.org/drawingml/2006/main">
              <a:ext uri="{FF2B5EF4-FFF2-40B4-BE49-F238E27FC236}">
                <a16:creationId xmlns:a16="http://schemas.microsoft.com/office/drawing/2014/main" id="{044E6B55-8012-41BE-BD46-FE156578D622}"/>
              </a:ext>
            </a:extLst>
          </p:cNvPr>
          <p:cNvSpPr>
            <a:spLocks xmlns:a="http://schemas.openxmlformats.org/drawingml/2006/main" noGrp="1"/>
          </p:cNvSpPr>
          <p:nvPr/>
        </p:nvSpPr>
        <p:spPr>
          <a:xfrm xmlns:a="http://schemas.openxmlformats.org/drawingml/2006/main">
            <a:off x="4495800" y="4495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curriculum/2026-2/web/</a:t>
            </a:r>
          </a:p>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project-proposal-2pager.html</a:t>
            </a:r>
          </a:p>
        </p:txBody>
      </p:sp>
      <p:sp>
        <p:nvSpPr>
          <p:cNvPr id="22" name="">
            <a:extLst xmlns:a="http://schemas.openxmlformats.org/drawingml/2006/main">
              <a:ext uri="{FF2B5EF4-FFF2-40B4-BE49-F238E27FC236}">
                <a16:creationId xmlns:a16="http://schemas.microsoft.com/office/drawing/2014/main" id="{A30B865B-D31F-415F-B423-CD887CF628BF}"/>
              </a:ext>
            </a:extLst>
          </p:cNvPr>
          <p:cNvSpPr>
            <a:spLocks xmlns:a="http://schemas.openxmlformats.org/drawingml/2006/main" noGrp="1"/>
          </p:cNvSpPr>
          <p:nvPr/>
        </p:nvSpPr>
        <p:spPr>
          <a:xfrm xmlns:a="http://schemas.openxmlformats.org/drawingml/2006/main" rot="0">
            <a:off x="7924800" y="1981200"/>
            <a:ext cx="32194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3" name="">
            <a:extLst xmlns:a="http://schemas.openxmlformats.org/drawingml/2006/main">
              <a:ext uri="{FF2B5EF4-FFF2-40B4-BE49-F238E27FC236}">
                <a16:creationId xmlns:a16="http://schemas.microsoft.com/office/drawing/2014/main" id="{7D2F549D-80A4-4690-8A1E-9DC18A62F2D6}"/>
              </a:ext>
            </a:extLst>
          </p:cNvPr>
          <p:cNvSpPr>
            <a:spLocks xmlns:a="http://schemas.openxmlformats.org/drawingml/2006/main" noGrp="1"/>
          </p:cNvSpPr>
          <p:nvPr/>
        </p:nvSpPr>
        <p:spPr>
          <a:xfrm xmlns:a="http://schemas.openxmlformats.org/drawingml/2006/main" rot="0">
            <a:off x="7924800" y="1981200"/>
            <a:ext cx="3219450" cy="47625"/>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24" name="">
            <a:extLst xmlns:a="http://schemas.openxmlformats.org/drawingml/2006/main">
              <a:ext uri="{FF2B5EF4-FFF2-40B4-BE49-F238E27FC236}">
                <a16:creationId xmlns:a16="http://schemas.microsoft.com/office/drawing/2014/main" id="{D02B73E4-8507-4BA5-AA0E-877B06B86F03}"/>
              </a:ext>
            </a:extLst>
          </p:cNvPr>
          <p:cNvSpPr>
            <a:spLocks xmlns:a="http://schemas.openxmlformats.org/drawingml/2006/main" noGrp="1"/>
          </p:cNvSpPr>
          <p:nvPr/>
        </p:nvSpPr>
        <p:spPr>
          <a:xfrm xmlns:a="http://schemas.openxmlformats.org/drawingml/2006/main">
            <a:off x="8153400" y="2228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03</a:t>
            </a:r>
          </a:p>
        </p:txBody>
      </p:sp>
      <p:sp>
        <p:nvSpPr>
          <p:cNvPr id="25" name="">
            <a:extLst xmlns:a="http://schemas.openxmlformats.org/drawingml/2006/main">
              <a:ext uri="{FF2B5EF4-FFF2-40B4-BE49-F238E27FC236}">
                <a16:creationId xmlns:a16="http://schemas.microsoft.com/office/drawing/2014/main" id="{D47B03DF-AE65-4077-9FCC-0F919AC34579}"/>
              </a:ext>
            </a:extLst>
          </p:cNvPr>
          <p:cNvSpPr>
            <a:spLocks xmlns:a="http://schemas.openxmlformats.org/drawingml/2006/main" noGrp="1"/>
          </p:cNvSpPr>
          <p:nvPr/>
        </p:nvSpPr>
        <p:spPr>
          <a:xfrm xmlns:a="http://schemas.openxmlformats.org/drawingml/2006/main">
            <a:off x="8153400" y="26479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제품 요구사항</a:t>
            </a:r>
          </a:p>
          <a:p xmlns:a="http://schemas.openxmlformats.org/drawingml/2006/main">
            <a:pPr algn="l">
              <a:lnSpc>
                <a:spcPct val="106000"/>
              </a:lnSpc>
              <a:buNone/>
              <a:defRPr sz="1875" b="1">
                <a:solidFill>
                  <a:srgbClr val="191919"/>
                </a:solidFill>
                <a:latin typeface="AppleGothic"/>
                <a:ea typeface="AppleGothic"/>
                <a:cs typeface="AppleGothic"/>
              </a:defRPr>
            </a:pPr>
            <a:r>
              <a:rPr sz="1875" b="1">
                <a:solidFill>
                  <a:srgbClr val="191919"/>
                </a:solidFill>
                <a:latin typeface="AppleGothic"/>
                <a:ea typeface="AppleGothic"/>
                <a:cs typeface="AppleGothic"/>
              </a:rPr>
              <a:t>문서(PRD)</a:t>
            </a:r>
          </a:p>
        </p:txBody>
      </p:sp>
      <p:sp>
        <p:nvSpPr>
          <p:cNvPr id="26" name="">
            <a:extLst xmlns:a="http://schemas.openxmlformats.org/drawingml/2006/main">
              <a:ext uri="{FF2B5EF4-FFF2-40B4-BE49-F238E27FC236}">
                <a16:creationId xmlns:a16="http://schemas.microsoft.com/office/drawing/2014/main" id="{942C4A9F-C45B-454E-89F0-222AB577E57F}"/>
              </a:ext>
            </a:extLst>
          </p:cNvPr>
          <p:cNvSpPr>
            <a:spLocks xmlns:a="http://schemas.openxmlformats.org/drawingml/2006/main" noGrp="1"/>
          </p:cNvSpPr>
          <p:nvPr/>
        </p:nvSpPr>
        <p:spPr>
          <a:xfrm xmlns:a="http://schemas.openxmlformats.org/drawingml/2006/main" flipH="0" flipV="0">
            <a:off x="8153400" y="3409950"/>
            <a:ext cx="27622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7" name="">
            <a:extLst xmlns:a="http://schemas.openxmlformats.org/drawingml/2006/main">
              <a:ext uri="{FF2B5EF4-FFF2-40B4-BE49-F238E27FC236}">
                <a16:creationId xmlns:a16="http://schemas.microsoft.com/office/drawing/2014/main" id="{74FA47FB-74B4-4D24-A2A2-5521ED35FF02}"/>
              </a:ext>
            </a:extLst>
          </p:cNvPr>
          <p:cNvSpPr>
            <a:spLocks xmlns:a="http://schemas.openxmlformats.org/drawingml/2006/main" noGrp="1"/>
          </p:cNvSpPr>
          <p:nvPr/>
        </p:nvSpPr>
        <p:spPr>
          <a:xfrm xmlns:a="http://schemas.openxmlformats.org/drawingml/2006/main">
            <a:off x="8153400" y="363855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기능·비기능 요구사항</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데이터·권한·위험</a:t>
            </a:r>
          </a:p>
          <a:p xmlns:a="http://schemas.openxmlformats.org/drawingml/2006/main">
            <a:pPr algn="l">
              <a:lnSpc>
                <a:spcPct val="13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수락·승격·중단 기준</a:t>
            </a:r>
          </a:p>
        </p:txBody>
      </p:sp>
      <p:sp>
        <p:nvSpPr>
          <p:cNvPr id="28" name="">
            <a:extLst xmlns:a="http://schemas.openxmlformats.org/drawingml/2006/main">
              <a:ext uri="{FF2B5EF4-FFF2-40B4-BE49-F238E27FC236}">
                <a16:creationId xmlns:a16="http://schemas.microsoft.com/office/drawing/2014/main" id="{EA4493B8-81F0-4C93-965C-47377858B997}"/>
              </a:ext>
            </a:extLst>
          </p:cNvPr>
          <p:cNvSpPr>
            <a:spLocks xmlns:a="http://schemas.openxmlformats.org/drawingml/2006/main" noGrp="1"/>
          </p:cNvSpPr>
          <p:nvPr/>
        </p:nvSpPr>
        <p:spPr>
          <a:xfrm xmlns:a="http://schemas.openxmlformats.org/drawingml/2006/main">
            <a:off x="8153400" y="4495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curriculum/2026-2/web/</a:t>
            </a:r>
          </a:p>
          <a:p xmlns:a="http://schemas.openxmlformats.org/drawingml/2006/main">
            <a:pPr algn="l">
              <a:lnSpc>
                <a:spcPct val="110000"/>
              </a:lnSpc>
              <a:buNone/>
              <a:defRPr sz="1050" b="1">
                <a:solidFill>
                  <a:srgbClr val="191919"/>
                </a:solidFill>
                <a:latin typeface="Menlo"/>
                <a:ea typeface="Menlo"/>
                <a:cs typeface="Menlo"/>
              </a:defRPr>
            </a:pPr>
            <a:r>
              <a:rPr sz="1050" b="1">
                <a:solidFill>
                  <a:srgbClr val="191919"/>
                </a:solidFill>
                <a:latin typeface="Menlo"/>
                <a:ea typeface="Menlo"/>
                <a:cs typeface="Menlo"/>
              </a:rPr>
              <a:t>project-prd.html</a:t>
            </a:r>
          </a:p>
        </p:txBody>
      </p:sp>
      <p:sp>
        <p:nvSpPr>
          <p:cNvPr id="29" name="">
            <a:extLst xmlns:a="http://schemas.openxmlformats.org/drawingml/2006/main">
              <a:ext uri="{FF2B5EF4-FFF2-40B4-BE49-F238E27FC236}">
                <a16:creationId xmlns:a16="http://schemas.microsoft.com/office/drawing/2014/main" id="{5454849D-4391-458E-ABCC-A27873E1D4BE}"/>
              </a:ext>
            </a:extLst>
          </p:cNvPr>
          <p:cNvSpPr>
            <a:spLocks xmlns:a="http://schemas.openxmlformats.org/drawingml/2006/main" noGrp="1"/>
          </p:cNvSpPr>
          <p:nvPr/>
        </p:nvSpPr>
        <p:spPr>
          <a:xfrm xmlns:a="http://schemas.openxmlformats.org/drawingml/2006/main" rot="0">
            <a:off x="609600" y="5276850"/>
            <a:ext cx="10972800" cy="6667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30" name="">
            <a:extLst xmlns:a="http://schemas.openxmlformats.org/drawingml/2006/main">
              <a:ext uri="{FF2B5EF4-FFF2-40B4-BE49-F238E27FC236}">
                <a16:creationId xmlns:a16="http://schemas.microsoft.com/office/drawing/2014/main" id="{758CE225-2DF0-4114-B944-95A3389C3613}"/>
              </a:ext>
            </a:extLst>
          </p:cNvPr>
          <p:cNvSpPr>
            <a:spLocks xmlns:a="http://schemas.openxmlformats.org/drawingml/2006/main" noGrp="1"/>
          </p:cNvSpPr>
          <p:nvPr/>
        </p:nvSpPr>
        <p:spPr>
          <a:xfrm xmlns:a="http://schemas.openxmlformats.org/drawingml/2006/main">
            <a:off x="838200" y="5410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W08 / ONLINE SUBMISSION</a:t>
            </a:r>
          </a:p>
        </p:txBody>
      </p:sp>
      <p:sp>
        <p:nvSpPr>
          <p:cNvPr id="31" name="">
            <a:extLst xmlns:a="http://schemas.openxmlformats.org/drawingml/2006/main">
              <a:ext uri="{FF2B5EF4-FFF2-40B4-BE49-F238E27FC236}">
                <a16:creationId xmlns:a16="http://schemas.microsoft.com/office/drawing/2014/main" id="{B8011ABA-C2FC-4097-BA97-A906BD1C8F5C}"/>
              </a:ext>
            </a:extLst>
          </p:cNvPr>
          <p:cNvSpPr>
            <a:spLocks xmlns:a="http://schemas.openxmlformats.org/drawingml/2006/main" noGrp="1"/>
          </p:cNvSpPr>
          <p:nvPr/>
        </p:nvSpPr>
        <p:spPr>
          <a:xfrm xmlns:a="http://schemas.openxmlformats.org/drawingml/2006/main">
            <a:off x="3638550" y="5391150"/>
            <a:ext cx="771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중간고사 없음 · 실시간 수업 없음 · 세 문서와 PPT 요약본의 온라인 제출로 평가</a:t>
            </a:r>
          </a:p>
        </p:txBody>
      </p:sp>
    </p:spTree>
    <p:extLst>
      <p:ext uri="{BB962C8B-B14F-4D97-AF65-F5344CB8AC3E}">
        <p14:creationId xmlns:p14="http://schemas.microsoft.com/office/powerpoint/2010/main" val="513996183"/>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0B4251C-92DF-4BFA-958B-B4CA9638911C}"/>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C33397B4-2E57-44AF-A8B3-5366CDFC340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06</a:t>
            </a:r>
          </a:p>
        </p:txBody>
      </p:sp>
      <p:sp>
        <p:nvSpPr>
          <p:cNvPr id="3" name="">
            <a:extLst xmlns:a="http://schemas.openxmlformats.org/drawingml/2006/main">
              <a:ext uri="{FF2B5EF4-FFF2-40B4-BE49-F238E27FC236}">
                <a16:creationId xmlns:a16="http://schemas.microsoft.com/office/drawing/2014/main" id="{71887A50-1E38-461D-81B9-0C0785042452}"/>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CE0FA2F2-24F8-478B-8F54-7917D18E493D}"/>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AB819F0A-D1C5-4DF7-83AA-7DD62E6F7B0C}"/>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3234FAEA-3CAB-44B5-87A9-722DE0100DB5}"/>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교수 설계 리뷰와 수정 기록</a:t>
            </a:r>
          </a:p>
        </p:txBody>
      </p:sp>
      <p:sp>
        <p:nvSpPr>
          <p:cNvPr id="7" name="">
            <a:extLst xmlns:a="http://schemas.openxmlformats.org/drawingml/2006/main">
              <a:ext uri="{FF2B5EF4-FFF2-40B4-BE49-F238E27FC236}">
                <a16:creationId xmlns:a16="http://schemas.microsoft.com/office/drawing/2014/main" id="{380D0BE6-C441-43B9-9FF4-93A88F1363B8}"/>
              </a:ext>
            </a:extLst>
          </p:cNvPr>
          <p:cNvSpPr>
            <a:spLocks xmlns:a="http://schemas.openxmlformats.org/drawingml/2006/main" noGrp="1"/>
          </p:cNvSpPr>
          <p:nvPr/>
        </p:nvSpPr>
        <p:spPr>
          <a:xfrm xmlns:a="http://schemas.openxmlformats.org/drawingml/2006/main">
            <a:off x="609600" y="15240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초안 0.1 · 근거 확인 · 학생 결정 · 수정안 0.2</a:t>
            </a:r>
          </a:p>
        </p:txBody>
      </p:sp>
      <p:sp>
        <p:nvSpPr>
          <p:cNvPr id="8" name="">
            <a:extLst xmlns:a="http://schemas.openxmlformats.org/drawingml/2006/main">
              <a:ext uri="{FF2B5EF4-FFF2-40B4-BE49-F238E27FC236}">
                <a16:creationId xmlns:a16="http://schemas.microsoft.com/office/drawing/2014/main" id="{DE08DAF9-89FC-4BA6-B428-A4D92F438E0E}"/>
              </a:ext>
            </a:extLst>
          </p:cNvPr>
          <p:cNvSpPr>
            <a:spLocks xmlns:a="http://schemas.openxmlformats.org/drawingml/2006/main" noGrp="1"/>
          </p:cNvSpPr>
          <p:nvPr/>
        </p:nvSpPr>
        <p:spPr>
          <a:xfrm xmlns:a="http://schemas.openxmlformats.org/drawingml/2006/main">
            <a:off x="609600" y="2324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DRAFT 0.1</a:t>
            </a:r>
          </a:p>
        </p:txBody>
      </p:sp>
      <p:sp>
        <p:nvSpPr>
          <p:cNvPr id="9" name="">
            <a:extLst xmlns:a="http://schemas.openxmlformats.org/drawingml/2006/main">
              <a:ext uri="{FF2B5EF4-FFF2-40B4-BE49-F238E27FC236}">
                <a16:creationId xmlns:a16="http://schemas.microsoft.com/office/drawing/2014/main" id="{87BA86F1-AFBB-4A34-80FD-1D13580F6B42}"/>
              </a:ext>
            </a:extLst>
          </p:cNvPr>
          <p:cNvSpPr>
            <a:spLocks xmlns:a="http://schemas.openxmlformats.org/drawingml/2006/main" noGrp="1"/>
          </p:cNvSpPr>
          <p:nvPr/>
        </p:nvSpPr>
        <p:spPr>
          <a:xfrm xmlns:a="http://schemas.openxmlformats.org/drawingml/2006/main">
            <a:off x="609600" y="27813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875" b="1">
                <a:solidFill>
                  <a:srgbClr val="FFFFFF"/>
                </a:solidFill>
                <a:latin typeface="AppleGothic"/>
                <a:ea typeface="AppleGothic"/>
                <a:cs typeface="AppleGothic"/>
              </a:defRPr>
            </a:pPr>
            <a:r>
              <a:rPr sz="1875" b="1">
                <a:solidFill>
                  <a:srgbClr val="FFFFFF"/>
                </a:solidFill>
                <a:latin typeface="AppleGothic"/>
                <a:ea typeface="AppleGothic"/>
                <a:cs typeface="AppleGothic"/>
              </a:rPr>
              <a:t>현재 기획</a:t>
            </a:r>
          </a:p>
        </p:txBody>
      </p:sp>
      <p:sp>
        <p:nvSpPr>
          <p:cNvPr id="10" name="">
            <a:extLst xmlns:a="http://schemas.openxmlformats.org/drawingml/2006/main">
              <a:ext uri="{FF2B5EF4-FFF2-40B4-BE49-F238E27FC236}">
                <a16:creationId xmlns:a16="http://schemas.microsoft.com/office/drawing/2014/main" id="{414AE2D8-CC77-4797-B5C6-D4F0E281149B}"/>
              </a:ext>
            </a:extLst>
          </p:cNvPr>
          <p:cNvSpPr>
            <a:spLocks xmlns:a="http://schemas.openxmlformats.org/drawingml/2006/main" noGrp="1"/>
          </p:cNvSpPr>
          <p:nvPr/>
        </p:nvSpPr>
        <p:spPr>
          <a:xfrm xmlns:a="http://schemas.openxmlformats.org/drawingml/2006/main" flipH="0" flipV="0">
            <a:off x="609600" y="3638550"/>
            <a:ext cx="219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1" name="">
            <a:extLst xmlns:a="http://schemas.openxmlformats.org/drawingml/2006/main">
              <a:ext uri="{FF2B5EF4-FFF2-40B4-BE49-F238E27FC236}">
                <a16:creationId xmlns:a16="http://schemas.microsoft.com/office/drawing/2014/main" id="{7DDAB71C-8BB1-4E0B-9E90-9C14CE808EA6}"/>
              </a:ext>
            </a:extLst>
          </p:cNvPr>
          <p:cNvSpPr>
            <a:spLocks xmlns:a="http://schemas.openxmlformats.org/drawingml/2006/main" noGrp="1"/>
          </p:cNvSpPr>
          <p:nvPr/>
        </p:nvSpPr>
        <p:spPr>
          <a:xfrm xmlns:a="http://schemas.openxmlformats.org/drawingml/2006/main">
            <a:off x="609600" y="3905250"/>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가정과 선택지</a:t>
            </a:r>
          </a:p>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확인할 질문 1–3개</a:t>
            </a:r>
          </a:p>
        </p:txBody>
      </p:sp>
      <p:sp>
        <p:nvSpPr>
          <p:cNvPr id="12" name="">
            <a:extLst xmlns:a="http://schemas.openxmlformats.org/drawingml/2006/main">
              <a:ext uri="{FF2B5EF4-FFF2-40B4-BE49-F238E27FC236}">
                <a16:creationId xmlns:a16="http://schemas.microsoft.com/office/drawing/2014/main" id="{10C2EE83-FA87-4B20-B929-E7EAA2A2F506}"/>
              </a:ext>
            </a:extLst>
          </p:cNvPr>
          <p:cNvSpPr>
            <a:spLocks xmlns:a="http://schemas.openxmlformats.org/drawingml/2006/main" noGrp="1"/>
          </p:cNvSpPr>
          <p:nvPr/>
        </p:nvSpPr>
        <p:spPr>
          <a:xfrm xmlns:a="http://schemas.openxmlformats.org/drawingml/2006/main" flipH="0" flipV="0">
            <a:off x="2876550" y="3162300"/>
            <a:ext cx="457200" cy="0"/>
          </a:xfrm>
          <a:prstGeom xmlns:a="http://schemas.openxmlformats.org/drawingml/2006/main" prst="line">
            <a:avLst/>
          </a:prstGeom>
          <a:noFill xmlns:a="http://schemas.openxmlformats.org/drawingml/2006/main"/>
          <a:ln xmlns:a="http://schemas.openxmlformats.org/drawingml/2006/main" w="9525">
            <a:solidFill>
              <a:srgbClr val="98A2B3"/>
            </a:solidFill>
            <a:prstDash val="solid"/>
          </a:ln>
        </p:spPr>
      </p:sp>
      <p:sp>
        <p:nvSpPr>
          <p:cNvPr id="13" name="">
            <a:extLst xmlns:a="http://schemas.openxmlformats.org/drawingml/2006/main">
              <a:ext uri="{FF2B5EF4-FFF2-40B4-BE49-F238E27FC236}">
                <a16:creationId xmlns:a16="http://schemas.microsoft.com/office/drawing/2014/main" id="{62E0A0CC-2914-45A0-B010-4FB14773DED6}"/>
              </a:ext>
            </a:extLst>
          </p:cNvPr>
          <p:cNvSpPr>
            <a:spLocks xmlns:a="http://schemas.openxmlformats.org/drawingml/2006/main" noGrp="1"/>
          </p:cNvSpPr>
          <p:nvPr/>
        </p:nvSpPr>
        <p:spPr>
          <a:xfrm xmlns:a="http://schemas.openxmlformats.org/drawingml/2006/main" rot="0">
            <a:off x="3276600" y="3114675"/>
            <a:ext cx="95250" cy="95250"/>
          </a:xfrm>
          <a:prstGeom xmlns:a="http://schemas.openxmlformats.org/drawingml/2006/main" prst="ellipse">
            <a:avLst/>
          </a:prstGeom>
          <a:solidFill xmlns:a="http://schemas.openxmlformats.org/drawingml/2006/main">
            <a:srgbClr val="98A2B3"/>
          </a:solidFill>
          <a:ln xmlns:a="http://schemas.openxmlformats.org/drawingml/2006/main" w="0">
            <a:solidFill>
              <a:srgbClr val="98A2B3"/>
            </a:solidFill>
            <a:prstDash val="solid"/>
          </a:ln>
        </p:spPr>
      </p:sp>
      <p:sp>
        <p:nvSpPr>
          <p:cNvPr id="14" name="">
            <a:extLst xmlns:a="http://schemas.openxmlformats.org/drawingml/2006/main">
              <a:ext uri="{FF2B5EF4-FFF2-40B4-BE49-F238E27FC236}">
                <a16:creationId xmlns:a16="http://schemas.microsoft.com/office/drawing/2014/main" id="{A18E2F95-187B-4582-A988-2A74CBF22B5C}"/>
              </a:ext>
            </a:extLst>
          </p:cNvPr>
          <p:cNvSpPr>
            <a:spLocks xmlns:a="http://schemas.openxmlformats.org/drawingml/2006/main" noGrp="1"/>
          </p:cNvSpPr>
          <p:nvPr/>
        </p:nvSpPr>
        <p:spPr>
          <a:xfrm xmlns:a="http://schemas.openxmlformats.org/drawingml/2006/main">
            <a:off x="3429000" y="2324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2563EB"/>
                </a:solidFill>
                <a:latin typeface="Menlo"/>
                <a:ea typeface="Menlo"/>
                <a:cs typeface="Menlo"/>
              </a:defRPr>
            </a:pPr>
            <a:r>
              <a:rPr sz="1200" b="1">
                <a:solidFill>
                  <a:srgbClr val="2563EB"/>
                </a:solidFill>
                <a:latin typeface="Menlo"/>
                <a:ea typeface="Menlo"/>
                <a:cs typeface="Menlo"/>
              </a:rPr>
              <a:t>DESIGN REVIEW</a:t>
            </a:r>
          </a:p>
        </p:txBody>
      </p:sp>
      <p:sp>
        <p:nvSpPr>
          <p:cNvPr id="15" name="">
            <a:extLst xmlns:a="http://schemas.openxmlformats.org/drawingml/2006/main">
              <a:ext uri="{FF2B5EF4-FFF2-40B4-BE49-F238E27FC236}">
                <a16:creationId xmlns:a16="http://schemas.microsoft.com/office/drawing/2014/main" id="{05BEB62F-8063-43CA-A9EE-B13374D6D416}"/>
              </a:ext>
            </a:extLst>
          </p:cNvPr>
          <p:cNvSpPr>
            <a:spLocks xmlns:a="http://schemas.openxmlformats.org/drawingml/2006/main" noGrp="1"/>
          </p:cNvSpPr>
          <p:nvPr/>
        </p:nvSpPr>
        <p:spPr>
          <a:xfrm xmlns:a="http://schemas.openxmlformats.org/drawingml/2006/main">
            <a:off x="3429000" y="27813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875" b="1">
                <a:solidFill>
                  <a:srgbClr val="FFFFFF"/>
                </a:solidFill>
                <a:latin typeface="AppleGothic"/>
                <a:ea typeface="AppleGothic"/>
                <a:cs typeface="AppleGothic"/>
              </a:defRPr>
            </a:pPr>
            <a:r>
              <a:rPr sz="1875" b="1">
                <a:solidFill>
                  <a:srgbClr val="FFFFFF"/>
                </a:solidFill>
                <a:latin typeface="AppleGothic"/>
                <a:ea typeface="AppleGothic"/>
                <a:cs typeface="AppleGothic"/>
              </a:rPr>
              <a:t>교수 질문</a:t>
            </a:r>
          </a:p>
        </p:txBody>
      </p:sp>
      <p:sp>
        <p:nvSpPr>
          <p:cNvPr id="16" name="">
            <a:extLst xmlns:a="http://schemas.openxmlformats.org/drawingml/2006/main">
              <a:ext uri="{FF2B5EF4-FFF2-40B4-BE49-F238E27FC236}">
                <a16:creationId xmlns:a16="http://schemas.microsoft.com/office/drawing/2014/main" id="{61294704-1F1A-404D-B1A2-D70CE1329C86}"/>
              </a:ext>
            </a:extLst>
          </p:cNvPr>
          <p:cNvSpPr>
            <a:spLocks xmlns:a="http://schemas.openxmlformats.org/drawingml/2006/main" noGrp="1"/>
          </p:cNvSpPr>
          <p:nvPr/>
        </p:nvSpPr>
        <p:spPr>
          <a:xfrm xmlns:a="http://schemas.openxmlformats.org/drawingml/2006/main" flipH="0" flipV="0">
            <a:off x="3429000" y="3638550"/>
            <a:ext cx="219075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7" name="">
            <a:extLst xmlns:a="http://schemas.openxmlformats.org/drawingml/2006/main">
              <a:ext uri="{FF2B5EF4-FFF2-40B4-BE49-F238E27FC236}">
                <a16:creationId xmlns:a16="http://schemas.microsoft.com/office/drawing/2014/main" id="{BDF8CE4D-235B-43A9-9472-2804975C66B4}"/>
              </a:ext>
            </a:extLst>
          </p:cNvPr>
          <p:cNvSpPr>
            <a:spLocks xmlns:a="http://schemas.openxmlformats.org/drawingml/2006/main" noGrp="1"/>
          </p:cNvSpPr>
          <p:nvPr/>
        </p:nvSpPr>
        <p:spPr>
          <a:xfrm xmlns:a="http://schemas.openxmlformats.org/drawingml/2006/main">
            <a:off x="3429000" y="3905250"/>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빈 근거와 경계</a:t>
            </a:r>
          </a:p>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반례·추가 확인</a:t>
            </a:r>
          </a:p>
        </p:txBody>
      </p:sp>
      <p:sp>
        <p:nvSpPr>
          <p:cNvPr id="18" name="">
            <a:extLst xmlns:a="http://schemas.openxmlformats.org/drawingml/2006/main">
              <a:ext uri="{FF2B5EF4-FFF2-40B4-BE49-F238E27FC236}">
                <a16:creationId xmlns:a16="http://schemas.microsoft.com/office/drawing/2014/main" id="{956094AD-823E-4560-905F-16B99225F9FE}"/>
              </a:ext>
            </a:extLst>
          </p:cNvPr>
          <p:cNvSpPr>
            <a:spLocks xmlns:a="http://schemas.openxmlformats.org/drawingml/2006/main" noGrp="1"/>
          </p:cNvSpPr>
          <p:nvPr/>
        </p:nvSpPr>
        <p:spPr>
          <a:xfrm xmlns:a="http://schemas.openxmlformats.org/drawingml/2006/main" flipH="0" flipV="0">
            <a:off x="5695950" y="3162300"/>
            <a:ext cx="457200" cy="0"/>
          </a:xfrm>
          <a:prstGeom xmlns:a="http://schemas.openxmlformats.org/drawingml/2006/main" prst="line">
            <a:avLst/>
          </a:prstGeom>
          <a:noFill xmlns:a="http://schemas.openxmlformats.org/drawingml/2006/main"/>
          <a:ln xmlns:a="http://schemas.openxmlformats.org/drawingml/2006/main" w="9525">
            <a:solidFill>
              <a:srgbClr val="98A2B3"/>
            </a:solidFill>
            <a:prstDash val="solid"/>
          </a:ln>
        </p:spPr>
      </p:sp>
      <p:sp>
        <p:nvSpPr>
          <p:cNvPr id="19" name="">
            <a:extLst xmlns:a="http://schemas.openxmlformats.org/drawingml/2006/main">
              <a:ext uri="{FF2B5EF4-FFF2-40B4-BE49-F238E27FC236}">
                <a16:creationId xmlns:a16="http://schemas.microsoft.com/office/drawing/2014/main" id="{B3210056-A38E-42CF-812C-4728A97C9A90}"/>
              </a:ext>
            </a:extLst>
          </p:cNvPr>
          <p:cNvSpPr>
            <a:spLocks xmlns:a="http://schemas.openxmlformats.org/drawingml/2006/main" noGrp="1"/>
          </p:cNvSpPr>
          <p:nvPr/>
        </p:nvSpPr>
        <p:spPr>
          <a:xfrm xmlns:a="http://schemas.openxmlformats.org/drawingml/2006/main" rot="0">
            <a:off x="6096000" y="3114675"/>
            <a:ext cx="95250" cy="95250"/>
          </a:xfrm>
          <a:prstGeom xmlns:a="http://schemas.openxmlformats.org/drawingml/2006/main" prst="ellipse">
            <a:avLst/>
          </a:prstGeom>
          <a:solidFill xmlns:a="http://schemas.openxmlformats.org/drawingml/2006/main">
            <a:srgbClr val="98A2B3"/>
          </a:solidFill>
          <a:ln xmlns:a="http://schemas.openxmlformats.org/drawingml/2006/main" w="0">
            <a:solidFill>
              <a:srgbClr val="98A2B3"/>
            </a:solidFill>
            <a:prstDash val="solid"/>
          </a:ln>
        </p:spPr>
      </p:sp>
      <p:sp>
        <p:nvSpPr>
          <p:cNvPr id="20" name="">
            <a:extLst xmlns:a="http://schemas.openxmlformats.org/drawingml/2006/main">
              <a:ext uri="{FF2B5EF4-FFF2-40B4-BE49-F238E27FC236}">
                <a16:creationId xmlns:a16="http://schemas.microsoft.com/office/drawing/2014/main" id="{AA2FF311-46B8-4301-98E2-1962AD788B7F}"/>
              </a:ext>
            </a:extLst>
          </p:cNvPr>
          <p:cNvSpPr>
            <a:spLocks xmlns:a="http://schemas.openxmlformats.org/drawingml/2006/main" noGrp="1"/>
          </p:cNvSpPr>
          <p:nvPr/>
        </p:nvSpPr>
        <p:spPr>
          <a:xfrm xmlns:a="http://schemas.openxmlformats.org/drawingml/2006/main">
            <a:off x="6248400" y="2324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DECISION</a:t>
            </a:r>
          </a:p>
        </p:txBody>
      </p:sp>
      <p:sp>
        <p:nvSpPr>
          <p:cNvPr id="21" name="">
            <a:extLst xmlns:a="http://schemas.openxmlformats.org/drawingml/2006/main">
              <a:ext uri="{FF2B5EF4-FFF2-40B4-BE49-F238E27FC236}">
                <a16:creationId xmlns:a16="http://schemas.microsoft.com/office/drawing/2014/main" id="{AE63186F-C67E-421F-A658-567F4434463A}"/>
              </a:ext>
            </a:extLst>
          </p:cNvPr>
          <p:cNvSpPr>
            <a:spLocks xmlns:a="http://schemas.openxmlformats.org/drawingml/2006/main" noGrp="1"/>
          </p:cNvSpPr>
          <p:nvPr/>
        </p:nvSpPr>
        <p:spPr>
          <a:xfrm xmlns:a="http://schemas.openxmlformats.org/drawingml/2006/main">
            <a:off x="6248400" y="27813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875" b="1">
                <a:solidFill>
                  <a:srgbClr val="FFFFFF"/>
                </a:solidFill>
                <a:latin typeface="AppleGothic"/>
                <a:ea typeface="AppleGothic"/>
                <a:cs typeface="AppleGothic"/>
              </a:defRPr>
            </a:pPr>
            <a:r>
              <a:rPr sz="1875" b="1">
                <a:solidFill>
                  <a:srgbClr val="FFFFFF"/>
                </a:solidFill>
                <a:latin typeface="AppleGothic"/>
                <a:ea typeface="AppleGothic"/>
                <a:cs typeface="AppleGothic"/>
              </a:rPr>
              <a:t>학생 판단</a:t>
            </a:r>
          </a:p>
        </p:txBody>
      </p:sp>
      <p:sp>
        <p:nvSpPr>
          <p:cNvPr id="22" name="">
            <a:extLst xmlns:a="http://schemas.openxmlformats.org/drawingml/2006/main">
              <a:ext uri="{FF2B5EF4-FFF2-40B4-BE49-F238E27FC236}">
                <a16:creationId xmlns:a16="http://schemas.microsoft.com/office/drawing/2014/main" id="{D9444E8B-1FDA-46D0-BDFD-E8C0D765CF32}"/>
              </a:ext>
            </a:extLst>
          </p:cNvPr>
          <p:cNvSpPr>
            <a:spLocks xmlns:a="http://schemas.openxmlformats.org/drawingml/2006/main" noGrp="1"/>
          </p:cNvSpPr>
          <p:nvPr/>
        </p:nvSpPr>
        <p:spPr>
          <a:xfrm xmlns:a="http://schemas.openxmlformats.org/drawingml/2006/main" flipH="0" flipV="0">
            <a:off x="6248400" y="3638550"/>
            <a:ext cx="219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3" name="">
            <a:extLst xmlns:a="http://schemas.openxmlformats.org/drawingml/2006/main">
              <a:ext uri="{FF2B5EF4-FFF2-40B4-BE49-F238E27FC236}">
                <a16:creationId xmlns:a16="http://schemas.microsoft.com/office/drawing/2014/main" id="{E29DB49A-D226-4128-9665-7EC52463B00B}"/>
              </a:ext>
            </a:extLst>
          </p:cNvPr>
          <p:cNvSpPr>
            <a:spLocks xmlns:a="http://schemas.openxmlformats.org/drawingml/2006/main" noGrp="1"/>
          </p:cNvSpPr>
          <p:nvPr/>
        </p:nvSpPr>
        <p:spPr>
          <a:xfrm xmlns:a="http://schemas.openxmlformats.org/drawingml/2006/main">
            <a:off x="6248400" y="3905250"/>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채택 · 보류 · 반박</a:t>
            </a:r>
          </a:p>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결정 이유</a:t>
            </a:r>
          </a:p>
        </p:txBody>
      </p:sp>
      <p:sp>
        <p:nvSpPr>
          <p:cNvPr id="24" name="">
            <a:extLst xmlns:a="http://schemas.openxmlformats.org/drawingml/2006/main">
              <a:ext uri="{FF2B5EF4-FFF2-40B4-BE49-F238E27FC236}">
                <a16:creationId xmlns:a16="http://schemas.microsoft.com/office/drawing/2014/main" id="{DF912760-54F7-4159-A175-CD4FC74C2B2F}"/>
              </a:ext>
            </a:extLst>
          </p:cNvPr>
          <p:cNvSpPr>
            <a:spLocks xmlns:a="http://schemas.openxmlformats.org/drawingml/2006/main" noGrp="1"/>
          </p:cNvSpPr>
          <p:nvPr/>
        </p:nvSpPr>
        <p:spPr>
          <a:xfrm xmlns:a="http://schemas.openxmlformats.org/drawingml/2006/main" flipH="0" flipV="0">
            <a:off x="8515350" y="3162300"/>
            <a:ext cx="457200" cy="0"/>
          </a:xfrm>
          <a:prstGeom xmlns:a="http://schemas.openxmlformats.org/drawingml/2006/main" prst="line">
            <a:avLst/>
          </a:prstGeom>
          <a:noFill xmlns:a="http://schemas.openxmlformats.org/drawingml/2006/main"/>
          <a:ln xmlns:a="http://schemas.openxmlformats.org/drawingml/2006/main" w="9525">
            <a:solidFill>
              <a:srgbClr val="98A2B3"/>
            </a:solidFill>
            <a:prstDash val="solid"/>
          </a:ln>
        </p:spPr>
      </p:sp>
      <p:sp>
        <p:nvSpPr>
          <p:cNvPr id="25" name="">
            <a:extLst xmlns:a="http://schemas.openxmlformats.org/drawingml/2006/main">
              <a:ext uri="{FF2B5EF4-FFF2-40B4-BE49-F238E27FC236}">
                <a16:creationId xmlns:a16="http://schemas.microsoft.com/office/drawing/2014/main" id="{9D5ADAD3-6967-4ABB-BD63-BAE31B94E047}"/>
              </a:ext>
            </a:extLst>
          </p:cNvPr>
          <p:cNvSpPr>
            <a:spLocks xmlns:a="http://schemas.openxmlformats.org/drawingml/2006/main" noGrp="1"/>
          </p:cNvSpPr>
          <p:nvPr/>
        </p:nvSpPr>
        <p:spPr>
          <a:xfrm xmlns:a="http://schemas.openxmlformats.org/drawingml/2006/main" rot="0">
            <a:off x="8915400" y="3114675"/>
            <a:ext cx="95250" cy="95250"/>
          </a:xfrm>
          <a:prstGeom xmlns:a="http://schemas.openxmlformats.org/drawingml/2006/main" prst="ellipse">
            <a:avLst/>
          </a:prstGeom>
          <a:solidFill xmlns:a="http://schemas.openxmlformats.org/drawingml/2006/main">
            <a:srgbClr val="98A2B3"/>
          </a:solidFill>
          <a:ln xmlns:a="http://schemas.openxmlformats.org/drawingml/2006/main" w="0">
            <a:solidFill>
              <a:srgbClr val="98A2B3"/>
            </a:solidFill>
            <a:prstDash val="solid"/>
          </a:ln>
        </p:spPr>
      </p:sp>
      <p:sp>
        <p:nvSpPr>
          <p:cNvPr id="26" name="">
            <a:extLst xmlns:a="http://schemas.openxmlformats.org/drawingml/2006/main">
              <a:ext uri="{FF2B5EF4-FFF2-40B4-BE49-F238E27FC236}">
                <a16:creationId xmlns:a16="http://schemas.microsoft.com/office/drawing/2014/main" id="{3A60A576-8E32-4923-8A1F-4D0FB60CD29C}"/>
              </a:ext>
            </a:extLst>
          </p:cNvPr>
          <p:cNvSpPr>
            <a:spLocks xmlns:a="http://schemas.openxmlformats.org/drawingml/2006/main" noGrp="1"/>
          </p:cNvSpPr>
          <p:nvPr/>
        </p:nvSpPr>
        <p:spPr>
          <a:xfrm xmlns:a="http://schemas.openxmlformats.org/drawingml/2006/main">
            <a:off x="9067800" y="2324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REVISION 0.2</a:t>
            </a:r>
          </a:p>
        </p:txBody>
      </p:sp>
      <p:sp>
        <p:nvSpPr>
          <p:cNvPr id="27" name="">
            <a:extLst xmlns:a="http://schemas.openxmlformats.org/drawingml/2006/main">
              <a:ext uri="{FF2B5EF4-FFF2-40B4-BE49-F238E27FC236}">
                <a16:creationId xmlns:a16="http://schemas.microsoft.com/office/drawing/2014/main" id="{EA5E0132-4BB9-4942-91CD-9933A912AA85}"/>
              </a:ext>
            </a:extLst>
          </p:cNvPr>
          <p:cNvSpPr>
            <a:spLocks xmlns:a="http://schemas.openxmlformats.org/drawingml/2006/main" noGrp="1"/>
          </p:cNvSpPr>
          <p:nvPr/>
        </p:nvSpPr>
        <p:spPr>
          <a:xfrm xmlns:a="http://schemas.openxmlformats.org/drawingml/2006/main">
            <a:off x="9067800" y="27813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875" b="1">
                <a:solidFill>
                  <a:srgbClr val="FFFFFF"/>
                </a:solidFill>
                <a:latin typeface="AppleGothic"/>
                <a:ea typeface="AppleGothic"/>
                <a:cs typeface="AppleGothic"/>
              </a:defRPr>
            </a:pPr>
            <a:r>
              <a:rPr sz="1875" b="1">
                <a:solidFill>
                  <a:srgbClr val="FFFFFF"/>
                </a:solidFill>
                <a:latin typeface="AppleGothic"/>
                <a:ea typeface="AppleGothic"/>
                <a:cs typeface="AppleGothic"/>
              </a:rPr>
              <a:t>문서 수정</a:t>
            </a:r>
          </a:p>
        </p:txBody>
      </p:sp>
      <p:sp>
        <p:nvSpPr>
          <p:cNvPr id="28" name="">
            <a:extLst xmlns:a="http://schemas.openxmlformats.org/drawingml/2006/main">
              <a:ext uri="{FF2B5EF4-FFF2-40B4-BE49-F238E27FC236}">
                <a16:creationId xmlns:a16="http://schemas.microsoft.com/office/drawing/2014/main" id="{3A088F7D-ACA0-43A9-886B-9ADCE8CB263A}"/>
              </a:ext>
            </a:extLst>
          </p:cNvPr>
          <p:cNvSpPr>
            <a:spLocks xmlns:a="http://schemas.openxmlformats.org/drawingml/2006/main" noGrp="1"/>
          </p:cNvSpPr>
          <p:nvPr/>
        </p:nvSpPr>
        <p:spPr>
          <a:xfrm xmlns:a="http://schemas.openxmlformats.org/drawingml/2006/main" flipH="0" flipV="0">
            <a:off x="9067800" y="3638550"/>
            <a:ext cx="219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9" name="">
            <a:extLst xmlns:a="http://schemas.openxmlformats.org/drawingml/2006/main">
              <a:ext uri="{FF2B5EF4-FFF2-40B4-BE49-F238E27FC236}">
                <a16:creationId xmlns:a16="http://schemas.microsoft.com/office/drawing/2014/main" id="{1CA88117-6530-46FD-AFE2-A0C486907659}"/>
              </a:ext>
            </a:extLst>
          </p:cNvPr>
          <p:cNvSpPr>
            <a:spLocks xmlns:a="http://schemas.openxmlformats.org/drawingml/2006/main" noGrp="1"/>
          </p:cNvSpPr>
          <p:nvPr/>
        </p:nvSpPr>
        <p:spPr>
          <a:xfrm xmlns:a="http://schemas.openxmlformats.org/drawingml/2006/main">
            <a:off x="9067800" y="3905250"/>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변경 전후와 근거</a:t>
            </a:r>
          </a:p>
          <a:p xmlns:a="http://schemas.openxmlformats.org/drawingml/2006/main">
            <a:pPr algn="l">
              <a:lnSpc>
                <a:spcPct val="125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남은 위험</a:t>
            </a:r>
          </a:p>
        </p:txBody>
      </p:sp>
      <p:sp>
        <p:nvSpPr>
          <p:cNvPr id="30" name="">
            <a:extLst xmlns:a="http://schemas.openxmlformats.org/drawingml/2006/main">
              <a:ext uri="{FF2B5EF4-FFF2-40B4-BE49-F238E27FC236}">
                <a16:creationId xmlns:a16="http://schemas.microsoft.com/office/drawing/2014/main" id="{2545A254-E93A-42D5-BE88-9DF26ED9C657}"/>
              </a:ext>
            </a:extLst>
          </p:cNvPr>
          <p:cNvSpPr>
            <a:spLocks xmlns:a="http://schemas.openxmlformats.org/drawingml/2006/main" noGrp="1"/>
          </p:cNvSpPr>
          <p:nvPr/>
        </p:nvSpPr>
        <p:spPr>
          <a:xfrm xmlns:a="http://schemas.openxmlformats.org/drawingml/2006/main">
            <a:off x="609600" y="54292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질의응답은 시험이 아닌 상시 설계 리뷰 · 최종 선택과 책임은 학생에게 귀속</a:t>
            </a:r>
          </a:p>
        </p:txBody>
      </p:sp>
    </p:spTree>
    <p:extLst>
      <p:ext uri="{BB962C8B-B14F-4D97-AF65-F5344CB8AC3E}">
        <p14:creationId xmlns:p14="http://schemas.microsoft.com/office/powerpoint/2010/main" val="153650651"/>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9070BD-0161-4769-87F3-2B94273DBFDE}"/>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COURSE</a:t>
            </a:r>
          </a:p>
        </p:txBody>
      </p:sp>
      <p:sp>
        <p:nvSpPr>
          <p:cNvPr id="2" name="">
            <a:extLst xmlns:a="http://schemas.openxmlformats.org/drawingml/2006/main">
              <a:ext uri="{FF2B5EF4-FFF2-40B4-BE49-F238E27FC236}">
                <a16:creationId xmlns:a16="http://schemas.microsoft.com/office/drawing/2014/main" id="{55FBCBE2-4388-457C-AFD6-6E1CE6931D3E}"/>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B8DF4C64-09D2-433C-8F70-831D0FD8B86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007EC559-B69A-4C44-A776-C187DB19499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065D9CBB-6C31-40D2-98C1-EC4D793FDDDE}"/>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65E30A7-2F20-4751-8F2E-7277DF51D58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공휴일 주차의 녹화 강의</a:t>
            </a:r>
          </a:p>
        </p:txBody>
      </p:sp>
      <p:sp>
        <p:nvSpPr>
          <p:cNvPr id="7" name="">
            <a:extLst xmlns:a="http://schemas.openxmlformats.org/drawingml/2006/main">
              <a:ext uri="{FF2B5EF4-FFF2-40B4-BE49-F238E27FC236}">
                <a16:creationId xmlns:a16="http://schemas.microsoft.com/office/drawing/2014/main" id="{B0D99749-8765-4DCD-9026-A015BD7156F7}"/>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W04 / 2026.09.25 · 추석</a:t>
            </a:r>
          </a:p>
        </p:txBody>
      </p:sp>
      <p:sp>
        <p:nvSpPr>
          <p:cNvPr id="8" name="">
            <a:extLst xmlns:a="http://schemas.openxmlformats.org/drawingml/2006/main">
              <a:ext uri="{FF2B5EF4-FFF2-40B4-BE49-F238E27FC236}">
                <a16:creationId xmlns:a16="http://schemas.microsoft.com/office/drawing/2014/main" id="{4001B3EC-F2F9-4065-8D7D-15EBB6059C1A}"/>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검색 근거 기준</a:t>
            </a:r>
          </a:p>
        </p:txBody>
      </p:sp>
      <p:sp>
        <p:nvSpPr>
          <p:cNvPr id="9" name="">
            <a:extLst xmlns:a="http://schemas.openxmlformats.org/drawingml/2006/main">
              <a:ext uri="{FF2B5EF4-FFF2-40B4-BE49-F238E27FC236}">
                <a16:creationId xmlns:a16="http://schemas.microsoft.com/office/drawing/2014/main" id="{E0D9EEE4-F127-4FD0-A223-D84DC1F3FD28}"/>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D3CD4802-54FD-4C0F-AC6E-13D0BD7A44FF}"/>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실시간 온라인 강의 없음</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녹화 강의영상 업로드로 대체</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학습관리시스템 공지에 따른 시청·산출물 제출</a:t>
            </a:r>
          </a:p>
        </p:txBody>
      </p:sp>
      <p:sp>
        <p:nvSpPr>
          <p:cNvPr id="11" name="">
            <a:extLst xmlns:a="http://schemas.openxmlformats.org/drawingml/2006/main">
              <a:ext uri="{FF2B5EF4-FFF2-40B4-BE49-F238E27FC236}">
                <a16:creationId xmlns:a16="http://schemas.microsoft.com/office/drawing/2014/main" id="{A8BCA77F-F613-4CE6-A527-6CAD5A7C75B6}"/>
              </a:ext>
            </a:extLst>
          </p:cNvPr>
          <p:cNvSpPr>
            <a:spLocks xmlns:a="http://schemas.openxmlformats.org/drawingml/2006/main" noGrp="1"/>
          </p:cNvSpPr>
          <p:nvPr/>
        </p:nvSpPr>
        <p:spPr>
          <a:xfrm xmlns:a="http://schemas.openxmlformats.org/drawingml/2006/main">
            <a:off x="609600" y="5429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완료 증거 · 데이터 출처·권한·검색 기준선</a:t>
            </a:r>
          </a:p>
        </p:txBody>
      </p:sp>
      <p:sp>
        <p:nvSpPr>
          <p:cNvPr id="12" name="">
            <a:extLst xmlns:a="http://schemas.openxmlformats.org/drawingml/2006/main">
              <a:ext uri="{FF2B5EF4-FFF2-40B4-BE49-F238E27FC236}">
                <a16:creationId xmlns:a16="http://schemas.microsoft.com/office/drawing/2014/main" id="{F4784205-F8DB-4ACB-93CE-D58C1046E07A}"/>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W06 / 2026.10.09 · 한글날</a:t>
            </a:r>
          </a:p>
        </p:txBody>
      </p:sp>
      <p:sp>
        <p:nvSpPr>
          <p:cNvPr id="13" name="">
            <a:extLst xmlns:a="http://schemas.openxmlformats.org/drawingml/2006/main">
              <a:ext uri="{FF2B5EF4-FFF2-40B4-BE49-F238E27FC236}">
                <a16:creationId xmlns:a16="http://schemas.microsoft.com/office/drawing/2014/main" id="{AFBFD077-EF7A-4CB3-8BB3-6C9FCD93CFA0}"/>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미세조정과 데이터</a:t>
            </a:r>
          </a:p>
        </p:txBody>
      </p:sp>
      <p:sp>
        <p:nvSpPr>
          <p:cNvPr id="14" name="">
            <a:extLst xmlns:a="http://schemas.openxmlformats.org/drawingml/2006/main">
              <a:ext uri="{FF2B5EF4-FFF2-40B4-BE49-F238E27FC236}">
                <a16:creationId xmlns:a16="http://schemas.microsoft.com/office/drawing/2014/main" id="{C7113E8D-E35D-4048-9A8C-C66B9B07DFB4}"/>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5" name="">
            <a:extLst xmlns:a="http://schemas.openxmlformats.org/drawingml/2006/main">
              <a:ext uri="{FF2B5EF4-FFF2-40B4-BE49-F238E27FC236}">
                <a16:creationId xmlns:a16="http://schemas.microsoft.com/office/drawing/2014/main" id="{2F5B19DF-1608-46E2-AE3B-D470DBCBBDD7}"/>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실시간 온라인 강의 없음</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녹화 강의영상 업로드로 대체</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학습관리시스템 공지에 따른 시청·산출물 제출</a:t>
            </a:r>
          </a:p>
        </p:txBody>
      </p:sp>
      <p:sp>
        <p:nvSpPr>
          <p:cNvPr id="16" name="">
            <a:extLst xmlns:a="http://schemas.openxmlformats.org/drawingml/2006/main">
              <a:ext uri="{FF2B5EF4-FFF2-40B4-BE49-F238E27FC236}">
                <a16:creationId xmlns:a16="http://schemas.microsoft.com/office/drawing/2014/main" id="{E0BBC752-A107-4F04-ACAF-DE8C600897E3}"/>
              </a:ext>
            </a:extLst>
          </p:cNvPr>
          <p:cNvSpPr>
            <a:spLocks xmlns:a="http://schemas.openxmlformats.org/drawingml/2006/main" noGrp="1"/>
          </p:cNvSpPr>
          <p:nvPr/>
        </p:nvSpPr>
        <p:spPr>
          <a:xfrm xmlns:a="http://schemas.openxmlformats.org/drawingml/2006/main">
            <a:off x="6267450" y="5429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완료 증거 · 모델 적응 판단·데이터 제외 기준</a:t>
            </a:r>
          </a:p>
        </p:txBody>
      </p:sp>
      <p:sp>
        <p:nvSpPr>
          <p:cNvPr id="17" name="">
            <a:extLst xmlns:a="http://schemas.openxmlformats.org/drawingml/2006/main">
              <a:ext uri="{FF2B5EF4-FFF2-40B4-BE49-F238E27FC236}">
                <a16:creationId xmlns:a16="http://schemas.microsoft.com/office/drawing/2014/main" id="{2A6EAE35-449C-4238-848D-58E0F1F2E214}"/>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248875314"/>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A65CA8-5D3C-4521-BF28-DA3F6260F1B8}"/>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PROFILE</a:t>
            </a:r>
          </a:p>
        </p:txBody>
      </p:sp>
      <p:sp>
        <p:nvSpPr>
          <p:cNvPr id="2" name="">
            <a:extLst xmlns:a="http://schemas.openxmlformats.org/drawingml/2006/main">
              <a:ext uri="{FF2B5EF4-FFF2-40B4-BE49-F238E27FC236}">
                <a16:creationId xmlns:a16="http://schemas.microsoft.com/office/drawing/2014/main" id="{575973F2-38D8-48E7-BDBB-A0FC5596099A}"/>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08</a:t>
            </a:r>
          </a:p>
        </p:txBody>
      </p:sp>
      <p:sp>
        <p:nvSpPr>
          <p:cNvPr id="3" name="">
            <a:extLst xmlns:a="http://schemas.openxmlformats.org/drawingml/2006/main">
              <a:ext uri="{FF2B5EF4-FFF2-40B4-BE49-F238E27FC236}">
                <a16:creationId xmlns:a16="http://schemas.microsoft.com/office/drawing/2014/main" id="{658D77A5-3F0E-463C-80CF-A0FB5D4A152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E4643F84-9017-4E61-9A8B-E428816EF8E1}"/>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7E692B8-A160-40CB-9841-D8FE72BE6B3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765673BB-4483-42B5-9D15-B8F0B4A99659}"/>
              </a:ext>
            </a:extLst>
          </p:cNvPr>
          <p:cNvSpPr>
            <a:spLocks xmlns:a="http://schemas.openxmlformats.org/drawingml/2006/main" noGrp="1"/>
          </p:cNvSpPr>
          <p:nvPr/>
        </p:nvSpPr>
        <p:spPr>
          <a:xfrm xmlns:a="http://schemas.openxmlformats.org/drawingml/2006/main">
            <a:off x="838200" y="6858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AI 제품과 교육의 운영 경험</a:t>
            </a:r>
          </a:p>
        </p:txBody>
      </p:sp>
      <p:sp>
        <p:nvSpPr>
          <p:cNvPr id="7" name="">
            <a:extLst xmlns:a="http://schemas.openxmlformats.org/drawingml/2006/main">
              <a:ext uri="{FF2B5EF4-FFF2-40B4-BE49-F238E27FC236}">
                <a16:creationId xmlns:a16="http://schemas.microsoft.com/office/drawing/2014/main" id="{E337BDCD-44EF-4030-A93C-A8828544DF46}"/>
              </a:ext>
            </a:extLst>
          </p:cNvPr>
          <p:cNvSpPr>
            <a:spLocks xmlns:a="http://schemas.openxmlformats.org/drawingml/2006/main" noGrp="1"/>
          </p:cNvSpPr>
          <p:nvPr/>
        </p:nvSpPr>
        <p:spPr>
          <a:xfrm xmlns:a="http://schemas.openxmlformats.org/drawingml/2006/main">
            <a:off x="609600" y="17335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450" b="1">
                <a:solidFill>
                  <a:srgbClr val="FFFFFF"/>
                </a:solidFill>
                <a:latin typeface="AppleGothic"/>
                <a:ea typeface="AppleGothic"/>
                <a:cs typeface="AppleGothic"/>
              </a:defRPr>
            </a:pPr>
            <a:r>
              <a:rPr sz="3450" b="1">
                <a:solidFill>
                  <a:srgbClr val="FFFFFF"/>
                </a:solidFill>
                <a:latin typeface="AppleGothic"/>
                <a:ea typeface="AppleGothic"/>
                <a:cs typeface="AppleGothic"/>
              </a:rPr>
              <a:t>차성재</a:t>
            </a:r>
          </a:p>
        </p:txBody>
      </p:sp>
      <p:sp>
        <p:nvSpPr>
          <p:cNvPr id="8" name="">
            <a:extLst xmlns:a="http://schemas.openxmlformats.org/drawingml/2006/main">
              <a:ext uri="{FF2B5EF4-FFF2-40B4-BE49-F238E27FC236}">
                <a16:creationId xmlns:a16="http://schemas.microsoft.com/office/drawing/2014/main" id="{7FF22040-DBD2-45BF-8A6D-D2CAD387B387}"/>
              </a:ext>
            </a:extLst>
          </p:cNvPr>
          <p:cNvSpPr>
            <a:spLocks xmlns:a="http://schemas.openxmlformats.org/drawingml/2006/main" noGrp="1"/>
          </p:cNvSpPr>
          <p:nvPr/>
        </p:nvSpPr>
        <p:spPr>
          <a:xfrm xmlns:a="http://schemas.openxmlformats.org/drawingml/2006/main">
            <a:off x="609600" y="241935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무신사 Core AI PM × 아주대 AI대학원 겸임교수</a:t>
            </a:r>
          </a:p>
        </p:txBody>
      </p:sp>
      <p:sp>
        <p:nvSpPr>
          <p:cNvPr id="9" name="">
            <a:extLst xmlns:a="http://schemas.openxmlformats.org/drawingml/2006/main">
              <a:ext uri="{FF2B5EF4-FFF2-40B4-BE49-F238E27FC236}">
                <a16:creationId xmlns:a16="http://schemas.microsoft.com/office/drawing/2014/main" id="{63C2F159-48CD-4682-BD0E-B1ADC5BA34D0}"/>
              </a:ext>
            </a:extLst>
          </p:cNvPr>
          <p:cNvSpPr>
            <a:spLocks xmlns:a="http://schemas.openxmlformats.org/drawingml/2006/main" noGrp="1"/>
          </p:cNvSpPr>
          <p:nvPr/>
        </p:nvSpPr>
        <p:spPr>
          <a:xfrm xmlns:a="http://schemas.openxmlformats.org/drawingml/2006/main">
            <a:off x="609600" y="281940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Artificial Intelligence (AI) · Product Manager (PM)</a:t>
            </a:r>
          </a:p>
        </p:txBody>
      </p:sp>
      <p:sp>
        <p:nvSpPr>
          <p:cNvPr id="10" name="">
            <a:extLst xmlns:a="http://schemas.openxmlformats.org/drawingml/2006/main">
              <a:ext uri="{FF2B5EF4-FFF2-40B4-BE49-F238E27FC236}">
                <a16:creationId xmlns:a16="http://schemas.microsoft.com/office/drawing/2014/main" id="{E11C23E0-19A5-4C94-B04B-F3F41B960869}"/>
              </a:ext>
            </a:extLst>
          </p:cNvPr>
          <p:cNvSpPr>
            <a:spLocks xmlns:a="http://schemas.openxmlformats.org/drawingml/2006/main" noGrp="1"/>
          </p:cNvSpPr>
          <p:nvPr/>
        </p:nvSpPr>
        <p:spPr>
          <a:xfrm xmlns:a="http://schemas.openxmlformats.org/drawingml/2006/main">
            <a:off x="609600" y="3333750"/>
            <a:ext cx="62103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8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금융 · 자동화 머신러닝과 운영</a:t>
            </a:r>
          </a:p>
          <a:p xmlns:a="http://schemas.openxmlformats.org/drawingml/2006/main">
            <a:pPr algn="l">
              <a:lnSpc>
                <a:spcPct val="138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의료 · 컴퓨터 비전과 데이터 운영</a:t>
            </a:r>
          </a:p>
          <a:p xmlns:a="http://schemas.openxmlformats.org/drawingml/2006/main">
            <a:pPr algn="l">
              <a:lnSpc>
                <a:spcPct val="138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교육 · 거대 언어 모델 운영과 AI 컨택센터</a:t>
            </a:r>
          </a:p>
          <a:p xmlns:a="http://schemas.openxmlformats.org/drawingml/2006/main">
            <a:pPr algn="l">
              <a:lnSpc>
                <a:spcPct val="138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커머스 · 에이전트형 AI 제품</a:t>
            </a:r>
          </a:p>
        </p:txBody>
      </p:sp>
      <p:sp>
        <p:nvSpPr>
          <p:cNvPr id="11" name="">
            <a:extLst xmlns:a="http://schemas.openxmlformats.org/drawingml/2006/main">
              <a:ext uri="{FF2B5EF4-FFF2-40B4-BE49-F238E27FC236}">
                <a16:creationId xmlns:a16="http://schemas.microsoft.com/office/drawing/2014/main" id="{5C95BEEB-EE3A-4276-97AC-2E41E2C1F924}"/>
              </a:ext>
            </a:extLst>
          </p:cNvPr>
          <p:cNvSpPr>
            <a:spLocks xmlns:a="http://schemas.openxmlformats.org/drawingml/2006/main" noGrp="1"/>
          </p:cNvSpPr>
          <p:nvPr/>
        </p:nvSpPr>
        <p:spPr>
          <a:xfrm xmlns:a="http://schemas.openxmlformats.org/drawingml/2006/main">
            <a:off x="609600" y="5391150"/>
            <a:ext cx="638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0">
                <a:solidFill>
                  <a:srgbClr val="98A2B3"/>
                </a:solidFill>
                <a:latin typeface="AppleGothic"/>
                <a:ea typeface="AppleGothic"/>
                <a:cs typeface="AppleGothic"/>
              </a:defRPr>
            </a:pPr>
            <a:r>
              <a:rPr sz="1425" b="0">
                <a:solidFill>
                  <a:srgbClr val="98A2B3"/>
                </a:solidFill>
                <a:latin typeface="AppleGothic"/>
                <a:ea typeface="AppleGothic"/>
                <a:cs typeface="AppleGothic"/>
              </a:rPr>
              <a:t>문제 정의 · 제품 요구사항 · 평가 · 운영 지표의 연결</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d82a93db84d4712"/>
          <a:stretch xmlns:a="http://schemas.openxmlformats.org/drawingml/2006/main"/>
        </p:blipFill>
        <p:spPr>
          <a:xfrm xmlns:a="http://schemas.openxmlformats.org/drawingml/2006/main">
            <a:off x="7734300" y="1428750"/>
            <a:ext cx="3390900" cy="3390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5F319A3-C53E-4101-8A83-4F4651B5CA58}"/>
              </a:ext>
            </a:extLst>
          </p:cNvPr>
          <p:cNvSpPr>
            <a:spLocks xmlns:a="http://schemas.openxmlformats.org/drawingml/2006/main" noGrp="1"/>
          </p:cNvSpPr>
          <p:nvPr/>
        </p:nvSpPr>
        <p:spPr>
          <a:xfrm xmlns:a="http://schemas.openxmlformats.org/drawingml/2006/main" flipH="0" flipV="0">
            <a:off x="7334250" y="5162550"/>
            <a:ext cx="4248150" cy="0"/>
          </a:xfrm>
          <a:prstGeom xmlns:a="http://schemas.openxmlformats.org/drawingml/2006/main" prst="line">
            <a:avLst/>
          </a:prstGeom>
          <a:noFill xmlns:a="http://schemas.openxmlformats.org/drawingml/2006/main"/>
          <a:ln xmlns:a="http://schemas.openxmlformats.org/drawingml/2006/main" w="19050">
            <a:solidFill>
              <a:srgbClr val="25324A"/>
            </a:solidFill>
            <a:prstDash val="solid"/>
          </a:ln>
        </p:spPr>
      </p:sp>
      <p:sp>
        <p:nvSpPr>
          <p:cNvPr id="14" name="">
            <a:extLst xmlns:a="http://schemas.openxmlformats.org/drawingml/2006/main">
              <a:ext uri="{FF2B5EF4-FFF2-40B4-BE49-F238E27FC236}">
                <a16:creationId xmlns:a16="http://schemas.microsoft.com/office/drawing/2014/main" id="{FDC022A3-CFCE-4431-8BC2-990B040A2561}"/>
              </a:ext>
            </a:extLst>
          </p:cNvPr>
          <p:cNvSpPr>
            <a:spLocks xmlns:a="http://schemas.openxmlformats.org/drawingml/2006/main" noGrp="1"/>
          </p:cNvSpPr>
          <p:nvPr/>
        </p:nvSpPr>
        <p:spPr>
          <a:xfrm xmlns:a="http://schemas.openxmlformats.org/drawingml/2006/main">
            <a:off x="7334250" y="5372100"/>
            <a:ext cx="424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350" b="1">
                <a:solidFill>
                  <a:srgbClr val="FFFFFF"/>
                </a:solidFill>
                <a:latin typeface="Menlo"/>
                <a:ea typeface="Menlo"/>
                <a:cs typeface="Menlo"/>
              </a:defRPr>
            </a:pPr>
            <a:r>
              <a:rPr sz="1350" b="1">
                <a:solidFill>
                  <a:srgbClr val="FFFFFF"/>
                </a:solidFill>
                <a:latin typeface="Menlo"/>
                <a:ea typeface="Menlo"/>
                <a:cs typeface="Menlo"/>
              </a:rPr>
              <a:t>PRODUCT · EDUCATION · OPERATION</a:t>
            </a:r>
          </a:p>
        </p:txBody>
      </p:sp>
    </p:spTree>
    <p:extLst>
      <p:ext uri="{BB962C8B-B14F-4D97-AF65-F5344CB8AC3E}">
        <p14:creationId xmlns:p14="http://schemas.microsoft.com/office/powerpoint/2010/main" val="1359076525"/>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F0CE6E8-1A27-4C9D-BEA8-38E82FD6368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PROFILE</a:t>
            </a:r>
          </a:p>
        </p:txBody>
      </p:sp>
      <p:sp>
        <p:nvSpPr>
          <p:cNvPr id="2" name="">
            <a:extLst xmlns:a="http://schemas.openxmlformats.org/drawingml/2006/main">
              <a:ext uri="{FF2B5EF4-FFF2-40B4-BE49-F238E27FC236}">
                <a16:creationId xmlns:a16="http://schemas.microsoft.com/office/drawing/2014/main" id="{F7633802-6500-415C-8A0A-A15926AFE179}"/>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09</a:t>
            </a:r>
          </a:p>
        </p:txBody>
      </p:sp>
      <p:sp>
        <p:nvSpPr>
          <p:cNvPr id="3" name="">
            <a:extLst xmlns:a="http://schemas.openxmlformats.org/drawingml/2006/main">
              <a:ext uri="{FF2B5EF4-FFF2-40B4-BE49-F238E27FC236}">
                <a16:creationId xmlns:a16="http://schemas.microsoft.com/office/drawing/2014/main" id="{C8CF6A4E-33A9-4C97-B6ED-AA9EA2C6AF70}"/>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6FCB8A61-2710-413D-8985-155E9DA0592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C7D2E69-C48E-4C28-9A68-7E8BBD8B15AD}"/>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340E4B86-F179-406C-9C78-DDE95F47484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정형 데이터에서 생성형 AI까지</a:t>
            </a:r>
          </a:p>
        </p:txBody>
      </p:sp>
      <p:sp>
        <p:nvSpPr>
          <p:cNvPr id="7" name="">
            <a:extLst xmlns:a="http://schemas.openxmlformats.org/drawingml/2006/main">
              <a:ext uri="{FF2B5EF4-FFF2-40B4-BE49-F238E27FC236}">
                <a16:creationId xmlns:a16="http://schemas.microsoft.com/office/drawing/2014/main" id="{13623F16-FEC6-4169-A1C7-EBC23B9275A7}"/>
              </a:ext>
            </a:extLst>
          </p:cNvPr>
          <p:cNvSpPr>
            <a:spLocks xmlns:a="http://schemas.openxmlformats.org/drawingml/2006/main" noGrp="1"/>
          </p:cNvSpPr>
          <p:nvPr/>
        </p:nvSpPr>
        <p:spPr>
          <a:xfrm xmlns:a="http://schemas.openxmlformats.org/drawingml/2006/main" flipH="0" flipV="0">
            <a:off x="1562100" y="3429000"/>
            <a:ext cx="906780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8" name="">
            <a:extLst xmlns:a="http://schemas.openxmlformats.org/drawingml/2006/main">
              <a:ext uri="{FF2B5EF4-FFF2-40B4-BE49-F238E27FC236}">
                <a16:creationId xmlns:a16="http://schemas.microsoft.com/office/drawing/2014/main" id="{DFC89023-B3F7-4A2F-8899-CE21FBAF7085}"/>
              </a:ext>
            </a:extLst>
          </p:cNvPr>
          <p:cNvSpPr>
            <a:spLocks xmlns:a="http://schemas.openxmlformats.org/drawingml/2006/main" noGrp="1"/>
          </p:cNvSpPr>
          <p:nvPr/>
        </p:nvSpPr>
        <p:spPr>
          <a:xfrm xmlns:a="http://schemas.openxmlformats.org/drawingml/2006/main" rot="0">
            <a:off x="141922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9" name="">
            <a:extLst xmlns:a="http://schemas.openxmlformats.org/drawingml/2006/main">
              <a:ext uri="{FF2B5EF4-FFF2-40B4-BE49-F238E27FC236}">
                <a16:creationId xmlns:a16="http://schemas.microsoft.com/office/drawing/2014/main" id="{56231BCE-C07E-4F6D-8E93-35E1B0D7190C}"/>
              </a:ext>
            </a:extLst>
          </p:cNvPr>
          <p:cNvSpPr>
            <a:spLocks xmlns:a="http://schemas.openxmlformats.org/drawingml/2006/main" noGrp="1"/>
          </p:cNvSpPr>
          <p:nvPr/>
        </p:nvSpPr>
        <p:spPr>
          <a:xfrm xmlns:a="http://schemas.openxmlformats.org/drawingml/2006/main">
            <a:off x="685800" y="19431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금융</a:t>
            </a:r>
          </a:p>
        </p:txBody>
      </p:sp>
      <p:sp>
        <p:nvSpPr>
          <p:cNvPr id="10" name="">
            <a:extLst xmlns:a="http://schemas.openxmlformats.org/drawingml/2006/main">
              <a:ext uri="{FF2B5EF4-FFF2-40B4-BE49-F238E27FC236}">
                <a16:creationId xmlns:a16="http://schemas.microsoft.com/office/drawing/2014/main" id="{3FBF979D-A4B7-4BCD-B6C5-9B33D9025F44}"/>
              </a:ext>
            </a:extLst>
          </p:cNvPr>
          <p:cNvSpPr>
            <a:spLocks xmlns:a="http://schemas.openxmlformats.org/drawingml/2006/main" noGrp="1"/>
          </p:cNvSpPr>
          <p:nvPr/>
        </p:nvSpPr>
        <p:spPr>
          <a:xfrm xmlns:a="http://schemas.openxmlformats.org/drawingml/2006/main">
            <a:off x="609600" y="23431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자동화 머신러닝</a:t>
            </a:r>
          </a:p>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머신러닝 운영</a:t>
            </a:r>
          </a:p>
        </p:txBody>
      </p:sp>
      <p:sp>
        <p:nvSpPr>
          <p:cNvPr id="11" name="">
            <a:extLst xmlns:a="http://schemas.openxmlformats.org/drawingml/2006/main">
              <a:ext uri="{FF2B5EF4-FFF2-40B4-BE49-F238E27FC236}">
                <a16:creationId xmlns:a16="http://schemas.microsoft.com/office/drawing/2014/main" id="{0432680A-B5BE-45AD-8E19-BA98F5A454A6}"/>
              </a:ext>
            </a:extLst>
          </p:cNvPr>
          <p:cNvSpPr>
            <a:spLocks xmlns:a="http://schemas.openxmlformats.org/drawingml/2006/main" noGrp="1"/>
          </p:cNvSpPr>
          <p:nvPr/>
        </p:nvSpPr>
        <p:spPr>
          <a:xfrm xmlns:a="http://schemas.openxmlformats.org/drawingml/2006/main" rot="0">
            <a:off x="444182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2" name="">
            <a:extLst xmlns:a="http://schemas.openxmlformats.org/drawingml/2006/main">
              <a:ext uri="{FF2B5EF4-FFF2-40B4-BE49-F238E27FC236}">
                <a16:creationId xmlns:a16="http://schemas.microsoft.com/office/drawing/2014/main" id="{C7D66BED-AE01-4F5F-BC05-CE18A1AA6104}"/>
              </a:ext>
            </a:extLst>
          </p:cNvPr>
          <p:cNvSpPr>
            <a:spLocks xmlns:a="http://schemas.openxmlformats.org/drawingml/2006/main" noGrp="1"/>
          </p:cNvSpPr>
          <p:nvPr/>
        </p:nvSpPr>
        <p:spPr>
          <a:xfrm xmlns:a="http://schemas.openxmlformats.org/drawingml/2006/main">
            <a:off x="3708400" y="3886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의료</a:t>
            </a:r>
          </a:p>
        </p:txBody>
      </p:sp>
      <p:sp>
        <p:nvSpPr>
          <p:cNvPr id="13" name="">
            <a:extLst xmlns:a="http://schemas.openxmlformats.org/drawingml/2006/main">
              <a:ext uri="{FF2B5EF4-FFF2-40B4-BE49-F238E27FC236}">
                <a16:creationId xmlns:a16="http://schemas.microsoft.com/office/drawing/2014/main" id="{A51D7585-1A0E-4224-B67D-6C8B6EAD157C}"/>
              </a:ext>
            </a:extLst>
          </p:cNvPr>
          <p:cNvSpPr>
            <a:spLocks xmlns:a="http://schemas.openxmlformats.org/drawingml/2006/main" noGrp="1"/>
          </p:cNvSpPr>
          <p:nvPr/>
        </p:nvSpPr>
        <p:spPr>
          <a:xfrm xmlns:a="http://schemas.openxmlformats.org/drawingml/2006/main">
            <a:off x="3632200" y="42862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컴퓨터 비전</a:t>
            </a:r>
          </a:p>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데이터 운영</a:t>
            </a:r>
          </a:p>
        </p:txBody>
      </p:sp>
      <p:sp>
        <p:nvSpPr>
          <p:cNvPr id="14" name="">
            <a:extLst xmlns:a="http://schemas.openxmlformats.org/drawingml/2006/main">
              <a:ext uri="{FF2B5EF4-FFF2-40B4-BE49-F238E27FC236}">
                <a16:creationId xmlns:a16="http://schemas.microsoft.com/office/drawing/2014/main" id="{225B4A0C-31E3-4293-B3E1-F944C6031791}"/>
              </a:ext>
            </a:extLst>
          </p:cNvPr>
          <p:cNvSpPr>
            <a:spLocks xmlns:a="http://schemas.openxmlformats.org/drawingml/2006/main" noGrp="1"/>
          </p:cNvSpPr>
          <p:nvPr/>
        </p:nvSpPr>
        <p:spPr>
          <a:xfrm xmlns:a="http://schemas.openxmlformats.org/drawingml/2006/main" rot="0">
            <a:off x="746442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5" name="">
            <a:extLst xmlns:a="http://schemas.openxmlformats.org/drawingml/2006/main">
              <a:ext uri="{FF2B5EF4-FFF2-40B4-BE49-F238E27FC236}">
                <a16:creationId xmlns:a16="http://schemas.microsoft.com/office/drawing/2014/main" id="{23C01F58-72AA-4B17-A03B-E2B3A63E48C9}"/>
              </a:ext>
            </a:extLst>
          </p:cNvPr>
          <p:cNvSpPr>
            <a:spLocks xmlns:a="http://schemas.openxmlformats.org/drawingml/2006/main" noGrp="1"/>
          </p:cNvSpPr>
          <p:nvPr/>
        </p:nvSpPr>
        <p:spPr>
          <a:xfrm xmlns:a="http://schemas.openxmlformats.org/drawingml/2006/main">
            <a:off x="6731000" y="19431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교육</a:t>
            </a:r>
          </a:p>
        </p:txBody>
      </p:sp>
      <p:sp>
        <p:nvSpPr>
          <p:cNvPr id="16" name="">
            <a:extLst xmlns:a="http://schemas.openxmlformats.org/drawingml/2006/main">
              <a:ext uri="{FF2B5EF4-FFF2-40B4-BE49-F238E27FC236}">
                <a16:creationId xmlns:a16="http://schemas.microsoft.com/office/drawing/2014/main" id="{91E5F0F0-D34C-4D5A-A263-EB1FEA95179A}"/>
              </a:ext>
            </a:extLst>
          </p:cNvPr>
          <p:cNvSpPr>
            <a:spLocks xmlns:a="http://schemas.openxmlformats.org/drawingml/2006/main" noGrp="1"/>
          </p:cNvSpPr>
          <p:nvPr/>
        </p:nvSpPr>
        <p:spPr>
          <a:xfrm xmlns:a="http://schemas.openxmlformats.org/drawingml/2006/main">
            <a:off x="6654800" y="23431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거대 언어 모델 운영</a:t>
            </a:r>
          </a:p>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AI 컨택센터</a:t>
            </a:r>
          </a:p>
        </p:txBody>
      </p:sp>
      <p:sp>
        <p:nvSpPr>
          <p:cNvPr id="17" name="">
            <a:extLst xmlns:a="http://schemas.openxmlformats.org/drawingml/2006/main">
              <a:ext uri="{FF2B5EF4-FFF2-40B4-BE49-F238E27FC236}">
                <a16:creationId xmlns:a16="http://schemas.microsoft.com/office/drawing/2014/main" id="{1448C99C-EA9C-4E8E-85D7-1ECCBF00F713}"/>
              </a:ext>
            </a:extLst>
          </p:cNvPr>
          <p:cNvSpPr>
            <a:spLocks xmlns:a="http://schemas.openxmlformats.org/drawingml/2006/main" noGrp="1"/>
          </p:cNvSpPr>
          <p:nvPr/>
        </p:nvSpPr>
        <p:spPr>
          <a:xfrm xmlns:a="http://schemas.openxmlformats.org/drawingml/2006/main" rot="0">
            <a:off x="10487025" y="3286125"/>
            <a:ext cx="285750" cy="2857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45D7A66F-F13D-4EDC-959B-6F9337F21239}"/>
              </a:ext>
            </a:extLst>
          </p:cNvPr>
          <p:cNvSpPr>
            <a:spLocks xmlns:a="http://schemas.openxmlformats.org/drawingml/2006/main" noGrp="1"/>
          </p:cNvSpPr>
          <p:nvPr/>
        </p:nvSpPr>
        <p:spPr>
          <a:xfrm xmlns:a="http://schemas.openxmlformats.org/drawingml/2006/main">
            <a:off x="9753600" y="3886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2563EB"/>
                </a:solidFill>
                <a:latin typeface="Menlo"/>
                <a:ea typeface="Menlo"/>
                <a:cs typeface="Menlo"/>
              </a:defRPr>
            </a:pPr>
            <a:r>
              <a:rPr sz="1275" b="1">
                <a:solidFill>
                  <a:srgbClr val="2563EB"/>
                </a:solidFill>
                <a:latin typeface="Menlo"/>
                <a:ea typeface="Menlo"/>
                <a:cs typeface="Menlo"/>
              </a:rPr>
              <a:t>커머스 · 현재</a:t>
            </a:r>
          </a:p>
        </p:txBody>
      </p:sp>
      <p:sp>
        <p:nvSpPr>
          <p:cNvPr id="19" name="">
            <a:extLst xmlns:a="http://schemas.openxmlformats.org/drawingml/2006/main">
              <a:ext uri="{FF2B5EF4-FFF2-40B4-BE49-F238E27FC236}">
                <a16:creationId xmlns:a16="http://schemas.microsoft.com/office/drawing/2014/main" id="{3766A375-999C-4031-B06E-2675B6E1F8B1}"/>
              </a:ext>
            </a:extLst>
          </p:cNvPr>
          <p:cNvSpPr>
            <a:spLocks xmlns:a="http://schemas.openxmlformats.org/drawingml/2006/main" noGrp="1"/>
          </p:cNvSpPr>
          <p:nvPr/>
        </p:nvSpPr>
        <p:spPr>
          <a:xfrm xmlns:a="http://schemas.openxmlformats.org/drawingml/2006/main">
            <a:off x="9677400" y="42862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에이전트형 AI</a:t>
            </a:r>
          </a:p>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제품 관리</a:t>
            </a:r>
          </a:p>
        </p:txBody>
      </p:sp>
      <p:sp>
        <p:nvSpPr>
          <p:cNvPr id="20" name="">
            <a:extLst xmlns:a="http://schemas.openxmlformats.org/drawingml/2006/main">
              <a:ext uri="{FF2B5EF4-FFF2-40B4-BE49-F238E27FC236}">
                <a16:creationId xmlns:a16="http://schemas.microsoft.com/office/drawing/2014/main" id="{64D2B270-BA65-4318-87BD-5F667C4F865B}"/>
              </a:ext>
            </a:extLst>
          </p:cNvPr>
          <p:cNvSpPr>
            <a:spLocks xmlns:a="http://schemas.openxmlformats.org/drawingml/2006/main" noGrp="1"/>
          </p:cNvSpPr>
          <p:nvPr/>
        </p:nvSpPr>
        <p:spPr>
          <a:xfrm xmlns:a="http://schemas.openxmlformats.org/drawingml/2006/main">
            <a:off x="609600" y="55626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도메인은 달라도 서비스 운영의 질문은 반복</a:t>
            </a:r>
          </a:p>
        </p:txBody>
      </p:sp>
    </p:spTree>
    <p:extLst>
      <p:ext uri="{BB962C8B-B14F-4D97-AF65-F5344CB8AC3E}">
        <p14:creationId xmlns:p14="http://schemas.microsoft.com/office/powerpoint/2010/main" val="43874490"/>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AA1C8E-73A7-4A73-8D7B-B53E30EE3481}"/>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PROFILE</a:t>
            </a:r>
          </a:p>
        </p:txBody>
      </p:sp>
      <p:sp>
        <p:nvSpPr>
          <p:cNvPr id="2" name="">
            <a:extLst xmlns:a="http://schemas.openxmlformats.org/drawingml/2006/main">
              <a:ext uri="{FF2B5EF4-FFF2-40B4-BE49-F238E27FC236}">
                <a16:creationId xmlns:a16="http://schemas.microsoft.com/office/drawing/2014/main" id="{8B45E0D5-A4C7-471B-B003-41F2C24331F6}"/>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10</a:t>
            </a:r>
          </a:p>
        </p:txBody>
      </p:sp>
      <p:sp>
        <p:nvSpPr>
          <p:cNvPr id="3" name="">
            <a:extLst xmlns:a="http://schemas.openxmlformats.org/drawingml/2006/main">
              <a:ext uri="{FF2B5EF4-FFF2-40B4-BE49-F238E27FC236}">
                <a16:creationId xmlns:a16="http://schemas.microsoft.com/office/drawing/2014/main" id="{411CE7AD-AAD5-44D4-8848-B49B18559F9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C936CC0D-021F-4B85-8DC5-5C7BC2760844}"/>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491877BC-1D11-4BE7-A322-688A7D9D594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7D60607-2ADE-4FFE-BE27-EB96D4453D5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AI 제품 운영의 공통 질문</a:t>
            </a:r>
          </a:p>
        </p:txBody>
      </p:sp>
      <p:sp>
        <p:nvSpPr>
          <p:cNvPr id="7" name="">
            <a:extLst xmlns:a="http://schemas.openxmlformats.org/drawingml/2006/main">
              <a:ext uri="{FF2B5EF4-FFF2-40B4-BE49-F238E27FC236}">
                <a16:creationId xmlns:a16="http://schemas.microsoft.com/office/drawing/2014/main" id="{36FA2BAF-B429-49A7-BD3B-0F2CAC14BC72}"/>
              </a:ext>
            </a:extLst>
          </p:cNvPr>
          <p:cNvSpPr>
            <a:spLocks xmlns:a="http://schemas.openxmlformats.org/drawingml/2006/main" noGrp="1"/>
          </p:cNvSpPr>
          <p:nvPr/>
        </p:nvSpPr>
        <p:spPr>
          <a:xfrm xmlns:a="http://schemas.openxmlformats.org/drawingml/2006/main">
            <a:off x="609600" y="14859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8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정확도만으로</a:t>
            </a:r>
          </a:p>
          <a:p xmlns:a="http://schemas.openxmlformats.org/drawingml/2006/main">
            <a:pPr algn="l">
              <a:lnSpc>
                <a:spcPct val="118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답할 수 없는 질문</a:t>
            </a:r>
          </a:p>
        </p:txBody>
      </p:sp>
      <p:sp>
        <p:nvSpPr>
          <p:cNvPr id="8" name="">
            <a:extLst xmlns:a="http://schemas.openxmlformats.org/drawingml/2006/main">
              <a:ext uri="{FF2B5EF4-FFF2-40B4-BE49-F238E27FC236}">
                <a16:creationId xmlns:a16="http://schemas.microsoft.com/office/drawing/2014/main" id="{B31611DA-C877-49A8-9B72-E6878A2C719C}"/>
              </a:ext>
            </a:extLst>
          </p:cNvPr>
          <p:cNvSpPr>
            <a:spLocks xmlns:a="http://schemas.openxmlformats.org/drawingml/2006/main" noGrp="1"/>
          </p:cNvSpPr>
          <p:nvPr/>
        </p:nvSpPr>
        <p:spPr>
          <a:xfrm xmlns:a="http://schemas.openxmlformats.org/drawingml/2006/main">
            <a:off x="609600" y="2628900"/>
            <a:ext cx="4000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425" b="0">
                <a:solidFill>
                  <a:srgbClr val="98A2B3"/>
                </a:solidFill>
                <a:latin typeface="AppleGothic"/>
                <a:ea typeface="AppleGothic"/>
                <a:cs typeface="AppleGothic"/>
              </a:defRPr>
            </a:pPr>
            <a:r>
              <a:rPr sz="1425" b="0">
                <a:solidFill>
                  <a:srgbClr val="98A2B3"/>
                </a:solidFill>
                <a:latin typeface="AppleGothic"/>
                <a:ea typeface="AppleGothic"/>
                <a:cs typeface="AppleGothic"/>
              </a:rPr>
              <a:t>현업에서는 한 번의 좋은 응답보다 같은 조건의 재실행, 실패의 관찰, 정책 통제와 변경 설명이 필요하다.</a:t>
            </a:r>
          </a:p>
        </p:txBody>
      </p:sp>
      <p:sp>
        <p:nvSpPr>
          <p:cNvPr id="9" name="">
            <a:extLst xmlns:a="http://schemas.openxmlformats.org/drawingml/2006/main">
              <a:ext uri="{FF2B5EF4-FFF2-40B4-BE49-F238E27FC236}">
                <a16:creationId xmlns:a16="http://schemas.microsoft.com/office/drawing/2014/main" id="{95E94046-F90D-4A6E-B075-7528019E6DF2}"/>
              </a:ext>
            </a:extLst>
          </p:cNvPr>
          <p:cNvSpPr>
            <a:spLocks xmlns:a="http://schemas.openxmlformats.org/drawingml/2006/main" noGrp="1"/>
          </p:cNvSpPr>
          <p:nvPr/>
        </p:nvSpPr>
        <p:spPr>
          <a:xfrm xmlns:a="http://schemas.openxmlformats.org/drawingml/2006/main">
            <a:off x="5219700" y="14859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01</a:t>
            </a:r>
          </a:p>
        </p:txBody>
      </p:sp>
      <p:sp>
        <p:nvSpPr>
          <p:cNvPr id="10" name="">
            <a:extLst xmlns:a="http://schemas.openxmlformats.org/drawingml/2006/main">
              <a:ext uri="{FF2B5EF4-FFF2-40B4-BE49-F238E27FC236}">
                <a16:creationId xmlns:a16="http://schemas.microsoft.com/office/drawing/2014/main" id="{3F2620EC-6CE1-43BF-B44B-BFA97F0736F9}"/>
              </a:ext>
            </a:extLst>
          </p:cNvPr>
          <p:cNvSpPr>
            <a:spLocks xmlns:a="http://schemas.openxmlformats.org/drawingml/2006/main" noGrp="1"/>
          </p:cNvSpPr>
          <p:nvPr/>
        </p:nvSpPr>
        <p:spPr>
          <a:xfrm xmlns:a="http://schemas.openxmlformats.org/drawingml/2006/main">
            <a:off x="5924550" y="14478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AppleGothic"/>
                <a:ea typeface="AppleGothic"/>
                <a:cs typeface="AppleGothic"/>
              </a:defRPr>
            </a:pPr>
            <a:r>
              <a:rPr sz="1950" b="1">
                <a:solidFill>
                  <a:srgbClr val="FFFFFF"/>
                </a:solidFill>
                <a:latin typeface="AppleGothic"/>
                <a:ea typeface="AppleGothic"/>
                <a:cs typeface="AppleGothic"/>
              </a:rPr>
              <a:t>재현성</a:t>
            </a:r>
          </a:p>
        </p:txBody>
      </p:sp>
      <p:sp>
        <p:nvSpPr>
          <p:cNvPr id="11" name="">
            <a:extLst xmlns:a="http://schemas.openxmlformats.org/drawingml/2006/main">
              <a:ext uri="{FF2B5EF4-FFF2-40B4-BE49-F238E27FC236}">
                <a16:creationId xmlns:a16="http://schemas.microsoft.com/office/drawing/2014/main" id="{38EBB214-3972-44F0-8C79-095C8C32B9DD}"/>
              </a:ext>
            </a:extLst>
          </p:cNvPr>
          <p:cNvSpPr>
            <a:spLocks xmlns:a="http://schemas.openxmlformats.org/drawingml/2006/main" noGrp="1"/>
          </p:cNvSpPr>
          <p:nvPr/>
        </p:nvSpPr>
        <p:spPr>
          <a:xfrm xmlns:a="http://schemas.openxmlformats.org/drawingml/2006/main">
            <a:off x="8401050" y="148590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같은 조건의 재실행</a:t>
            </a:r>
          </a:p>
        </p:txBody>
      </p:sp>
      <p:sp>
        <p:nvSpPr>
          <p:cNvPr id="12" name="">
            <a:extLst xmlns:a="http://schemas.openxmlformats.org/drawingml/2006/main">
              <a:ext uri="{FF2B5EF4-FFF2-40B4-BE49-F238E27FC236}">
                <a16:creationId xmlns:a16="http://schemas.microsoft.com/office/drawing/2014/main" id="{C1691EBF-49DA-4C36-9514-1BB3F85B969A}"/>
              </a:ext>
            </a:extLst>
          </p:cNvPr>
          <p:cNvSpPr>
            <a:spLocks xmlns:a="http://schemas.openxmlformats.org/drawingml/2006/main" noGrp="1"/>
          </p:cNvSpPr>
          <p:nvPr/>
        </p:nvSpPr>
        <p:spPr>
          <a:xfrm xmlns:a="http://schemas.openxmlformats.org/drawingml/2006/main" flipH="0" flipV="0">
            <a:off x="5924550" y="2114550"/>
            <a:ext cx="52768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33D327DE-4F8A-4EAA-8F2E-17918A96322F}"/>
              </a:ext>
            </a:extLst>
          </p:cNvPr>
          <p:cNvSpPr>
            <a:spLocks xmlns:a="http://schemas.openxmlformats.org/drawingml/2006/main" noGrp="1"/>
          </p:cNvSpPr>
          <p:nvPr/>
        </p:nvSpPr>
        <p:spPr>
          <a:xfrm xmlns:a="http://schemas.openxmlformats.org/drawingml/2006/main">
            <a:off x="5219700" y="25527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02</a:t>
            </a:r>
          </a:p>
        </p:txBody>
      </p:sp>
      <p:sp>
        <p:nvSpPr>
          <p:cNvPr id="14" name="">
            <a:extLst xmlns:a="http://schemas.openxmlformats.org/drawingml/2006/main">
              <a:ext uri="{FF2B5EF4-FFF2-40B4-BE49-F238E27FC236}">
                <a16:creationId xmlns:a16="http://schemas.microsoft.com/office/drawing/2014/main" id="{1FD3F51B-5D5B-4501-9CB3-A6D9646A1519}"/>
              </a:ext>
            </a:extLst>
          </p:cNvPr>
          <p:cNvSpPr>
            <a:spLocks xmlns:a="http://schemas.openxmlformats.org/drawingml/2006/main" noGrp="1"/>
          </p:cNvSpPr>
          <p:nvPr/>
        </p:nvSpPr>
        <p:spPr>
          <a:xfrm xmlns:a="http://schemas.openxmlformats.org/drawingml/2006/main">
            <a:off x="5924550" y="25146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AppleGothic"/>
                <a:ea typeface="AppleGothic"/>
                <a:cs typeface="AppleGothic"/>
              </a:defRPr>
            </a:pPr>
            <a:r>
              <a:rPr sz="1950" b="1">
                <a:solidFill>
                  <a:srgbClr val="FFFFFF"/>
                </a:solidFill>
                <a:latin typeface="AppleGothic"/>
                <a:ea typeface="AppleGothic"/>
                <a:cs typeface="AppleGothic"/>
              </a:rPr>
              <a:t>관찰 가능성</a:t>
            </a:r>
          </a:p>
        </p:txBody>
      </p:sp>
      <p:sp>
        <p:nvSpPr>
          <p:cNvPr id="15" name="">
            <a:extLst xmlns:a="http://schemas.openxmlformats.org/drawingml/2006/main">
              <a:ext uri="{FF2B5EF4-FFF2-40B4-BE49-F238E27FC236}">
                <a16:creationId xmlns:a16="http://schemas.microsoft.com/office/drawing/2014/main" id="{09A840B2-A01E-4D51-B2BD-7D62087E6017}"/>
              </a:ext>
            </a:extLst>
          </p:cNvPr>
          <p:cNvSpPr>
            <a:spLocks xmlns:a="http://schemas.openxmlformats.org/drawingml/2006/main" noGrp="1"/>
          </p:cNvSpPr>
          <p:nvPr/>
        </p:nvSpPr>
        <p:spPr>
          <a:xfrm xmlns:a="http://schemas.openxmlformats.org/drawingml/2006/main">
            <a:off x="8401050" y="255270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실패 위치와 분포</a:t>
            </a:r>
          </a:p>
        </p:txBody>
      </p:sp>
      <p:sp>
        <p:nvSpPr>
          <p:cNvPr id="16" name="">
            <a:extLst xmlns:a="http://schemas.openxmlformats.org/drawingml/2006/main">
              <a:ext uri="{FF2B5EF4-FFF2-40B4-BE49-F238E27FC236}">
                <a16:creationId xmlns:a16="http://schemas.microsoft.com/office/drawing/2014/main" id="{0A01A34F-6317-41D0-9A67-22482F9971D0}"/>
              </a:ext>
            </a:extLst>
          </p:cNvPr>
          <p:cNvSpPr>
            <a:spLocks xmlns:a="http://schemas.openxmlformats.org/drawingml/2006/main" noGrp="1"/>
          </p:cNvSpPr>
          <p:nvPr/>
        </p:nvSpPr>
        <p:spPr>
          <a:xfrm xmlns:a="http://schemas.openxmlformats.org/drawingml/2006/main" flipH="0" flipV="0">
            <a:off x="5924550" y="3181350"/>
            <a:ext cx="52768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7" name="">
            <a:extLst xmlns:a="http://schemas.openxmlformats.org/drawingml/2006/main">
              <a:ext uri="{FF2B5EF4-FFF2-40B4-BE49-F238E27FC236}">
                <a16:creationId xmlns:a16="http://schemas.microsoft.com/office/drawing/2014/main" id="{864DBF25-B53D-4C3F-BF00-8EE1F55F10AA}"/>
              </a:ext>
            </a:extLst>
          </p:cNvPr>
          <p:cNvSpPr>
            <a:spLocks xmlns:a="http://schemas.openxmlformats.org/drawingml/2006/main" noGrp="1"/>
          </p:cNvSpPr>
          <p:nvPr/>
        </p:nvSpPr>
        <p:spPr>
          <a:xfrm xmlns:a="http://schemas.openxmlformats.org/drawingml/2006/main">
            <a:off x="5219700" y="36195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03</a:t>
            </a:r>
          </a:p>
        </p:txBody>
      </p:sp>
      <p:sp>
        <p:nvSpPr>
          <p:cNvPr id="18" name="">
            <a:extLst xmlns:a="http://schemas.openxmlformats.org/drawingml/2006/main">
              <a:ext uri="{FF2B5EF4-FFF2-40B4-BE49-F238E27FC236}">
                <a16:creationId xmlns:a16="http://schemas.microsoft.com/office/drawing/2014/main" id="{1F3C1266-DD3D-4D1F-86C2-0340322B4AD9}"/>
              </a:ext>
            </a:extLst>
          </p:cNvPr>
          <p:cNvSpPr>
            <a:spLocks xmlns:a="http://schemas.openxmlformats.org/drawingml/2006/main" noGrp="1"/>
          </p:cNvSpPr>
          <p:nvPr/>
        </p:nvSpPr>
        <p:spPr>
          <a:xfrm xmlns:a="http://schemas.openxmlformats.org/drawingml/2006/main">
            <a:off x="5924550" y="35814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AppleGothic"/>
                <a:ea typeface="AppleGothic"/>
                <a:cs typeface="AppleGothic"/>
              </a:defRPr>
            </a:pPr>
            <a:r>
              <a:rPr sz="1950" b="1">
                <a:solidFill>
                  <a:srgbClr val="FFFFFF"/>
                </a:solidFill>
                <a:latin typeface="AppleGothic"/>
                <a:ea typeface="AppleGothic"/>
                <a:cs typeface="AppleGothic"/>
              </a:rPr>
              <a:t>통제 가능성</a:t>
            </a:r>
          </a:p>
        </p:txBody>
      </p:sp>
      <p:sp>
        <p:nvSpPr>
          <p:cNvPr id="19" name="">
            <a:extLst xmlns:a="http://schemas.openxmlformats.org/drawingml/2006/main">
              <a:ext uri="{FF2B5EF4-FFF2-40B4-BE49-F238E27FC236}">
                <a16:creationId xmlns:a16="http://schemas.microsoft.com/office/drawing/2014/main" id="{06BC4112-0988-4FCE-8125-590FCAACBF1F}"/>
              </a:ext>
            </a:extLst>
          </p:cNvPr>
          <p:cNvSpPr>
            <a:spLocks xmlns:a="http://schemas.openxmlformats.org/drawingml/2006/main" noGrp="1"/>
          </p:cNvSpPr>
          <p:nvPr/>
        </p:nvSpPr>
        <p:spPr>
          <a:xfrm xmlns:a="http://schemas.openxmlformats.org/drawingml/2006/main">
            <a:off x="8401050" y="361950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권한·정책·대체 경로</a:t>
            </a:r>
          </a:p>
        </p:txBody>
      </p:sp>
      <p:sp>
        <p:nvSpPr>
          <p:cNvPr id="20" name="">
            <a:extLst xmlns:a="http://schemas.openxmlformats.org/drawingml/2006/main">
              <a:ext uri="{FF2B5EF4-FFF2-40B4-BE49-F238E27FC236}">
                <a16:creationId xmlns:a16="http://schemas.microsoft.com/office/drawing/2014/main" id="{87EDA932-B33C-424D-8E30-E5DB22984447}"/>
              </a:ext>
            </a:extLst>
          </p:cNvPr>
          <p:cNvSpPr>
            <a:spLocks xmlns:a="http://schemas.openxmlformats.org/drawingml/2006/main" noGrp="1"/>
          </p:cNvSpPr>
          <p:nvPr/>
        </p:nvSpPr>
        <p:spPr>
          <a:xfrm xmlns:a="http://schemas.openxmlformats.org/drawingml/2006/main" flipH="0" flipV="0">
            <a:off x="5924550" y="4248150"/>
            <a:ext cx="52768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1" name="">
            <a:extLst xmlns:a="http://schemas.openxmlformats.org/drawingml/2006/main">
              <a:ext uri="{FF2B5EF4-FFF2-40B4-BE49-F238E27FC236}">
                <a16:creationId xmlns:a16="http://schemas.microsoft.com/office/drawing/2014/main" id="{6FD9AA63-272E-42D2-A4E0-A3FAE41210DE}"/>
              </a:ext>
            </a:extLst>
          </p:cNvPr>
          <p:cNvSpPr>
            <a:spLocks xmlns:a="http://schemas.openxmlformats.org/drawingml/2006/main" noGrp="1"/>
          </p:cNvSpPr>
          <p:nvPr/>
        </p:nvSpPr>
        <p:spPr>
          <a:xfrm xmlns:a="http://schemas.openxmlformats.org/drawingml/2006/main">
            <a:off x="5219700" y="46863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04</a:t>
            </a:r>
          </a:p>
        </p:txBody>
      </p:sp>
      <p:sp>
        <p:nvSpPr>
          <p:cNvPr id="22" name="">
            <a:extLst xmlns:a="http://schemas.openxmlformats.org/drawingml/2006/main">
              <a:ext uri="{FF2B5EF4-FFF2-40B4-BE49-F238E27FC236}">
                <a16:creationId xmlns:a16="http://schemas.microsoft.com/office/drawing/2014/main" id="{ACD84739-991D-4BF1-A6A4-AC96552B5526}"/>
              </a:ext>
            </a:extLst>
          </p:cNvPr>
          <p:cNvSpPr>
            <a:spLocks xmlns:a="http://schemas.openxmlformats.org/drawingml/2006/main" noGrp="1"/>
          </p:cNvSpPr>
          <p:nvPr/>
        </p:nvSpPr>
        <p:spPr>
          <a:xfrm xmlns:a="http://schemas.openxmlformats.org/drawingml/2006/main">
            <a:off x="5924550" y="46482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AppleGothic"/>
                <a:ea typeface="AppleGothic"/>
                <a:cs typeface="AppleGothic"/>
              </a:defRPr>
            </a:pPr>
            <a:r>
              <a:rPr sz="1950" b="1">
                <a:solidFill>
                  <a:srgbClr val="FFFFFF"/>
                </a:solidFill>
                <a:latin typeface="AppleGothic"/>
                <a:ea typeface="AppleGothic"/>
                <a:cs typeface="AppleGothic"/>
              </a:rPr>
              <a:t>설명 가능성</a:t>
            </a:r>
          </a:p>
        </p:txBody>
      </p:sp>
      <p:sp>
        <p:nvSpPr>
          <p:cNvPr id="23" name="">
            <a:extLst xmlns:a="http://schemas.openxmlformats.org/drawingml/2006/main">
              <a:ext uri="{FF2B5EF4-FFF2-40B4-BE49-F238E27FC236}">
                <a16:creationId xmlns:a16="http://schemas.microsoft.com/office/drawing/2014/main" id="{A2B8C2CC-6D47-488B-A32A-5DC0DDD9E1DD}"/>
              </a:ext>
            </a:extLst>
          </p:cNvPr>
          <p:cNvSpPr>
            <a:spLocks xmlns:a="http://schemas.openxmlformats.org/drawingml/2006/main" noGrp="1"/>
          </p:cNvSpPr>
          <p:nvPr/>
        </p:nvSpPr>
        <p:spPr>
          <a:xfrm xmlns:a="http://schemas.openxmlformats.org/drawingml/2006/main">
            <a:off x="8401050" y="468630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변경 이유와 의사결정</a:t>
            </a:r>
          </a:p>
        </p:txBody>
      </p:sp>
      <p:sp>
        <p:nvSpPr>
          <p:cNvPr id="24" name="">
            <a:extLst xmlns:a="http://schemas.openxmlformats.org/drawingml/2006/main">
              <a:ext uri="{FF2B5EF4-FFF2-40B4-BE49-F238E27FC236}">
                <a16:creationId xmlns:a16="http://schemas.microsoft.com/office/drawing/2014/main" id="{9021AA68-215C-4156-A4B5-B673A3F58ED1}"/>
              </a:ext>
            </a:extLst>
          </p:cNvPr>
          <p:cNvSpPr>
            <a:spLocks xmlns:a="http://schemas.openxmlformats.org/drawingml/2006/main" noGrp="1"/>
          </p:cNvSpPr>
          <p:nvPr/>
        </p:nvSpPr>
        <p:spPr>
          <a:xfrm xmlns:a="http://schemas.openxmlformats.org/drawingml/2006/main" flipH="0" flipV="0">
            <a:off x="5924550" y="5314950"/>
            <a:ext cx="52768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5" name="">
            <a:extLst xmlns:a="http://schemas.openxmlformats.org/drawingml/2006/main">
              <a:ext uri="{FF2B5EF4-FFF2-40B4-BE49-F238E27FC236}">
                <a16:creationId xmlns:a16="http://schemas.microsoft.com/office/drawing/2014/main" id="{F8DB4404-AC92-4446-8F24-5B4D0A968BAA}"/>
              </a:ext>
            </a:extLst>
          </p:cNvPr>
          <p:cNvSpPr>
            <a:spLocks xmlns:a="http://schemas.openxmlformats.org/drawingml/2006/main" noGrp="1"/>
          </p:cNvSpPr>
          <p:nvPr/>
        </p:nvSpPr>
        <p:spPr>
          <a:xfrm xmlns:a="http://schemas.openxmlformats.org/drawingml/2006/main">
            <a:off x="609600" y="5581650"/>
            <a:ext cx="1059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모델 점수 · 서비스 행동 · 운영 증거의 분리</a:t>
            </a:r>
          </a:p>
        </p:txBody>
      </p:sp>
    </p:spTree>
    <p:extLst>
      <p:ext uri="{BB962C8B-B14F-4D97-AF65-F5344CB8AC3E}">
        <p14:creationId xmlns:p14="http://schemas.microsoft.com/office/powerpoint/2010/main" val="888055246"/>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B7417EB-B8F9-4F26-BDE4-5FDC04D875C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STANDARD</a:t>
            </a:r>
          </a:p>
        </p:txBody>
      </p:sp>
      <p:sp>
        <p:nvSpPr>
          <p:cNvPr id="2" name="">
            <a:extLst xmlns:a="http://schemas.openxmlformats.org/drawingml/2006/main">
              <a:ext uri="{FF2B5EF4-FFF2-40B4-BE49-F238E27FC236}">
                <a16:creationId xmlns:a16="http://schemas.microsoft.com/office/drawing/2014/main" id="{2229F4C5-11B3-448A-8302-9E4CECCEE0C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11</a:t>
            </a:r>
          </a:p>
        </p:txBody>
      </p:sp>
      <p:sp>
        <p:nvSpPr>
          <p:cNvPr id="3" name="">
            <a:extLst xmlns:a="http://schemas.openxmlformats.org/drawingml/2006/main">
              <a:ext uri="{FF2B5EF4-FFF2-40B4-BE49-F238E27FC236}">
                <a16:creationId xmlns:a16="http://schemas.microsoft.com/office/drawing/2014/main" id="{DCC6782B-9FFD-4EA8-A23D-119368772E2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4C2C1C61-85A8-47D2-BFC2-A0977B263C37}"/>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2BC51F42-6E6D-4AD3-89D8-950624412EB8}"/>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4BB78322-156C-4678-A56B-E6B20BE8B7A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두 라이프사이클의 관리 범위</a:t>
            </a:r>
          </a:p>
        </p:txBody>
      </p:sp>
      <p:sp>
        <p:nvSpPr>
          <p:cNvPr id="7" name="">
            <a:extLst xmlns:a="http://schemas.openxmlformats.org/drawingml/2006/main">
              <a:ext uri="{FF2B5EF4-FFF2-40B4-BE49-F238E27FC236}">
                <a16:creationId xmlns:a16="http://schemas.microsoft.com/office/drawing/2014/main" id="{EC729B5B-AAED-4B02-A4FE-CC1E4FE85B4C}"/>
              </a:ext>
            </a:extLst>
          </p:cNvPr>
          <p:cNvSpPr>
            <a:spLocks xmlns:a="http://schemas.openxmlformats.org/drawingml/2006/main" noGrp="1"/>
          </p:cNvSpPr>
          <p:nvPr/>
        </p:nvSpPr>
        <p:spPr>
          <a:xfrm xmlns:a="http://schemas.openxmlformats.org/drawingml/2006/main" rot="0">
            <a:off x="609600" y="1581150"/>
            <a:ext cx="18097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D8D2F8A4-FB59-4F61-9258-CE1CDB82B2D7}"/>
              </a:ext>
            </a:extLst>
          </p:cNvPr>
          <p:cNvSpPr>
            <a:spLocks xmlns:a="http://schemas.openxmlformats.org/drawingml/2006/main" noGrp="1"/>
          </p:cNvSpPr>
          <p:nvPr/>
        </p:nvSpPr>
        <p:spPr>
          <a:xfrm xmlns:a="http://schemas.openxmlformats.org/drawingml/2006/main">
            <a:off x="742950" y="1581150"/>
            <a:ext cx="1543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비교 축</a:t>
            </a:r>
          </a:p>
        </p:txBody>
      </p:sp>
      <p:sp>
        <p:nvSpPr>
          <p:cNvPr id="9" name="">
            <a:extLst xmlns:a="http://schemas.openxmlformats.org/drawingml/2006/main">
              <a:ext uri="{FF2B5EF4-FFF2-40B4-BE49-F238E27FC236}">
                <a16:creationId xmlns:a16="http://schemas.microsoft.com/office/drawing/2014/main" id="{059F2763-453B-4A0B-8944-3CE1D7FE5018}"/>
              </a:ext>
            </a:extLst>
          </p:cNvPr>
          <p:cNvSpPr>
            <a:spLocks xmlns:a="http://schemas.openxmlformats.org/drawingml/2006/main" noGrp="1"/>
          </p:cNvSpPr>
          <p:nvPr/>
        </p:nvSpPr>
        <p:spPr>
          <a:xfrm xmlns:a="http://schemas.openxmlformats.org/drawingml/2006/main" rot="0">
            <a:off x="2419350" y="1581150"/>
            <a:ext cx="434340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9AF8C2FC-CD71-4BCF-BBCA-000F8AE84973}"/>
              </a:ext>
            </a:extLst>
          </p:cNvPr>
          <p:cNvSpPr>
            <a:spLocks xmlns:a="http://schemas.openxmlformats.org/drawingml/2006/main" noGrp="1"/>
          </p:cNvSpPr>
          <p:nvPr/>
        </p:nvSpPr>
        <p:spPr>
          <a:xfrm xmlns:a="http://schemas.openxmlformats.org/drawingml/2006/main">
            <a:off x="2552700" y="158115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모델·시스템 수명주기</a:t>
            </a:r>
          </a:p>
        </p:txBody>
      </p:sp>
      <p:sp>
        <p:nvSpPr>
          <p:cNvPr id="11" name="">
            <a:extLst xmlns:a="http://schemas.openxmlformats.org/drawingml/2006/main">
              <a:ext uri="{FF2B5EF4-FFF2-40B4-BE49-F238E27FC236}">
                <a16:creationId xmlns:a16="http://schemas.microsoft.com/office/drawing/2014/main" id="{AD9606F3-E313-4D2E-A1E1-0E8F3B70988F}"/>
              </a:ext>
            </a:extLst>
          </p:cNvPr>
          <p:cNvSpPr>
            <a:spLocks xmlns:a="http://schemas.openxmlformats.org/drawingml/2006/main" noGrp="1"/>
          </p:cNvSpPr>
          <p:nvPr/>
        </p:nvSpPr>
        <p:spPr>
          <a:xfrm xmlns:a="http://schemas.openxmlformats.org/drawingml/2006/main" rot="0">
            <a:off x="6762750" y="1581150"/>
            <a:ext cx="48196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8F9B069E-0AB2-46C1-8F18-834F96727FF3}"/>
              </a:ext>
            </a:extLst>
          </p:cNvPr>
          <p:cNvSpPr>
            <a:spLocks xmlns:a="http://schemas.openxmlformats.org/drawingml/2006/main" noGrp="1"/>
          </p:cNvSpPr>
          <p:nvPr/>
        </p:nvSpPr>
        <p:spPr>
          <a:xfrm xmlns:a="http://schemas.openxmlformats.org/drawingml/2006/main">
            <a:off x="6896100" y="1581150"/>
            <a:ext cx="4552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수업의 서비스 개선 사이클</a:t>
            </a:r>
          </a:p>
        </p:txBody>
      </p:sp>
      <p:sp>
        <p:nvSpPr>
          <p:cNvPr id="13" name="">
            <a:extLst xmlns:a="http://schemas.openxmlformats.org/drawingml/2006/main">
              <a:ext uri="{FF2B5EF4-FFF2-40B4-BE49-F238E27FC236}">
                <a16:creationId xmlns:a16="http://schemas.microsoft.com/office/drawing/2014/main" id="{918A820E-05C6-42FE-9C95-30A2AF7C5F6B}"/>
              </a:ext>
            </a:extLst>
          </p:cNvPr>
          <p:cNvSpPr>
            <a:spLocks xmlns:a="http://schemas.openxmlformats.org/drawingml/2006/main" noGrp="1"/>
          </p:cNvSpPr>
          <p:nvPr/>
        </p:nvSpPr>
        <p:spPr>
          <a:xfrm xmlns:a="http://schemas.openxmlformats.org/drawingml/2006/main" rot="0">
            <a:off x="609600" y="2095500"/>
            <a:ext cx="1809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4E58FB14-5D9C-46AE-B344-A6EFE48BC0F1}"/>
              </a:ext>
            </a:extLst>
          </p:cNvPr>
          <p:cNvSpPr>
            <a:spLocks xmlns:a="http://schemas.openxmlformats.org/drawingml/2006/main" noGrp="1"/>
          </p:cNvSpPr>
          <p:nvPr/>
        </p:nvSpPr>
        <p:spPr>
          <a:xfrm xmlns:a="http://schemas.openxmlformats.org/drawingml/2006/main">
            <a:off x="742950" y="2095500"/>
            <a:ext cx="15430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단계 구조</a:t>
            </a:r>
          </a:p>
        </p:txBody>
      </p:sp>
      <p:sp>
        <p:nvSpPr>
          <p:cNvPr id="15" name="">
            <a:extLst xmlns:a="http://schemas.openxmlformats.org/drawingml/2006/main">
              <a:ext uri="{FF2B5EF4-FFF2-40B4-BE49-F238E27FC236}">
                <a16:creationId xmlns:a16="http://schemas.microsoft.com/office/drawing/2014/main" id="{4F7D5FD0-D66A-44EC-8188-DCE74C963124}"/>
              </a:ext>
            </a:extLst>
          </p:cNvPr>
          <p:cNvSpPr>
            <a:spLocks xmlns:a="http://schemas.openxmlformats.org/drawingml/2006/main" noGrp="1"/>
          </p:cNvSpPr>
          <p:nvPr/>
        </p:nvSpPr>
        <p:spPr>
          <a:xfrm xmlns:a="http://schemas.openxmlformats.org/drawingml/2006/main" rot="0">
            <a:off x="2419350" y="2095500"/>
            <a:ext cx="43434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230B19D3-4D7D-47A0-815F-BD4046E7BB37}"/>
              </a:ext>
            </a:extLst>
          </p:cNvPr>
          <p:cNvSpPr>
            <a:spLocks xmlns:a="http://schemas.openxmlformats.org/drawingml/2006/main" noGrp="1"/>
          </p:cNvSpPr>
          <p:nvPr/>
        </p:nvSpPr>
        <p:spPr>
          <a:xfrm xmlns:a="http://schemas.openxmlformats.org/drawingml/2006/main">
            <a:off x="2552700" y="2095500"/>
            <a:ext cx="4076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1. 학습(Training)</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2. 평가(Evaluation)</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3. 배포(Deployment)</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4. 유지(Maintenance)</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5. 종료(Retirement)</a:t>
            </a:r>
          </a:p>
        </p:txBody>
      </p:sp>
      <p:sp>
        <p:nvSpPr>
          <p:cNvPr id="17" name="">
            <a:extLst xmlns:a="http://schemas.openxmlformats.org/drawingml/2006/main">
              <a:ext uri="{FF2B5EF4-FFF2-40B4-BE49-F238E27FC236}">
                <a16:creationId xmlns:a16="http://schemas.microsoft.com/office/drawing/2014/main" id="{76998285-F46D-409E-9456-56031E957E12}"/>
              </a:ext>
            </a:extLst>
          </p:cNvPr>
          <p:cNvSpPr>
            <a:spLocks xmlns:a="http://schemas.openxmlformats.org/drawingml/2006/main" noGrp="1"/>
          </p:cNvSpPr>
          <p:nvPr/>
        </p:nvSpPr>
        <p:spPr>
          <a:xfrm xmlns:a="http://schemas.openxmlformats.org/drawingml/2006/main" rot="0">
            <a:off x="6762750" y="2095500"/>
            <a:ext cx="4819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CF1E7A4A-64CA-41E9-B65A-F84C67BE6162}"/>
              </a:ext>
            </a:extLst>
          </p:cNvPr>
          <p:cNvSpPr>
            <a:spLocks xmlns:a="http://schemas.openxmlformats.org/drawingml/2006/main" noGrp="1"/>
          </p:cNvSpPr>
          <p:nvPr/>
        </p:nvSpPr>
        <p:spPr>
          <a:xfrm xmlns:a="http://schemas.openxmlformats.org/drawingml/2006/main">
            <a:off x="6896100" y="2095500"/>
            <a:ext cx="45529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1. 기획·데이터</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2. 프롬프트·맥락</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3. 실행·배포</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4. 평가·관찰</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5. 개선·버전</a:t>
            </a:r>
          </a:p>
        </p:txBody>
      </p:sp>
      <p:sp>
        <p:nvSpPr>
          <p:cNvPr id="19" name="">
            <a:extLst xmlns:a="http://schemas.openxmlformats.org/drawingml/2006/main">
              <a:ext uri="{FF2B5EF4-FFF2-40B4-BE49-F238E27FC236}">
                <a16:creationId xmlns:a16="http://schemas.microsoft.com/office/drawing/2014/main" id="{AA550BDA-63C1-44AD-AE15-B5E630B920A5}"/>
              </a:ext>
            </a:extLst>
          </p:cNvPr>
          <p:cNvSpPr>
            <a:spLocks xmlns:a="http://schemas.openxmlformats.org/drawingml/2006/main" noGrp="1"/>
          </p:cNvSpPr>
          <p:nvPr/>
        </p:nvSpPr>
        <p:spPr>
          <a:xfrm xmlns:a="http://schemas.openxmlformats.org/drawingml/2006/main" rot="0">
            <a:off x="609600" y="3276600"/>
            <a:ext cx="1809750" cy="11811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87A21728-2638-467F-A126-B5CCBB9EC0AD}"/>
              </a:ext>
            </a:extLst>
          </p:cNvPr>
          <p:cNvSpPr>
            <a:spLocks xmlns:a="http://schemas.openxmlformats.org/drawingml/2006/main" noGrp="1"/>
          </p:cNvSpPr>
          <p:nvPr/>
        </p:nvSpPr>
        <p:spPr>
          <a:xfrm xmlns:a="http://schemas.openxmlformats.org/drawingml/2006/main">
            <a:off x="742950" y="3276600"/>
            <a:ext cx="15430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관리 단위</a:t>
            </a:r>
          </a:p>
        </p:txBody>
      </p:sp>
      <p:sp>
        <p:nvSpPr>
          <p:cNvPr id="21" name="">
            <a:extLst xmlns:a="http://schemas.openxmlformats.org/drawingml/2006/main">
              <a:ext uri="{FF2B5EF4-FFF2-40B4-BE49-F238E27FC236}">
                <a16:creationId xmlns:a16="http://schemas.microsoft.com/office/drawing/2014/main" id="{5EF8B95A-4CF0-46A5-BED4-124519847CA5}"/>
              </a:ext>
            </a:extLst>
          </p:cNvPr>
          <p:cNvSpPr>
            <a:spLocks xmlns:a="http://schemas.openxmlformats.org/drawingml/2006/main" noGrp="1"/>
          </p:cNvSpPr>
          <p:nvPr/>
        </p:nvSpPr>
        <p:spPr>
          <a:xfrm xmlns:a="http://schemas.openxmlformats.org/drawingml/2006/main" rot="0">
            <a:off x="2419350" y="3276600"/>
            <a:ext cx="4343400" cy="11811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E28B235D-2786-41EF-802E-E584830A18A8}"/>
              </a:ext>
            </a:extLst>
          </p:cNvPr>
          <p:cNvSpPr>
            <a:spLocks xmlns:a="http://schemas.openxmlformats.org/drawingml/2006/main" noGrp="1"/>
          </p:cNvSpPr>
          <p:nvPr/>
        </p:nvSpPr>
        <p:spPr>
          <a:xfrm xmlns:a="http://schemas.openxmlformats.org/drawingml/2006/main">
            <a:off x="2552700" y="3276600"/>
            <a:ext cx="4076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모델 또는 전체 인공지능 시스템</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생성부터 유지·종료까지의 상태</a:t>
            </a:r>
          </a:p>
        </p:txBody>
      </p:sp>
      <p:sp>
        <p:nvSpPr>
          <p:cNvPr id="23" name="">
            <a:extLst xmlns:a="http://schemas.openxmlformats.org/drawingml/2006/main">
              <a:ext uri="{FF2B5EF4-FFF2-40B4-BE49-F238E27FC236}">
                <a16:creationId xmlns:a16="http://schemas.microsoft.com/office/drawing/2014/main" id="{20367553-96B3-4524-8773-61BFA815EF1B}"/>
              </a:ext>
            </a:extLst>
          </p:cNvPr>
          <p:cNvSpPr>
            <a:spLocks xmlns:a="http://schemas.openxmlformats.org/drawingml/2006/main" noGrp="1"/>
          </p:cNvSpPr>
          <p:nvPr/>
        </p:nvSpPr>
        <p:spPr>
          <a:xfrm xmlns:a="http://schemas.openxmlformats.org/drawingml/2006/main" rot="0">
            <a:off x="6762750" y="3276600"/>
            <a:ext cx="4819650" cy="11811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76CABBC1-B0A4-4BD5-8A76-B6749ED81CF3}"/>
              </a:ext>
            </a:extLst>
          </p:cNvPr>
          <p:cNvSpPr>
            <a:spLocks xmlns:a="http://schemas.openxmlformats.org/drawingml/2006/main" noGrp="1"/>
          </p:cNvSpPr>
          <p:nvPr/>
        </p:nvSpPr>
        <p:spPr>
          <a:xfrm xmlns:a="http://schemas.openxmlformats.org/drawingml/2006/main">
            <a:off x="6896100" y="3276600"/>
            <a:ext cx="45529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프롬프트·맥락·코드·설정·정책</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서비스 행동과 실행 증거</a:t>
            </a:r>
          </a:p>
        </p:txBody>
      </p:sp>
      <p:sp>
        <p:nvSpPr>
          <p:cNvPr id="25" name="">
            <a:extLst xmlns:a="http://schemas.openxmlformats.org/drawingml/2006/main">
              <a:ext uri="{FF2B5EF4-FFF2-40B4-BE49-F238E27FC236}">
                <a16:creationId xmlns:a16="http://schemas.microsoft.com/office/drawing/2014/main" id="{46A13C1D-CFD1-4EE9-BE5A-886207BD344B}"/>
              </a:ext>
            </a:extLst>
          </p:cNvPr>
          <p:cNvSpPr>
            <a:spLocks xmlns:a="http://schemas.openxmlformats.org/drawingml/2006/main" noGrp="1"/>
          </p:cNvSpPr>
          <p:nvPr/>
        </p:nvSpPr>
        <p:spPr>
          <a:xfrm xmlns:a="http://schemas.openxmlformats.org/drawingml/2006/main" rot="0">
            <a:off x="609600" y="4457700"/>
            <a:ext cx="1809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D03BE73A-C5A1-45F2-BBA2-B468D8CE33B1}"/>
              </a:ext>
            </a:extLst>
          </p:cNvPr>
          <p:cNvSpPr>
            <a:spLocks xmlns:a="http://schemas.openxmlformats.org/drawingml/2006/main" noGrp="1"/>
          </p:cNvSpPr>
          <p:nvPr/>
        </p:nvSpPr>
        <p:spPr>
          <a:xfrm xmlns:a="http://schemas.openxmlformats.org/drawingml/2006/main">
            <a:off x="742950" y="4457700"/>
            <a:ext cx="15430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1">
                <a:solidFill>
                  <a:srgbClr val="191919"/>
                </a:solidFill>
                <a:latin typeface="AppleGothic"/>
                <a:ea typeface="AppleGothic"/>
                <a:cs typeface="AppleGothic"/>
              </a:defRPr>
            </a:pPr>
            <a:r>
              <a:rPr sz="1200" b="1">
                <a:solidFill>
                  <a:srgbClr val="191919"/>
                </a:solidFill>
                <a:latin typeface="AppleGothic"/>
                <a:ea typeface="AppleGothic"/>
                <a:cs typeface="AppleGothic"/>
              </a:rPr>
              <a:t>수업의 사용</a:t>
            </a:r>
          </a:p>
        </p:txBody>
      </p:sp>
      <p:sp>
        <p:nvSpPr>
          <p:cNvPr id="27" name="">
            <a:extLst xmlns:a="http://schemas.openxmlformats.org/drawingml/2006/main">
              <a:ext uri="{FF2B5EF4-FFF2-40B4-BE49-F238E27FC236}">
                <a16:creationId xmlns:a16="http://schemas.microsoft.com/office/drawing/2014/main" id="{3DB1307E-DE85-4FD9-AC72-0B2F5999B1AC}"/>
              </a:ext>
            </a:extLst>
          </p:cNvPr>
          <p:cNvSpPr>
            <a:spLocks xmlns:a="http://schemas.openxmlformats.org/drawingml/2006/main" noGrp="1"/>
          </p:cNvSpPr>
          <p:nvPr/>
        </p:nvSpPr>
        <p:spPr>
          <a:xfrm xmlns:a="http://schemas.openxmlformats.org/drawingml/2006/main" rot="0">
            <a:off x="2419350" y="4457700"/>
            <a:ext cx="43434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4E05EA30-34F6-4FFC-BB88-5EFD179B800E}"/>
              </a:ext>
            </a:extLst>
          </p:cNvPr>
          <p:cNvSpPr>
            <a:spLocks xmlns:a="http://schemas.openxmlformats.org/drawingml/2006/main" noGrp="1"/>
          </p:cNvSpPr>
          <p:nvPr/>
        </p:nvSpPr>
        <p:spPr>
          <a:xfrm xmlns:a="http://schemas.openxmlformats.org/drawingml/2006/main">
            <a:off x="2552700" y="4457700"/>
            <a:ext cx="4076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모델과 시스템의 전체 생애를</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설명할 때 활용 가능한 분류</a:t>
            </a:r>
          </a:p>
        </p:txBody>
      </p:sp>
      <p:sp>
        <p:nvSpPr>
          <p:cNvPr id="29" name="">
            <a:extLst xmlns:a="http://schemas.openxmlformats.org/drawingml/2006/main">
              <a:ext uri="{FF2B5EF4-FFF2-40B4-BE49-F238E27FC236}">
                <a16:creationId xmlns:a16="http://schemas.microsoft.com/office/drawing/2014/main" id="{8183D585-BA1F-4FB5-A627-1F4D246AB520}"/>
              </a:ext>
            </a:extLst>
          </p:cNvPr>
          <p:cNvSpPr>
            <a:spLocks xmlns:a="http://schemas.openxmlformats.org/drawingml/2006/main" noGrp="1"/>
          </p:cNvSpPr>
          <p:nvPr/>
        </p:nvSpPr>
        <p:spPr>
          <a:xfrm xmlns:a="http://schemas.openxmlformats.org/drawingml/2006/main" rot="0">
            <a:off x="6762750" y="4457700"/>
            <a:ext cx="4819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3BFDBD21-604D-48AB-8F9D-46866ACB4613}"/>
              </a:ext>
            </a:extLst>
          </p:cNvPr>
          <p:cNvSpPr>
            <a:spLocks xmlns:a="http://schemas.openxmlformats.org/drawingml/2006/main" noGrp="1"/>
          </p:cNvSpPr>
          <p:nvPr/>
        </p:nvSpPr>
        <p:spPr>
          <a:xfrm xmlns:a="http://schemas.openxmlformats.org/drawingml/2006/main">
            <a:off x="6896100" y="4457700"/>
            <a:ext cx="45529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매주 실행을 재현·비교·평가하고</a:t>
            </a:r>
          </a:p>
          <a:p xmlns:a="http://schemas.openxmlformats.org/drawingml/2006/main">
            <a:pPr algn="l">
              <a:lnSpc>
                <a:spcPct val="115000"/>
              </a:lnSpc>
              <a:buNone/>
              <a:defRPr sz="1200" b="0">
                <a:solidFill>
                  <a:srgbClr val="191919"/>
                </a:solidFill>
                <a:latin typeface="AppleGothic"/>
                <a:ea typeface="AppleGothic"/>
                <a:cs typeface="AppleGothic"/>
              </a:defRPr>
            </a:pPr>
            <a:r>
              <a:rPr sz="1200" b="0">
                <a:solidFill>
                  <a:srgbClr val="191919"/>
                </a:solidFill>
                <a:latin typeface="AppleGothic"/>
                <a:ea typeface="AppleGothic"/>
                <a:cs typeface="AppleGothic"/>
              </a:rPr>
              <a:t>다음 버전을 설계하는 공통 좌표</a:t>
            </a:r>
          </a:p>
        </p:txBody>
      </p:sp>
    </p:spTree>
    <p:extLst>
      <p:ext uri="{BB962C8B-B14F-4D97-AF65-F5344CB8AC3E}">
        <p14:creationId xmlns:p14="http://schemas.microsoft.com/office/powerpoint/2010/main" val="963823645"/>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800F8C0-68DF-4A4F-9825-9CBB919DC30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STANDARD</a:t>
            </a:r>
          </a:p>
        </p:txBody>
      </p:sp>
      <p:sp>
        <p:nvSpPr>
          <p:cNvPr id="2" name="">
            <a:extLst xmlns:a="http://schemas.openxmlformats.org/drawingml/2006/main">
              <a:ext uri="{FF2B5EF4-FFF2-40B4-BE49-F238E27FC236}">
                <a16:creationId xmlns:a16="http://schemas.microsoft.com/office/drawing/2014/main" id="{E75E1DA9-7F89-447F-8052-5778CC400B2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12</a:t>
            </a:r>
          </a:p>
        </p:txBody>
      </p:sp>
      <p:sp>
        <p:nvSpPr>
          <p:cNvPr id="3" name="">
            <a:extLst xmlns:a="http://schemas.openxmlformats.org/drawingml/2006/main">
              <a:ext uri="{FF2B5EF4-FFF2-40B4-BE49-F238E27FC236}">
                <a16:creationId xmlns:a16="http://schemas.microsoft.com/office/drawing/2014/main" id="{2DEB2FCA-F35F-41D3-A906-D9E6B69670F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F84525E6-F427-499C-B7DB-B613F8E4D20C}"/>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C4D9353-6538-4747-BDC8-D7980F93CB14}"/>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7FF6292-81AB-40D1-BF1A-E29033EA9205}"/>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수업 운영 프레임: 서비스 개선 사이클</a:t>
            </a:r>
          </a:p>
        </p:txBody>
      </p:sp>
      <p:sp>
        <p:nvSpPr>
          <p:cNvPr id="7" name="">
            <a:extLst xmlns:a="http://schemas.openxmlformats.org/drawingml/2006/main">
              <a:ext uri="{FF2B5EF4-FFF2-40B4-BE49-F238E27FC236}">
                <a16:creationId xmlns:a16="http://schemas.microsoft.com/office/drawing/2014/main" id="{F15DB597-0B65-43C0-A7D8-9A51CB02E650}"/>
              </a:ext>
            </a:extLst>
          </p:cNvPr>
          <p:cNvSpPr>
            <a:spLocks xmlns:a="http://schemas.openxmlformats.org/drawingml/2006/main" noGrp="1"/>
          </p:cNvSpPr>
          <p:nvPr/>
        </p:nvSpPr>
        <p:spPr>
          <a:xfrm xmlns:a="http://schemas.openxmlformats.org/drawingml/2006/main" flipH="0" flipV="0">
            <a:off x="4315941" y="2192966"/>
            <a:ext cx="769240" cy="55888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8" name="">
            <a:extLst xmlns:a="http://schemas.openxmlformats.org/drawingml/2006/main">
              <a:ext uri="{FF2B5EF4-FFF2-40B4-BE49-F238E27FC236}">
                <a16:creationId xmlns:a16="http://schemas.microsoft.com/office/drawing/2014/main" id="{1E46D870-5529-4F2C-923C-AE8950A849F5}"/>
              </a:ext>
            </a:extLst>
          </p:cNvPr>
          <p:cNvSpPr>
            <a:spLocks xmlns:a="http://schemas.openxmlformats.org/drawingml/2006/main" noGrp="1"/>
          </p:cNvSpPr>
          <p:nvPr/>
        </p:nvSpPr>
        <p:spPr>
          <a:xfrm xmlns:a="http://schemas.openxmlformats.org/drawingml/2006/main" flipH="1" flipV="0">
            <a:off x="5068725" y="3605502"/>
            <a:ext cx="293824" cy="90429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9" name="">
            <a:extLst xmlns:a="http://schemas.openxmlformats.org/drawingml/2006/main">
              <a:ext uri="{FF2B5EF4-FFF2-40B4-BE49-F238E27FC236}">
                <a16:creationId xmlns:a16="http://schemas.microsoft.com/office/drawing/2014/main" id="{65A6CCA8-C0B3-485A-919E-D11FFE5D9ED1}"/>
              </a:ext>
            </a:extLst>
          </p:cNvPr>
          <p:cNvSpPr>
            <a:spLocks xmlns:a="http://schemas.openxmlformats.org/drawingml/2006/main" noGrp="1"/>
          </p:cNvSpPr>
          <p:nvPr/>
        </p:nvSpPr>
        <p:spPr>
          <a:xfrm xmlns:a="http://schemas.openxmlformats.org/drawingml/2006/main" flipH="1" flipV="0">
            <a:off x="3391734" y="5037383"/>
            <a:ext cx="950833"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0" name="">
            <a:extLst xmlns:a="http://schemas.openxmlformats.org/drawingml/2006/main">
              <a:ext uri="{FF2B5EF4-FFF2-40B4-BE49-F238E27FC236}">
                <a16:creationId xmlns:a16="http://schemas.microsoft.com/office/drawing/2014/main" id="{6F8AC39D-FD5F-4066-9FDD-60A342B71A70}"/>
              </a:ext>
            </a:extLst>
          </p:cNvPr>
          <p:cNvSpPr>
            <a:spLocks xmlns:a="http://schemas.openxmlformats.org/drawingml/2006/main" noGrp="1"/>
          </p:cNvSpPr>
          <p:nvPr/>
        </p:nvSpPr>
        <p:spPr>
          <a:xfrm xmlns:a="http://schemas.openxmlformats.org/drawingml/2006/main" flipH="1" flipV="1">
            <a:off x="2371751" y="3605502"/>
            <a:ext cx="293824" cy="90429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1" name="">
            <a:extLst xmlns:a="http://schemas.openxmlformats.org/drawingml/2006/main">
              <a:ext uri="{FF2B5EF4-FFF2-40B4-BE49-F238E27FC236}">
                <a16:creationId xmlns:a16="http://schemas.microsoft.com/office/drawing/2014/main" id="{6414057A-379C-4BDF-BFC0-F0674343C841}"/>
              </a:ext>
            </a:extLst>
          </p:cNvPr>
          <p:cNvSpPr>
            <a:spLocks xmlns:a="http://schemas.openxmlformats.org/drawingml/2006/main" noGrp="1"/>
          </p:cNvSpPr>
          <p:nvPr/>
        </p:nvSpPr>
        <p:spPr>
          <a:xfrm xmlns:a="http://schemas.openxmlformats.org/drawingml/2006/main" flipH="0" flipV="1">
            <a:off x="2649119" y="2192966"/>
            <a:ext cx="769240" cy="55888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2" name="">
            <a:extLst xmlns:a="http://schemas.openxmlformats.org/drawingml/2006/main">
              <a:ext uri="{FF2B5EF4-FFF2-40B4-BE49-F238E27FC236}">
                <a16:creationId xmlns:a16="http://schemas.microsoft.com/office/drawing/2014/main" id="{AE842763-E421-4943-9EB4-03DC8DEDEEA1}"/>
              </a:ext>
            </a:extLst>
          </p:cNvPr>
          <p:cNvSpPr>
            <a:spLocks xmlns:a="http://schemas.openxmlformats.org/drawingml/2006/main" noGrp="1"/>
          </p:cNvSpPr>
          <p:nvPr/>
        </p:nvSpPr>
        <p:spPr>
          <a:xfrm xmlns:a="http://schemas.openxmlformats.org/drawingml/2006/main" rot="0">
            <a:off x="3333750" y="1333500"/>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1</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기획</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데이터</a:t>
            </a:r>
          </a:p>
        </p:txBody>
      </p:sp>
      <p:sp>
        <p:nvSpPr>
          <p:cNvPr id="13" name="">
            <a:extLst xmlns:a="http://schemas.openxmlformats.org/drawingml/2006/main">
              <a:ext uri="{FF2B5EF4-FFF2-40B4-BE49-F238E27FC236}">
                <a16:creationId xmlns:a16="http://schemas.microsoft.com/office/drawing/2014/main" id="{54A2A48A-EB7B-4239-B32B-697B39C9E35C}"/>
              </a:ext>
            </a:extLst>
          </p:cNvPr>
          <p:cNvSpPr>
            <a:spLocks xmlns:a="http://schemas.openxmlformats.org/drawingml/2006/main" noGrp="1"/>
          </p:cNvSpPr>
          <p:nvPr/>
        </p:nvSpPr>
        <p:spPr>
          <a:xfrm xmlns:a="http://schemas.openxmlformats.org/drawingml/2006/main" rot="0">
            <a:off x="5000572" y="2544517"/>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2</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프롬프트</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맥락</a:t>
            </a:r>
          </a:p>
        </p:txBody>
      </p:sp>
      <p:sp>
        <p:nvSpPr>
          <p:cNvPr id="14" name="">
            <a:extLst xmlns:a="http://schemas.openxmlformats.org/drawingml/2006/main">
              <a:ext uri="{FF2B5EF4-FFF2-40B4-BE49-F238E27FC236}">
                <a16:creationId xmlns:a16="http://schemas.microsoft.com/office/drawing/2014/main" id="{42CC307E-9FC9-4F07-ADC9-604D8512FCDD}"/>
              </a:ext>
            </a:extLst>
          </p:cNvPr>
          <p:cNvSpPr>
            <a:spLocks xmlns:a="http://schemas.openxmlformats.org/drawingml/2006/main" noGrp="1"/>
          </p:cNvSpPr>
          <p:nvPr/>
        </p:nvSpPr>
        <p:spPr>
          <a:xfrm xmlns:a="http://schemas.openxmlformats.org/drawingml/2006/main" rot="0">
            <a:off x="4363902" y="4503983"/>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3</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실행</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배포</a:t>
            </a:r>
          </a:p>
        </p:txBody>
      </p:sp>
      <p:sp>
        <p:nvSpPr>
          <p:cNvPr id="15" name="">
            <a:extLst xmlns:a="http://schemas.openxmlformats.org/drawingml/2006/main">
              <a:ext uri="{FF2B5EF4-FFF2-40B4-BE49-F238E27FC236}">
                <a16:creationId xmlns:a16="http://schemas.microsoft.com/office/drawing/2014/main" id="{1BC33FAB-9DD3-4ED7-9C88-6CF960947178}"/>
              </a:ext>
            </a:extLst>
          </p:cNvPr>
          <p:cNvSpPr>
            <a:spLocks xmlns:a="http://schemas.openxmlformats.org/drawingml/2006/main" noGrp="1"/>
          </p:cNvSpPr>
          <p:nvPr/>
        </p:nvSpPr>
        <p:spPr>
          <a:xfrm xmlns:a="http://schemas.openxmlformats.org/drawingml/2006/main" rot="0">
            <a:off x="2303598" y="4503983"/>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4</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평가</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관찰</a:t>
            </a:r>
          </a:p>
        </p:txBody>
      </p:sp>
      <p:sp>
        <p:nvSpPr>
          <p:cNvPr id="16" name="">
            <a:extLst xmlns:a="http://schemas.openxmlformats.org/drawingml/2006/main">
              <a:ext uri="{FF2B5EF4-FFF2-40B4-BE49-F238E27FC236}">
                <a16:creationId xmlns:a16="http://schemas.microsoft.com/office/drawing/2014/main" id="{04C42BA6-2377-4290-8AA2-6B11B72B11B1}"/>
              </a:ext>
            </a:extLst>
          </p:cNvPr>
          <p:cNvSpPr>
            <a:spLocks xmlns:a="http://schemas.openxmlformats.org/drawingml/2006/main" noGrp="1"/>
          </p:cNvSpPr>
          <p:nvPr/>
        </p:nvSpPr>
        <p:spPr>
          <a:xfrm xmlns:a="http://schemas.openxmlformats.org/drawingml/2006/main" rot="0">
            <a:off x="1666928" y="2544517"/>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5</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개선</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버전</a:t>
            </a:r>
          </a:p>
        </p:txBody>
      </p:sp>
      <p:sp>
        <p:nvSpPr>
          <p:cNvPr id="17" name="">
            <a:extLst xmlns:a="http://schemas.openxmlformats.org/drawingml/2006/main">
              <a:ext uri="{FF2B5EF4-FFF2-40B4-BE49-F238E27FC236}">
                <a16:creationId xmlns:a16="http://schemas.microsoft.com/office/drawing/2014/main" id="{4B2EE906-BAFE-47FE-B63A-979B1E6B1991}"/>
              </a:ext>
            </a:extLst>
          </p:cNvPr>
          <p:cNvSpPr>
            <a:spLocks xmlns:a="http://schemas.openxmlformats.org/drawingml/2006/main" noGrp="1"/>
          </p:cNvSpPr>
          <p:nvPr/>
        </p:nvSpPr>
        <p:spPr>
          <a:xfrm xmlns:a="http://schemas.openxmlformats.org/drawingml/2006/main" rot="0">
            <a:off x="3314700" y="3067050"/>
            <a:ext cx="1104900" cy="1104900"/>
          </a:xfrm>
          <a:prstGeom xmlns:a="http://schemas.openxmlformats.org/drawingml/2006/main" prst="ellipse">
            <a:avLst/>
          </a:prstGeom>
          <a:solidFill xmlns:a="http://schemas.openxmlformats.org/drawingml/2006/main">
            <a:srgbClr val="050505"/>
          </a:solidFill>
          <a:ln xmlns:a="http://schemas.openxmlformats.org/drawingml/2006/main" w="28575">
            <a:solidFill>
              <a:srgbClr val="2563EB"/>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00" b="1">
                <a:solidFill>
                  <a:srgbClr val="2563EB"/>
                </a:solidFill>
                <a:latin typeface="Menlo"/>
                <a:ea typeface="Menlo"/>
                <a:cs typeface="Menlo"/>
              </a:defRPr>
            </a:pPr>
            <a:r>
              <a:rPr sz="1200" b="1">
                <a:solidFill>
                  <a:srgbClr val="2563EB"/>
                </a:solidFill>
                <a:latin typeface="Menlo"/>
                <a:ea typeface="Menlo"/>
                <a:cs typeface="Menlo"/>
              </a:rPr>
              <a:t>SERVICE</a:t>
            </a:r>
          </a:p>
          <a:p xmlns:a="http://schemas.openxmlformats.org/drawingml/2006/main">
            <a:pPr algn="ctr">
              <a:defRPr sz="1200" b="1">
                <a:solidFill>
                  <a:srgbClr val="2563EB"/>
                </a:solidFill>
                <a:latin typeface="Menlo"/>
                <a:ea typeface="Menlo"/>
                <a:cs typeface="Menlo"/>
              </a:defRPr>
            </a:pPr>
            <a:r>
              <a:rPr sz="1200" b="1">
                <a:solidFill>
                  <a:srgbClr val="2563EB"/>
                </a:solidFill>
                <a:latin typeface="Menlo"/>
                <a:ea typeface="Menlo"/>
                <a:cs typeface="Menlo"/>
              </a:rPr>
              <a:t>LOOP</a:t>
            </a:r>
          </a:p>
        </p:txBody>
      </p:sp>
      <p:sp>
        <p:nvSpPr>
          <p:cNvPr id="18" name="">
            <a:extLst xmlns:a="http://schemas.openxmlformats.org/drawingml/2006/main">
              <a:ext uri="{FF2B5EF4-FFF2-40B4-BE49-F238E27FC236}">
                <a16:creationId xmlns:a16="http://schemas.microsoft.com/office/drawing/2014/main" id="{1BA3FFC2-BDCE-422B-8C31-F92C215E1585}"/>
              </a:ext>
            </a:extLst>
          </p:cNvPr>
          <p:cNvSpPr>
            <a:spLocks xmlns:a="http://schemas.openxmlformats.org/drawingml/2006/main" noGrp="1"/>
          </p:cNvSpPr>
          <p:nvPr/>
        </p:nvSpPr>
        <p:spPr>
          <a:xfrm xmlns:a="http://schemas.openxmlformats.org/drawingml/2006/main">
            <a:off x="7486650" y="17526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COURSE STANDARD</a:t>
            </a:r>
          </a:p>
        </p:txBody>
      </p:sp>
      <p:sp>
        <p:nvSpPr>
          <p:cNvPr id="19" name="">
            <a:extLst xmlns:a="http://schemas.openxmlformats.org/drawingml/2006/main">
              <a:ext uri="{FF2B5EF4-FFF2-40B4-BE49-F238E27FC236}">
                <a16:creationId xmlns:a16="http://schemas.microsoft.com/office/drawing/2014/main" id="{06338C96-8991-4F07-9E5B-65A77B66D652}"/>
              </a:ext>
            </a:extLst>
          </p:cNvPr>
          <p:cNvSpPr>
            <a:spLocks xmlns:a="http://schemas.openxmlformats.org/drawingml/2006/main" noGrp="1"/>
          </p:cNvSpPr>
          <p:nvPr/>
        </p:nvSpPr>
        <p:spPr>
          <a:xfrm xmlns:a="http://schemas.openxmlformats.org/drawingml/2006/main">
            <a:off x="7486650" y="2133600"/>
            <a:ext cx="371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16주 산출물을 연결하는 교육용 운영 좌표계</a:t>
            </a:r>
          </a:p>
        </p:txBody>
      </p:sp>
      <p:sp>
        <p:nvSpPr>
          <p:cNvPr id="20" name="">
            <a:extLst xmlns:a="http://schemas.openxmlformats.org/drawingml/2006/main">
              <a:ext uri="{FF2B5EF4-FFF2-40B4-BE49-F238E27FC236}">
                <a16:creationId xmlns:a16="http://schemas.microsoft.com/office/drawing/2014/main" id="{6CCD2103-9D31-4B8F-AB6C-96E97871D4C7}"/>
              </a:ext>
            </a:extLst>
          </p:cNvPr>
          <p:cNvSpPr>
            <a:spLocks xmlns:a="http://schemas.openxmlformats.org/drawingml/2006/main" noGrp="1"/>
          </p:cNvSpPr>
          <p:nvPr/>
        </p:nvSpPr>
        <p:spPr>
          <a:xfrm xmlns:a="http://schemas.openxmlformats.org/drawingml/2006/main" flipH="0" flipV="0">
            <a:off x="7486650" y="3429000"/>
            <a:ext cx="3714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1" name="">
            <a:extLst xmlns:a="http://schemas.openxmlformats.org/drawingml/2006/main">
              <a:ext uri="{FF2B5EF4-FFF2-40B4-BE49-F238E27FC236}">
                <a16:creationId xmlns:a16="http://schemas.microsoft.com/office/drawing/2014/main" id="{F97CED8F-204B-460D-A0FE-7E0CD7343CFD}"/>
              </a:ext>
            </a:extLst>
          </p:cNvPr>
          <p:cNvSpPr>
            <a:spLocks xmlns:a="http://schemas.openxmlformats.org/drawingml/2006/main" noGrp="1"/>
          </p:cNvSpPr>
          <p:nvPr/>
        </p:nvSpPr>
        <p:spPr>
          <a:xfrm xmlns:a="http://schemas.openxmlformats.org/drawingml/2006/main">
            <a:off x="7486650" y="373380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425" b="0">
                <a:solidFill>
                  <a:srgbClr val="98A2B3"/>
                </a:solidFill>
                <a:latin typeface="AppleGothic"/>
                <a:ea typeface="AppleGothic"/>
                <a:cs typeface="AppleGothic"/>
              </a:defRPr>
            </a:pPr>
            <a:r>
              <a:rPr sz="1425" b="0">
                <a:solidFill>
                  <a:srgbClr val="98A2B3"/>
                </a:solidFill>
                <a:latin typeface="AppleGothic"/>
                <a:ea typeface="AppleGothic"/>
                <a:cs typeface="AppleGothic"/>
              </a:rPr>
              <a:t>업계의 단일 표준을 주장하지 않는다. 이미 학습된 기반 모델을 포함한 서비스를 반복적으로 관찰하고 개선하기 위한 공통 프레임이다.</a:t>
            </a:r>
          </a:p>
        </p:txBody>
      </p:sp>
      <p:sp>
        <p:nvSpPr>
          <p:cNvPr id="22" name="">
            <a:extLst xmlns:a="http://schemas.openxmlformats.org/drawingml/2006/main">
              <a:ext uri="{FF2B5EF4-FFF2-40B4-BE49-F238E27FC236}">
                <a16:creationId xmlns:a16="http://schemas.microsoft.com/office/drawing/2014/main" id="{F94086E0-BC24-467C-96C5-9B04E25B14F2}"/>
              </a:ext>
            </a:extLst>
          </p:cNvPr>
          <p:cNvSpPr>
            <a:spLocks xmlns:a="http://schemas.openxmlformats.org/drawingml/2006/main" noGrp="1"/>
          </p:cNvSpPr>
          <p:nvPr/>
        </p:nvSpPr>
        <p:spPr>
          <a:xfrm xmlns:a="http://schemas.openxmlformats.org/drawingml/2006/main">
            <a:off x="7486650" y="5391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2563EB"/>
                </a:solidFill>
                <a:latin typeface="AppleGothic"/>
                <a:ea typeface="AppleGothic"/>
                <a:cs typeface="AppleGothic"/>
              </a:defRPr>
            </a:pPr>
            <a:r>
              <a:rPr sz="1200" b="1">
                <a:solidFill>
                  <a:srgbClr val="2563EB"/>
                </a:solidFill>
                <a:latin typeface="AppleGothic"/>
                <a:ea typeface="AppleGothic"/>
                <a:cs typeface="AppleGothic"/>
              </a:rPr>
              <a:t>의사결정 기준</a:t>
            </a:r>
          </a:p>
        </p:txBody>
      </p:sp>
      <p:sp>
        <p:nvSpPr>
          <p:cNvPr id="23" name="">
            <a:extLst xmlns:a="http://schemas.openxmlformats.org/drawingml/2006/main">
              <a:ext uri="{FF2B5EF4-FFF2-40B4-BE49-F238E27FC236}">
                <a16:creationId xmlns:a16="http://schemas.microsoft.com/office/drawing/2014/main" id="{DD6C708A-E97A-4731-8E64-63B26DB75AEE}"/>
              </a:ext>
            </a:extLst>
          </p:cNvPr>
          <p:cNvSpPr>
            <a:spLocks xmlns:a="http://schemas.openxmlformats.org/drawingml/2006/main" noGrp="1"/>
          </p:cNvSpPr>
          <p:nvPr/>
        </p:nvSpPr>
        <p:spPr>
          <a:xfrm xmlns:a="http://schemas.openxmlformats.org/drawingml/2006/main">
            <a:off x="8667750" y="539115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계속 · 교체 · 종료</a:t>
            </a:r>
          </a:p>
        </p:txBody>
      </p:sp>
    </p:spTree>
    <p:extLst>
      <p:ext uri="{BB962C8B-B14F-4D97-AF65-F5344CB8AC3E}">
        <p14:creationId xmlns:p14="http://schemas.microsoft.com/office/powerpoint/2010/main" val="825520248"/>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01DE1BA-7C03-459C-8ED0-EDF1438F3B87}"/>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STANDARD</a:t>
            </a:r>
          </a:p>
        </p:txBody>
      </p:sp>
      <p:sp>
        <p:nvSpPr>
          <p:cNvPr id="2" name="">
            <a:extLst xmlns:a="http://schemas.openxmlformats.org/drawingml/2006/main">
              <a:ext uri="{FF2B5EF4-FFF2-40B4-BE49-F238E27FC236}">
                <a16:creationId xmlns:a16="http://schemas.microsoft.com/office/drawing/2014/main" id="{BAB3BCF5-84AA-485D-BC13-4E2BAA36C1A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13</a:t>
            </a:r>
          </a:p>
        </p:txBody>
      </p:sp>
      <p:sp>
        <p:nvSpPr>
          <p:cNvPr id="3" name="">
            <a:extLst xmlns:a="http://schemas.openxmlformats.org/drawingml/2006/main">
              <a:ext uri="{FF2B5EF4-FFF2-40B4-BE49-F238E27FC236}">
                <a16:creationId xmlns:a16="http://schemas.microsoft.com/office/drawing/2014/main" id="{40B56057-1581-4EDA-8CE6-DDF42AE8BD19}"/>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314BF7F7-D1D7-4EAA-9944-32ACACAAFEA7}"/>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FEDDBD60-CAFD-4D92-8371-95695B3D0D2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54C73B37-D2F6-4C39-8B1C-DE623FD18A6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개선 여부를 판단하는 기준</a:t>
            </a:r>
          </a:p>
        </p:txBody>
      </p:sp>
      <p:sp>
        <p:nvSpPr>
          <p:cNvPr id="7" name="">
            <a:extLst xmlns:a="http://schemas.openxmlformats.org/drawingml/2006/main">
              <a:ext uri="{FF2B5EF4-FFF2-40B4-BE49-F238E27FC236}">
                <a16:creationId xmlns:a16="http://schemas.microsoft.com/office/drawing/2014/main" id="{BB3E27E9-1800-4C16-B7A2-E592313333D4}"/>
              </a:ext>
            </a:extLst>
          </p:cNvPr>
          <p:cNvSpPr>
            <a:spLocks xmlns:a="http://schemas.openxmlformats.org/drawingml/2006/main" noGrp="1"/>
          </p:cNvSpPr>
          <p:nvPr/>
        </p:nvSpPr>
        <p:spPr>
          <a:xfrm xmlns:a="http://schemas.openxmlformats.org/drawingml/2006/main">
            <a:off x="60960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3DCD4E08-CD8B-41A6-A24C-9566CACB5755}"/>
              </a:ext>
            </a:extLst>
          </p:cNvPr>
          <p:cNvSpPr>
            <a:spLocks xmlns:a="http://schemas.openxmlformats.org/drawingml/2006/main" noGrp="1"/>
          </p:cNvSpPr>
          <p:nvPr/>
        </p:nvSpPr>
        <p:spPr>
          <a:xfrm xmlns:a="http://schemas.openxmlformats.org/drawingml/2006/main">
            <a:off x="60960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기준</a:t>
            </a:r>
          </a:p>
        </p:txBody>
      </p:sp>
      <p:sp>
        <p:nvSpPr>
          <p:cNvPr id="9" name="">
            <a:extLst xmlns:a="http://schemas.openxmlformats.org/drawingml/2006/main">
              <a:ext uri="{FF2B5EF4-FFF2-40B4-BE49-F238E27FC236}">
                <a16:creationId xmlns:a16="http://schemas.microsoft.com/office/drawing/2014/main" id="{108D9C5F-9F46-42F0-8EE4-D44C44BACE9C}"/>
              </a:ext>
            </a:extLst>
          </p:cNvPr>
          <p:cNvSpPr>
            <a:spLocks xmlns:a="http://schemas.openxmlformats.org/drawingml/2006/main" noGrp="1"/>
          </p:cNvSpPr>
          <p:nvPr/>
        </p:nvSpPr>
        <p:spPr>
          <a:xfrm xmlns:a="http://schemas.openxmlformats.org/drawingml/2006/main" flipH="0" flipV="0">
            <a:off x="609600" y="3448050"/>
            <a:ext cx="257175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0" name="">
            <a:extLst xmlns:a="http://schemas.openxmlformats.org/drawingml/2006/main">
              <a:ext uri="{FF2B5EF4-FFF2-40B4-BE49-F238E27FC236}">
                <a16:creationId xmlns:a16="http://schemas.microsoft.com/office/drawing/2014/main" id="{B2DA8731-A99E-47CA-8AEB-2CDBA1C47531}"/>
              </a:ext>
            </a:extLst>
          </p:cNvPr>
          <p:cNvSpPr>
            <a:spLocks xmlns:a="http://schemas.openxmlformats.org/drawingml/2006/main" noGrp="1"/>
          </p:cNvSpPr>
          <p:nvPr/>
        </p:nvSpPr>
        <p:spPr>
          <a:xfrm xmlns:a="http://schemas.openxmlformats.org/drawingml/2006/main">
            <a:off x="60960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성공·금지 조건</a:t>
            </a:r>
          </a:p>
        </p:txBody>
      </p:sp>
      <p:sp>
        <p:nvSpPr>
          <p:cNvPr id="11" name="">
            <a:extLst xmlns:a="http://schemas.openxmlformats.org/drawingml/2006/main">
              <a:ext uri="{FF2B5EF4-FFF2-40B4-BE49-F238E27FC236}">
                <a16:creationId xmlns:a16="http://schemas.microsoft.com/office/drawing/2014/main" id="{D20D54FF-3BFE-468F-AA21-BF98EB5EE49B}"/>
              </a:ext>
            </a:extLst>
          </p:cNvPr>
          <p:cNvSpPr>
            <a:spLocks xmlns:a="http://schemas.openxmlformats.org/drawingml/2006/main" noGrp="1"/>
          </p:cNvSpPr>
          <p:nvPr/>
        </p:nvSpPr>
        <p:spPr>
          <a:xfrm xmlns:a="http://schemas.openxmlformats.org/drawingml/2006/main">
            <a:off x="340995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61F8001A-6A93-4CE8-81C8-51EB3E00BE14}"/>
              </a:ext>
            </a:extLst>
          </p:cNvPr>
          <p:cNvSpPr>
            <a:spLocks xmlns:a="http://schemas.openxmlformats.org/drawingml/2006/main" noGrp="1"/>
          </p:cNvSpPr>
          <p:nvPr/>
        </p:nvSpPr>
        <p:spPr>
          <a:xfrm xmlns:a="http://schemas.openxmlformats.org/drawingml/2006/main">
            <a:off x="340995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맥락</a:t>
            </a:r>
          </a:p>
        </p:txBody>
      </p:sp>
      <p:sp>
        <p:nvSpPr>
          <p:cNvPr id="13" name="">
            <a:extLst xmlns:a="http://schemas.openxmlformats.org/drawingml/2006/main">
              <a:ext uri="{FF2B5EF4-FFF2-40B4-BE49-F238E27FC236}">
                <a16:creationId xmlns:a16="http://schemas.microsoft.com/office/drawing/2014/main" id="{14E024BE-02D6-4C7D-8A40-F1D3660635FE}"/>
              </a:ext>
            </a:extLst>
          </p:cNvPr>
          <p:cNvSpPr>
            <a:spLocks xmlns:a="http://schemas.openxmlformats.org/drawingml/2006/main" noGrp="1"/>
          </p:cNvSpPr>
          <p:nvPr/>
        </p:nvSpPr>
        <p:spPr>
          <a:xfrm xmlns:a="http://schemas.openxmlformats.org/drawingml/2006/main" flipH="0" flipV="0">
            <a:off x="3409950" y="3448050"/>
            <a:ext cx="257175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4" name="">
            <a:extLst xmlns:a="http://schemas.openxmlformats.org/drawingml/2006/main">
              <a:ext uri="{FF2B5EF4-FFF2-40B4-BE49-F238E27FC236}">
                <a16:creationId xmlns:a16="http://schemas.microsoft.com/office/drawing/2014/main" id="{5B44A134-79C8-447F-8DA8-CCB1992FE26C}"/>
              </a:ext>
            </a:extLst>
          </p:cNvPr>
          <p:cNvSpPr>
            <a:spLocks xmlns:a="http://schemas.openxmlformats.org/drawingml/2006/main" noGrp="1"/>
          </p:cNvSpPr>
          <p:nvPr/>
        </p:nvSpPr>
        <p:spPr>
          <a:xfrm xmlns:a="http://schemas.openxmlformats.org/drawingml/2006/main">
            <a:off x="340995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사용자·업무·데이터</a:t>
            </a:r>
          </a:p>
        </p:txBody>
      </p:sp>
      <p:sp>
        <p:nvSpPr>
          <p:cNvPr id="15" name="">
            <a:extLst xmlns:a="http://schemas.openxmlformats.org/drawingml/2006/main">
              <a:ext uri="{FF2B5EF4-FFF2-40B4-BE49-F238E27FC236}">
                <a16:creationId xmlns:a16="http://schemas.microsoft.com/office/drawing/2014/main" id="{B15D8FDE-9F33-4C56-9394-2D5A49E26B2F}"/>
              </a:ext>
            </a:extLst>
          </p:cNvPr>
          <p:cNvSpPr>
            <a:spLocks xmlns:a="http://schemas.openxmlformats.org/drawingml/2006/main" noGrp="1"/>
          </p:cNvSpPr>
          <p:nvPr/>
        </p:nvSpPr>
        <p:spPr>
          <a:xfrm xmlns:a="http://schemas.openxmlformats.org/drawingml/2006/main">
            <a:off x="621030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D90DDECF-1F4C-4A77-9E77-B331CC137C41}"/>
              </a:ext>
            </a:extLst>
          </p:cNvPr>
          <p:cNvSpPr>
            <a:spLocks xmlns:a="http://schemas.openxmlformats.org/drawingml/2006/main" noGrp="1"/>
          </p:cNvSpPr>
          <p:nvPr/>
        </p:nvSpPr>
        <p:spPr>
          <a:xfrm xmlns:a="http://schemas.openxmlformats.org/drawingml/2006/main">
            <a:off x="621030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버전</a:t>
            </a:r>
          </a:p>
        </p:txBody>
      </p:sp>
      <p:sp>
        <p:nvSpPr>
          <p:cNvPr id="17" name="">
            <a:extLst xmlns:a="http://schemas.openxmlformats.org/drawingml/2006/main">
              <a:ext uri="{FF2B5EF4-FFF2-40B4-BE49-F238E27FC236}">
                <a16:creationId xmlns:a16="http://schemas.microsoft.com/office/drawing/2014/main" id="{79377C80-9301-4513-ABA0-2398216D3236}"/>
              </a:ext>
            </a:extLst>
          </p:cNvPr>
          <p:cNvSpPr>
            <a:spLocks xmlns:a="http://schemas.openxmlformats.org/drawingml/2006/main" noGrp="1"/>
          </p:cNvSpPr>
          <p:nvPr/>
        </p:nvSpPr>
        <p:spPr>
          <a:xfrm xmlns:a="http://schemas.openxmlformats.org/drawingml/2006/main" flipH="0" flipV="0">
            <a:off x="6210300" y="3448050"/>
            <a:ext cx="257175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8" name="">
            <a:extLst xmlns:a="http://schemas.openxmlformats.org/drawingml/2006/main">
              <a:ext uri="{FF2B5EF4-FFF2-40B4-BE49-F238E27FC236}">
                <a16:creationId xmlns:a16="http://schemas.microsoft.com/office/drawing/2014/main" id="{3583361D-3811-49CF-AFA1-216E1F78F525}"/>
              </a:ext>
            </a:extLst>
          </p:cNvPr>
          <p:cNvSpPr>
            <a:spLocks xmlns:a="http://schemas.openxmlformats.org/drawingml/2006/main" noGrp="1"/>
          </p:cNvSpPr>
          <p:nvPr/>
        </p:nvSpPr>
        <p:spPr>
          <a:xfrm xmlns:a="http://schemas.openxmlformats.org/drawingml/2006/main">
            <a:off x="621030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변경 대상과 이유</a:t>
            </a:r>
          </a:p>
        </p:txBody>
      </p:sp>
      <p:sp>
        <p:nvSpPr>
          <p:cNvPr id="19" name="">
            <a:extLst xmlns:a="http://schemas.openxmlformats.org/drawingml/2006/main">
              <a:ext uri="{FF2B5EF4-FFF2-40B4-BE49-F238E27FC236}">
                <a16:creationId xmlns:a16="http://schemas.microsoft.com/office/drawing/2014/main" id="{E41F7DC7-AB19-4D1B-B430-507219B4D111}"/>
              </a:ext>
            </a:extLst>
          </p:cNvPr>
          <p:cNvSpPr>
            <a:spLocks xmlns:a="http://schemas.openxmlformats.org/drawingml/2006/main" noGrp="1"/>
          </p:cNvSpPr>
          <p:nvPr/>
        </p:nvSpPr>
        <p:spPr>
          <a:xfrm xmlns:a="http://schemas.openxmlformats.org/drawingml/2006/main">
            <a:off x="901065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7D1B86EB-E440-4936-91A4-9EB940715AFC}"/>
              </a:ext>
            </a:extLst>
          </p:cNvPr>
          <p:cNvSpPr>
            <a:spLocks xmlns:a="http://schemas.openxmlformats.org/drawingml/2006/main" noGrp="1"/>
          </p:cNvSpPr>
          <p:nvPr/>
        </p:nvSpPr>
        <p:spPr>
          <a:xfrm xmlns:a="http://schemas.openxmlformats.org/drawingml/2006/main">
            <a:off x="901065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평가</a:t>
            </a:r>
          </a:p>
        </p:txBody>
      </p:sp>
      <p:sp>
        <p:nvSpPr>
          <p:cNvPr id="21" name="">
            <a:extLst xmlns:a="http://schemas.openxmlformats.org/drawingml/2006/main">
              <a:ext uri="{FF2B5EF4-FFF2-40B4-BE49-F238E27FC236}">
                <a16:creationId xmlns:a16="http://schemas.microsoft.com/office/drawing/2014/main" id="{99F6C09F-959B-46E9-A828-F0289C567D1B}"/>
              </a:ext>
            </a:extLst>
          </p:cNvPr>
          <p:cNvSpPr>
            <a:spLocks xmlns:a="http://schemas.openxmlformats.org/drawingml/2006/main" noGrp="1"/>
          </p:cNvSpPr>
          <p:nvPr/>
        </p:nvSpPr>
        <p:spPr>
          <a:xfrm xmlns:a="http://schemas.openxmlformats.org/drawingml/2006/main" flipH="0" flipV="0">
            <a:off x="9010650" y="3448050"/>
            <a:ext cx="257175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22" name="">
            <a:extLst xmlns:a="http://schemas.openxmlformats.org/drawingml/2006/main">
              <a:ext uri="{FF2B5EF4-FFF2-40B4-BE49-F238E27FC236}">
                <a16:creationId xmlns:a16="http://schemas.microsoft.com/office/drawing/2014/main" id="{47F0F4B8-F177-4431-97DD-57BEBCEF9A21}"/>
              </a:ext>
            </a:extLst>
          </p:cNvPr>
          <p:cNvSpPr>
            <a:spLocks xmlns:a="http://schemas.openxmlformats.org/drawingml/2006/main" noGrp="1"/>
          </p:cNvSpPr>
          <p:nvPr/>
        </p:nvSpPr>
        <p:spPr>
          <a:xfrm xmlns:a="http://schemas.openxmlformats.org/drawingml/2006/main">
            <a:off x="901065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같은 축의 비교</a:t>
            </a:r>
          </a:p>
        </p:txBody>
      </p:sp>
      <p:sp>
        <p:nvSpPr>
          <p:cNvPr id="23" name="">
            <a:extLst xmlns:a="http://schemas.openxmlformats.org/drawingml/2006/main">
              <a:ext uri="{FF2B5EF4-FFF2-40B4-BE49-F238E27FC236}">
                <a16:creationId xmlns:a16="http://schemas.microsoft.com/office/drawing/2014/main" id="{F4FF8617-FB01-41B2-A302-1DC25E50E07F}"/>
              </a:ext>
            </a:extLst>
          </p:cNvPr>
          <p:cNvSpPr>
            <a:spLocks xmlns:a="http://schemas.openxmlformats.org/drawingml/2006/main" noGrp="1"/>
          </p:cNvSpPr>
          <p:nvPr/>
        </p:nvSpPr>
        <p:spPr>
          <a:xfrm xmlns:a="http://schemas.openxmlformats.org/drawingml/2006/main">
            <a:off x="609600" y="55816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다른 사람이 같은 기준으로 다시 확인할 수 있는 운영 조건</a:t>
            </a:r>
          </a:p>
        </p:txBody>
      </p:sp>
    </p:spTree>
    <p:extLst>
      <p:ext uri="{BB962C8B-B14F-4D97-AF65-F5344CB8AC3E}">
        <p14:creationId xmlns:p14="http://schemas.microsoft.com/office/powerpoint/2010/main" val="946386271"/>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68AEEC9-5083-4E8D-AC84-9AD4456B637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CONTRACT</a:t>
            </a:r>
          </a:p>
        </p:txBody>
      </p:sp>
      <p:sp>
        <p:nvSpPr>
          <p:cNvPr id="2" name="">
            <a:extLst xmlns:a="http://schemas.openxmlformats.org/drawingml/2006/main">
              <a:ext uri="{FF2B5EF4-FFF2-40B4-BE49-F238E27FC236}">
                <a16:creationId xmlns:a16="http://schemas.microsoft.com/office/drawing/2014/main" id="{88631069-7E91-4A54-9764-5698A4C0F658}"/>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14</a:t>
            </a:r>
          </a:p>
        </p:txBody>
      </p:sp>
      <p:sp>
        <p:nvSpPr>
          <p:cNvPr id="3" name="">
            <a:extLst xmlns:a="http://schemas.openxmlformats.org/drawingml/2006/main">
              <a:ext uri="{FF2B5EF4-FFF2-40B4-BE49-F238E27FC236}">
                <a16:creationId xmlns:a16="http://schemas.microsoft.com/office/drawing/2014/main" id="{67482418-DD29-43A6-802A-CDC077910D5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94DF083C-39EC-429B-ABB0-58F8A3CF69FE}"/>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FE0E45E-D9F9-413D-9259-524B13D27E87}"/>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91A88AD2-6D76-4B8C-848A-B365C6B6B10B}"/>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1주차 완료 상태</a:t>
            </a:r>
          </a:p>
        </p:txBody>
      </p:sp>
      <p:sp>
        <p:nvSpPr>
          <p:cNvPr id="7" name="">
            <a:extLst xmlns:a="http://schemas.openxmlformats.org/drawingml/2006/main">
              <a:ext uri="{FF2B5EF4-FFF2-40B4-BE49-F238E27FC236}">
                <a16:creationId xmlns:a16="http://schemas.microsoft.com/office/drawing/2014/main" id="{79B1D94E-FB8B-4A76-9230-BE839AD60591}"/>
              </a:ext>
            </a:extLst>
          </p:cNvPr>
          <p:cNvSpPr>
            <a:spLocks xmlns:a="http://schemas.openxmlformats.org/drawingml/2006/main" noGrp="1"/>
          </p:cNvSpPr>
          <p:nvPr/>
        </p:nvSpPr>
        <p:spPr>
          <a:xfrm xmlns:a="http://schemas.openxmlformats.org/drawingml/2006/main" rot="0">
            <a:off x="666750" y="16192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8" name="">
            <a:extLst xmlns:a="http://schemas.openxmlformats.org/drawingml/2006/main">
              <a:ext uri="{FF2B5EF4-FFF2-40B4-BE49-F238E27FC236}">
                <a16:creationId xmlns:a16="http://schemas.microsoft.com/office/drawing/2014/main" id="{5F64FE3F-CC9C-4B14-A0FB-F139732F4688}"/>
              </a:ext>
            </a:extLst>
          </p:cNvPr>
          <p:cNvSpPr>
            <a:spLocks xmlns:a="http://schemas.openxmlformats.org/drawingml/2006/main" noGrp="1"/>
          </p:cNvSpPr>
          <p:nvPr/>
        </p:nvSpPr>
        <p:spPr>
          <a:xfrm xmlns:a="http://schemas.openxmlformats.org/drawingml/2006/main">
            <a:off x="666750" y="16192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000830AD-A185-42D2-9F8C-C5822D582775}"/>
              </a:ext>
            </a:extLst>
          </p:cNvPr>
          <p:cNvSpPr>
            <a:spLocks xmlns:a="http://schemas.openxmlformats.org/drawingml/2006/main" noGrp="1"/>
          </p:cNvSpPr>
          <p:nvPr/>
        </p:nvSpPr>
        <p:spPr>
          <a:xfrm xmlns:a="http://schemas.openxmlformats.org/drawingml/2006/main">
            <a:off x="1295400" y="15621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실행 서비스</a:t>
            </a:r>
          </a:p>
        </p:txBody>
      </p:sp>
      <p:sp>
        <p:nvSpPr>
          <p:cNvPr id="10" name="">
            <a:extLst xmlns:a="http://schemas.openxmlformats.org/drawingml/2006/main">
              <a:ext uri="{FF2B5EF4-FFF2-40B4-BE49-F238E27FC236}">
                <a16:creationId xmlns:a16="http://schemas.microsoft.com/office/drawing/2014/main" id="{B4336CB8-BEFA-4229-8478-13B41FDE44A1}"/>
              </a:ext>
            </a:extLst>
          </p:cNvPr>
          <p:cNvSpPr>
            <a:spLocks xmlns:a="http://schemas.openxmlformats.org/drawingml/2006/main" noGrp="1"/>
          </p:cNvSpPr>
          <p:nvPr/>
        </p:nvSpPr>
        <p:spPr>
          <a:xfrm xmlns:a="http://schemas.openxmlformats.org/drawingml/2006/main">
            <a:off x="5657850" y="16002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상태 확인과 사용자 화면(User Interface, UI)</a:t>
            </a:r>
          </a:p>
        </p:txBody>
      </p:sp>
      <p:sp>
        <p:nvSpPr>
          <p:cNvPr id="11" name="">
            <a:extLst xmlns:a="http://schemas.openxmlformats.org/drawingml/2006/main">
              <a:ext uri="{FF2B5EF4-FFF2-40B4-BE49-F238E27FC236}">
                <a16:creationId xmlns:a16="http://schemas.microsoft.com/office/drawing/2014/main" id="{A9CD76DF-DDCB-4E85-AB1D-A6D073DA4391}"/>
              </a:ext>
            </a:extLst>
          </p:cNvPr>
          <p:cNvSpPr>
            <a:spLocks xmlns:a="http://schemas.openxmlformats.org/drawingml/2006/main" noGrp="1"/>
          </p:cNvSpPr>
          <p:nvPr/>
        </p:nvSpPr>
        <p:spPr>
          <a:xfrm xmlns:a="http://schemas.openxmlformats.org/drawingml/2006/main" flipH="0" flipV="0">
            <a:off x="1295400" y="21526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C7C57B60-AB22-4463-8BD7-B43D64A1F499}"/>
              </a:ext>
            </a:extLst>
          </p:cNvPr>
          <p:cNvSpPr>
            <a:spLocks xmlns:a="http://schemas.openxmlformats.org/drawingml/2006/main" noGrp="1"/>
          </p:cNvSpPr>
          <p:nvPr/>
        </p:nvSpPr>
        <p:spPr>
          <a:xfrm xmlns:a="http://schemas.openxmlformats.org/drawingml/2006/main" rot="0">
            <a:off x="666750" y="24955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13" name="">
            <a:extLst xmlns:a="http://schemas.openxmlformats.org/drawingml/2006/main">
              <a:ext uri="{FF2B5EF4-FFF2-40B4-BE49-F238E27FC236}">
                <a16:creationId xmlns:a16="http://schemas.microsoft.com/office/drawing/2014/main" id="{0ED4A925-9A0F-4867-B278-69C0262FFB6B}"/>
              </a:ext>
            </a:extLst>
          </p:cNvPr>
          <p:cNvSpPr>
            <a:spLocks xmlns:a="http://schemas.openxmlformats.org/drawingml/2006/main" noGrp="1"/>
          </p:cNvSpPr>
          <p:nvPr/>
        </p:nvSpPr>
        <p:spPr>
          <a:xfrm xmlns:a="http://schemas.openxmlformats.org/drawingml/2006/main">
            <a:off x="666750" y="2495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4" name="">
            <a:extLst xmlns:a="http://schemas.openxmlformats.org/drawingml/2006/main">
              <a:ext uri="{FF2B5EF4-FFF2-40B4-BE49-F238E27FC236}">
                <a16:creationId xmlns:a16="http://schemas.microsoft.com/office/drawing/2014/main" id="{40645921-81D7-4FA8-8D24-0ECCB6630539}"/>
              </a:ext>
            </a:extLst>
          </p:cNvPr>
          <p:cNvSpPr>
            <a:spLocks xmlns:a="http://schemas.openxmlformats.org/drawingml/2006/main" noGrp="1"/>
          </p:cNvSpPr>
          <p:nvPr/>
        </p:nvSpPr>
        <p:spPr>
          <a:xfrm xmlns:a="http://schemas.openxmlformats.org/drawingml/2006/main">
            <a:off x="1295400" y="24384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실행 추적 두 건</a:t>
            </a:r>
          </a:p>
        </p:txBody>
      </p:sp>
      <p:sp>
        <p:nvSpPr>
          <p:cNvPr id="15" name="">
            <a:extLst xmlns:a="http://schemas.openxmlformats.org/drawingml/2006/main">
              <a:ext uri="{FF2B5EF4-FFF2-40B4-BE49-F238E27FC236}">
                <a16:creationId xmlns:a16="http://schemas.microsoft.com/office/drawing/2014/main" id="{C07A15AF-2641-4BE5-8FE5-F4A06FD8189D}"/>
              </a:ext>
            </a:extLst>
          </p:cNvPr>
          <p:cNvSpPr>
            <a:spLocks xmlns:a="http://schemas.openxmlformats.org/drawingml/2006/main" noGrp="1"/>
          </p:cNvSpPr>
          <p:nvPr/>
        </p:nvSpPr>
        <p:spPr>
          <a:xfrm xmlns:a="http://schemas.openxmlformats.org/drawingml/2006/main">
            <a:off x="5657850" y="24765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같은 입력의 기준선과 변형</a:t>
            </a:r>
          </a:p>
        </p:txBody>
      </p:sp>
      <p:sp>
        <p:nvSpPr>
          <p:cNvPr id="16" name="">
            <a:extLst xmlns:a="http://schemas.openxmlformats.org/drawingml/2006/main">
              <a:ext uri="{FF2B5EF4-FFF2-40B4-BE49-F238E27FC236}">
                <a16:creationId xmlns:a16="http://schemas.microsoft.com/office/drawing/2014/main" id="{A40412E4-6993-4C41-A44C-D235A59B9FF3}"/>
              </a:ext>
            </a:extLst>
          </p:cNvPr>
          <p:cNvSpPr>
            <a:spLocks xmlns:a="http://schemas.openxmlformats.org/drawingml/2006/main" noGrp="1"/>
          </p:cNvSpPr>
          <p:nvPr/>
        </p:nvSpPr>
        <p:spPr>
          <a:xfrm xmlns:a="http://schemas.openxmlformats.org/drawingml/2006/main" flipH="0" flipV="0">
            <a:off x="1295400" y="30289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C8BD8B57-04AF-4750-BB0D-C9A5F96599D0}"/>
              </a:ext>
            </a:extLst>
          </p:cNvPr>
          <p:cNvSpPr>
            <a:spLocks xmlns:a="http://schemas.openxmlformats.org/drawingml/2006/main" noGrp="1"/>
          </p:cNvSpPr>
          <p:nvPr/>
        </p:nvSpPr>
        <p:spPr>
          <a:xfrm xmlns:a="http://schemas.openxmlformats.org/drawingml/2006/main" rot="0">
            <a:off x="666750" y="3371850"/>
            <a:ext cx="361950"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5C459894-0F5F-44AF-8350-040ED1533FCE}"/>
              </a:ext>
            </a:extLst>
          </p:cNvPr>
          <p:cNvSpPr>
            <a:spLocks xmlns:a="http://schemas.openxmlformats.org/drawingml/2006/main" noGrp="1"/>
          </p:cNvSpPr>
          <p:nvPr/>
        </p:nvSpPr>
        <p:spPr>
          <a:xfrm xmlns:a="http://schemas.openxmlformats.org/drawingml/2006/main">
            <a:off x="666750" y="3371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5A8D1974-6E37-48E3-9A38-E82FBD294B58}"/>
              </a:ext>
            </a:extLst>
          </p:cNvPr>
          <p:cNvSpPr>
            <a:spLocks xmlns:a="http://schemas.openxmlformats.org/drawingml/2006/main" noGrp="1"/>
          </p:cNvSpPr>
          <p:nvPr/>
        </p:nvSpPr>
        <p:spPr>
          <a:xfrm xmlns:a="http://schemas.openxmlformats.org/drawingml/2006/main">
            <a:off x="1295400" y="33147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2563EB"/>
                </a:solidFill>
                <a:latin typeface="AppleGothic"/>
                <a:ea typeface="AppleGothic"/>
                <a:cs typeface="AppleGothic"/>
              </a:defRPr>
            </a:pPr>
            <a:r>
              <a:rPr sz="1950" b="1">
                <a:solidFill>
                  <a:srgbClr val="2563EB"/>
                </a:solidFill>
                <a:latin typeface="AppleGothic"/>
                <a:ea typeface="AppleGothic"/>
                <a:cs typeface="AppleGothic"/>
              </a:rPr>
              <a:t>단일 변수</a:t>
            </a:r>
          </a:p>
        </p:txBody>
      </p:sp>
      <p:sp>
        <p:nvSpPr>
          <p:cNvPr id="20" name="">
            <a:extLst xmlns:a="http://schemas.openxmlformats.org/drawingml/2006/main">
              <a:ext uri="{FF2B5EF4-FFF2-40B4-BE49-F238E27FC236}">
                <a16:creationId xmlns:a16="http://schemas.microsoft.com/office/drawing/2014/main" id="{D8226CD5-1A50-4591-9B6F-B23C2E90BB84}"/>
              </a:ext>
            </a:extLst>
          </p:cNvPr>
          <p:cNvSpPr>
            <a:spLocks xmlns:a="http://schemas.openxmlformats.org/drawingml/2006/main" noGrp="1"/>
          </p:cNvSpPr>
          <p:nvPr/>
        </p:nvSpPr>
        <p:spPr>
          <a:xfrm xmlns:a="http://schemas.openxmlformats.org/drawingml/2006/main">
            <a:off x="5657850" y="33528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프롬프트 버전 또는 생성 온도</a:t>
            </a:r>
          </a:p>
        </p:txBody>
      </p:sp>
      <p:sp>
        <p:nvSpPr>
          <p:cNvPr id="21" name="">
            <a:extLst xmlns:a="http://schemas.openxmlformats.org/drawingml/2006/main">
              <a:ext uri="{FF2B5EF4-FFF2-40B4-BE49-F238E27FC236}">
                <a16:creationId xmlns:a16="http://schemas.microsoft.com/office/drawing/2014/main" id="{E5AB0D39-9807-432C-B047-9B0C34736E86}"/>
              </a:ext>
            </a:extLst>
          </p:cNvPr>
          <p:cNvSpPr>
            <a:spLocks xmlns:a="http://schemas.openxmlformats.org/drawingml/2006/main" noGrp="1"/>
          </p:cNvSpPr>
          <p:nvPr/>
        </p:nvSpPr>
        <p:spPr>
          <a:xfrm xmlns:a="http://schemas.openxmlformats.org/drawingml/2006/main" flipH="0" flipV="0">
            <a:off x="1295400" y="3905250"/>
            <a:ext cx="99441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22" name="">
            <a:extLst xmlns:a="http://schemas.openxmlformats.org/drawingml/2006/main">
              <a:ext uri="{FF2B5EF4-FFF2-40B4-BE49-F238E27FC236}">
                <a16:creationId xmlns:a16="http://schemas.microsoft.com/office/drawing/2014/main" id="{9F2BBC3B-C501-402F-8DC5-B650ECFA4577}"/>
              </a:ext>
            </a:extLst>
          </p:cNvPr>
          <p:cNvSpPr>
            <a:spLocks xmlns:a="http://schemas.openxmlformats.org/drawingml/2006/main" noGrp="1"/>
          </p:cNvSpPr>
          <p:nvPr/>
        </p:nvSpPr>
        <p:spPr>
          <a:xfrm xmlns:a="http://schemas.openxmlformats.org/drawingml/2006/main" rot="0">
            <a:off x="666750" y="42481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23" name="">
            <a:extLst xmlns:a="http://schemas.openxmlformats.org/drawingml/2006/main">
              <a:ext uri="{FF2B5EF4-FFF2-40B4-BE49-F238E27FC236}">
                <a16:creationId xmlns:a16="http://schemas.microsoft.com/office/drawing/2014/main" id="{7C61EE2B-4CFB-450E-9F0C-5BF0CA233987}"/>
              </a:ext>
            </a:extLst>
          </p:cNvPr>
          <p:cNvSpPr>
            <a:spLocks xmlns:a="http://schemas.openxmlformats.org/drawingml/2006/main" noGrp="1"/>
          </p:cNvSpPr>
          <p:nvPr/>
        </p:nvSpPr>
        <p:spPr>
          <a:xfrm xmlns:a="http://schemas.openxmlformats.org/drawingml/2006/main">
            <a:off x="666750" y="4248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4" name="">
            <a:extLst xmlns:a="http://schemas.openxmlformats.org/drawingml/2006/main">
              <a:ext uri="{FF2B5EF4-FFF2-40B4-BE49-F238E27FC236}">
                <a16:creationId xmlns:a16="http://schemas.microsoft.com/office/drawing/2014/main" id="{E4F8A4CE-3057-4BA4-8575-B9947259A8CF}"/>
              </a:ext>
            </a:extLst>
          </p:cNvPr>
          <p:cNvSpPr>
            <a:spLocks xmlns:a="http://schemas.openxmlformats.org/drawingml/2006/main" noGrp="1"/>
          </p:cNvSpPr>
          <p:nvPr/>
        </p:nvSpPr>
        <p:spPr>
          <a:xfrm xmlns:a="http://schemas.openxmlformats.org/drawingml/2006/main">
            <a:off x="1295400" y="4191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비교 표</a:t>
            </a:r>
          </a:p>
        </p:txBody>
      </p:sp>
      <p:sp>
        <p:nvSpPr>
          <p:cNvPr id="25" name="">
            <a:extLst xmlns:a="http://schemas.openxmlformats.org/drawingml/2006/main">
              <a:ext uri="{FF2B5EF4-FFF2-40B4-BE49-F238E27FC236}">
                <a16:creationId xmlns:a16="http://schemas.microsoft.com/office/drawing/2014/main" id="{7185EACF-0DDB-4836-8DA8-A0107877D4B6}"/>
              </a:ext>
            </a:extLst>
          </p:cNvPr>
          <p:cNvSpPr>
            <a:spLocks xmlns:a="http://schemas.openxmlformats.org/drawingml/2006/main" noGrp="1"/>
          </p:cNvSpPr>
          <p:nvPr/>
        </p:nvSpPr>
        <p:spPr>
          <a:xfrm xmlns:a="http://schemas.openxmlformats.org/drawingml/2006/main">
            <a:off x="5657850" y="42291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출력·상태·응답 지연·토큰</a:t>
            </a:r>
          </a:p>
        </p:txBody>
      </p:sp>
      <p:sp>
        <p:nvSpPr>
          <p:cNvPr id="26" name="">
            <a:extLst xmlns:a="http://schemas.openxmlformats.org/drawingml/2006/main">
              <a:ext uri="{FF2B5EF4-FFF2-40B4-BE49-F238E27FC236}">
                <a16:creationId xmlns:a16="http://schemas.microsoft.com/office/drawing/2014/main" id="{D0BDCAD4-CE4D-4A73-B163-946A04FD0644}"/>
              </a:ext>
            </a:extLst>
          </p:cNvPr>
          <p:cNvSpPr>
            <a:spLocks xmlns:a="http://schemas.openxmlformats.org/drawingml/2006/main" noGrp="1"/>
          </p:cNvSpPr>
          <p:nvPr/>
        </p:nvSpPr>
        <p:spPr>
          <a:xfrm xmlns:a="http://schemas.openxmlformats.org/drawingml/2006/main" flipH="0" flipV="0">
            <a:off x="1295400" y="47815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7" name="">
            <a:extLst xmlns:a="http://schemas.openxmlformats.org/drawingml/2006/main">
              <a:ext uri="{FF2B5EF4-FFF2-40B4-BE49-F238E27FC236}">
                <a16:creationId xmlns:a16="http://schemas.microsoft.com/office/drawing/2014/main" id="{BC45ED69-4E3F-4D96-8FEF-E29D86E22071}"/>
              </a:ext>
            </a:extLst>
          </p:cNvPr>
          <p:cNvSpPr>
            <a:spLocks xmlns:a="http://schemas.openxmlformats.org/drawingml/2006/main" noGrp="1"/>
          </p:cNvSpPr>
          <p:nvPr/>
        </p:nvSpPr>
        <p:spPr>
          <a:xfrm xmlns:a="http://schemas.openxmlformats.org/drawingml/2006/main" rot="0">
            <a:off x="666750" y="51244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28" name="">
            <a:extLst xmlns:a="http://schemas.openxmlformats.org/drawingml/2006/main">
              <a:ext uri="{FF2B5EF4-FFF2-40B4-BE49-F238E27FC236}">
                <a16:creationId xmlns:a16="http://schemas.microsoft.com/office/drawing/2014/main" id="{ACBA6A2F-B4E5-4425-9952-73A902EFC51C}"/>
              </a:ext>
            </a:extLst>
          </p:cNvPr>
          <p:cNvSpPr>
            <a:spLocks xmlns:a="http://schemas.openxmlformats.org/drawingml/2006/main" noGrp="1"/>
          </p:cNvSpPr>
          <p:nvPr/>
        </p:nvSpPr>
        <p:spPr>
          <a:xfrm xmlns:a="http://schemas.openxmlformats.org/drawingml/2006/main">
            <a:off x="666750" y="51244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B781A051-6B25-4266-9AA8-E5C8A858AD71}"/>
              </a:ext>
            </a:extLst>
          </p:cNvPr>
          <p:cNvSpPr>
            <a:spLocks xmlns:a="http://schemas.openxmlformats.org/drawingml/2006/main" noGrp="1"/>
          </p:cNvSpPr>
          <p:nvPr/>
        </p:nvSpPr>
        <p:spPr>
          <a:xfrm xmlns:a="http://schemas.openxmlformats.org/drawingml/2006/main">
            <a:off x="1295400" y="50673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개선 가설</a:t>
            </a:r>
          </a:p>
        </p:txBody>
      </p:sp>
      <p:sp>
        <p:nvSpPr>
          <p:cNvPr id="30" name="">
            <a:extLst xmlns:a="http://schemas.openxmlformats.org/drawingml/2006/main">
              <a:ext uri="{FF2B5EF4-FFF2-40B4-BE49-F238E27FC236}">
                <a16:creationId xmlns:a16="http://schemas.microsoft.com/office/drawing/2014/main" id="{79A128E2-6F16-42C4-BCD0-52501DC6BEF7}"/>
              </a:ext>
            </a:extLst>
          </p:cNvPr>
          <p:cNvSpPr>
            <a:spLocks xmlns:a="http://schemas.openxmlformats.org/drawingml/2006/main" noGrp="1"/>
          </p:cNvSpPr>
          <p:nvPr/>
        </p:nvSpPr>
        <p:spPr>
          <a:xfrm xmlns:a="http://schemas.openxmlformats.org/drawingml/2006/main">
            <a:off x="5657850" y="51054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변경·기대 결과·확인 방법</a:t>
            </a:r>
          </a:p>
        </p:txBody>
      </p:sp>
      <p:sp>
        <p:nvSpPr>
          <p:cNvPr id="31" name="">
            <a:extLst xmlns:a="http://schemas.openxmlformats.org/drawingml/2006/main">
              <a:ext uri="{FF2B5EF4-FFF2-40B4-BE49-F238E27FC236}">
                <a16:creationId xmlns:a16="http://schemas.microsoft.com/office/drawing/2014/main" id="{35DA1BFB-1AF4-49CC-8D09-75D0713FDDBD}"/>
              </a:ext>
            </a:extLst>
          </p:cNvPr>
          <p:cNvSpPr>
            <a:spLocks xmlns:a="http://schemas.openxmlformats.org/drawingml/2006/main" noGrp="1"/>
          </p:cNvSpPr>
          <p:nvPr/>
        </p:nvSpPr>
        <p:spPr>
          <a:xfrm xmlns:a="http://schemas.openxmlformats.org/drawingml/2006/main" flipH="0" flipV="0">
            <a:off x="1295400" y="56578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232385288"/>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29F275-5D40-4911-8FFC-CADA11DB961B}"/>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CONTRACT</a:t>
            </a:r>
          </a:p>
        </p:txBody>
      </p:sp>
      <p:sp>
        <p:nvSpPr>
          <p:cNvPr id="2" name="">
            <a:extLst xmlns:a="http://schemas.openxmlformats.org/drawingml/2006/main">
              <a:ext uri="{FF2B5EF4-FFF2-40B4-BE49-F238E27FC236}">
                <a16:creationId xmlns:a16="http://schemas.microsoft.com/office/drawing/2014/main" id="{261A2408-D3BA-4B5F-B31A-439AB1B89543}"/>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15</a:t>
            </a:r>
          </a:p>
        </p:txBody>
      </p:sp>
      <p:sp>
        <p:nvSpPr>
          <p:cNvPr id="3" name="">
            <a:extLst xmlns:a="http://schemas.openxmlformats.org/drawingml/2006/main">
              <a:ext uri="{FF2B5EF4-FFF2-40B4-BE49-F238E27FC236}">
                <a16:creationId xmlns:a16="http://schemas.microsoft.com/office/drawing/2014/main" id="{340494E6-04DC-40C9-B4E2-3D6B261CCAD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2F94BEEF-7B3A-4708-8DF5-A7C6D25A988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E3E73149-1C38-4725-AF6E-520927B9EEAA}"/>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82C168D-C1DF-4905-88AE-6B7C2125CE68}"/>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모델 호출과 실행 추적</a:t>
            </a:r>
          </a:p>
        </p:txBody>
      </p:sp>
      <p:sp>
        <p:nvSpPr>
          <p:cNvPr id="7" name="">
            <a:extLst xmlns:a="http://schemas.openxmlformats.org/drawingml/2006/main">
              <a:ext uri="{FF2B5EF4-FFF2-40B4-BE49-F238E27FC236}">
                <a16:creationId xmlns:a16="http://schemas.microsoft.com/office/drawing/2014/main" id="{25DDA041-46B0-47A2-A086-DB674BE3B566}"/>
              </a:ext>
            </a:extLst>
          </p:cNvPr>
          <p:cNvSpPr>
            <a:spLocks xmlns:a="http://schemas.openxmlformats.org/drawingml/2006/main" noGrp="1"/>
          </p:cNvSpPr>
          <p:nvPr/>
        </p:nvSpPr>
        <p:spPr>
          <a:xfrm xmlns:a="http://schemas.openxmlformats.org/drawingml/2006/main" rot="0">
            <a:off x="609600" y="2381250"/>
            <a:ext cx="2586038"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6F5F0383-9C58-4E64-83B8-CB808CE7CCA5}"/>
              </a:ext>
            </a:extLst>
          </p:cNvPr>
          <p:cNvSpPr>
            <a:spLocks xmlns:a="http://schemas.openxmlformats.org/drawingml/2006/main" noGrp="1"/>
          </p:cNvSpPr>
          <p:nvPr/>
        </p:nvSpPr>
        <p:spPr>
          <a:xfrm xmlns:a="http://schemas.openxmlformats.org/drawingml/2006/main">
            <a:off x="742950" y="2571750"/>
            <a:ext cx="23193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호출</a:t>
            </a:r>
          </a:p>
        </p:txBody>
      </p:sp>
      <p:sp>
        <p:nvSpPr>
          <p:cNvPr id="9" name="">
            <a:extLst xmlns:a="http://schemas.openxmlformats.org/drawingml/2006/main">
              <a:ext uri="{FF2B5EF4-FFF2-40B4-BE49-F238E27FC236}">
                <a16:creationId xmlns:a16="http://schemas.microsoft.com/office/drawing/2014/main" id="{BC2F3D1A-F4F0-400D-A21D-DB42D362CA8A}"/>
              </a:ext>
            </a:extLst>
          </p:cNvPr>
          <p:cNvSpPr>
            <a:spLocks xmlns:a="http://schemas.openxmlformats.org/drawingml/2006/main" noGrp="1"/>
          </p:cNvSpPr>
          <p:nvPr/>
        </p:nvSpPr>
        <p:spPr>
          <a:xfrm xmlns:a="http://schemas.openxmlformats.org/drawingml/2006/main">
            <a:off x="742950" y="3048000"/>
            <a:ext cx="23193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입력과 설정</a:t>
            </a:r>
          </a:p>
        </p:txBody>
      </p:sp>
      <p:sp>
        <p:nvSpPr>
          <p:cNvPr id="10" name="">
            <a:extLst xmlns:a="http://schemas.openxmlformats.org/drawingml/2006/main">
              <a:ext uri="{FF2B5EF4-FFF2-40B4-BE49-F238E27FC236}">
                <a16:creationId xmlns:a16="http://schemas.microsoft.com/office/drawing/2014/main" id="{F274835A-9883-48E9-B589-C317DDA91F8B}"/>
              </a:ext>
            </a:extLst>
          </p:cNvPr>
          <p:cNvSpPr>
            <a:spLocks xmlns:a="http://schemas.openxmlformats.org/drawingml/2006/main" noGrp="1"/>
          </p:cNvSpPr>
          <p:nvPr/>
        </p:nvSpPr>
        <p:spPr>
          <a:xfrm xmlns:a="http://schemas.openxmlformats.org/drawingml/2006/main">
            <a:off x="3195638"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088178FE-DF7D-4376-8C93-B6AF78A0753A}"/>
              </a:ext>
            </a:extLst>
          </p:cNvPr>
          <p:cNvSpPr>
            <a:spLocks xmlns:a="http://schemas.openxmlformats.org/drawingml/2006/main" noGrp="1"/>
          </p:cNvSpPr>
          <p:nvPr/>
        </p:nvSpPr>
        <p:spPr>
          <a:xfrm xmlns:a="http://schemas.openxmlformats.org/drawingml/2006/main" rot="0">
            <a:off x="3405188" y="2381250"/>
            <a:ext cx="2586038"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7D1E8822-C6BB-4FF8-928F-53B976B19E95}"/>
              </a:ext>
            </a:extLst>
          </p:cNvPr>
          <p:cNvSpPr>
            <a:spLocks xmlns:a="http://schemas.openxmlformats.org/drawingml/2006/main" noGrp="1"/>
          </p:cNvSpPr>
          <p:nvPr/>
        </p:nvSpPr>
        <p:spPr>
          <a:xfrm xmlns:a="http://schemas.openxmlformats.org/drawingml/2006/main">
            <a:off x="3538538" y="2571750"/>
            <a:ext cx="23193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실행 추적</a:t>
            </a:r>
          </a:p>
        </p:txBody>
      </p:sp>
      <p:sp>
        <p:nvSpPr>
          <p:cNvPr id="13" name="">
            <a:extLst xmlns:a="http://schemas.openxmlformats.org/drawingml/2006/main">
              <a:ext uri="{FF2B5EF4-FFF2-40B4-BE49-F238E27FC236}">
                <a16:creationId xmlns:a16="http://schemas.microsoft.com/office/drawing/2014/main" id="{99171B99-DA29-4030-9AB8-772654093EE3}"/>
              </a:ext>
            </a:extLst>
          </p:cNvPr>
          <p:cNvSpPr>
            <a:spLocks xmlns:a="http://schemas.openxmlformats.org/drawingml/2006/main" noGrp="1"/>
          </p:cNvSpPr>
          <p:nvPr/>
        </p:nvSpPr>
        <p:spPr>
          <a:xfrm xmlns:a="http://schemas.openxmlformats.org/drawingml/2006/main">
            <a:off x="3538538" y="3048000"/>
            <a:ext cx="23193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실행 식별 정보</a:t>
            </a:r>
          </a:p>
        </p:txBody>
      </p:sp>
      <p:sp>
        <p:nvSpPr>
          <p:cNvPr id="14" name="">
            <a:extLst xmlns:a="http://schemas.openxmlformats.org/drawingml/2006/main">
              <a:ext uri="{FF2B5EF4-FFF2-40B4-BE49-F238E27FC236}">
                <a16:creationId xmlns:a16="http://schemas.microsoft.com/office/drawing/2014/main" id="{87CB3B59-9F06-4DBE-9420-9B5918637BA7}"/>
              </a:ext>
            </a:extLst>
          </p:cNvPr>
          <p:cNvSpPr>
            <a:spLocks xmlns:a="http://schemas.openxmlformats.org/drawingml/2006/main" noGrp="1"/>
          </p:cNvSpPr>
          <p:nvPr/>
        </p:nvSpPr>
        <p:spPr>
          <a:xfrm xmlns:a="http://schemas.openxmlformats.org/drawingml/2006/main">
            <a:off x="5991225"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00D1F9AA-6AC6-4277-B1FB-503C78364292}"/>
              </a:ext>
            </a:extLst>
          </p:cNvPr>
          <p:cNvSpPr>
            <a:spLocks xmlns:a="http://schemas.openxmlformats.org/drawingml/2006/main" noGrp="1"/>
          </p:cNvSpPr>
          <p:nvPr/>
        </p:nvSpPr>
        <p:spPr>
          <a:xfrm xmlns:a="http://schemas.openxmlformats.org/drawingml/2006/main" rot="0">
            <a:off x="6200775" y="2381250"/>
            <a:ext cx="2586038"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7BC6D381-C63A-4A7C-9F12-F9F92EB43AC7}"/>
              </a:ext>
            </a:extLst>
          </p:cNvPr>
          <p:cNvSpPr>
            <a:spLocks xmlns:a="http://schemas.openxmlformats.org/drawingml/2006/main" noGrp="1"/>
          </p:cNvSpPr>
          <p:nvPr/>
        </p:nvSpPr>
        <p:spPr>
          <a:xfrm xmlns:a="http://schemas.openxmlformats.org/drawingml/2006/main">
            <a:off x="6334125" y="2571750"/>
            <a:ext cx="23193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비교</a:t>
            </a:r>
          </a:p>
        </p:txBody>
      </p:sp>
      <p:sp>
        <p:nvSpPr>
          <p:cNvPr id="17" name="">
            <a:extLst xmlns:a="http://schemas.openxmlformats.org/drawingml/2006/main">
              <a:ext uri="{FF2B5EF4-FFF2-40B4-BE49-F238E27FC236}">
                <a16:creationId xmlns:a16="http://schemas.microsoft.com/office/drawing/2014/main" id="{ACB533FF-0F4B-4985-8195-B9F143DBDC6D}"/>
              </a:ext>
            </a:extLst>
          </p:cNvPr>
          <p:cNvSpPr>
            <a:spLocks xmlns:a="http://schemas.openxmlformats.org/drawingml/2006/main" noGrp="1"/>
          </p:cNvSpPr>
          <p:nvPr/>
        </p:nvSpPr>
        <p:spPr>
          <a:xfrm xmlns:a="http://schemas.openxmlformats.org/drawingml/2006/main">
            <a:off x="6334125" y="3048000"/>
            <a:ext cx="23193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같은 평가축</a:t>
            </a:r>
          </a:p>
        </p:txBody>
      </p:sp>
      <p:sp>
        <p:nvSpPr>
          <p:cNvPr id="18" name="">
            <a:extLst xmlns:a="http://schemas.openxmlformats.org/drawingml/2006/main">
              <a:ext uri="{FF2B5EF4-FFF2-40B4-BE49-F238E27FC236}">
                <a16:creationId xmlns:a16="http://schemas.microsoft.com/office/drawing/2014/main" id="{934D7F58-27FB-4178-A589-0D32E8128309}"/>
              </a:ext>
            </a:extLst>
          </p:cNvPr>
          <p:cNvSpPr>
            <a:spLocks xmlns:a="http://schemas.openxmlformats.org/drawingml/2006/main" noGrp="1"/>
          </p:cNvSpPr>
          <p:nvPr/>
        </p:nvSpPr>
        <p:spPr>
          <a:xfrm xmlns:a="http://schemas.openxmlformats.org/drawingml/2006/main">
            <a:off x="8786813"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7D9D2B9E-673D-43F4-A807-E368259C9A11}"/>
              </a:ext>
            </a:extLst>
          </p:cNvPr>
          <p:cNvSpPr>
            <a:spLocks xmlns:a="http://schemas.openxmlformats.org/drawingml/2006/main" noGrp="1"/>
          </p:cNvSpPr>
          <p:nvPr/>
        </p:nvSpPr>
        <p:spPr>
          <a:xfrm xmlns:a="http://schemas.openxmlformats.org/drawingml/2006/main" rot="0">
            <a:off x="8996363" y="2381250"/>
            <a:ext cx="2586038"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6575079A-AEEF-4BD2-AD7B-C381F2BEB25C}"/>
              </a:ext>
            </a:extLst>
          </p:cNvPr>
          <p:cNvSpPr>
            <a:spLocks xmlns:a="http://schemas.openxmlformats.org/drawingml/2006/main" noGrp="1"/>
          </p:cNvSpPr>
          <p:nvPr/>
        </p:nvSpPr>
        <p:spPr>
          <a:xfrm xmlns:a="http://schemas.openxmlformats.org/drawingml/2006/main">
            <a:off x="9129713" y="2571750"/>
            <a:ext cx="23193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개선</a:t>
            </a:r>
          </a:p>
        </p:txBody>
      </p:sp>
      <p:sp>
        <p:nvSpPr>
          <p:cNvPr id="21" name="">
            <a:extLst xmlns:a="http://schemas.openxmlformats.org/drawingml/2006/main">
              <a:ext uri="{FF2B5EF4-FFF2-40B4-BE49-F238E27FC236}">
                <a16:creationId xmlns:a16="http://schemas.microsoft.com/office/drawing/2014/main" id="{5FABF61C-CF10-4C94-92B6-31C0091E3955}"/>
              </a:ext>
            </a:extLst>
          </p:cNvPr>
          <p:cNvSpPr>
            <a:spLocks xmlns:a="http://schemas.openxmlformats.org/drawingml/2006/main" noGrp="1"/>
          </p:cNvSpPr>
          <p:nvPr/>
        </p:nvSpPr>
        <p:spPr>
          <a:xfrm xmlns:a="http://schemas.openxmlformats.org/drawingml/2006/main">
            <a:off x="9129713" y="3048000"/>
            <a:ext cx="23193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다음 버전</a:t>
            </a:r>
          </a:p>
        </p:txBody>
      </p:sp>
      <p:sp>
        <p:nvSpPr>
          <p:cNvPr id="22" name="">
            <a:extLst xmlns:a="http://schemas.openxmlformats.org/drawingml/2006/main">
              <a:ext uri="{FF2B5EF4-FFF2-40B4-BE49-F238E27FC236}">
                <a16:creationId xmlns:a16="http://schemas.microsoft.com/office/drawing/2014/main" id="{E1E06D00-C9D5-4A20-9C66-79ABD8BF93E0}"/>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한 번의 생성 결과 → 팀이 다시 확인할 수 있는 실험 단위</a:t>
            </a:r>
          </a:p>
        </p:txBody>
      </p:sp>
    </p:spTree>
    <p:extLst>
      <p:ext uri="{BB962C8B-B14F-4D97-AF65-F5344CB8AC3E}">
        <p14:creationId xmlns:p14="http://schemas.microsoft.com/office/powerpoint/2010/main" val="107561546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F614D2F-0E9D-4A5C-B044-3422E655CBA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CASE</a:t>
            </a:r>
          </a:p>
        </p:txBody>
      </p:sp>
      <p:sp>
        <p:nvSpPr>
          <p:cNvPr id="2" name="">
            <a:extLst xmlns:a="http://schemas.openxmlformats.org/drawingml/2006/main">
              <a:ext uri="{FF2B5EF4-FFF2-40B4-BE49-F238E27FC236}">
                <a16:creationId xmlns:a16="http://schemas.microsoft.com/office/drawing/2014/main" id="{A1DC5224-CF51-4148-859D-738678B710E6}"/>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16</a:t>
            </a:r>
          </a:p>
        </p:txBody>
      </p:sp>
      <p:sp>
        <p:nvSpPr>
          <p:cNvPr id="3" name="">
            <a:extLst xmlns:a="http://schemas.openxmlformats.org/drawingml/2006/main">
              <a:ext uri="{FF2B5EF4-FFF2-40B4-BE49-F238E27FC236}">
                <a16:creationId xmlns:a16="http://schemas.microsoft.com/office/drawing/2014/main" id="{A9AD6F67-3173-46BA-967A-E045C628DC4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E2CE0D3B-4C5F-430C-8A05-3B40DD50768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ED7AF65A-1C45-4041-8976-2670591A7C50}"/>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D1512DA5-D17B-459B-AAEA-0C2E9B3BB53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기준 사례: 고객 피드백 도우미</a:t>
            </a:r>
          </a:p>
        </p:txBody>
      </p:sp>
      <p:sp>
        <p:nvSpPr>
          <p:cNvPr id="7" name="">
            <a:extLst xmlns:a="http://schemas.openxmlformats.org/drawingml/2006/main">
              <a:ext uri="{FF2B5EF4-FFF2-40B4-BE49-F238E27FC236}">
                <a16:creationId xmlns:a16="http://schemas.microsoft.com/office/drawing/2014/main" id="{F4A5C987-8E53-45EA-B3D2-402B74D7349E}"/>
              </a:ext>
            </a:extLst>
          </p:cNvPr>
          <p:cNvSpPr>
            <a:spLocks xmlns:a="http://schemas.openxmlformats.org/drawingml/2006/main" noGrp="1"/>
          </p:cNvSpPr>
          <p:nvPr/>
        </p:nvSpPr>
        <p:spPr>
          <a:xfrm xmlns:a="http://schemas.openxmlformats.org/drawingml/2006/main" rot="0">
            <a:off x="609600" y="1714500"/>
            <a:ext cx="36195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B6E072E9-EEBA-47D5-A61B-C185B272AC52}"/>
              </a:ext>
            </a:extLst>
          </p:cNvPr>
          <p:cNvSpPr>
            <a:spLocks xmlns:a="http://schemas.openxmlformats.org/drawingml/2006/main" noGrp="1"/>
          </p:cNvSpPr>
          <p:nvPr/>
        </p:nvSpPr>
        <p:spPr>
          <a:xfrm xmlns:a="http://schemas.openxmlformats.org/drawingml/2006/main">
            <a:off x="838200" y="19621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INPUT</a:t>
            </a:r>
          </a:p>
        </p:txBody>
      </p:sp>
      <p:sp>
        <p:nvSpPr>
          <p:cNvPr id="9" name="">
            <a:extLst xmlns:a="http://schemas.openxmlformats.org/drawingml/2006/main">
              <a:ext uri="{FF2B5EF4-FFF2-40B4-BE49-F238E27FC236}">
                <a16:creationId xmlns:a16="http://schemas.microsoft.com/office/drawing/2014/main" id="{08358E3E-FE18-465A-B70B-0B5675E9B64F}"/>
              </a:ext>
            </a:extLst>
          </p:cNvPr>
          <p:cNvSpPr>
            <a:spLocks xmlns:a="http://schemas.openxmlformats.org/drawingml/2006/main" noGrp="1"/>
          </p:cNvSpPr>
          <p:nvPr/>
        </p:nvSpPr>
        <p:spPr>
          <a:xfrm xmlns:a="http://schemas.openxmlformats.org/drawingml/2006/main">
            <a:off x="838200" y="2381250"/>
            <a:ext cx="3162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“결제는 빨랐지만 교환 절차를 찾기 어려웠어요. 다음 주문 전에는 개선되면 좋겠어요.”</a:t>
            </a:r>
          </a:p>
        </p:txBody>
      </p:sp>
      <p:sp>
        <p:nvSpPr>
          <p:cNvPr id="10" name="">
            <a:extLst xmlns:a="http://schemas.openxmlformats.org/drawingml/2006/main">
              <a:ext uri="{FF2B5EF4-FFF2-40B4-BE49-F238E27FC236}">
                <a16:creationId xmlns:a16="http://schemas.microsoft.com/office/drawing/2014/main" id="{9D8B88D7-1904-4EB7-953A-740ED21BF5E1}"/>
              </a:ext>
            </a:extLst>
          </p:cNvPr>
          <p:cNvSpPr>
            <a:spLocks xmlns:a="http://schemas.openxmlformats.org/drawingml/2006/main" noGrp="1"/>
          </p:cNvSpPr>
          <p:nvPr/>
        </p:nvSpPr>
        <p:spPr>
          <a:xfrm xmlns:a="http://schemas.openxmlformats.org/drawingml/2006/main">
            <a:off x="4591050" y="1962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OUTPUT FIELDS</a:t>
            </a:r>
          </a:p>
        </p:txBody>
      </p:sp>
      <p:sp>
        <p:nvSpPr>
          <p:cNvPr id="11" name="">
            <a:extLst xmlns:a="http://schemas.openxmlformats.org/drawingml/2006/main">
              <a:ext uri="{FF2B5EF4-FFF2-40B4-BE49-F238E27FC236}">
                <a16:creationId xmlns:a16="http://schemas.microsoft.com/office/drawing/2014/main" id="{2363D17A-E718-4E34-9B6F-CFB5304E78D0}"/>
              </a:ext>
            </a:extLst>
          </p:cNvPr>
          <p:cNvSpPr>
            <a:spLocks xmlns:a="http://schemas.openxmlformats.org/drawingml/2006/main" noGrp="1"/>
          </p:cNvSpPr>
          <p:nvPr/>
        </p:nvSpPr>
        <p:spPr>
          <a:xfrm xmlns:a="http://schemas.openxmlformats.org/drawingml/2006/main">
            <a:off x="4591050" y="2362200"/>
            <a:ext cx="438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01</a:t>
            </a:r>
          </a:p>
        </p:txBody>
      </p:sp>
      <p:sp>
        <p:nvSpPr>
          <p:cNvPr id="12" name="">
            <a:extLst xmlns:a="http://schemas.openxmlformats.org/drawingml/2006/main">
              <a:ext uri="{FF2B5EF4-FFF2-40B4-BE49-F238E27FC236}">
                <a16:creationId xmlns:a16="http://schemas.microsoft.com/office/drawing/2014/main" id="{FC11F63C-B67A-42DC-9ED1-CA6941984A82}"/>
              </a:ext>
            </a:extLst>
          </p:cNvPr>
          <p:cNvSpPr>
            <a:spLocks xmlns:a="http://schemas.openxmlformats.org/drawingml/2006/main" noGrp="1"/>
          </p:cNvSpPr>
          <p:nvPr/>
        </p:nvSpPr>
        <p:spPr>
          <a:xfrm xmlns:a="http://schemas.openxmlformats.org/drawingml/2006/main">
            <a:off x="5181600" y="23622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고객 의견 요약</a:t>
            </a:r>
          </a:p>
        </p:txBody>
      </p:sp>
      <p:sp>
        <p:nvSpPr>
          <p:cNvPr id="13" name="">
            <a:extLst xmlns:a="http://schemas.openxmlformats.org/drawingml/2006/main">
              <a:ext uri="{FF2B5EF4-FFF2-40B4-BE49-F238E27FC236}">
                <a16:creationId xmlns:a16="http://schemas.microsoft.com/office/drawing/2014/main" id="{81BACB2D-A01F-4CF6-8EAE-658D59F5BB47}"/>
              </a:ext>
            </a:extLst>
          </p:cNvPr>
          <p:cNvSpPr>
            <a:spLocks xmlns:a="http://schemas.openxmlformats.org/drawingml/2006/main" noGrp="1"/>
          </p:cNvSpPr>
          <p:nvPr/>
        </p:nvSpPr>
        <p:spPr>
          <a:xfrm xmlns:a="http://schemas.openxmlformats.org/drawingml/2006/main" flipH="0" flipV="0">
            <a:off x="5181600" y="3048000"/>
            <a:ext cx="2857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8D9C3292-2E8B-43AC-91E6-0C36A08B5153}"/>
              </a:ext>
            </a:extLst>
          </p:cNvPr>
          <p:cNvSpPr>
            <a:spLocks xmlns:a="http://schemas.openxmlformats.org/drawingml/2006/main" noGrp="1"/>
          </p:cNvSpPr>
          <p:nvPr/>
        </p:nvSpPr>
        <p:spPr>
          <a:xfrm xmlns:a="http://schemas.openxmlformats.org/drawingml/2006/main">
            <a:off x="4591050" y="3162300"/>
            <a:ext cx="438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02</a:t>
            </a:r>
          </a:p>
        </p:txBody>
      </p:sp>
      <p:sp>
        <p:nvSpPr>
          <p:cNvPr id="15" name="">
            <a:extLst xmlns:a="http://schemas.openxmlformats.org/drawingml/2006/main">
              <a:ext uri="{FF2B5EF4-FFF2-40B4-BE49-F238E27FC236}">
                <a16:creationId xmlns:a16="http://schemas.microsoft.com/office/drawing/2014/main" id="{676C86E7-3ABD-48D3-83F8-55D4BB4ED2EB}"/>
              </a:ext>
            </a:extLst>
          </p:cNvPr>
          <p:cNvSpPr>
            <a:spLocks xmlns:a="http://schemas.openxmlformats.org/drawingml/2006/main" noGrp="1"/>
          </p:cNvSpPr>
          <p:nvPr/>
        </p:nvSpPr>
        <p:spPr>
          <a:xfrm xmlns:a="http://schemas.openxmlformats.org/drawingml/2006/main">
            <a:off x="5181600" y="316230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불편 사항·발생 구간</a:t>
            </a:r>
          </a:p>
          <a:p xmlns:a="http://schemas.openxmlformats.org/drawingml/2006/main">
            <a:pPr algn="l">
              <a:lnSpc>
                <a:spcPct val="112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후속 조치</a:t>
            </a:r>
          </a:p>
        </p:txBody>
      </p:sp>
      <p:sp>
        <p:nvSpPr>
          <p:cNvPr id="16" name="">
            <a:extLst xmlns:a="http://schemas.openxmlformats.org/drawingml/2006/main">
              <a:ext uri="{FF2B5EF4-FFF2-40B4-BE49-F238E27FC236}">
                <a16:creationId xmlns:a16="http://schemas.microsoft.com/office/drawing/2014/main" id="{75FD6FBE-2607-4F3B-B488-214C70525461}"/>
              </a:ext>
            </a:extLst>
          </p:cNvPr>
          <p:cNvSpPr>
            <a:spLocks xmlns:a="http://schemas.openxmlformats.org/drawingml/2006/main" noGrp="1"/>
          </p:cNvSpPr>
          <p:nvPr/>
        </p:nvSpPr>
        <p:spPr>
          <a:xfrm xmlns:a="http://schemas.openxmlformats.org/drawingml/2006/main" flipH="0" flipV="0">
            <a:off x="5181600" y="4000500"/>
            <a:ext cx="2857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50406A03-28FD-47BF-9EE2-CD36630523E4}"/>
              </a:ext>
            </a:extLst>
          </p:cNvPr>
          <p:cNvSpPr>
            <a:spLocks xmlns:a="http://schemas.openxmlformats.org/drawingml/2006/main" noGrp="1"/>
          </p:cNvSpPr>
          <p:nvPr/>
        </p:nvSpPr>
        <p:spPr>
          <a:xfrm xmlns:a="http://schemas.openxmlformats.org/drawingml/2006/main">
            <a:off x="4591050" y="4171950"/>
            <a:ext cx="438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03</a:t>
            </a:r>
          </a:p>
        </p:txBody>
      </p:sp>
      <p:sp>
        <p:nvSpPr>
          <p:cNvPr id="18" name="">
            <a:extLst xmlns:a="http://schemas.openxmlformats.org/drawingml/2006/main">
              <a:ext uri="{FF2B5EF4-FFF2-40B4-BE49-F238E27FC236}">
                <a16:creationId xmlns:a16="http://schemas.microsoft.com/office/drawing/2014/main" id="{2CDFC42C-90D2-4EBA-92FD-B372867F51E8}"/>
              </a:ext>
            </a:extLst>
          </p:cNvPr>
          <p:cNvSpPr>
            <a:spLocks xmlns:a="http://schemas.openxmlformats.org/drawingml/2006/main" noGrp="1"/>
          </p:cNvSpPr>
          <p:nvPr/>
        </p:nvSpPr>
        <p:spPr>
          <a:xfrm xmlns:a="http://schemas.openxmlformats.org/drawingml/2006/main">
            <a:off x="5181600" y="417195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상담 답변 초안</a:t>
            </a:r>
          </a:p>
        </p:txBody>
      </p:sp>
      <p:sp>
        <p:nvSpPr>
          <p:cNvPr id="19" name="">
            <a:extLst xmlns:a="http://schemas.openxmlformats.org/drawingml/2006/main">
              <a:ext uri="{FF2B5EF4-FFF2-40B4-BE49-F238E27FC236}">
                <a16:creationId xmlns:a16="http://schemas.microsoft.com/office/drawing/2014/main" id="{409BF15A-7B75-41A4-9B0F-7C454296C549}"/>
              </a:ext>
            </a:extLst>
          </p:cNvPr>
          <p:cNvSpPr>
            <a:spLocks xmlns:a="http://schemas.openxmlformats.org/drawingml/2006/main" noGrp="1"/>
          </p:cNvSpPr>
          <p:nvPr/>
        </p:nvSpPr>
        <p:spPr>
          <a:xfrm xmlns:a="http://schemas.openxmlformats.org/drawingml/2006/main" flipH="0" flipV="0">
            <a:off x="5181600" y="4857750"/>
            <a:ext cx="2857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780198CF-2349-4AE8-B324-CA0E6E62C1E2}"/>
              </a:ext>
            </a:extLst>
          </p:cNvPr>
          <p:cNvSpPr>
            <a:spLocks xmlns:a="http://schemas.openxmlformats.org/drawingml/2006/main" noGrp="1"/>
          </p:cNvSpPr>
          <p:nvPr/>
        </p:nvSpPr>
        <p:spPr>
          <a:xfrm xmlns:a="http://schemas.openxmlformats.org/drawingml/2006/main" rot="0">
            <a:off x="8477250" y="1714500"/>
            <a:ext cx="3105150" cy="38100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21" name="">
            <a:extLst xmlns:a="http://schemas.openxmlformats.org/drawingml/2006/main">
              <a:ext uri="{FF2B5EF4-FFF2-40B4-BE49-F238E27FC236}">
                <a16:creationId xmlns:a16="http://schemas.microsoft.com/office/drawing/2014/main" id="{1E630104-E6C8-4D66-B804-FAA39EA1D6C7}"/>
              </a:ext>
            </a:extLst>
          </p:cNvPr>
          <p:cNvSpPr>
            <a:spLocks xmlns:a="http://schemas.openxmlformats.org/drawingml/2006/main" noGrp="1"/>
          </p:cNvSpPr>
          <p:nvPr/>
        </p:nvSpPr>
        <p:spPr>
          <a:xfrm xmlns:a="http://schemas.openxmlformats.org/drawingml/2006/main">
            <a:off x="8705850" y="19621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TRACE METADATA</a:t>
            </a:r>
          </a:p>
        </p:txBody>
      </p:sp>
      <p:sp>
        <p:nvSpPr>
          <p:cNvPr id="22" name="">
            <a:extLst xmlns:a="http://schemas.openxmlformats.org/drawingml/2006/main">
              <a:ext uri="{FF2B5EF4-FFF2-40B4-BE49-F238E27FC236}">
                <a16:creationId xmlns:a16="http://schemas.microsoft.com/office/drawing/2014/main" id="{513EAD08-9F53-4DA3-BE09-2E64D97488C3}"/>
              </a:ext>
            </a:extLst>
          </p:cNvPr>
          <p:cNvSpPr>
            <a:spLocks xmlns:a="http://schemas.openxmlformats.org/drawingml/2006/main" noGrp="1"/>
          </p:cNvSpPr>
          <p:nvPr/>
        </p:nvSpPr>
        <p:spPr>
          <a:xfrm xmlns:a="http://schemas.openxmlformats.org/drawingml/2006/main">
            <a:off x="8705850" y="2438400"/>
            <a:ext cx="26479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trace_id</a:t>
            </a:r>
          </a:p>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prompt_version</a:t>
            </a:r>
          </a:p>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provider / model</a:t>
            </a:r>
          </a:p>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status / latency</a:t>
            </a:r>
          </a:p>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token_estimate</a:t>
            </a:r>
          </a:p>
          <a:p xmlns:a="http://schemas.openxmlformats.org/drawingml/2006/main">
            <a:pPr algn="l">
              <a:lnSpc>
                <a:spcPct val="145000"/>
              </a:lnSpc>
              <a:buNone/>
              <a:defRPr sz="1350" b="1">
                <a:solidFill>
                  <a:srgbClr val="FFFFFF"/>
                </a:solidFill>
                <a:latin typeface="Menlo"/>
                <a:ea typeface="Menlo"/>
                <a:cs typeface="Menlo"/>
              </a:defRPr>
            </a:pPr>
            <a:r>
              <a:rPr sz="1350" b="1">
                <a:solidFill>
                  <a:srgbClr val="FFFFFF"/>
                </a:solidFill>
                <a:latin typeface="Menlo"/>
                <a:ea typeface="Menlo"/>
                <a:cs typeface="Menlo"/>
              </a:rPr>
              <a:t>content_fingerprint</a:t>
            </a:r>
          </a:p>
        </p:txBody>
      </p:sp>
    </p:spTree>
    <p:extLst>
      <p:ext uri="{BB962C8B-B14F-4D97-AF65-F5344CB8AC3E}">
        <p14:creationId xmlns:p14="http://schemas.microsoft.com/office/powerpoint/2010/main" val="1260546986"/>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19A31B-5E2B-4B06-A1ED-8BB64A7F2760}"/>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CASE</a:t>
            </a:r>
          </a:p>
        </p:txBody>
      </p:sp>
      <p:sp>
        <p:nvSpPr>
          <p:cNvPr id="2" name="">
            <a:extLst xmlns:a="http://schemas.openxmlformats.org/drawingml/2006/main">
              <a:ext uri="{FF2B5EF4-FFF2-40B4-BE49-F238E27FC236}">
                <a16:creationId xmlns:a16="http://schemas.microsoft.com/office/drawing/2014/main" id="{464308CD-E341-40B3-B4F6-1FC2B4F103EE}"/>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17</a:t>
            </a:r>
          </a:p>
        </p:txBody>
      </p:sp>
      <p:sp>
        <p:nvSpPr>
          <p:cNvPr id="3" name="">
            <a:extLst xmlns:a="http://schemas.openxmlformats.org/drawingml/2006/main">
              <a:ext uri="{FF2B5EF4-FFF2-40B4-BE49-F238E27FC236}">
                <a16:creationId xmlns:a16="http://schemas.microsoft.com/office/drawing/2014/main" id="{68D0481C-86A6-427F-AD0D-A18DAA10C88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9678E5C9-AD9C-49C3-B035-1AC5FB6A0884}"/>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E5954EB-CD88-4A38-8C2B-612C4AC80EF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5407C434-E2D2-474E-ADB5-4B6B01D4083B}"/>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모델 호출과 운영 구성요소</a:t>
            </a:r>
          </a:p>
        </p:txBody>
      </p:sp>
      <p:sp>
        <p:nvSpPr>
          <p:cNvPr id="7" name="">
            <a:extLst xmlns:a="http://schemas.openxmlformats.org/drawingml/2006/main">
              <a:ext uri="{FF2B5EF4-FFF2-40B4-BE49-F238E27FC236}">
                <a16:creationId xmlns:a16="http://schemas.microsoft.com/office/drawing/2014/main" id="{EF58E060-B0C1-47F4-AEFE-8016CF1F5FEB}"/>
              </a:ext>
            </a:extLst>
          </p:cNvPr>
          <p:cNvSpPr>
            <a:spLocks xmlns:a="http://schemas.openxmlformats.org/drawingml/2006/main" noGrp="1"/>
          </p:cNvSpPr>
          <p:nvPr/>
        </p:nvSpPr>
        <p:spPr>
          <a:xfrm xmlns:a="http://schemas.openxmlformats.org/drawingml/2006/main">
            <a:off x="609600" y="1676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VISIBLE</a:t>
            </a:r>
          </a:p>
        </p:txBody>
      </p:sp>
      <p:sp>
        <p:nvSpPr>
          <p:cNvPr id="8" name="">
            <a:extLst xmlns:a="http://schemas.openxmlformats.org/drawingml/2006/main">
              <a:ext uri="{FF2B5EF4-FFF2-40B4-BE49-F238E27FC236}">
                <a16:creationId xmlns:a16="http://schemas.microsoft.com/office/drawing/2014/main" id="{D768721B-C4C7-4A36-BD14-8F0721C13A0F}"/>
              </a:ext>
            </a:extLst>
          </p:cNvPr>
          <p:cNvSpPr>
            <a:spLocks xmlns:a="http://schemas.openxmlformats.org/drawingml/2006/main" noGrp="1"/>
          </p:cNvSpPr>
          <p:nvPr/>
        </p:nvSpPr>
        <p:spPr>
          <a:xfrm xmlns:a="http://schemas.openxmlformats.org/drawingml/2006/main">
            <a:off x="609600" y="207645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550" b="1">
                <a:solidFill>
                  <a:srgbClr val="FFFFFF"/>
                </a:solidFill>
                <a:latin typeface="Menlo"/>
                <a:ea typeface="Menlo"/>
                <a:cs typeface="Menlo"/>
              </a:defRPr>
            </a:pPr>
            <a:r>
              <a:rPr sz="2550" b="1">
                <a:solidFill>
                  <a:srgbClr val="FFFFFF"/>
                </a:solidFill>
                <a:latin typeface="Menlo"/>
                <a:ea typeface="Menlo"/>
                <a:cs typeface="Menlo"/>
              </a:rPr>
              <a:t>프롬프트 → 모델 → 응답</a:t>
            </a:r>
          </a:p>
        </p:txBody>
      </p:sp>
      <p:sp>
        <p:nvSpPr>
          <p:cNvPr id="9" name="">
            <a:extLst xmlns:a="http://schemas.openxmlformats.org/drawingml/2006/main">
              <a:ext uri="{FF2B5EF4-FFF2-40B4-BE49-F238E27FC236}">
                <a16:creationId xmlns:a16="http://schemas.microsoft.com/office/drawing/2014/main" id="{56E8093D-7524-44BB-80C7-AB3D413991DB}"/>
              </a:ext>
            </a:extLst>
          </p:cNvPr>
          <p:cNvSpPr>
            <a:spLocks xmlns:a="http://schemas.openxmlformats.org/drawingml/2006/main" noGrp="1"/>
          </p:cNvSpPr>
          <p:nvPr/>
        </p:nvSpPr>
        <p:spPr>
          <a:xfrm xmlns:a="http://schemas.openxmlformats.org/drawingml/2006/main" flipH="0" flipV="0">
            <a:off x="609600" y="2990850"/>
            <a:ext cx="10972800" cy="0"/>
          </a:xfrm>
          <a:prstGeom xmlns:a="http://schemas.openxmlformats.org/drawingml/2006/main" prst="line">
            <a:avLst/>
          </a:prstGeom>
          <a:noFill xmlns:a="http://schemas.openxmlformats.org/drawingml/2006/main"/>
          <a:ln xmlns:a="http://schemas.openxmlformats.org/drawingml/2006/main" w="47625">
            <a:solidFill>
              <a:srgbClr val="2563EB"/>
            </a:solidFill>
            <a:prstDash val="solid"/>
          </a:ln>
        </p:spPr>
      </p:sp>
      <p:sp>
        <p:nvSpPr>
          <p:cNvPr id="10" name="">
            <a:extLst xmlns:a="http://schemas.openxmlformats.org/drawingml/2006/main">
              <a:ext uri="{FF2B5EF4-FFF2-40B4-BE49-F238E27FC236}">
                <a16:creationId xmlns:a16="http://schemas.microsoft.com/office/drawing/2014/main" id="{79FB57FF-BCA5-4B1A-8C25-13F9F42B46D9}"/>
              </a:ext>
            </a:extLst>
          </p:cNvPr>
          <p:cNvSpPr>
            <a:spLocks xmlns:a="http://schemas.openxmlformats.org/drawingml/2006/main" noGrp="1"/>
          </p:cNvSpPr>
          <p:nvPr/>
        </p:nvSpPr>
        <p:spPr>
          <a:xfrm xmlns:a="http://schemas.openxmlformats.org/drawingml/2006/main">
            <a:off x="609600" y="32766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OPERATING SYSTEM</a:t>
            </a:r>
          </a:p>
        </p:txBody>
      </p:sp>
      <p:sp>
        <p:nvSpPr>
          <p:cNvPr id="11" name="">
            <a:extLst xmlns:a="http://schemas.openxmlformats.org/drawingml/2006/main">
              <a:ext uri="{FF2B5EF4-FFF2-40B4-BE49-F238E27FC236}">
                <a16:creationId xmlns:a16="http://schemas.microsoft.com/office/drawing/2014/main" id="{3B7BCE47-A4EC-473F-9BF4-0D80D49159BB}"/>
              </a:ext>
            </a:extLst>
          </p:cNvPr>
          <p:cNvSpPr>
            <a:spLocks xmlns:a="http://schemas.openxmlformats.org/drawingml/2006/main" noGrp="1"/>
          </p:cNvSpPr>
          <p:nvPr/>
        </p:nvSpPr>
        <p:spPr>
          <a:xfrm xmlns:a="http://schemas.openxmlformats.org/drawingml/2006/main">
            <a:off x="609600" y="3810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평가 데이터</a:t>
            </a:r>
          </a:p>
        </p:txBody>
      </p:sp>
      <p:sp>
        <p:nvSpPr>
          <p:cNvPr id="12" name="">
            <a:extLst xmlns:a="http://schemas.openxmlformats.org/drawingml/2006/main">
              <a:ext uri="{FF2B5EF4-FFF2-40B4-BE49-F238E27FC236}">
                <a16:creationId xmlns:a16="http://schemas.microsoft.com/office/drawing/2014/main" id="{FA990F09-10BC-4A1C-A061-EC90B26822B8}"/>
              </a:ext>
            </a:extLst>
          </p:cNvPr>
          <p:cNvSpPr>
            <a:spLocks xmlns:a="http://schemas.openxmlformats.org/drawingml/2006/main" noGrp="1"/>
          </p:cNvSpPr>
          <p:nvPr/>
        </p:nvSpPr>
        <p:spPr>
          <a:xfrm xmlns:a="http://schemas.openxmlformats.org/drawingml/2006/main">
            <a:off x="3352800" y="3810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버전</a:t>
            </a:r>
          </a:p>
        </p:txBody>
      </p:sp>
      <p:sp>
        <p:nvSpPr>
          <p:cNvPr id="13" name="">
            <a:extLst xmlns:a="http://schemas.openxmlformats.org/drawingml/2006/main">
              <a:ext uri="{FF2B5EF4-FFF2-40B4-BE49-F238E27FC236}">
                <a16:creationId xmlns:a16="http://schemas.microsoft.com/office/drawing/2014/main" id="{A69942A9-6294-483C-B326-58CB660A6655}"/>
              </a:ext>
            </a:extLst>
          </p:cNvPr>
          <p:cNvSpPr>
            <a:spLocks xmlns:a="http://schemas.openxmlformats.org/drawingml/2006/main" noGrp="1"/>
          </p:cNvSpPr>
          <p:nvPr/>
        </p:nvSpPr>
        <p:spPr>
          <a:xfrm xmlns:a="http://schemas.openxmlformats.org/drawingml/2006/main">
            <a:off x="6096000" y="3810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평가</a:t>
            </a:r>
          </a:p>
        </p:txBody>
      </p:sp>
      <p:sp>
        <p:nvSpPr>
          <p:cNvPr id="14" name="">
            <a:extLst xmlns:a="http://schemas.openxmlformats.org/drawingml/2006/main">
              <a:ext uri="{FF2B5EF4-FFF2-40B4-BE49-F238E27FC236}">
                <a16:creationId xmlns:a16="http://schemas.microsoft.com/office/drawing/2014/main" id="{7FA03530-7F8A-47B1-855A-22CFE83E2F7F}"/>
              </a:ext>
            </a:extLst>
          </p:cNvPr>
          <p:cNvSpPr>
            <a:spLocks xmlns:a="http://schemas.openxmlformats.org/drawingml/2006/main" noGrp="1"/>
          </p:cNvSpPr>
          <p:nvPr/>
        </p:nvSpPr>
        <p:spPr>
          <a:xfrm xmlns:a="http://schemas.openxmlformats.org/drawingml/2006/main">
            <a:off x="8839200" y="3810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시간 초과</a:t>
            </a:r>
          </a:p>
        </p:txBody>
      </p:sp>
      <p:sp>
        <p:nvSpPr>
          <p:cNvPr id="15" name="">
            <a:extLst xmlns:a="http://schemas.openxmlformats.org/drawingml/2006/main">
              <a:ext uri="{FF2B5EF4-FFF2-40B4-BE49-F238E27FC236}">
                <a16:creationId xmlns:a16="http://schemas.microsoft.com/office/drawing/2014/main" id="{8754DAFD-DFDB-4275-8C9A-BAD1BD2C1EAB}"/>
              </a:ext>
            </a:extLst>
          </p:cNvPr>
          <p:cNvSpPr>
            <a:spLocks xmlns:a="http://schemas.openxmlformats.org/drawingml/2006/main" noGrp="1"/>
          </p:cNvSpPr>
          <p:nvPr/>
        </p:nvSpPr>
        <p:spPr>
          <a:xfrm xmlns:a="http://schemas.openxmlformats.org/drawingml/2006/main">
            <a:off x="6096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대체 경로</a:t>
            </a:r>
          </a:p>
        </p:txBody>
      </p:sp>
      <p:sp>
        <p:nvSpPr>
          <p:cNvPr id="16" name="">
            <a:extLst xmlns:a="http://schemas.openxmlformats.org/drawingml/2006/main">
              <a:ext uri="{FF2B5EF4-FFF2-40B4-BE49-F238E27FC236}">
                <a16:creationId xmlns:a16="http://schemas.microsoft.com/office/drawing/2014/main" id="{78EE448E-B868-4D51-B28F-7FF9856FC223}"/>
              </a:ext>
            </a:extLst>
          </p:cNvPr>
          <p:cNvSpPr>
            <a:spLocks xmlns:a="http://schemas.openxmlformats.org/drawingml/2006/main" noGrp="1"/>
          </p:cNvSpPr>
          <p:nvPr/>
        </p:nvSpPr>
        <p:spPr>
          <a:xfrm xmlns:a="http://schemas.openxmlformats.org/drawingml/2006/main">
            <a:off x="33528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안전성</a:t>
            </a:r>
          </a:p>
        </p:txBody>
      </p:sp>
      <p:sp>
        <p:nvSpPr>
          <p:cNvPr id="17" name="">
            <a:extLst xmlns:a="http://schemas.openxmlformats.org/drawingml/2006/main">
              <a:ext uri="{FF2B5EF4-FFF2-40B4-BE49-F238E27FC236}">
                <a16:creationId xmlns:a16="http://schemas.microsoft.com/office/drawing/2014/main" id="{278EAF79-02A9-416E-B7B9-BA3BDC42D4A3}"/>
              </a:ext>
            </a:extLst>
          </p:cNvPr>
          <p:cNvSpPr>
            <a:spLocks xmlns:a="http://schemas.openxmlformats.org/drawingml/2006/main" noGrp="1"/>
          </p:cNvSpPr>
          <p:nvPr/>
        </p:nvSpPr>
        <p:spPr>
          <a:xfrm xmlns:a="http://schemas.openxmlformats.org/drawingml/2006/main">
            <a:off x="60960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비용</a:t>
            </a:r>
          </a:p>
        </p:txBody>
      </p:sp>
      <p:sp>
        <p:nvSpPr>
          <p:cNvPr id="18" name="">
            <a:extLst xmlns:a="http://schemas.openxmlformats.org/drawingml/2006/main">
              <a:ext uri="{FF2B5EF4-FFF2-40B4-BE49-F238E27FC236}">
                <a16:creationId xmlns:a16="http://schemas.microsoft.com/office/drawing/2014/main" id="{FF93B4EA-215A-4EC1-AAEA-F69EEEE970DA}"/>
              </a:ext>
            </a:extLst>
          </p:cNvPr>
          <p:cNvSpPr>
            <a:spLocks xmlns:a="http://schemas.openxmlformats.org/drawingml/2006/main" noGrp="1"/>
          </p:cNvSpPr>
          <p:nvPr/>
        </p:nvSpPr>
        <p:spPr>
          <a:xfrm xmlns:a="http://schemas.openxmlformats.org/drawingml/2006/main">
            <a:off x="88392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책임자</a:t>
            </a:r>
          </a:p>
        </p:txBody>
      </p:sp>
      <p:sp>
        <p:nvSpPr>
          <p:cNvPr id="19" name="">
            <a:extLst xmlns:a="http://schemas.openxmlformats.org/drawingml/2006/main">
              <a:ext uri="{FF2B5EF4-FFF2-40B4-BE49-F238E27FC236}">
                <a16:creationId xmlns:a16="http://schemas.microsoft.com/office/drawing/2014/main" id="{0977E638-10B3-44C7-AED3-5F7BF028B95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배포 결정에는 평가 데이터·버전·오류·비용·책임자 정보가 필요</a:t>
            </a:r>
          </a:p>
        </p:txBody>
      </p:sp>
    </p:spTree>
    <p:extLst>
      <p:ext uri="{BB962C8B-B14F-4D97-AF65-F5344CB8AC3E}">
        <p14:creationId xmlns:p14="http://schemas.microsoft.com/office/powerpoint/2010/main" val="1073514614"/>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6A2BE3-590A-4649-9661-821570388AC2}"/>
              </a:ext>
            </a:extLst>
          </p:cNvPr>
          <p:cNvSpPr>
            <a:spLocks xmlns:a="http://schemas.openxmlformats.org/drawingml/2006/main" noGrp="1"/>
          </p:cNvSpPr>
          <p:nvPr/>
        </p:nvSpPr>
        <p:spPr>
          <a:xfrm xmlns:a="http://schemas.openxmlformats.org/drawingml/2006/main">
            <a:off x="609600" y="742950"/>
            <a:ext cx="200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8850" b="1">
                <a:solidFill>
                  <a:srgbClr val="FFFFFF"/>
                </a:solidFill>
                <a:latin typeface="Menlo"/>
                <a:ea typeface="Menlo"/>
                <a:cs typeface="Menlo"/>
              </a:defRPr>
            </a:pPr>
            <a:r>
              <a:rPr sz="8850" b="1">
                <a:solidFill>
                  <a:srgbClr val="FFFFFF"/>
                </a:solidFill>
                <a:latin typeface="Menlo"/>
                <a:ea typeface="Menlo"/>
                <a:cs typeface="Menlo"/>
              </a:rPr>
              <a:t>01</a:t>
            </a:r>
          </a:p>
        </p:txBody>
      </p:sp>
      <p:sp>
        <p:nvSpPr>
          <p:cNvPr id="2" name="">
            <a:extLst xmlns:a="http://schemas.openxmlformats.org/drawingml/2006/main">
              <a:ext uri="{FF2B5EF4-FFF2-40B4-BE49-F238E27FC236}">
                <a16:creationId xmlns:a16="http://schemas.microsoft.com/office/drawing/2014/main" id="{AF612B4B-FD86-4229-982E-EFB107B3753F}"/>
              </a:ext>
            </a:extLst>
          </p:cNvPr>
          <p:cNvSpPr>
            <a:spLocks xmlns:a="http://schemas.openxmlformats.org/drawingml/2006/main" noGrp="1"/>
          </p:cNvSpPr>
          <p:nvPr/>
        </p:nvSpPr>
        <p:spPr>
          <a:xfrm xmlns:a="http://schemas.openxmlformats.org/drawingml/2006/main">
            <a:off x="6724650" y="9334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MODEL PERFORMANCE &amp; SERVICE RELIABILITY</a:t>
            </a:r>
          </a:p>
        </p:txBody>
      </p:sp>
      <p:sp>
        <p:nvSpPr>
          <p:cNvPr id="3" name="">
            <a:extLst xmlns:a="http://schemas.openxmlformats.org/drawingml/2006/main">
              <a:ext uri="{FF2B5EF4-FFF2-40B4-BE49-F238E27FC236}">
                <a16:creationId xmlns:a16="http://schemas.microsoft.com/office/drawing/2014/main" id="{9D3594B9-09FE-4F33-9EDD-DA22D443B85D}"/>
              </a:ext>
            </a:extLst>
          </p:cNvPr>
          <p:cNvSpPr>
            <a:spLocks xmlns:a="http://schemas.openxmlformats.org/drawingml/2006/main" noGrp="1"/>
          </p:cNvSpPr>
          <p:nvPr/>
        </p:nvSpPr>
        <p:spPr>
          <a:xfrm xmlns:a="http://schemas.openxmlformats.org/drawingml/2006/main" flipH="0" flipV="0">
            <a:off x="609600" y="27241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00875EE7-3454-4FC3-8473-813233520261}"/>
              </a:ext>
            </a:extLst>
          </p:cNvPr>
          <p:cNvSpPr>
            <a:spLocks xmlns:a="http://schemas.openxmlformats.org/drawingml/2006/main" noGrp="1"/>
          </p:cNvSpPr>
          <p:nvPr/>
        </p:nvSpPr>
        <p:spPr>
          <a:xfrm xmlns:a="http://schemas.openxmlformats.org/drawingml/2006/main">
            <a:off x="609600" y="3162300"/>
            <a:ext cx="10668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3600" b="1">
                <a:solidFill>
                  <a:srgbClr val="FFFFFF"/>
                </a:solidFill>
                <a:latin typeface="AppleGothic"/>
                <a:ea typeface="AppleGothic"/>
                <a:cs typeface="AppleGothic"/>
              </a:defRPr>
            </a:pPr>
            <a:r>
              <a:rPr sz="3600" b="1">
                <a:solidFill>
                  <a:srgbClr val="FFFFFF"/>
                </a:solidFill>
                <a:latin typeface="AppleGothic"/>
                <a:ea typeface="AppleGothic"/>
                <a:cs typeface="AppleGothic"/>
              </a:rPr>
              <a:t>모델 성능과 서비스 신뢰성의 간극</a:t>
            </a:r>
          </a:p>
        </p:txBody>
      </p:sp>
      <p:sp>
        <p:nvSpPr>
          <p:cNvPr id="5" name="">
            <a:extLst xmlns:a="http://schemas.openxmlformats.org/drawingml/2006/main">
              <a:ext uri="{FF2B5EF4-FFF2-40B4-BE49-F238E27FC236}">
                <a16:creationId xmlns:a16="http://schemas.microsoft.com/office/drawing/2014/main" id="{3738F351-F3DF-4684-9CDE-5913A9DFE232}"/>
              </a:ext>
            </a:extLst>
          </p:cNvPr>
          <p:cNvSpPr>
            <a:spLocks xmlns:a="http://schemas.openxmlformats.org/drawingml/2006/main" noGrp="1"/>
          </p:cNvSpPr>
          <p:nvPr/>
        </p:nvSpPr>
        <p:spPr>
          <a:xfrm xmlns:a="http://schemas.openxmlformats.org/drawingml/2006/main">
            <a:off x="609600" y="47625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0">
                <a:solidFill>
                  <a:srgbClr val="98A2B3"/>
                </a:solidFill>
                <a:latin typeface="AppleGothic"/>
                <a:ea typeface="AppleGothic"/>
                <a:cs typeface="AppleGothic"/>
              </a:defRPr>
            </a:pPr>
            <a:r>
              <a:rPr sz="1800" b="0">
                <a:solidFill>
                  <a:srgbClr val="98A2B3"/>
                </a:solidFill>
                <a:latin typeface="AppleGothic"/>
                <a:ea typeface="AppleGothic"/>
                <a:cs typeface="AppleGothic"/>
              </a:rPr>
              <a:t>규칙 기반 AI · 머신러닝 · 딥러닝 · 트랜스포머 · 사전학습</a:t>
            </a:r>
          </a:p>
        </p:txBody>
      </p:sp>
      <p:sp>
        <p:nvSpPr>
          <p:cNvPr id="6" name="">
            <a:extLst xmlns:a="http://schemas.openxmlformats.org/drawingml/2006/main">
              <a:ext uri="{FF2B5EF4-FFF2-40B4-BE49-F238E27FC236}">
                <a16:creationId xmlns:a16="http://schemas.microsoft.com/office/drawing/2014/main" id="{5DB90E31-82AD-455E-BC3D-1CF273D1A1F3}"/>
              </a:ext>
            </a:extLst>
          </p:cNvPr>
          <p:cNvSpPr>
            <a:spLocks xmlns:a="http://schemas.openxmlformats.org/drawingml/2006/main" noGrp="1"/>
          </p:cNvSpPr>
          <p:nvPr/>
        </p:nvSpPr>
        <p:spPr>
          <a:xfrm xmlns:a="http://schemas.openxmlformats.org/drawingml/2006/main">
            <a:off x="609600" y="607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W01 · 18</a:t>
            </a:r>
          </a:p>
        </p:txBody>
      </p:sp>
    </p:spTree>
    <p:extLst>
      <p:ext uri="{BB962C8B-B14F-4D97-AF65-F5344CB8AC3E}">
        <p14:creationId xmlns:p14="http://schemas.microsoft.com/office/powerpoint/2010/main" val="2090639887"/>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5A3F612-B156-4294-9B8D-58B9BEE433E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137A4F31-46B3-4E53-8BC7-E14ABF664615}"/>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19</a:t>
            </a:r>
          </a:p>
        </p:txBody>
      </p:sp>
      <p:sp>
        <p:nvSpPr>
          <p:cNvPr id="3" name="">
            <a:extLst xmlns:a="http://schemas.openxmlformats.org/drawingml/2006/main">
              <a:ext uri="{FF2B5EF4-FFF2-40B4-BE49-F238E27FC236}">
                <a16:creationId xmlns:a16="http://schemas.microsoft.com/office/drawing/2014/main" id="{6AB1EEAB-F8D1-4B69-8FEB-FC0BCE2746A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36DF9F15-8A9C-4319-973C-D446E9C74A3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4F141AB-8BCD-4D7C-9635-0D12BF3DD4CA}"/>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C91009E9-DA54-47D0-97D0-B89166B6B04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AI 기술의 발전과 운영 과제</a:t>
            </a:r>
          </a:p>
        </p:txBody>
      </p:sp>
      <p:sp>
        <p:nvSpPr>
          <p:cNvPr id="7" name="">
            <a:extLst xmlns:a="http://schemas.openxmlformats.org/drawingml/2006/main">
              <a:ext uri="{FF2B5EF4-FFF2-40B4-BE49-F238E27FC236}">
                <a16:creationId xmlns:a16="http://schemas.microsoft.com/office/drawing/2014/main" id="{6850692C-629A-4165-9E23-4A49A39572C5}"/>
              </a:ext>
            </a:extLst>
          </p:cNvPr>
          <p:cNvSpPr>
            <a:spLocks xmlns:a="http://schemas.openxmlformats.org/drawingml/2006/main" noGrp="1"/>
          </p:cNvSpPr>
          <p:nvPr/>
        </p:nvSpPr>
        <p:spPr>
          <a:xfrm xmlns:a="http://schemas.openxmlformats.org/drawingml/2006/main" flipH="0" flipV="0">
            <a:off x="1562100" y="3429000"/>
            <a:ext cx="906780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8" name="">
            <a:extLst xmlns:a="http://schemas.openxmlformats.org/drawingml/2006/main">
              <a:ext uri="{FF2B5EF4-FFF2-40B4-BE49-F238E27FC236}">
                <a16:creationId xmlns:a16="http://schemas.microsoft.com/office/drawing/2014/main" id="{932347DA-48FA-4582-A9A0-2120EB49DA65}"/>
              </a:ext>
            </a:extLst>
          </p:cNvPr>
          <p:cNvSpPr>
            <a:spLocks xmlns:a="http://schemas.openxmlformats.org/drawingml/2006/main" noGrp="1"/>
          </p:cNvSpPr>
          <p:nvPr/>
        </p:nvSpPr>
        <p:spPr>
          <a:xfrm xmlns:a="http://schemas.openxmlformats.org/drawingml/2006/main" rot="0">
            <a:off x="141922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9" name="">
            <a:extLst xmlns:a="http://schemas.openxmlformats.org/drawingml/2006/main">
              <a:ext uri="{FF2B5EF4-FFF2-40B4-BE49-F238E27FC236}">
                <a16:creationId xmlns:a16="http://schemas.microsoft.com/office/drawing/2014/main" id="{29F1264F-B6B0-4D1E-A019-465299D129EF}"/>
              </a:ext>
            </a:extLst>
          </p:cNvPr>
          <p:cNvSpPr>
            <a:spLocks xmlns:a="http://schemas.openxmlformats.org/drawingml/2006/main" noGrp="1"/>
          </p:cNvSpPr>
          <p:nvPr/>
        </p:nvSpPr>
        <p:spPr>
          <a:xfrm xmlns:a="http://schemas.openxmlformats.org/drawingml/2006/main">
            <a:off x="685800" y="19431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규칙</a:t>
            </a:r>
          </a:p>
        </p:txBody>
      </p:sp>
      <p:sp>
        <p:nvSpPr>
          <p:cNvPr id="10" name="">
            <a:extLst xmlns:a="http://schemas.openxmlformats.org/drawingml/2006/main">
              <a:ext uri="{FF2B5EF4-FFF2-40B4-BE49-F238E27FC236}">
                <a16:creationId xmlns:a16="http://schemas.microsoft.com/office/drawing/2014/main" id="{84CE65AF-D402-48EB-A766-98A099D382E9}"/>
              </a:ext>
            </a:extLst>
          </p:cNvPr>
          <p:cNvSpPr>
            <a:spLocks xmlns:a="http://schemas.openxmlformats.org/drawingml/2006/main" noGrp="1"/>
          </p:cNvSpPr>
          <p:nvPr/>
        </p:nvSpPr>
        <p:spPr>
          <a:xfrm xmlns:a="http://schemas.openxmlformats.org/drawingml/2006/main">
            <a:off x="609600" y="23431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사람이 규칙을 작성</a:t>
            </a:r>
          </a:p>
        </p:txBody>
      </p:sp>
      <p:sp>
        <p:nvSpPr>
          <p:cNvPr id="11" name="">
            <a:extLst xmlns:a="http://schemas.openxmlformats.org/drawingml/2006/main">
              <a:ext uri="{FF2B5EF4-FFF2-40B4-BE49-F238E27FC236}">
                <a16:creationId xmlns:a16="http://schemas.microsoft.com/office/drawing/2014/main" id="{C3C10733-943E-4A55-A99E-66965989C315}"/>
              </a:ext>
            </a:extLst>
          </p:cNvPr>
          <p:cNvSpPr>
            <a:spLocks xmlns:a="http://schemas.openxmlformats.org/drawingml/2006/main" noGrp="1"/>
          </p:cNvSpPr>
          <p:nvPr/>
        </p:nvSpPr>
        <p:spPr>
          <a:xfrm xmlns:a="http://schemas.openxmlformats.org/drawingml/2006/main" rot="0">
            <a:off x="368617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2" name="">
            <a:extLst xmlns:a="http://schemas.openxmlformats.org/drawingml/2006/main">
              <a:ext uri="{FF2B5EF4-FFF2-40B4-BE49-F238E27FC236}">
                <a16:creationId xmlns:a16="http://schemas.microsoft.com/office/drawing/2014/main" id="{69B11A25-B591-4057-B6EA-33BB41BF185C}"/>
              </a:ext>
            </a:extLst>
          </p:cNvPr>
          <p:cNvSpPr>
            <a:spLocks xmlns:a="http://schemas.openxmlformats.org/drawingml/2006/main" noGrp="1"/>
          </p:cNvSpPr>
          <p:nvPr/>
        </p:nvSpPr>
        <p:spPr>
          <a:xfrm xmlns:a="http://schemas.openxmlformats.org/drawingml/2006/main">
            <a:off x="2952750" y="3886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학습</a:t>
            </a:r>
          </a:p>
        </p:txBody>
      </p:sp>
      <p:sp>
        <p:nvSpPr>
          <p:cNvPr id="13" name="">
            <a:extLst xmlns:a="http://schemas.openxmlformats.org/drawingml/2006/main">
              <a:ext uri="{FF2B5EF4-FFF2-40B4-BE49-F238E27FC236}">
                <a16:creationId xmlns:a16="http://schemas.microsoft.com/office/drawing/2014/main" id="{479BDA24-B15A-4E76-BA6B-D89055EC13ED}"/>
              </a:ext>
            </a:extLst>
          </p:cNvPr>
          <p:cNvSpPr>
            <a:spLocks xmlns:a="http://schemas.openxmlformats.org/drawingml/2006/main" noGrp="1"/>
          </p:cNvSpPr>
          <p:nvPr/>
        </p:nvSpPr>
        <p:spPr>
          <a:xfrm xmlns:a="http://schemas.openxmlformats.org/drawingml/2006/main">
            <a:off x="2876550" y="42862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데이터에서 패턴 추정</a:t>
            </a:r>
          </a:p>
        </p:txBody>
      </p:sp>
      <p:sp>
        <p:nvSpPr>
          <p:cNvPr id="14" name="">
            <a:extLst xmlns:a="http://schemas.openxmlformats.org/drawingml/2006/main">
              <a:ext uri="{FF2B5EF4-FFF2-40B4-BE49-F238E27FC236}">
                <a16:creationId xmlns:a16="http://schemas.microsoft.com/office/drawing/2014/main" id="{C34F35D6-75B3-4574-9A9A-11FA848BEB83}"/>
              </a:ext>
            </a:extLst>
          </p:cNvPr>
          <p:cNvSpPr>
            <a:spLocks xmlns:a="http://schemas.openxmlformats.org/drawingml/2006/main" noGrp="1"/>
          </p:cNvSpPr>
          <p:nvPr/>
        </p:nvSpPr>
        <p:spPr>
          <a:xfrm xmlns:a="http://schemas.openxmlformats.org/drawingml/2006/main" rot="0">
            <a:off x="595312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5" name="">
            <a:extLst xmlns:a="http://schemas.openxmlformats.org/drawingml/2006/main">
              <a:ext uri="{FF2B5EF4-FFF2-40B4-BE49-F238E27FC236}">
                <a16:creationId xmlns:a16="http://schemas.microsoft.com/office/drawing/2014/main" id="{E1E0BEBC-6335-436B-AAE4-BBCE7CD8E665}"/>
              </a:ext>
            </a:extLst>
          </p:cNvPr>
          <p:cNvSpPr>
            <a:spLocks xmlns:a="http://schemas.openxmlformats.org/drawingml/2006/main" noGrp="1"/>
          </p:cNvSpPr>
          <p:nvPr/>
        </p:nvSpPr>
        <p:spPr>
          <a:xfrm xmlns:a="http://schemas.openxmlformats.org/drawingml/2006/main">
            <a:off x="5219700" y="19431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확장</a:t>
            </a:r>
          </a:p>
        </p:txBody>
      </p:sp>
      <p:sp>
        <p:nvSpPr>
          <p:cNvPr id="16" name="">
            <a:extLst xmlns:a="http://schemas.openxmlformats.org/drawingml/2006/main">
              <a:ext uri="{FF2B5EF4-FFF2-40B4-BE49-F238E27FC236}">
                <a16:creationId xmlns:a16="http://schemas.microsoft.com/office/drawing/2014/main" id="{210014C2-EA99-4338-9181-287156D49793}"/>
              </a:ext>
            </a:extLst>
          </p:cNvPr>
          <p:cNvSpPr>
            <a:spLocks xmlns:a="http://schemas.openxmlformats.org/drawingml/2006/main" noGrp="1"/>
          </p:cNvSpPr>
          <p:nvPr/>
        </p:nvSpPr>
        <p:spPr>
          <a:xfrm xmlns:a="http://schemas.openxmlformats.org/drawingml/2006/main">
            <a:off x="5143500" y="23431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표현·연산 규모 확장</a:t>
            </a:r>
          </a:p>
        </p:txBody>
      </p:sp>
      <p:sp>
        <p:nvSpPr>
          <p:cNvPr id="17" name="">
            <a:extLst xmlns:a="http://schemas.openxmlformats.org/drawingml/2006/main">
              <a:ext uri="{FF2B5EF4-FFF2-40B4-BE49-F238E27FC236}">
                <a16:creationId xmlns:a16="http://schemas.microsoft.com/office/drawing/2014/main" id="{5412EFBD-04E0-49AB-A1F3-3F2A7B9959F6}"/>
              </a:ext>
            </a:extLst>
          </p:cNvPr>
          <p:cNvSpPr>
            <a:spLocks xmlns:a="http://schemas.openxmlformats.org/drawingml/2006/main" noGrp="1"/>
          </p:cNvSpPr>
          <p:nvPr/>
        </p:nvSpPr>
        <p:spPr>
          <a:xfrm xmlns:a="http://schemas.openxmlformats.org/drawingml/2006/main" rot="0">
            <a:off x="8220075" y="3286125"/>
            <a:ext cx="285750" cy="285750"/>
          </a:xfrm>
          <a:prstGeom xmlns:a="http://schemas.openxmlformats.org/drawingml/2006/main" prst="ellipse">
            <a:avLst/>
          </a:prstGeom>
          <a:solidFill xmlns:a="http://schemas.openxmlformats.org/drawingml/2006/main">
            <a:srgbClr val="191919"/>
          </a:solidFill>
          <a:ln xmlns:a="http://schemas.openxmlformats.org/drawingml/2006/main" w="0">
            <a:solidFill>
              <a:srgbClr val="191919"/>
            </a:solidFill>
            <a:prstDash val="solid"/>
          </a:ln>
        </p:spPr>
      </p:sp>
      <p:sp>
        <p:nvSpPr>
          <p:cNvPr id="18" name="">
            <a:extLst xmlns:a="http://schemas.openxmlformats.org/drawingml/2006/main">
              <a:ext uri="{FF2B5EF4-FFF2-40B4-BE49-F238E27FC236}">
                <a16:creationId xmlns:a16="http://schemas.microsoft.com/office/drawing/2014/main" id="{461F71F2-9F6F-4926-854D-E7EA086E534D}"/>
              </a:ext>
            </a:extLst>
          </p:cNvPr>
          <p:cNvSpPr>
            <a:spLocks xmlns:a="http://schemas.openxmlformats.org/drawingml/2006/main" noGrp="1"/>
          </p:cNvSpPr>
          <p:nvPr/>
        </p:nvSpPr>
        <p:spPr>
          <a:xfrm xmlns:a="http://schemas.openxmlformats.org/drawingml/2006/main">
            <a:off x="7486650" y="3886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생성</a:t>
            </a:r>
          </a:p>
        </p:txBody>
      </p:sp>
      <p:sp>
        <p:nvSpPr>
          <p:cNvPr id="19" name="">
            <a:extLst xmlns:a="http://schemas.openxmlformats.org/drawingml/2006/main">
              <a:ext uri="{FF2B5EF4-FFF2-40B4-BE49-F238E27FC236}">
                <a16:creationId xmlns:a16="http://schemas.microsoft.com/office/drawing/2014/main" id="{019D0E06-E2D5-4FE0-A868-6C07E48B4B55}"/>
              </a:ext>
            </a:extLst>
          </p:cNvPr>
          <p:cNvSpPr>
            <a:spLocks xmlns:a="http://schemas.openxmlformats.org/drawingml/2006/main" noGrp="1"/>
          </p:cNvSpPr>
          <p:nvPr/>
        </p:nvSpPr>
        <p:spPr>
          <a:xfrm xmlns:a="http://schemas.openxmlformats.org/drawingml/2006/main">
            <a:off x="7410450" y="42862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범용 자연어 생성</a:t>
            </a:r>
          </a:p>
        </p:txBody>
      </p:sp>
      <p:sp>
        <p:nvSpPr>
          <p:cNvPr id="20" name="">
            <a:extLst xmlns:a="http://schemas.openxmlformats.org/drawingml/2006/main">
              <a:ext uri="{FF2B5EF4-FFF2-40B4-BE49-F238E27FC236}">
                <a16:creationId xmlns:a16="http://schemas.microsoft.com/office/drawing/2014/main" id="{AFE35801-613F-40A4-A363-179A72B9AF84}"/>
              </a:ext>
            </a:extLst>
          </p:cNvPr>
          <p:cNvSpPr>
            <a:spLocks xmlns:a="http://schemas.openxmlformats.org/drawingml/2006/main" noGrp="1"/>
          </p:cNvSpPr>
          <p:nvPr/>
        </p:nvSpPr>
        <p:spPr>
          <a:xfrm xmlns:a="http://schemas.openxmlformats.org/drawingml/2006/main" rot="0">
            <a:off x="10487025" y="3286125"/>
            <a:ext cx="285750" cy="2857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5C0300C3-A45B-4EDC-90B7-518D5D9C9F37}"/>
              </a:ext>
            </a:extLst>
          </p:cNvPr>
          <p:cNvSpPr>
            <a:spLocks xmlns:a="http://schemas.openxmlformats.org/drawingml/2006/main" noGrp="1"/>
          </p:cNvSpPr>
          <p:nvPr/>
        </p:nvSpPr>
        <p:spPr>
          <a:xfrm xmlns:a="http://schemas.openxmlformats.org/drawingml/2006/main">
            <a:off x="9753600" y="19431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2563EB"/>
                </a:solidFill>
                <a:latin typeface="Menlo"/>
                <a:ea typeface="Menlo"/>
                <a:cs typeface="Menlo"/>
              </a:defRPr>
            </a:pPr>
            <a:r>
              <a:rPr sz="1275" b="1">
                <a:solidFill>
                  <a:srgbClr val="2563EB"/>
                </a:solidFill>
                <a:latin typeface="Menlo"/>
                <a:ea typeface="Menlo"/>
                <a:cs typeface="Menlo"/>
              </a:rPr>
              <a:t>운영</a:t>
            </a:r>
          </a:p>
        </p:txBody>
      </p:sp>
      <p:sp>
        <p:nvSpPr>
          <p:cNvPr id="22" name="">
            <a:extLst xmlns:a="http://schemas.openxmlformats.org/drawingml/2006/main">
              <a:ext uri="{FF2B5EF4-FFF2-40B4-BE49-F238E27FC236}">
                <a16:creationId xmlns:a16="http://schemas.microsoft.com/office/drawing/2014/main" id="{5B631D70-8CC7-4FAC-82C1-C4C95E640519}"/>
              </a:ext>
            </a:extLst>
          </p:cNvPr>
          <p:cNvSpPr>
            <a:spLocks xmlns:a="http://schemas.openxmlformats.org/drawingml/2006/main" noGrp="1"/>
          </p:cNvSpPr>
          <p:nvPr/>
        </p:nvSpPr>
        <p:spPr>
          <a:xfrm xmlns:a="http://schemas.openxmlformats.org/drawingml/2006/main">
            <a:off x="9677400" y="2343150"/>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품질·비용·안전 통제</a:t>
            </a:r>
          </a:p>
        </p:txBody>
      </p:sp>
      <p:sp>
        <p:nvSpPr>
          <p:cNvPr id="23" name="">
            <a:extLst xmlns:a="http://schemas.openxmlformats.org/drawingml/2006/main">
              <a:ext uri="{FF2B5EF4-FFF2-40B4-BE49-F238E27FC236}">
                <a16:creationId xmlns:a16="http://schemas.microsoft.com/office/drawing/2014/main" id="{E416E01B-7DDE-426C-87B3-658828648640}"/>
              </a:ext>
            </a:extLst>
          </p:cNvPr>
          <p:cNvSpPr>
            <a:spLocks xmlns:a="http://schemas.openxmlformats.org/drawingml/2006/main" noGrp="1"/>
          </p:cNvSpPr>
          <p:nvPr/>
        </p:nvSpPr>
        <p:spPr>
          <a:xfrm xmlns:a="http://schemas.openxmlformats.org/drawingml/2006/main">
            <a:off x="609600" y="55626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기술이 발전할수록 관리해야 할 데이터·비용·안전 항목도 증가</a:t>
            </a:r>
          </a:p>
        </p:txBody>
      </p:sp>
    </p:spTree>
    <p:extLst>
      <p:ext uri="{BB962C8B-B14F-4D97-AF65-F5344CB8AC3E}">
        <p14:creationId xmlns:p14="http://schemas.microsoft.com/office/powerpoint/2010/main" val="215741343"/>
      </p:ext>
    </p:extLst>
  </p:cSld>
</p:sld>
</file>

<file path=ppt/slides/slide2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128B3B-89A4-4197-8B3D-1823D08D245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D6DF15CC-A5B0-4B0D-9B06-C722EE6B6E6C}"/>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20</a:t>
            </a:r>
          </a:p>
        </p:txBody>
      </p:sp>
      <p:sp>
        <p:nvSpPr>
          <p:cNvPr id="3" name="">
            <a:extLst xmlns:a="http://schemas.openxmlformats.org/drawingml/2006/main">
              <a:ext uri="{FF2B5EF4-FFF2-40B4-BE49-F238E27FC236}">
                <a16:creationId xmlns:a16="http://schemas.microsoft.com/office/drawing/2014/main" id="{1690A865-1994-4432-A507-4943A0B1CFC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F04354FD-58A1-4D75-90DA-3E927A492909}"/>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09C9FA93-E23E-4E5C-A42C-3DDB47186ED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79074F1-9ABD-42C4-B8C5-FF87AD084A4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규칙 기반 시스템의 장점과 한계</a:t>
            </a:r>
          </a:p>
        </p:txBody>
      </p:sp>
      <p:sp>
        <p:nvSpPr>
          <p:cNvPr id="7" name="">
            <a:extLst xmlns:a="http://schemas.openxmlformats.org/drawingml/2006/main">
              <a:ext uri="{FF2B5EF4-FFF2-40B4-BE49-F238E27FC236}">
                <a16:creationId xmlns:a16="http://schemas.microsoft.com/office/drawing/2014/main" id="{D4DE1F2E-0EF6-4FE5-B6E4-1FA3840F8EA7}"/>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EXPLICIT RULES</a:t>
            </a:r>
          </a:p>
        </p:txBody>
      </p:sp>
      <p:sp>
        <p:nvSpPr>
          <p:cNvPr id="8" name="">
            <a:extLst xmlns:a="http://schemas.openxmlformats.org/drawingml/2006/main">
              <a:ext uri="{FF2B5EF4-FFF2-40B4-BE49-F238E27FC236}">
                <a16:creationId xmlns:a16="http://schemas.microsoft.com/office/drawing/2014/main" id="{747EB780-43A9-4615-9C48-C1BFC923FD13}"/>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FFFFFF"/>
                </a:solidFill>
                <a:latin typeface="AppleGothic"/>
                <a:ea typeface="AppleGothic"/>
                <a:cs typeface="AppleGothic"/>
              </a:defRPr>
            </a:pPr>
            <a:r>
              <a:rPr sz="2250" b="1">
                <a:solidFill>
                  <a:srgbClr val="FFFFFF"/>
                </a:solidFill>
                <a:latin typeface="AppleGothic"/>
                <a:ea typeface="AppleGothic"/>
                <a:cs typeface="AppleGothic"/>
              </a:rPr>
              <a:t>명확한 규칙과 높은 통제력</a:t>
            </a:r>
          </a:p>
        </p:txBody>
      </p:sp>
      <p:sp>
        <p:nvSpPr>
          <p:cNvPr id="9" name="">
            <a:extLst xmlns:a="http://schemas.openxmlformats.org/drawingml/2006/main">
              <a:ext uri="{FF2B5EF4-FFF2-40B4-BE49-F238E27FC236}">
                <a16:creationId xmlns:a16="http://schemas.microsoft.com/office/drawing/2014/main" id="{0B5BC134-A7CA-4CE5-8E46-1D6AEF3AAB3D}"/>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775EC910-7F55-45E5-95B8-5B8B51880BE6}"/>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동작을 직접 설명하고 통제하기 쉬움</a:t>
            </a:r>
          </a:p>
          <a:p xmlns:a="http://schemas.openxmlformats.org/drawingml/2006/main">
            <a:r>
              <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작은 범위와 안정된 규칙에 강점</a:t>
            </a:r>
          </a:p>
        </p:txBody>
      </p:sp>
      <p:sp>
        <p:nvSpPr>
          <p:cNvPr id="11" name="">
            <a:extLst xmlns:a="http://schemas.openxmlformats.org/drawingml/2006/main">
              <a:ext uri="{FF2B5EF4-FFF2-40B4-BE49-F238E27FC236}">
                <a16:creationId xmlns:a16="http://schemas.microsoft.com/office/drawing/2014/main" id="{C252780A-F807-40AB-BA2E-0EDEAF46E1E3}"/>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EXCEPTION GROWTH</a:t>
            </a:r>
          </a:p>
        </p:txBody>
      </p:sp>
      <p:sp>
        <p:nvSpPr>
          <p:cNvPr id="12" name="">
            <a:extLst xmlns:a="http://schemas.openxmlformats.org/drawingml/2006/main">
              <a:ext uri="{FF2B5EF4-FFF2-40B4-BE49-F238E27FC236}">
                <a16:creationId xmlns:a16="http://schemas.microsoft.com/office/drawing/2014/main" id="{D4763A1B-C7C1-4E92-9CE1-BBDB4D863C5A}"/>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예외 처리 복잡도 증가</a:t>
            </a:r>
          </a:p>
        </p:txBody>
      </p:sp>
      <p:sp>
        <p:nvSpPr>
          <p:cNvPr id="13" name="">
            <a:extLst xmlns:a="http://schemas.openxmlformats.org/drawingml/2006/main">
              <a:ext uri="{FF2B5EF4-FFF2-40B4-BE49-F238E27FC236}">
                <a16:creationId xmlns:a16="http://schemas.microsoft.com/office/drawing/2014/main" id="{10F01F44-8CED-4C70-8C03-C8AAA1B03757}"/>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004C3E08-95A6-4997-8BDC-8185406B8D23}"/>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규칙 수와 상호작용이 빠르게 증가</a:t>
            </a:r>
          </a:p>
          <a:p xmlns:a="http://schemas.openxmlformats.org/drawingml/2006/main">
            <a:r>
              <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모호한 언어·영상·패턴에 취약</a:t>
            </a:r>
          </a:p>
        </p:txBody>
      </p:sp>
      <p:sp>
        <p:nvSpPr>
          <p:cNvPr id="15" name="">
            <a:extLst xmlns:a="http://schemas.openxmlformats.org/drawingml/2006/main">
              <a:ext uri="{FF2B5EF4-FFF2-40B4-BE49-F238E27FC236}">
                <a16:creationId xmlns:a16="http://schemas.microsoft.com/office/drawing/2014/main" id="{A3E0F704-F79B-4FFB-A4B9-CA8613DD5100}"/>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231923707"/>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B95338-F42F-430C-A87F-567097DBC5E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D896E9FE-88B4-4595-A29F-D0861E67CFE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21</a:t>
            </a:r>
          </a:p>
        </p:txBody>
      </p:sp>
      <p:sp>
        <p:nvSpPr>
          <p:cNvPr id="3" name="">
            <a:extLst xmlns:a="http://schemas.openxmlformats.org/drawingml/2006/main">
              <a:ext uri="{FF2B5EF4-FFF2-40B4-BE49-F238E27FC236}">
                <a16:creationId xmlns:a16="http://schemas.microsoft.com/office/drawing/2014/main" id="{1960D14B-0F5C-434C-8622-00C8D98665B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5CD0522B-B91C-4E46-ABDF-31091C008D2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AA737A72-395B-4458-B87E-FD65FEB85B27}"/>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87E00E6C-B351-47F4-A86C-B37931F938F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규칙 작성과 머신러닝 학습의 차이</a:t>
            </a:r>
          </a:p>
        </p:txBody>
      </p:sp>
      <p:sp>
        <p:nvSpPr>
          <p:cNvPr id="7" name="">
            <a:extLst xmlns:a="http://schemas.openxmlformats.org/drawingml/2006/main">
              <a:ext uri="{FF2B5EF4-FFF2-40B4-BE49-F238E27FC236}">
                <a16:creationId xmlns:a16="http://schemas.microsoft.com/office/drawing/2014/main" id="{33D4C81F-4006-433B-B2D2-D53C490E77E3}"/>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BEFORE</a:t>
            </a:r>
          </a:p>
        </p:txBody>
      </p:sp>
      <p:sp>
        <p:nvSpPr>
          <p:cNvPr id="8" name="">
            <a:extLst xmlns:a="http://schemas.openxmlformats.org/drawingml/2006/main">
              <a:ext uri="{FF2B5EF4-FFF2-40B4-BE49-F238E27FC236}">
                <a16:creationId xmlns:a16="http://schemas.microsoft.com/office/drawing/2014/main" id="{09F64ECC-B58E-4712-9796-9E7C0DD35BDE}"/>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사람이 규칙을 작성</a:t>
            </a:r>
          </a:p>
        </p:txBody>
      </p:sp>
      <p:sp>
        <p:nvSpPr>
          <p:cNvPr id="9" name="">
            <a:extLst xmlns:a="http://schemas.openxmlformats.org/drawingml/2006/main">
              <a:ext uri="{FF2B5EF4-FFF2-40B4-BE49-F238E27FC236}">
                <a16:creationId xmlns:a16="http://schemas.microsoft.com/office/drawing/2014/main" id="{3C18F3D0-C5F0-41A6-9637-CDBA292B1C91}"/>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0" name="">
            <a:extLst xmlns:a="http://schemas.openxmlformats.org/drawingml/2006/main">
              <a:ext uri="{FF2B5EF4-FFF2-40B4-BE49-F238E27FC236}">
                <a16:creationId xmlns:a16="http://schemas.microsoft.com/office/drawing/2014/main" id="{638EFB7F-9321-44A4-8619-E820249CC9D4}"/>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도메인 규칙 → 코드 → 결과</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오류 수정은 규칙의 직접 변경</a:t>
            </a:r>
          </a:p>
        </p:txBody>
      </p:sp>
      <p:sp>
        <p:nvSpPr>
          <p:cNvPr id="11" name="">
            <a:extLst xmlns:a="http://schemas.openxmlformats.org/drawingml/2006/main">
              <a:ext uri="{FF2B5EF4-FFF2-40B4-BE49-F238E27FC236}">
                <a16:creationId xmlns:a16="http://schemas.microsoft.com/office/drawing/2014/main" id="{6452165D-F691-4D59-B26F-CC25FF4CA3FC}"/>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AFTER</a:t>
            </a:r>
          </a:p>
        </p:txBody>
      </p:sp>
      <p:sp>
        <p:nvSpPr>
          <p:cNvPr id="12" name="">
            <a:extLst xmlns:a="http://schemas.openxmlformats.org/drawingml/2006/main">
              <a:ext uri="{FF2B5EF4-FFF2-40B4-BE49-F238E27FC236}">
                <a16:creationId xmlns:a16="http://schemas.microsoft.com/office/drawing/2014/main" id="{60B92956-07EA-4D01-B60B-28D17B59C592}"/>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데이터에서 패턴 추정</a:t>
            </a:r>
          </a:p>
        </p:txBody>
      </p:sp>
      <p:sp>
        <p:nvSpPr>
          <p:cNvPr id="13" name="">
            <a:extLst xmlns:a="http://schemas.openxmlformats.org/drawingml/2006/main">
              <a:ext uri="{FF2B5EF4-FFF2-40B4-BE49-F238E27FC236}">
                <a16:creationId xmlns:a16="http://schemas.microsoft.com/office/drawing/2014/main" id="{D304FFAE-C31A-46CE-A764-C3E6EC21B636}"/>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8F05CE88-9267-4305-B8EF-E9665CF52653}"/>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데이터 + 목표 → 학습 → 모델</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오류를 줄이려면 데이터·학습 목표·모델 구조를 조정</a:t>
            </a:r>
          </a:p>
        </p:txBody>
      </p:sp>
      <p:sp>
        <p:nvSpPr>
          <p:cNvPr id="15" name="">
            <a:extLst xmlns:a="http://schemas.openxmlformats.org/drawingml/2006/main">
              <a:ext uri="{FF2B5EF4-FFF2-40B4-BE49-F238E27FC236}">
                <a16:creationId xmlns:a16="http://schemas.microsoft.com/office/drawing/2014/main" id="{D8F0E196-E946-49F1-BC58-5E9C6C1AF722}"/>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2041774576"/>
      </p:ext>
    </p:extLst>
  </p:cSld>
</p:sld>
</file>

<file path=ppt/slides/slide2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BFF9FC8-7474-4744-88FE-18099F3C654C}"/>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6A45EBF6-991B-49CD-A8DA-15170C3CFD14}"/>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22</a:t>
            </a:r>
          </a:p>
        </p:txBody>
      </p:sp>
      <p:sp>
        <p:nvSpPr>
          <p:cNvPr id="3" name="">
            <a:extLst xmlns:a="http://schemas.openxmlformats.org/drawingml/2006/main">
              <a:ext uri="{FF2B5EF4-FFF2-40B4-BE49-F238E27FC236}">
                <a16:creationId xmlns:a16="http://schemas.microsoft.com/office/drawing/2014/main" id="{E976D1CF-2529-4A54-92A5-F1A00ED7671B}"/>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84C2DA79-A390-4F26-B71F-EE51970CFF4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5ECFC8C0-2442-4C42-B3BC-F549D8F4E8D4}"/>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6FBB80EF-6D4E-49F6-8BF3-080B22837566}"/>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딥러닝 확산의 세 가지 기반</a:t>
            </a:r>
          </a:p>
        </p:txBody>
      </p:sp>
      <p:sp>
        <p:nvSpPr>
          <p:cNvPr id="7" name="">
            <a:extLst xmlns:a="http://schemas.openxmlformats.org/drawingml/2006/main">
              <a:ext uri="{FF2B5EF4-FFF2-40B4-BE49-F238E27FC236}">
                <a16:creationId xmlns:a16="http://schemas.microsoft.com/office/drawing/2014/main" id="{E9BDC67C-4442-4051-8FE5-DB68D1C723D0}"/>
              </a:ext>
            </a:extLst>
          </p:cNvPr>
          <p:cNvSpPr>
            <a:spLocks xmlns:a="http://schemas.openxmlformats.org/drawingml/2006/main" noGrp="1"/>
          </p:cNvSpPr>
          <p:nvPr/>
        </p:nvSpPr>
        <p:spPr>
          <a:xfrm xmlns:a="http://schemas.openxmlformats.org/drawingml/2006/main">
            <a:off x="609600" y="1809750"/>
            <a:ext cx="3479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850" b="1">
                <a:solidFill>
                  <a:srgbClr val="98A2B3"/>
                </a:solidFill>
                <a:latin typeface="Menlo"/>
                <a:ea typeface="Menlo"/>
                <a:cs typeface="Menlo"/>
              </a:defRPr>
            </a:pPr>
            <a:r>
              <a:rPr sz="2850" b="1">
                <a:solidFill>
                  <a:srgbClr val="98A2B3"/>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5CFA1D90-96CB-42DF-9021-FD7A5D04C2AB}"/>
              </a:ext>
            </a:extLst>
          </p:cNvPr>
          <p:cNvSpPr>
            <a:spLocks xmlns:a="http://schemas.openxmlformats.org/drawingml/2006/main" noGrp="1"/>
          </p:cNvSpPr>
          <p:nvPr/>
        </p:nvSpPr>
        <p:spPr>
          <a:xfrm xmlns:a="http://schemas.openxmlformats.org/drawingml/2006/main">
            <a:off x="609600" y="2609850"/>
            <a:ext cx="347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2025" b="1">
                <a:solidFill>
                  <a:srgbClr val="FFFFFF"/>
                </a:solidFill>
                <a:latin typeface="AppleGothic"/>
                <a:ea typeface="AppleGothic"/>
                <a:cs typeface="AppleGothic"/>
              </a:defRPr>
            </a:pPr>
            <a:r>
              <a:rPr sz="2025" b="1">
                <a:solidFill>
                  <a:srgbClr val="FFFFFF"/>
                </a:solidFill>
                <a:latin typeface="AppleGothic"/>
                <a:ea typeface="AppleGothic"/>
                <a:cs typeface="AppleGothic"/>
              </a:rPr>
              <a:t>데이터</a:t>
            </a:r>
          </a:p>
        </p:txBody>
      </p:sp>
      <p:sp>
        <p:nvSpPr>
          <p:cNvPr id="9" name="">
            <a:extLst xmlns:a="http://schemas.openxmlformats.org/drawingml/2006/main">
              <a:ext uri="{FF2B5EF4-FFF2-40B4-BE49-F238E27FC236}">
                <a16:creationId xmlns:a16="http://schemas.microsoft.com/office/drawing/2014/main" id="{6440B1FA-C545-478A-9788-3FA3F6895283}"/>
              </a:ext>
            </a:extLst>
          </p:cNvPr>
          <p:cNvSpPr>
            <a:spLocks xmlns:a="http://schemas.openxmlformats.org/drawingml/2006/main" noGrp="1"/>
          </p:cNvSpPr>
          <p:nvPr/>
        </p:nvSpPr>
        <p:spPr>
          <a:xfrm xmlns:a="http://schemas.openxmlformats.org/drawingml/2006/main" flipH="0" flipV="0">
            <a:off x="609600" y="3486150"/>
            <a:ext cx="34798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97774C2B-5097-4606-8F1F-5ED35B88B781}"/>
              </a:ext>
            </a:extLst>
          </p:cNvPr>
          <p:cNvSpPr>
            <a:spLocks xmlns:a="http://schemas.openxmlformats.org/drawingml/2006/main" noGrp="1"/>
          </p:cNvSpPr>
          <p:nvPr/>
        </p:nvSpPr>
        <p:spPr>
          <a:xfrm xmlns:a="http://schemas.openxmlformats.org/drawingml/2006/main">
            <a:off x="762000" y="3829050"/>
            <a:ext cx="317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다양한 학습 신호와 충분한 규모</a:t>
            </a:r>
          </a:p>
        </p:txBody>
      </p:sp>
      <p:sp>
        <p:nvSpPr>
          <p:cNvPr id="11" name="">
            <a:extLst xmlns:a="http://schemas.openxmlformats.org/drawingml/2006/main">
              <a:ext uri="{FF2B5EF4-FFF2-40B4-BE49-F238E27FC236}">
                <a16:creationId xmlns:a16="http://schemas.microsoft.com/office/drawing/2014/main" id="{491E9E52-3B48-42D6-B2BF-7118B4D88463}"/>
              </a:ext>
            </a:extLst>
          </p:cNvPr>
          <p:cNvSpPr>
            <a:spLocks xmlns:a="http://schemas.openxmlformats.org/drawingml/2006/main" noGrp="1"/>
          </p:cNvSpPr>
          <p:nvPr/>
        </p:nvSpPr>
        <p:spPr>
          <a:xfrm xmlns:a="http://schemas.openxmlformats.org/drawingml/2006/main">
            <a:off x="4356100" y="1809750"/>
            <a:ext cx="3479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850" b="1">
                <a:solidFill>
                  <a:srgbClr val="98A2B3"/>
                </a:solidFill>
                <a:latin typeface="Menlo"/>
                <a:ea typeface="Menlo"/>
                <a:cs typeface="Menlo"/>
              </a:defRPr>
            </a:pPr>
            <a:r>
              <a:rPr sz="2850" b="1">
                <a:solidFill>
                  <a:srgbClr val="98A2B3"/>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525748E1-66E4-49C2-BA12-D9D56C88D4E3}"/>
              </a:ext>
            </a:extLst>
          </p:cNvPr>
          <p:cNvSpPr>
            <a:spLocks xmlns:a="http://schemas.openxmlformats.org/drawingml/2006/main" noGrp="1"/>
          </p:cNvSpPr>
          <p:nvPr/>
        </p:nvSpPr>
        <p:spPr>
          <a:xfrm xmlns:a="http://schemas.openxmlformats.org/drawingml/2006/main">
            <a:off x="4356100" y="2609850"/>
            <a:ext cx="347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2025" b="1">
                <a:solidFill>
                  <a:srgbClr val="FFFFFF"/>
                </a:solidFill>
                <a:latin typeface="AppleGothic"/>
                <a:ea typeface="AppleGothic"/>
                <a:cs typeface="AppleGothic"/>
              </a:defRPr>
            </a:pPr>
            <a:r>
              <a:rPr sz="2025" b="1">
                <a:solidFill>
                  <a:srgbClr val="FFFFFF"/>
                </a:solidFill>
                <a:latin typeface="AppleGothic"/>
                <a:ea typeface="AppleGothic"/>
                <a:cs typeface="AppleGothic"/>
              </a:rPr>
              <a:t>그래픽 처리 장치</a:t>
            </a:r>
          </a:p>
        </p:txBody>
      </p:sp>
      <p:sp>
        <p:nvSpPr>
          <p:cNvPr id="13" name="">
            <a:extLst xmlns:a="http://schemas.openxmlformats.org/drawingml/2006/main">
              <a:ext uri="{FF2B5EF4-FFF2-40B4-BE49-F238E27FC236}">
                <a16:creationId xmlns:a16="http://schemas.microsoft.com/office/drawing/2014/main" id="{8A66682B-E6DC-4699-BE98-51B7BD1879E4}"/>
              </a:ext>
            </a:extLst>
          </p:cNvPr>
          <p:cNvSpPr>
            <a:spLocks xmlns:a="http://schemas.openxmlformats.org/drawingml/2006/main" noGrp="1"/>
          </p:cNvSpPr>
          <p:nvPr/>
        </p:nvSpPr>
        <p:spPr>
          <a:xfrm xmlns:a="http://schemas.openxmlformats.org/drawingml/2006/main" flipH="0" flipV="0">
            <a:off x="4356100" y="3486150"/>
            <a:ext cx="34798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E0467A9B-EFF9-40FE-8C08-F086A33DC797}"/>
              </a:ext>
            </a:extLst>
          </p:cNvPr>
          <p:cNvSpPr>
            <a:spLocks xmlns:a="http://schemas.openxmlformats.org/drawingml/2006/main" noGrp="1"/>
          </p:cNvSpPr>
          <p:nvPr/>
        </p:nvSpPr>
        <p:spPr>
          <a:xfrm xmlns:a="http://schemas.openxmlformats.org/drawingml/2006/main">
            <a:off x="4508500" y="3829050"/>
            <a:ext cx="317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Graphics Processing Unit (GPU) 기반 병렬 연산</a:t>
            </a:r>
          </a:p>
        </p:txBody>
      </p:sp>
      <p:sp>
        <p:nvSpPr>
          <p:cNvPr id="15" name="">
            <a:extLst xmlns:a="http://schemas.openxmlformats.org/drawingml/2006/main">
              <a:ext uri="{FF2B5EF4-FFF2-40B4-BE49-F238E27FC236}">
                <a16:creationId xmlns:a16="http://schemas.microsoft.com/office/drawing/2014/main" id="{95F66EAE-E91C-4A93-9CC6-F2FE7FFCE681}"/>
              </a:ext>
            </a:extLst>
          </p:cNvPr>
          <p:cNvSpPr>
            <a:spLocks xmlns:a="http://schemas.openxmlformats.org/drawingml/2006/main" noGrp="1"/>
          </p:cNvSpPr>
          <p:nvPr/>
        </p:nvSpPr>
        <p:spPr>
          <a:xfrm xmlns:a="http://schemas.openxmlformats.org/drawingml/2006/main">
            <a:off x="8102600" y="1809750"/>
            <a:ext cx="3479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850" b="1">
                <a:solidFill>
                  <a:srgbClr val="98A2B3"/>
                </a:solidFill>
                <a:latin typeface="Menlo"/>
                <a:ea typeface="Menlo"/>
                <a:cs typeface="Menlo"/>
              </a:defRPr>
            </a:pPr>
            <a:r>
              <a:rPr sz="2850" b="1">
                <a:solidFill>
                  <a:srgbClr val="98A2B3"/>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126466AA-1934-44CB-9C47-3E044CB9A3D3}"/>
              </a:ext>
            </a:extLst>
          </p:cNvPr>
          <p:cNvSpPr>
            <a:spLocks xmlns:a="http://schemas.openxmlformats.org/drawingml/2006/main" noGrp="1"/>
          </p:cNvSpPr>
          <p:nvPr/>
        </p:nvSpPr>
        <p:spPr>
          <a:xfrm xmlns:a="http://schemas.openxmlformats.org/drawingml/2006/main">
            <a:off x="8102600" y="2609850"/>
            <a:ext cx="347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0000"/>
              </a:lnSpc>
              <a:buNone/>
              <a:defRPr sz="2025" b="1">
                <a:solidFill>
                  <a:srgbClr val="FFFFFF"/>
                </a:solidFill>
                <a:latin typeface="AppleGothic"/>
                <a:ea typeface="AppleGothic"/>
                <a:cs typeface="AppleGothic"/>
              </a:defRPr>
            </a:pPr>
            <a:r>
              <a:rPr sz="2025" b="1">
                <a:solidFill>
                  <a:srgbClr val="FFFFFF"/>
                </a:solidFill>
                <a:latin typeface="AppleGothic"/>
                <a:ea typeface="AppleGothic"/>
                <a:cs typeface="AppleGothic"/>
              </a:rPr>
              <a:t>학습 알고리즘</a:t>
            </a:r>
          </a:p>
        </p:txBody>
      </p:sp>
      <p:sp>
        <p:nvSpPr>
          <p:cNvPr id="17" name="">
            <a:extLst xmlns:a="http://schemas.openxmlformats.org/drawingml/2006/main">
              <a:ext uri="{FF2B5EF4-FFF2-40B4-BE49-F238E27FC236}">
                <a16:creationId xmlns:a16="http://schemas.microsoft.com/office/drawing/2014/main" id="{045F1BBA-A41F-4054-9D18-3C61EE229479}"/>
              </a:ext>
            </a:extLst>
          </p:cNvPr>
          <p:cNvSpPr>
            <a:spLocks xmlns:a="http://schemas.openxmlformats.org/drawingml/2006/main" noGrp="1"/>
          </p:cNvSpPr>
          <p:nvPr/>
        </p:nvSpPr>
        <p:spPr>
          <a:xfrm xmlns:a="http://schemas.openxmlformats.org/drawingml/2006/main" flipH="0" flipV="0">
            <a:off x="8102600" y="3486150"/>
            <a:ext cx="34798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5BBA1399-77BF-46AC-B668-D7D4D9F6927E}"/>
              </a:ext>
            </a:extLst>
          </p:cNvPr>
          <p:cNvSpPr>
            <a:spLocks xmlns:a="http://schemas.openxmlformats.org/drawingml/2006/main" noGrp="1"/>
          </p:cNvSpPr>
          <p:nvPr/>
        </p:nvSpPr>
        <p:spPr>
          <a:xfrm xmlns:a="http://schemas.openxmlformats.org/drawingml/2006/main">
            <a:off x="8255000" y="3829050"/>
            <a:ext cx="317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역전파·아키텍처·최적화</a:t>
            </a:r>
          </a:p>
        </p:txBody>
      </p:sp>
      <p:sp>
        <p:nvSpPr>
          <p:cNvPr id="19" name="">
            <a:extLst xmlns:a="http://schemas.openxmlformats.org/drawingml/2006/main">
              <a:ext uri="{FF2B5EF4-FFF2-40B4-BE49-F238E27FC236}">
                <a16:creationId xmlns:a16="http://schemas.microsoft.com/office/drawing/2014/main" id="{1EAE79F5-A618-46A6-8FC6-A9837DB14933}"/>
              </a:ext>
            </a:extLst>
          </p:cNvPr>
          <p:cNvSpPr>
            <a:spLocks xmlns:a="http://schemas.openxmlformats.org/drawingml/2006/main" noGrp="1"/>
          </p:cNvSpPr>
          <p:nvPr/>
        </p:nvSpPr>
        <p:spPr>
          <a:xfrm xmlns:a="http://schemas.openxmlformats.org/drawingml/2006/main">
            <a:off x="609600" y="53530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데이터 · GPU 병렬 연산 · 학습 알고리즘</a:t>
            </a:r>
          </a:p>
        </p:txBody>
      </p:sp>
    </p:spTree>
    <p:extLst>
      <p:ext uri="{BB962C8B-B14F-4D97-AF65-F5344CB8AC3E}">
        <p14:creationId xmlns:p14="http://schemas.microsoft.com/office/powerpoint/2010/main" val="1113781867"/>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84F4E7D-AFEB-492E-8143-5F919E749EA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A48621A2-B88B-4D74-9914-9C10365D6DE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23</a:t>
            </a:r>
          </a:p>
        </p:txBody>
      </p:sp>
      <p:sp>
        <p:nvSpPr>
          <p:cNvPr id="3" name="">
            <a:extLst xmlns:a="http://schemas.openxmlformats.org/drawingml/2006/main">
              <a:ext uri="{FF2B5EF4-FFF2-40B4-BE49-F238E27FC236}">
                <a16:creationId xmlns:a16="http://schemas.microsoft.com/office/drawing/2014/main" id="{62AAFB2C-10DC-4AA8-B3CA-882CB86F5E3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10838D71-16AB-464A-BA5B-90AD6E4E3E1D}"/>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93BA6EE-6D4E-40E7-BB82-B311F5169B5D}"/>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D3EBBA40-4DDA-474F-88C0-32173D40175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특징 공학과 표현 학습</a:t>
            </a:r>
          </a:p>
        </p:txBody>
      </p:sp>
      <p:sp>
        <p:nvSpPr>
          <p:cNvPr id="7" name="">
            <a:extLst xmlns:a="http://schemas.openxmlformats.org/drawingml/2006/main">
              <a:ext uri="{FF2B5EF4-FFF2-40B4-BE49-F238E27FC236}">
                <a16:creationId xmlns:a16="http://schemas.microsoft.com/office/drawing/2014/main" id="{8D6B3B06-9463-4E7C-BE5F-E4F3B2E5365E}"/>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HAND-CRAFTED FEATURE</a:t>
            </a:r>
          </a:p>
        </p:txBody>
      </p:sp>
      <p:sp>
        <p:nvSpPr>
          <p:cNvPr id="8" name="">
            <a:extLst xmlns:a="http://schemas.openxmlformats.org/drawingml/2006/main">
              <a:ext uri="{FF2B5EF4-FFF2-40B4-BE49-F238E27FC236}">
                <a16:creationId xmlns:a16="http://schemas.microsoft.com/office/drawing/2014/main" id="{C6683A77-8C23-4A20-B530-89E7F89B22C0}"/>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수작업 특징 공학</a:t>
            </a:r>
          </a:p>
        </p:txBody>
      </p:sp>
      <p:sp>
        <p:nvSpPr>
          <p:cNvPr id="9" name="">
            <a:extLst xmlns:a="http://schemas.openxmlformats.org/drawingml/2006/main">
              <a:ext uri="{FF2B5EF4-FFF2-40B4-BE49-F238E27FC236}">
                <a16:creationId xmlns:a16="http://schemas.microsoft.com/office/drawing/2014/main" id="{718FC23F-47AC-4E8A-9115-F2ED912C90D5}"/>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0" name="">
            <a:extLst xmlns:a="http://schemas.openxmlformats.org/drawingml/2006/main">
              <a:ext uri="{FF2B5EF4-FFF2-40B4-BE49-F238E27FC236}">
                <a16:creationId xmlns:a16="http://schemas.microsoft.com/office/drawing/2014/main" id="{26BFC88A-7ACF-4269-A579-5CAC4B8064E8}"/>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원시 데이터 → 특징 추출 → 모델</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도메인 전문가의 특징 설계가 성능을 좌우</a:t>
            </a:r>
          </a:p>
        </p:txBody>
      </p:sp>
      <p:sp>
        <p:nvSpPr>
          <p:cNvPr id="11" name="">
            <a:extLst xmlns:a="http://schemas.openxmlformats.org/drawingml/2006/main">
              <a:ext uri="{FF2B5EF4-FFF2-40B4-BE49-F238E27FC236}">
                <a16:creationId xmlns:a16="http://schemas.microsoft.com/office/drawing/2014/main" id="{6789A932-C0B8-4357-91FB-C92653923924}"/>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REPRESENTATION LEARNING</a:t>
            </a:r>
          </a:p>
        </p:txBody>
      </p:sp>
      <p:sp>
        <p:nvSpPr>
          <p:cNvPr id="12" name="">
            <a:extLst xmlns:a="http://schemas.openxmlformats.org/drawingml/2006/main">
              <a:ext uri="{FF2B5EF4-FFF2-40B4-BE49-F238E27FC236}">
                <a16:creationId xmlns:a16="http://schemas.microsoft.com/office/drawing/2014/main" id="{60E0ADA8-13C5-46FB-A5D4-F68507DDB4EB}"/>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학습된 표현</a:t>
            </a:r>
          </a:p>
        </p:txBody>
      </p:sp>
      <p:sp>
        <p:nvSpPr>
          <p:cNvPr id="13" name="">
            <a:extLst xmlns:a="http://schemas.openxmlformats.org/drawingml/2006/main">
              <a:ext uri="{FF2B5EF4-FFF2-40B4-BE49-F238E27FC236}">
                <a16:creationId xmlns:a16="http://schemas.microsoft.com/office/drawing/2014/main" id="{880B6D47-DFB3-423D-82EF-8E8E8B4A5918}"/>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5D51EE7B-F0D2-42F3-B88F-8205F3C63E58}"/>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원시 데이터 → 계층 표현 → 출력</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데이터 품질과 학습 목표가 성능을 좌우</a:t>
            </a:r>
          </a:p>
        </p:txBody>
      </p:sp>
      <p:sp>
        <p:nvSpPr>
          <p:cNvPr id="15" name="">
            <a:extLst xmlns:a="http://schemas.openxmlformats.org/drawingml/2006/main">
              <a:ext uri="{FF2B5EF4-FFF2-40B4-BE49-F238E27FC236}">
                <a16:creationId xmlns:a16="http://schemas.microsoft.com/office/drawing/2014/main" id="{11B6497A-AE1B-499D-8835-B79BB819DBD9}"/>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1634120372"/>
      </p:ext>
    </p:extLst>
  </p:cSld>
</p:sld>
</file>

<file path=ppt/slides/slide2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C837A66-AFA0-430A-88D5-C136C9B32C85}"/>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E9E0676C-C301-4564-8D9C-C65D1829A92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24</a:t>
            </a:r>
          </a:p>
        </p:txBody>
      </p:sp>
      <p:sp>
        <p:nvSpPr>
          <p:cNvPr id="3" name="">
            <a:extLst xmlns:a="http://schemas.openxmlformats.org/drawingml/2006/main">
              <a:ext uri="{FF2B5EF4-FFF2-40B4-BE49-F238E27FC236}">
                <a16:creationId xmlns:a16="http://schemas.microsoft.com/office/drawing/2014/main" id="{418812A0-6493-4E38-8D84-D2DEBC54878B}"/>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D38390AB-FA00-433D-9130-25E54C70DD9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239506D-E539-414F-B548-D9E77186A9D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85733452-5999-4151-81F1-4B85F4037C4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순환 신경망(RNN)의 순차 처리 한계</a:t>
            </a:r>
          </a:p>
        </p:txBody>
      </p:sp>
      <p:sp>
        <p:nvSpPr>
          <p:cNvPr id="7" name="">
            <a:extLst xmlns:a="http://schemas.openxmlformats.org/drawingml/2006/main">
              <a:ext uri="{FF2B5EF4-FFF2-40B4-BE49-F238E27FC236}">
                <a16:creationId xmlns:a16="http://schemas.microsoft.com/office/drawing/2014/main" id="{AA7C165A-B465-40E2-9698-17F7617ADC2C}"/>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404B21C7-9DB0-4C29-B9B8-4C86F717B2D5}"/>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TOKEN 1</a:t>
            </a:r>
          </a:p>
        </p:txBody>
      </p:sp>
      <p:sp>
        <p:nvSpPr>
          <p:cNvPr id="9" name="">
            <a:extLst xmlns:a="http://schemas.openxmlformats.org/drawingml/2006/main">
              <a:ext uri="{FF2B5EF4-FFF2-40B4-BE49-F238E27FC236}">
                <a16:creationId xmlns:a16="http://schemas.microsoft.com/office/drawing/2014/main" id="{73815C3C-68AE-41A9-94D8-5300046F65D6}"/>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state 1</a:t>
            </a:r>
          </a:p>
        </p:txBody>
      </p:sp>
      <p:sp>
        <p:nvSpPr>
          <p:cNvPr id="10" name="">
            <a:extLst xmlns:a="http://schemas.openxmlformats.org/drawingml/2006/main">
              <a:ext uri="{FF2B5EF4-FFF2-40B4-BE49-F238E27FC236}">
                <a16:creationId xmlns:a16="http://schemas.microsoft.com/office/drawing/2014/main" id="{297AC5DC-2CA4-469E-91F9-947CD91C706B}"/>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219FD18E-4AEF-4BC6-BF0F-FE878DE00196}"/>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2F274830-56DD-43AC-96F4-E58331A627D2}"/>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TOKEN 2</a:t>
            </a:r>
          </a:p>
        </p:txBody>
      </p:sp>
      <p:sp>
        <p:nvSpPr>
          <p:cNvPr id="13" name="">
            <a:extLst xmlns:a="http://schemas.openxmlformats.org/drawingml/2006/main">
              <a:ext uri="{FF2B5EF4-FFF2-40B4-BE49-F238E27FC236}">
                <a16:creationId xmlns:a16="http://schemas.microsoft.com/office/drawing/2014/main" id="{B3640215-64F5-471C-AB27-DC1EE52B699E}"/>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state 2</a:t>
            </a:r>
          </a:p>
        </p:txBody>
      </p:sp>
      <p:sp>
        <p:nvSpPr>
          <p:cNvPr id="14" name="">
            <a:extLst xmlns:a="http://schemas.openxmlformats.org/drawingml/2006/main">
              <a:ext uri="{FF2B5EF4-FFF2-40B4-BE49-F238E27FC236}">
                <a16:creationId xmlns:a16="http://schemas.microsoft.com/office/drawing/2014/main" id="{24FDC8ED-BFCA-4283-9EF1-323D6C6E05FE}"/>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C1C6D289-A806-4DB8-A8EE-044E5F0A9C26}"/>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0A29B37A-CD3B-4DC2-82BC-D75F86529718}"/>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TOKEN 3</a:t>
            </a:r>
          </a:p>
        </p:txBody>
      </p:sp>
      <p:sp>
        <p:nvSpPr>
          <p:cNvPr id="17" name="">
            <a:extLst xmlns:a="http://schemas.openxmlformats.org/drawingml/2006/main">
              <a:ext uri="{FF2B5EF4-FFF2-40B4-BE49-F238E27FC236}">
                <a16:creationId xmlns:a16="http://schemas.microsoft.com/office/drawing/2014/main" id="{14EF6081-B9B7-4641-93B7-93C50D6825EC}"/>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state 3</a:t>
            </a:r>
          </a:p>
        </p:txBody>
      </p:sp>
      <p:sp>
        <p:nvSpPr>
          <p:cNvPr id="18" name="">
            <a:extLst xmlns:a="http://schemas.openxmlformats.org/drawingml/2006/main">
              <a:ext uri="{FF2B5EF4-FFF2-40B4-BE49-F238E27FC236}">
                <a16:creationId xmlns:a16="http://schemas.microsoft.com/office/drawing/2014/main" id="{9E3A6AED-1B97-42FF-B1F2-48FF9CA81B53}"/>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75A2B359-753E-442C-976F-945651A0437B}"/>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B7435715-22F2-465B-BFD3-76AC60129202}"/>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a:t>
            </a:r>
          </a:p>
        </p:txBody>
      </p:sp>
      <p:sp>
        <p:nvSpPr>
          <p:cNvPr id="21" name="">
            <a:extLst xmlns:a="http://schemas.openxmlformats.org/drawingml/2006/main">
              <a:ext uri="{FF2B5EF4-FFF2-40B4-BE49-F238E27FC236}">
                <a16:creationId xmlns:a16="http://schemas.microsoft.com/office/drawing/2014/main" id="{8F854789-CF1F-4280-A60A-3B4528567036}"/>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긴 경로</a:t>
            </a:r>
          </a:p>
        </p:txBody>
      </p:sp>
      <p:sp>
        <p:nvSpPr>
          <p:cNvPr id="22" name="">
            <a:extLst xmlns:a="http://schemas.openxmlformats.org/drawingml/2006/main">
              <a:ext uri="{FF2B5EF4-FFF2-40B4-BE49-F238E27FC236}">
                <a16:creationId xmlns:a16="http://schemas.microsoft.com/office/drawing/2014/main" id="{BAD73883-AD87-48EA-9B69-E009C9F7BF4D}"/>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27C7C79F-FA62-42B1-A7A9-0BF20474D0A9}"/>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4" name="">
            <a:extLst xmlns:a="http://schemas.openxmlformats.org/drawingml/2006/main">
              <a:ext uri="{FF2B5EF4-FFF2-40B4-BE49-F238E27FC236}">
                <a16:creationId xmlns:a16="http://schemas.microsoft.com/office/drawing/2014/main" id="{5581D4F9-3A9B-434A-A83B-6163899C5102}"/>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TOKEN N</a:t>
            </a:r>
          </a:p>
        </p:txBody>
      </p:sp>
      <p:sp>
        <p:nvSpPr>
          <p:cNvPr id="25" name="">
            <a:extLst xmlns:a="http://schemas.openxmlformats.org/drawingml/2006/main">
              <a:ext uri="{FF2B5EF4-FFF2-40B4-BE49-F238E27FC236}">
                <a16:creationId xmlns:a16="http://schemas.microsoft.com/office/drawing/2014/main" id="{B8B67F56-D531-4C68-816E-29A55250FD9E}"/>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먼 관계</a:t>
            </a:r>
          </a:p>
        </p:txBody>
      </p:sp>
      <p:sp>
        <p:nvSpPr>
          <p:cNvPr id="26" name="">
            <a:extLst xmlns:a="http://schemas.openxmlformats.org/drawingml/2006/main">
              <a:ext uri="{FF2B5EF4-FFF2-40B4-BE49-F238E27FC236}">
                <a16:creationId xmlns:a16="http://schemas.microsoft.com/office/drawing/2014/main" id="{356330F0-F325-4A36-9BD2-EACEF6C59F95}"/>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토큰을 순서대로 처리하므로 병렬화가 어렵고 장거리 의존성 학습에 제약</a:t>
            </a:r>
          </a:p>
        </p:txBody>
      </p:sp>
    </p:spTree>
    <p:extLst>
      <p:ext uri="{BB962C8B-B14F-4D97-AF65-F5344CB8AC3E}">
        <p14:creationId xmlns:p14="http://schemas.microsoft.com/office/powerpoint/2010/main" val="116865355"/>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CBE8A58-FABD-47DC-B351-8AA1ED887E3A}"/>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C28A3DED-8F44-44F9-AB00-0775752DC4A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25</a:t>
            </a:r>
          </a:p>
        </p:txBody>
      </p:sp>
      <p:sp>
        <p:nvSpPr>
          <p:cNvPr id="3" name="">
            <a:extLst xmlns:a="http://schemas.openxmlformats.org/drawingml/2006/main">
              <a:ext uri="{FF2B5EF4-FFF2-40B4-BE49-F238E27FC236}">
                <a16:creationId xmlns:a16="http://schemas.microsoft.com/office/drawing/2014/main" id="{76CACD59-A9CE-4186-870F-F0F9A3A1A7C9}"/>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A2031AD0-60D1-4204-AD7F-082F4F41701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CF4F4784-9A41-48BC-AC80-518629043EE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5DFB1E8A-D6AB-497B-B982-1B51C09C6021}"/>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셀프 어텐션(Self-Attention)의 문맥 계산</a:t>
            </a:r>
          </a:p>
        </p:txBody>
      </p:sp>
      <p:sp>
        <p:nvSpPr>
          <p:cNvPr id="7" name="">
            <a:extLst xmlns:a="http://schemas.openxmlformats.org/drawingml/2006/main">
              <a:ext uri="{FF2B5EF4-FFF2-40B4-BE49-F238E27FC236}">
                <a16:creationId xmlns:a16="http://schemas.microsoft.com/office/drawing/2014/main" id="{152DCF66-7084-4953-B3E1-4D3467A558B1}"/>
              </a:ext>
            </a:extLst>
          </p:cNvPr>
          <p:cNvSpPr>
            <a:spLocks xmlns:a="http://schemas.openxmlformats.org/drawingml/2006/main" noGrp="1"/>
          </p:cNvSpPr>
          <p:nvPr/>
        </p:nvSpPr>
        <p:spPr>
          <a:xfrm xmlns:a="http://schemas.openxmlformats.org/drawingml/2006/main">
            <a:off x="609600" y="16002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입력 토큰</a:t>
            </a:r>
          </a:p>
        </p:txBody>
      </p:sp>
      <p:sp>
        <p:nvSpPr>
          <p:cNvPr id="8" name="">
            <a:extLst xmlns:a="http://schemas.openxmlformats.org/drawingml/2006/main">
              <a:ext uri="{FF2B5EF4-FFF2-40B4-BE49-F238E27FC236}">
                <a16:creationId xmlns:a16="http://schemas.microsoft.com/office/drawing/2014/main" id="{02B1463E-149E-4D49-B1E2-54E811FC9FE8}"/>
              </a:ext>
            </a:extLst>
          </p:cNvPr>
          <p:cNvSpPr>
            <a:spLocks xmlns:a="http://schemas.openxmlformats.org/drawingml/2006/main" noGrp="1"/>
          </p:cNvSpPr>
          <p:nvPr/>
        </p:nvSpPr>
        <p:spPr>
          <a:xfrm xmlns:a="http://schemas.openxmlformats.org/drawingml/2006/main" rot="0">
            <a:off x="609600" y="1962150"/>
            <a:ext cx="2057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98F0E82D-D171-4D6F-97A3-A0FFAB2DB3F3}"/>
              </a:ext>
            </a:extLst>
          </p:cNvPr>
          <p:cNvSpPr>
            <a:spLocks xmlns:a="http://schemas.openxmlformats.org/drawingml/2006/main" noGrp="1"/>
          </p:cNvSpPr>
          <p:nvPr/>
        </p:nvSpPr>
        <p:spPr>
          <a:xfrm xmlns:a="http://schemas.openxmlformats.org/drawingml/2006/main">
            <a:off x="609600" y="19621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고객</a:t>
            </a:r>
          </a:p>
        </p:txBody>
      </p:sp>
      <p:sp>
        <p:nvSpPr>
          <p:cNvPr id="10" name="">
            <a:extLst xmlns:a="http://schemas.openxmlformats.org/drawingml/2006/main">
              <a:ext uri="{FF2B5EF4-FFF2-40B4-BE49-F238E27FC236}">
                <a16:creationId xmlns:a16="http://schemas.microsoft.com/office/drawing/2014/main" id="{E1D1DC9F-A371-42E8-B63A-769A1E5217EF}"/>
              </a:ext>
            </a:extLst>
          </p:cNvPr>
          <p:cNvSpPr>
            <a:spLocks xmlns:a="http://schemas.openxmlformats.org/drawingml/2006/main" noGrp="1"/>
          </p:cNvSpPr>
          <p:nvPr/>
        </p:nvSpPr>
        <p:spPr>
          <a:xfrm xmlns:a="http://schemas.openxmlformats.org/drawingml/2006/main" rot="0">
            <a:off x="2838450" y="1962150"/>
            <a:ext cx="2057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AEC2D26F-7057-4E95-9161-C216B62033B5}"/>
              </a:ext>
            </a:extLst>
          </p:cNvPr>
          <p:cNvSpPr>
            <a:spLocks xmlns:a="http://schemas.openxmlformats.org/drawingml/2006/main" noGrp="1"/>
          </p:cNvSpPr>
          <p:nvPr/>
        </p:nvSpPr>
        <p:spPr>
          <a:xfrm xmlns:a="http://schemas.openxmlformats.org/drawingml/2006/main">
            <a:off x="2838450" y="19621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은</a:t>
            </a:r>
          </a:p>
        </p:txBody>
      </p:sp>
      <p:sp>
        <p:nvSpPr>
          <p:cNvPr id="12" name="">
            <a:extLst xmlns:a="http://schemas.openxmlformats.org/drawingml/2006/main">
              <a:ext uri="{FF2B5EF4-FFF2-40B4-BE49-F238E27FC236}">
                <a16:creationId xmlns:a16="http://schemas.microsoft.com/office/drawing/2014/main" id="{76FEC372-1DE9-4FD0-9784-DA819DE5F509}"/>
              </a:ext>
            </a:extLst>
          </p:cNvPr>
          <p:cNvSpPr>
            <a:spLocks xmlns:a="http://schemas.openxmlformats.org/drawingml/2006/main" noGrp="1"/>
          </p:cNvSpPr>
          <p:nvPr/>
        </p:nvSpPr>
        <p:spPr>
          <a:xfrm xmlns:a="http://schemas.openxmlformats.org/drawingml/2006/main" rot="0">
            <a:off x="5067300" y="1962150"/>
            <a:ext cx="2057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31E3811E-8029-415C-8F1E-28F610100337}"/>
              </a:ext>
            </a:extLst>
          </p:cNvPr>
          <p:cNvSpPr>
            <a:spLocks xmlns:a="http://schemas.openxmlformats.org/drawingml/2006/main" noGrp="1"/>
          </p:cNvSpPr>
          <p:nvPr/>
        </p:nvSpPr>
        <p:spPr>
          <a:xfrm xmlns:a="http://schemas.openxmlformats.org/drawingml/2006/main">
            <a:off x="5067300" y="19621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교환</a:t>
            </a:r>
          </a:p>
        </p:txBody>
      </p:sp>
      <p:sp>
        <p:nvSpPr>
          <p:cNvPr id="14" name="">
            <a:extLst xmlns:a="http://schemas.openxmlformats.org/drawingml/2006/main">
              <a:ext uri="{FF2B5EF4-FFF2-40B4-BE49-F238E27FC236}">
                <a16:creationId xmlns:a16="http://schemas.microsoft.com/office/drawing/2014/main" id="{8743D0F6-C816-4046-A56D-BF6411FA61D9}"/>
              </a:ext>
            </a:extLst>
          </p:cNvPr>
          <p:cNvSpPr>
            <a:spLocks xmlns:a="http://schemas.openxmlformats.org/drawingml/2006/main" noGrp="1"/>
          </p:cNvSpPr>
          <p:nvPr/>
        </p:nvSpPr>
        <p:spPr>
          <a:xfrm xmlns:a="http://schemas.openxmlformats.org/drawingml/2006/main" rot="0">
            <a:off x="7296150" y="1962150"/>
            <a:ext cx="2057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356AE4F1-8F03-4016-B6B4-7455B2A0DB25}"/>
              </a:ext>
            </a:extLst>
          </p:cNvPr>
          <p:cNvSpPr>
            <a:spLocks xmlns:a="http://schemas.openxmlformats.org/drawingml/2006/main" noGrp="1"/>
          </p:cNvSpPr>
          <p:nvPr/>
        </p:nvSpPr>
        <p:spPr>
          <a:xfrm xmlns:a="http://schemas.openxmlformats.org/drawingml/2006/main">
            <a:off x="7296150" y="19621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절차</a:t>
            </a:r>
          </a:p>
        </p:txBody>
      </p:sp>
      <p:sp>
        <p:nvSpPr>
          <p:cNvPr id="16" name="">
            <a:extLst xmlns:a="http://schemas.openxmlformats.org/drawingml/2006/main">
              <a:ext uri="{FF2B5EF4-FFF2-40B4-BE49-F238E27FC236}">
                <a16:creationId xmlns:a16="http://schemas.microsoft.com/office/drawing/2014/main" id="{D9CE564A-1406-4DBC-8400-178070CCA911}"/>
              </a:ext>
            </a:extLst>
          </p:cNvPr>
          <p:cNvSpPr>
            <a:spLocks xmlns:a="http://schemas.openxmlformats.org/drawingml/2006/main" noGrp="1"/>
          </p:cNvSpPr>
          <p:nvPr/>
        </p:nvSpPr>
        <p:spPr>
          <a:xfrm xmlns:a="http://schemas.openxmlformats.org/drawingml/2006/main" rot="0">
            <a:off x="9525000" y="1962150"/>
            <a:ext cx="2057400" cy="628650"/>
          </a:xfrm>
          <a:prstGeom xmlns:a="http://schemas.openxmlformats.org/drawingml/2006/main" prst="rect">
            <a:avLst/>
          </a:prstGeom>
          <a:solidFill xmlns:a="http://schemas.openxmlformats.org/drawingml/2006/main">
            <a:srgbClr val="0B1F3A"/>
          </a:solidFill>
          <a:ln xmlns:a="http://schemas.openxmlformats.org/drawingml/2006/main" w="28575">
            <a:solidFill>
              <a:srgbClr val="2563EB"/>
            </a:solidFill>
            <a:prstDash val="solid"/>
          </a:ln>
        </p:spPr>
      </p:sp>
      <p:sp>
        <p:nvSpPr>
          <p:cNvPr id="17" name="">
            <a:extLst xmlns:a="http://schemas.openxmlformats.org/drawingml/2006/main">
              <a:ext uri="{FF2B5EF4-FFF2-40B4-BE49-F238E27FC236}">
                <a16:creationId xmlns:a16="http://schemas.microsoft.com/office/drawing/2014/main" id="{40958283-8AF6-4E79-B9DF-493F8277D69A}"/>
              </a:ext>
            </a:extLst>
          </p:cNvPr>
          <p:cNvSpPr>
            <a:spLocks xmlns:a="http://schemas.openxmlformats.org/drawingml/2006/main" noGrp="1"/>
          </p:cNvSpPr>
          <p:nvPr/>
        </p:nvSpPr>
        <p:spPr>
          <a:xfrm xmlns:a="http://schemas.openxmlformats.org/drawingml/2006/main">
            <a:off x="9525000" y="19621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FFFFFF"/>
                </a:solidFill>
                <a:latin typeface="AppleGothic"/>
                <a:ea typeface="AppleGothic"/>
                <a:cs typeface="AppleGothic"/>
              </a:defRPr>
            </a:pPr>
            <a:r>
              <a:rPr sz="1575" b="1">
                <a:solidFill>
                  <a:srgbClr val="FFFFFF"/>
                </a:solidFill>
                <a:latin typeface="AppleGothic"/>
                <a:ea typeface="AppleGothic"/>
                <a:cs typeface="AppleGothic"/>
              </a:rPr>
              <a:t>불편</a:t>
            </a:r>
          </a:p>
        </p:txBody>
      </p:sp>
      <p:sp>
        <p:nvSpPr>
          <p:cNvPr id="18" name="">
            <a:extLst xmlns:a="http://schemas.openxmlformats.org/drawingml/2006/main">
              <a:ext uri="{FF2B5EF4-FFF2-40B4-BE49-F238E27FC236}">
                <a16:creationId xmlns:a16="http://schemas.microsoft.com/office/drawing/2014/main" id="{FE97102D-876E-4E93-82B1-898E5D201FA6}"/>
              </a:ext>
            </a:extLst>
          </p:cNvPr>
          <p:cNvSpPr>
            <a:spLocks xmlns:a="http://schemas.openxmlformats.org/drawingml/2006/main" noGrp="1"/>
          </p:cNvSpPr>
          <p:nvPr/>
        </p:nvSpPr>
        <p:spPr>
          <a:xfrm xmlns:a="http://schemas.openxmlformats.org/drawingml/2006/main">
            <a:off x="609600" y="31813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현재 해석 위치</a:t>
            </a:r>
          </a:p>
        </p:txBody>
      </p:sp>
      <p:sp>
        <p:nvSpPr>
          <p:cNvPr id="19" name="">
            <a:extLst xmlns:a="http://schemas.openxmlformats.org/drawingml/2006/main">
              <a:ext uri="{FF2B5EF4-FFF2-40B4-BE49-F238E27FC236}">
                <a16:creationId xmlns:a16="http://schemas.microsoft.com/office/drawing/2014/main" id="{0A49D9B4-A85E-495B-BD00-22CFC95841D4}"/>
              </a:ext>
            </a:extLst>
          </p:cNvPr>
          <p:cNvSpPr>
            <a:spLocks xmlns:a="http://schemas.openxmlformats.org/drawingml/2006/main" noGrp="1"/>
          </p:cNvSpPr>
          <p:nvPr/>
        </p:nvSpPr>
        <p:spPr>
          <a:xfrm xmlns:a="http://schemas.openxmlformats.org/drawingml/2006/main" rot="0">
            <a:off x="609600" y="3600450"/>
            <a:ext cx="2343150" cy="13525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20" name="">
            <a:extLst xmlns:a="http://schemas.openxmlformats.org/drawingml/2006/main">
              <a:ext uri="{FF2B5EF4-FFF2-40B4-BE49-F238E27FC236}">
                <a16:creationId xmlns:a16="http://schemas.microsoft.com/office/drawing/2014/main" id="{710B7852-5067-4940-9268-AFA5ED11F084}"/>
              </a:ext>
            </a:extLst>
          </p:cNvPr>
          <p:cNvSpPr>
            <a:spLocks xmlns:a="http://schemas.openxmlformats.org/drawingml/2006/main" noGrp="1"/>
          </p:cNvSpPr>
          <p:nvPr/>
        </p:nvSpPr>
        <p:spPr>
          <a:xfrm xmlns:a="http://schemas.openxmlformats.org/drawingml/2006/main">
            <a:off x="819150" y="3600450"/>
            <a:ext cx="19240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2400" b="1">
                <a:solidFill>
                  <a:srgbClr val="FFFFFF"/>
                </a:solidFill>
                <a:latin typeface="AppleGothic"/>
                <a:ea typeface="AppleGothic"/>
                <a:cs typeface="AppleGothic"/>
              </a:defRPr>
            </a:pPr>
            <a:r>
              <a:rPr sz="2400" b="1">
                <a:solidFill>
                  <a:srgbClr val="FFFFFF"/>
                </a:solidFill>
                <a:latin typeface="AppleGothic"/>
                <a:ea typeface="AppleGothic"/>
                <a:cs typeface="AppleGothic"/>
              </a:rPr>
              <a:t>불편</a:t>
            </a:r>
          </a:p>
        </p:txBody>
      </p:sp>
      <p:sp>
        <p:nvSpPr>
          <p:cNvPr id="21" name="">
            <a:extLst xmlns:a="http://schemas.openxmlformats.org/drawingml/2006/main">
              <a:ext uri="{FF2B5EF4-FFF2-40B4-BE49-F238E27FC236}">
                <a16:creationId xmlns:a16="http://schemas.microsoft.com/office/drawing/2014/main" id="{21C1B49A-DA18-4160-B40D-E62714FDE50A}"/>
              </a:ext>
            </a:extLst>
          </p:cNvPr>
          <p:cNvSpPr>
            <a:spLocks xmlns:a="http://schemas.openxmlformats.org/drawingml/2006/main" noGrp="1"/>
          </p:cNvSpPr>
          <p:nvPr/>
        </p:nvSpPr>
        <p:spPr>
          <a:xfrm xmlns:a="http://schemas.openxmlformats.org/drawingml/2006/main">
            <a:off x="3409950" y="3429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01</a:t>
            </a:r>
          </a:p>
        </p:txBody>
      </p:sp>
      <p:sp>
        <p:nvSpPr>
          <p:cNvPr id="22" name="">
            <a:extLst xmlns:a="http://schemas.openxmlformats.org/drawingml/2006/main">
              <a:ext uri="{FF2B5EF4-FFF2-40B4-BE49-F238E27FC236}">
                <a16:creationId xmlns:a16="http://schemas.microsoft.com/office/drawing/2014/main" id="{564C74F1-831D-4204-993F-507D0A8DB3FD}"/>
              </a:ext>
            </a:extLst>
          </p:cNvPr>
          <p:cNvSpPr>
            <a:spLocks xmlns:a="http://schemas.openxmlformats.org/drawingml/2006/main" noGrp="1"/>
          </p:cNvSpPr>
          <p:nvPr/>
        </p:nvSpPr>
        <p:spPr>
          <a:xfrm xmlns:a="http://schemas.openxmlformats.org/drawingml/2006/main" rot="0">
            <a:off x="3409950" y="3829050"/>
            <a:ext cx="23241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3" name="">
            <a:extLst xmlns:a="http://schemas.openxmlformats.org/drawingml/2006/main">
              <a:ext uri="{FF2B5EF4-FFF2-40B4-BE49-F238E27FC236}">
                <a16:creationId xmlns:a16="http://schemas.microsoft.com/office/drawing/2014/main" id="{C7DF6A24-EBE1-4AB7-8DB9-DCB2BFB2E1D2}"/>
              </a:ext>
            </a:extLst>
          </p:cNvPr>
          <p:cNvSpPr>
            <a:spLocks xmlns:a="http://schemas.openxmlformats.org/drawingml/2006/main" noGrp="1"/>
          </p:cNvSpPr>
          <p:nvPr/>
        </p:nvSpPr>
        <p:spPr>
          <a:xfrm xmlns:a="http://schemas.openxmlformats.org/drawingml/2006/main">
            <a:off x="3562350" y="39814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질의(Query)</a:t>
            </a:r>
          </a:p>
        </p:txBody>
      </p:sp>
      <p:sp>
        <p:nvSpPr>
          <p:cNvPr id="24" name="">
            <a:extLst xmlns:a="http://schemas.openxmlformats.org/drawingml/2006/main">
              <a:ext uri="{FF2B5EF4-FFF2-40B4-BE49-F238E27FC236}">
                <a16:creationId xmlns:a16="http://schemas.microsoft.com/office/drawing/2014/main" id="{2DDB88D6-E794-4016-831C-2159B7743BAC}"/>
              </a:ext>
            </a:extLst>
          </p:cNvPr>
          <p:cNvSpPr>
            <a:spLocks xmlns:a="http://schemas.openxmlformats.org/drawingml/2006/main" noGrp="1"/>
          </p:cNvSpPr>
          <p:nvPr/>
        </p:nvSpPr>
        <p:spPr>
          <a:xfrm xmlns:a="http://schemas.openxmlformats.org/drawingml/2006/main">
            <a:off x="3562350" y="43815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현재 위치가</a:t>
            </a:r>
          </a:p>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찾는 관계</a:t>
            </a:r>
          </a:p>
        </p:txBody>
      </p:sp>
      <p:sp>
        <p:nvSpPr>
          <p:cNvPr id="25" name="">
            <a:extLst xmlns:a="http://schemas.openxmlformats.org/drawingml/2006/main">
              <a:ext uri="{FF2B5EF4-FFF2-40B4-BE49-F238E27FC236}">
                <a16:creationId xmlns:a16="http://schemas.microsoft.com/office/drawing/2014/main" id="{ADF4365A-87E3-49CB-A450-45C54FAD4016}"/>
              </a:ext>
            </a:extLst>
          </p:cNvPr>
          <p:cNvSpPr>
            <a:spLocks xmlns:a="http://schemas.openxmlformats.org/drawingml/2006/main" noGrp="1"/>
          </p:cNvSpPr>
          <p:nvPr/>
        </p:nvSpPr>
        <p:spPr>
          <a:xfrm xmlns:a="http://schemas.openxmlformats.org/drawingml/2006/main">
            <a:off x="6134100" y="3429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02</a:t>
            </a:r>
          </a:p>
        </p:txBody>
      </p:sp>
      <p:sp>
        <p:nvSpPr>
          <p:cNvPr id="26" name="">
            <a:extLst xmlns:a="http://schemas.openxmlformats.org/drawingml/2006/main">
              <a:ext uri="{FF2B5EF4-FFF2-40B4-BE49-F238E27FC236}">
                <a16:creationId xmlns:a16="http://schemas.microsoft.com/office/drawing/2014/main" id="{5A526A38-818F-4A20-B166-10426D34DC3B}"/>
              </a:ext>
            </a:extLst>
          </p:cNvPr>
          <p:cNvSpPr>
            <a:spLocks xmlns:a="http://schemas.openxmlformats.org/drawingml/2006/main" noGrp="1"/>
          </p:cNvSpPr>
          <p:nvPr/>
        </p:nvSpPr>
        <p:spPr>
          <a:xfrm xmlns:a="http://schemas.openxmlformats.org/drawingml/2006/main" rot="0">
            <a:off x="6134100" y="3829050"/>
            <a:ext cx="23241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7" name="">
            <a:extLst xmlns:a="http://schemas.openxmlformats.org/drawingml/2006/main">
              <a:ext uri="{FF2B5EF4-FFF2-40B4-BE49-F238E27FC236}">
                <a16:creationId xmlns:a16="http://schemas.microsoft.com/office/drawing/2014/main" id="{9240103C-E56B-46BF-A869-541267506EDB}"/>
              </a:ext>
            </a:extLst>
          </p:cNvPr>
          <p:cNvSpPr>
            <a:spLocks xmlns:a="http://schemas.openxmlformats.org/drawingml/2006/main" noGrp="1"/>
          </p:cNvSpPr>
          <p:nvPr/>
        </p:nvSpPr>
        <p:spPr>
          <a:xfrm xmlns:a="http://schemas.openxmlformats.org/drawingml/2006/main">
            <a:off x="6286500" y="39814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키(Key)</a:t>
            </a:r>
          </a:p>
        </p:txBody>
      </p:sp>
      <p:sp>
        <p:nvSpPr>
          <p:cNvPr id="28" name="">
            <a:extLst xmlns:a="http://schemas.openxmlformats.org/drawingml/2006/main">
              <a:ext uri="{FF2B5EF4-FFF2-40B4-BE49-F238E27FC236}">
                <a16:creationId xmlns:a16="http://schemas.microsoft.com/office/drawing/2014/main" id="{CF5C472A-5D57-4263-B291-FC9C368D67C8}"/>
              </a:ext>
            </a:extLst>
          </p:cNvPr>
          <p:cNvSpPr>
            <a:spLocks xmlns:a="http://schemas.openxmlformats.org/drawingml/2006/main" noGrp="1"/>
          </p:cNvSpPr>
          <p:nvPr/>
        </p:nvSpPr>
        <p:spPr>
          <a:xfrm xmlns:a="http://schemas.openxmlformats.org/drawingml/2006/main">
            <a:off x="6286500" y="43815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각 토큰의</a:t>
            </a:r>
          </a:p>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비교 단서</a:t>
            </a:r>
          </a:p>
        </p:txBody>
      </p:sp>
      <p:sp>
        <p:nvSpPr>
          <p:cNvPr id="29" name="">
            <a:extLst xmlns:a="http://schemas.openxmlformats.org/drawingml/2006/main">
              <a:ext uri="{FF2B5EF4-FFF2-40B4-BE49-F238E27FC236}">
                <a16:creationId xmlns:a16="http://schemas.microsoft.com/office/drawing/2014/main" id="{F85F73D9-E186-4AE6-858C-BC6F7D2D9014}"/>
              </a:ext>
            </a:extLst>
          </p:cNvPr>
          <p:cNvSpPr>
            <a:spLocks xmlns:a="http://schemas.openxmlformats.org/drawingml/2006/main" noGrp="1"/>
          </p:cNvSpPr>
          <p:nvPr/>
        </p:nvSpPr>
        <p:spPr>
          <a:xfrm xmlns:a="http://schemas.openxmlformats.org/drawingml/2006/main">
            <a:off x="8858250" y="3429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03</a:t>
            </a:r>
          </a:p>
        </p:txBody>
      </p:sp>
      <p:sp>
        <p:nvSpPr>
          <p:cNvPr id="30" name="">
            <a:extLst xmlns:a="http://schemas.openxmlformats.org/drawingml/2006/main">
              <a:ext uri="{FF2B5EF4-FFF2-40B4-BE49-F238E27FC236}">
                <a16:creationId xmlns:a16="http://schemas.microsoft.com/office/drawing/2014/main" id="{392A5262-F7A9-41E3-AC2F-6F9319B0B278}"/>
              </a:ext>
            </a:extLst>
          </p:cNvPr>
          <p:cNvSpPr>
            <a:spLocks xmlns:a="http://schemas.openxmlformats.org/drawingml/2006/main" noGrp="1"/>
          </p:cNvSpPr>
          <p:nvPr/>
        </p:nvSpPr>
        <p:spPr>
          <a:xfrm xmlns:a="http://schemas.openxmlformats.org/drawingml/2006/main" rot="0">
            <a:off x="8858250" y="3829050"/>
            <a:ext cx="23241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1" name="">
            <a:extLst xmlns:a="http://schemas.openxmlformats.org/drawingml/2006/main">
              <a:ext uri="{FF2B5EF4-FFF2-40B4-BE49-F238E27FC236}">
                <a16:creationId xmlns:a16="http://schemas.microsoft.com/office/drawing/2014/main" id="{43C1CFC9-3E8E-4FFB-A32B-037B7E576BFF}"/>
              </a:ext>
            </a:extLst>
          </p:cNvPr>
          <p:cNvSpPr>
            <a:spLocks xmlns:a="http://schemas.openxmlformats.org/drawingml/2006/main" noGrp="1"/>
          </p:cNvSpPr>
          <p:nvPr/>
        </p:nvSpPr>
        <p:spPr>
          <a:xfrm xmlns:a="http://schemas.openxmlformats.org/drawingml/2006/main">
            <a:off x="9010650" y="39814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값(Value)</a:t>
            </a:r>
          </a:p>
        </p:txBody>
      </p:sp>
      <p:sp>
        <p:nvSpPr>
          <p:cNvPr id="32" name="">
            <a:extLst xmlns:a="http://schemas.openxmlformats.org/drawingml/2006/main">
              <a:ext uri="{FF2B5EF4-FFF2-40B4-BE49-F238E27FC236}">
                <a16:creationId xmlns:a16="http://schemas.microsoft.com/office/drawing/2014/main" id="{BD6BFBEF-D04E-4EB3-AB8E-B24B84158BB7}"/>
              </a:ext>
            </a:extLst>
          </p:cNvPr>
          <p:cNvSpPr>
            <a:spLocks xmlns:a="http://schemas.openxmlformats.org/drawingml/2006/main" noGrp="1"/>
          </p:cNvSpPr>
          <p:nvPr/>
        </p:nvSpPr>
        <p:spPr>
          <a:xfrm xmlns:a="http://schemas.openxmlformats.org/drawingml/2006/main">
            <a:off x="9010650" y="43815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선택된 정보의</a:t>
            </a:r>
          </a:p>
          <a:p xmlns:a="http://schemas.openxmlformats.org/drawingml/2006/main">
            <a:pPr algn="l">
              <a:lnSpc>
                <a:spcPct val="11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전달 내용</a:t>
            </a:r>
          </a:p>
        </p:txBody>
      </p:sp>
      <p:sp>
        <p:nvSpPr>
          <p:cNvPr id="33" name="">
            <a:extLst xmlns:a="http://schemas.openxmlformats.org/drawingml/2006/main">
              <a:ext uri="{FF2B5EF4-FFF2-40B4-BE49-F238E27FC236}">
                <a16:creationId xmlns:a16="http://schemas.microsoft.com/office/drawing/2014/main" id="{EE966E0A-21E0-42CE-BDC0-5FDDFF2358B4}"/>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현재 토큰이 다른 토큰을 얼마나 참고할지 계산</a:t>
            </a:r>
          </a:p>
        </p:txBody>
      </p:sp>
    </p:spTree>
    <p:extLst>
      <p:ext uri="{BB962C8B-B14F-4D97-AF65-F5344CB8AC3E}">
        <p14:creationId xmlns:p14="http://schemas.microsoft.com/office/powerpoint/2010/main" val="2041218619"/>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64269F1F-B11B-46AB-BB54-258EC8E7485E}"/>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FDF355F3-8E85-4387-B4AF-5FB73A449FB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26</a:t>
            </a:r>
          </a:p>
        </p:txBody>
      </p:sp>
      <p:sp>
        <p:nvSpPr>
          <p:cNvPr id="3" name="">
            <a:extLst xmlns:a="http://schemas.openxmlformats.org/drawingml/2006/main">
              <a:ext uri="{FF2B5EF4-FFF2-40B4-BE49-F238E27FC236}">
                <a16:creationId xmlns:a16="http://schemas.microsoft.com/office/drawing/2014/main" id="{7D853AE7-A7B3-48ED-8A35-518505BB182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2D0E8F41-0964-4849-B457-5D2CF56AA45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B351378-B2AE-48EE-A9E9-DF3A26E3183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BB06024F-0572-4229-800B-54C2D1FE8C95}"/>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토큰 간 어텐션 가중치</a:t>
            </a:r>
          </a:p>
        </p:txBody>
      </p:sp>
      <p:sp>
        <p:nvSpPr>
          <p:cNvPr id="7" name="">
            <a:extLst xmlns:a="http://schemas.openxmlformats.org/drawingml/2006/main">
              <a:ext uri="{FF2B5EF4-FFF2-40B4-BE49-F238E27FC236}">
                <a16:creationId xmlns:a16="http://schemas.microsoft.com/office/drawing/2014/main" id="{F570A680-055B-4976-BEF7-E437E0452CF5}"/>
              </a:ext>
            </a:extLst>
          </p:cNvPr>
          <p:cNvSpPr>
            <a:spLocks xmlns:a="http://schemas.openxmlformats.org/drawingml/2006/main" noGrp="1"/>
          </p:cNvSpPr>
          <p:nvPr/>
        </p:nvSpPr>
        <p:spPr>
          <a:xfrm xmlns:a="http://schemas.openxmlformats.org/drawingml/2006/main">
            <a:off x="2324100" y="1428750"/>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고객</a:t>
            </a:r>
          </a:p>
        </p:txBody>
      </p:sp>
      <p:sp>
        <p:nvSpPr>
          <p:cNvPr id="8" name="">
            <a:extLst xmlns:a="http://schemas.openxmlformats.org/drawingml/2006/main">
              <a:ext uri="{FF2B5EF4-FFF2-40B4-BE49-F238E27FC236}">
                <a16:creationId xmlns:a16="http://schemas.microsoft.com/office/drawing/2014/main" id="{FCFC4275-E1FC-4735-A904-C9E07A41F7F3}"/>
              </a:ext>
            </a:extLst>
          </p:cNvPr>
          <p:cNvSpPr>
            <a:spLocks xmlns:a="http://schemas.openxmlformats.org/drawingml/2006/main" noGrp="1"/>
          </p:cNvSpPr>
          <p:nvPr/>
        </p:nvSpPr>
        <p:spPr>
          <a:xfrm xmlns:a="http://schemas.openxmlformats.org/drawingml/2006/main">
            <a:off x="1085850" y="19621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고객</a:t>
            </a:r>
          </a:p>
        </p:txBody>
      </p:sp>
      <p:sp>
        <p:nvSpPr>
          <p:cNvPr id="9" name="">
            <a:extLst xmlns:a="http://schemas.openxmlformats.org/drawingml/2006/main">
              <a:ext uri="{FF2B5EF4-FFF2-40B4-BE49-F238E27FC236}">
                <a16:creationId xmlns:a16="http://schemas.microsoft.com/office/drawing/2014/main" id="{E947AB98-10DE-4277-BA04-0F46D4CE3917}"/>
              </a:ext>
            </a:extLst>
          </p:cNvPr>
          <p:cNvSpPr>
            <a:spLocks xmlns:a="http://schemas.openxmlformats.org/drawingml/2006/main" noGrp="1"/>
          </p:cNvSpPr>
          <p:nvPr/>
        </p:nvSpPr>
        <p:spPr>
          <a:xfrm xmlns:a="http://schemas.openxmlformats.org/drawingml/2006/main">
            <a:off x="3009900" y="1428750"/>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교환</a:t>
            </a:r>
          </a:p>
        </p:txBody>
      </p:sp>
      <p:sp>
        <p:nvSpPr>
          <p:cNvPr id="10" name="">
            <a:extLst xmlns:a="http://schemas.openxmlformats.org/drawingml/2006/main">
              <a:ext uri="{FF2B5EF4-FFF2-40B4-BE49-F238E27FC236}">
                <a16:creationId xmlns:a16="http://schemas.microsoft.com/office/drawing/2014/main" id="{E6DCDD7C-430E-461F-906C-9011886E64F7}"/>
              </a:ext>
            </a:extLst>
          </p:cNvPr>
          <p:cNvSpPr>
            <a:spLocks xmlns:a="http://schemas.openxmlformats.org/drawingml/2006/main" noGrp="1"/>
          </p:cNvSpPr>
          <p:nvPr/>
        </p:nvSpPr>
        <p:spPr>
          <a:xfrm xmlns:a="http://schemas.openxmlformats.org/drawingml/2006/main">
            <a:off x="1085850" y="26479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교환</a:t>
            </a:r>
          </a:p>
        </p:txBody>
      </p:sp>
      <p:sp>
        <p:nvSpPr>
          <p:cNvPr id="11" name="">
            <a:extLst xmlns:a="http://schemas.openxmlformats.org/drawingml/2006/main">
              <a:ext uri="{FF2B5EF4-FFF2-40B4-BE49-F238E27FC236}">
                <a16:creationId xmlns:a16="http://schemas.microsoft.com/office/drawing/2014/main" id="{10F696E9-667C-4337-90F5-12DC1D6E5DB1}"/>
              </a:ext>
            </a:extLst>
          </p:cNvPr>
          <p:cNvSpPr>
            <a:spLocks xmlns:a="http://schemas.openxmlformats.org/drawingml/2006/main" noGrp="1"/>
          </p:cNvSpPr>
          <p:nvPr/>
        </p:nvSpPr>
        <p:spPr>
          <a:xfrm xmlns:a="http://schemas.openxmlformats.org/drawingml/2006/main">
            <a:off x="3695700" y="1428750"/>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절차</a:t>
            </a:r>
          </a:p>
        </p:txBody>
      </p:sp>
      <p:sp>
        <p:nvSpPr>
          <p:cNvPr id="12" name="">
            <a:extLst xmlns:a="http://schemas.openxmlformats.org/drawingml/2006/main">
              <a:ext uri="{FF2B5EF4-FFF2-40B4-BE49-F238E27FC236}">
                <a16:creationId xmlns:a16="http://schemas.microsoft.com/office/drawing/2014/main" id="{0B9FAC20-9635-43F8-A699-21413BC925E8}"/>
              </a:ext>
            </a:extLst>
          </p:cNvPr>
          <p:cNvSpPr>
            <a:spLocks xmlns:a="http://schemas.openxmlformats.org/drawingml/2006/main" noGrp="1"/>
          </p:cNvSpPr>
          <p:nvPr/>
        </p:nvSpPr>
        <p:spPr>
          <a:xfrm xmlns:a="http://schemas.openxmlformats.org/drawingml/2006/main">
            <a:off x="108585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절차</a:t>
            </a:r>
          </a:p>
        </p:txBody>
      </p:sp>
      <p:sp>
        <p:nvSpPr>
          <p:cNvPr id="13" name="">
            <a:extLst xmlns:a="http://schemas.openxmlformats.org/drawingml/2006/main">
              <a:ext uri="{FF2B5EF4-FFF2-40B4-BE49-F238E27FC236}">
                <a16:creationId xmlns:a16="http://schemas.microsoft.com/office/drawing/2014/main" id="{34EDFEE4-DA8E-4A5A-92D4-7659E5F36586}"/>
              </a:ext>
            </a:extLst>
          </p:cNvPr>
          <p:cNvSpPr>
            <a:spLocks xmlns:a="http://schemas.openxmlformats.org/drawingml/2006/main" noGrp="1"/>
          </p:cNvSpPr>
          <p:nvPr/>
        </p:nvSpPr>
        <p:spPr>
          <a:xfrm xmlns:a="http://schemas.openxmlformats.org/drawingml/2006/main">
            <a:off x="4381500" y="1428750"/>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불편</a:t>
            </a:r>
          </a:p>
        </p:txBody>
      </p:sp>
      <p:sp>
        <p:nvSpPr>
          <p:cNvPr id="14" name="">
            <a:extLst xmlns:a="http://schemas.openxmlformats.org/drawingml/2006/main">
              <a:ext uri="{FF2B5EF4-FFF2-40B4-BE49-F238E27FC236}">
                <a16:creationId xmlns:a16="http://schemas.microsoft.com/office/drawing/2014/main" id="{10B50BBF-43DF-46C5-888C-B47091F919A9}"/>
              </a:ext>
            </a:extLst>
          </p:cNvPr>
          <p:cNvSpPr>
            <a:spLocks xmlns:a="http://schemas.openxmlformats.org/drawingml/2006/main" noGrp="1"/>
          </p:cNvSpPr>
          <p:nvPr/>
        </p:nvSpPr>
        <p:spPr>
          <a:xfrm xmlns:a="http://schemas.openxmlformats.org/drawingml/2006/main">
            <a:off x="1085850" y="40195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불편</a:t>
            </a:r>
          </a:p>
        </p:txBody>
      </p:sp>
      <p:sp>
        <p:nvSpPr>
          <p:cNvPr id="15" name="">
            <a:extLst xmlns:a="http://schemas.openxmlformats.org/drawingml/2006/main">
              <a:ext uri="{FF2B5EF4-FFF2-40B4-BE49-F238E27FC236}">
                <a16:creationId xmlns:a16="http://schemas.microsoft.com/office/drawing/2014/main" id="{2C73F35B-D0EA-40D1-9831-86840CBF697D}"/>
              </a:ext>
            </a:extLst>
          </p:cNvPr>
          <p:cNvSpPr>
            <a:spLocks xmlns:a="http://schemas.openxmlformats.org/drawingml/2006/main" noGrp="1"/>
          </p:cNvSpPr>
          <p:nvPr/>
        </p:nvSpPr>
        <p:spPr>
          <a:xfrm xmlns:a="http://schemas.openxmlformats.org/drawingml/2006/main">
            <a:off x="5067300" y="1428750"/>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개선</a:t>
            </a:r>
          </a:p>
        </p:txBody>
      </p:sp>
      <p:sp>
        <p:nvSpPr>
          <p:cNvPr id="16" name="">
            <a:extLst xmlns:a="http://schemas.openxmlformats.org/drawingml/2006/main">
              <a:ext uri="{FF2B5EF4-FFF2-40B4-BE49-F238E27FC236}">
                <a16:creationId xmlns:a16="http://schemas.microsoft.com/office/drawing/2014/main" id="{F5FA89EC-D66D-490B-B3CF-26E1E96EF65B}"/>
              </a:ext>
            </a:extLst>
          </p:cNvPr>
          <p:cNvSpPr>
            <a:spLocks xmlns:a="http://schemas.openxmlformats.org/drawingml/2006/main" noGrp="1"/>
          </p:cNvSpPr>
          <p:nvPr/>
        </p:nvSpPr>
        <p:spPr>
          <a:xfrm xmlns:a="http://schemas.openxmlformats.org/drawingml/2006/main">
            <a:off x="1085850" y="47053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개선</a:t>
            </a:r>
          </a:p>
        </p:txBody>
      </p:sp>
      <p:sp>
        <p:nvSpPr>
          <p:cNvPr id="17" name="">
            <a:extLst xmlns:a="http://schemas.openxmlformats.org/drawingml/2006/main">
              <a:ext uri="{FF2B5EF4-FFF2-40B4-BE49-F238E27FC236}">
                <a16:creationId xmlns:a16="http://schemas.microsoft.com/office/drawing/2014/main" id="{536CA98B-253A-48E4-8057-E1D6E9A20C6E}"/>
              </a:ext>
            </a:extLst>
          </p:cNvPr>
          <p:cNvSpPr>
            <a:spLocks xmlns:a="http://schemas.openxmlformats.org/drawingml/2006/main" noGrp="1"/>
          </p:cNvSpPr>
          <p:nvPr/>
        </p:nvSpPr>
        <p:spPr>
          <a:xfrm xmlns:a="http://schemas.openxmlformats.org/drawingml/2006/main" rot="0">
            <a:off x="2324100" y="17526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05132DC4-FB67-48DC-8325-D98A75EEF8FD}"/>
              </a:ext>
            </a:extLst>
          </p:cNvPr>
          <p:cNvSpPr>
            <a:spLocks xmlns:a="http://schemas.openxmlformats.org/drawingml/2006/main" noGrp="1"/>
          </p:cNvSpPr>
          <p:nvPr/>
        </p:nvSpPr>
        <p:spPr>
          <a:xfrm xmlns:a="http://schemas.openxmlformats.org/drawingml/2006/main">
            <a:off x="2324100" y="17526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0.9</a:t>
            </a:r>
          </a:p>
        </p:txBody>
      </p:sp>
      <p:sp>
        <p:nvSpPr>
          <p:cNvPr id="19" name="">
            <a:extLst xmlns:a="http://schemas.openxmlformats.org/drawingml/2006/main">
              <a:ext uri="{FF2B5EF4-FFF2-40B4-BE49-F238E27FC236}">
                <a16:creationId xmlns:a16="http://schemas.microsoft.com/office/drawing/2014/main" id="{ABAA58CA-8669-4339-A5D5-0DBC292F825F}"/>
              </a:ext>
            </a:extLst>
          </p:cNvPr>
          <p:cNvSpPr>
            <a:spLocks xmlns:a="http://schemas.openxmlformats.org/drawingml/2006/main" noGrp="1"/>
          </p:cNvSpPr>
          <p:nvPr/>
        </p:nvSpPr>
        <p:spPr>
          <a:xfrm xmlns:a="http://schemas.openxmlformats.org/drawingml/2006/main" rot="0">
            <a:off x="3009900" y="17526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20" name="">
            <a:extLst xmlns:a="http://schemas.openxmlformats.org/drawingml/2006/main">
              <a:ext uri="{FF2B5EF4-FFF2-40B4-BE49-F238E27FC236}">
                <a16:creationId xmlns:a16="http://schemas.microsoft.com/office/drawing/2014/main" id="{FFCFCDC0-4DCD-4F1C-9C2E-003573FC0F23}"/>
              </a:ext>
            </a:extLst>
          </p:cNvPr>
          <p:cNvSpPr>
            <a:spLocks xmlns:a="http://schemas.openxmlformats.org/drawingml/2006/main" noGrp="1"/>
          </p:cNvSpPr>
          <p:nvPr/>
        </p:nvSpPr>
        <p:spPr>
          <a:xfrm xmlns:a="http://schemas.openxmlformats.org/drawingml/2006/main">
            <a:off x="3009900" y="17526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21" name="">
            <a:extLst xmlns:a="http://schemas.openxmlformats.org/drawingml/2006/main">
              <a:ext uri="{FF2B5EF4-FFF2-40B4-BE49-F238E27FC236}">
                <a16:creationId xmlns:a16="http://schemas.microsoft.com/office/drawing/2014/main" id="{1BA092F7-2A4F-4E85-A955-30F772F56E54}"/>
              </a:ext>
            </a:extLst>
          </p:cNvPr>
          <p:cNvSpPr>
            <a:spLocks xmlns:a="http://schemas.openxmlformats.org/drawingml/2006/main" noGrp="1"/>
          </p:cNvSpPr>
          <p:nvPr/>
        </p:nvSpPr>
        <p:spPr>
          <a:xfrm xmlns:a="http://schemas.openxmlformats.org/drawingml/2006/main" rot="0">
            <a:off x="3695700" y="1752600"/>
            <a:ext cx="647700" cy="647700"/>
          </a:xfrm>
          <a:prstGeom xmlns:a="http://schemas.openxmlformats.org/drawingml/2006/main" prst="rect">
            <a:avLst/>
          </a:prstGeom>
          <a:solidFill xmlns:a="http://schemas.openxmlformats.org/drawingml/2006/main">
            <a:srgbClr val="E0F0FE"/>
          </a:solidFill>
          <a:ln xmlns:a="http://schemas.openxmlformats.org/drawingml/2006/main" w="0">
            <a:solidFill>
              <a:srgbClr val="E0F0FE"/>
            </a:solidFill>
            <a:prstDash val="solid"/>
          </a:ln>
        </p:spPr>
      </p:sp>
      <p:sp>
        <p:nvSpPr>
          <p:cNvPr id="22" name="">
            <a:extLst xmlns:a="http://schemas.openxmlformats.org/drawingml/2006/main">
              <a:ext uri="{FF2B5EF4-FFF2-40B4-BE49-F238E27FC236}">
                <a16:creationId xmlns:a16="http://schemas.microsoft.com/office/drawing/2014/main" id="{E4C8BA1A-BFEE-4308-A63B-AA27101538A7}"/>
              </a:ext>
            </a:extLst>
          </p:cNvPr>
          <p:cNvSpPr>
            <a:spLocks xmlns:a="http://schemas.openxmlformats.org/drawingml/2006/main" noGrp="1"/>
          </p:cNvSpPr>
          <p:nvPr/>
        </p:nvSpPr>
        <p:spPr>
          <a:xfrm xmlns:a="http://schemas.openxmlformats.org/drawingml/2006/main">
            <a:off x="3695700" y="17526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0.1</a:t>
            </a:r>
          </a:p>
        </p:txBody>
      </p:sp>
      <p:sp>
        <p:nvSpPr>
          <p:cNvPr id="23" name="">
            <a:extLst xmlns:a="http://schemas.openxmlformats.org/drawingml/2006/main">
              <a:ext uri="{FF2B5EF4-FFF2-40B4-BE49-F238E27FC236}">
                <a16:creationId xmlns:a16="http://schemas.microsoft.com/office/drawing/2014/main" id="{0D1D3D39-CC25-40F6-9935-46D9B67E1D09}"/>
              </a:ext>
            </a:extLst>
          </p:cNvPr>
          <p:cNvSpPr>
            <a:spLocks xmlns:a="http://schemas.openxmlformats.org/drawingml/2006/main" noGrp="1"/>
          </p:cNvSpPr>
          <p:nvPr/>
        </p:nvSpPr>
        <p:spPr>
          <a:xfrm xmlns:a="http://schemas.openxmlformats.org/drawingml/2006/main" rot="0">
            <a:off x="4381500" y="17526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24" name="">
            <a:extLst xmlns:a="http://schemas.openxmlformats.org/drawingml/2006/main">
              <a:ext uri="{FF2B5EF4-FFF2-40B4-BE49-F238E27FC236}">
                <a16:creationId xmlns:a16="http://schemas.microsoft.com/office/drawing/2014/main" id="{9C819916-586E-40C6-A183-C23817B36CF4}"/>
              </a:ext>
            </a:extLst>
          </p:cNvPr>
          <p:cNvSpPr>
            <a:spLocks xmlns:a="http://schemas.openxmlformats.org/drawingml/2006/main" noGrp="1"/>
          </p:cNvSpPr>
          <p:nvPr/>
        </p:nvSpPr>
        <p:spPr>
          <a:xfrm xmlns:a="http://schemas.openxmlformats.org/drawingml/2006/main">
            <a:off x="4381500" y="17526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25" name="">
            <a:extLst xmlns:a="http://schemas.openxmlformats.org/drawingml/2006/main">
              <a:ext uri="{FF2B5EF4-FFF2-40B4-BE49-F238E27FC236}">
                <a16:creationId xmlns:a16="http://schemas.microsoft.com/office/drawing/2014/main" id="{3D5CD825-9318-48C4-9623-5C9979E18A27}"/>
              </a:ext>
            </a:extLst>
          </p:cNvPr>
          <p:cNvSpPr>
            <a:spLocks xmlns:a="http://schemas.openxmlformats.org/drawingml/2006/main" noGrp="1"/>
          </p:cNvSpPr>
          <p:nvPr/>
        </p:nvSpPr>
        <p:spPr>
          <a:xfrm xmlns:a="http://schemas.openxmlformats.org/drawingml/2006/main" rot="0">
            <a:off x="5067300" y="1752600"/>
            <a:ext cx="647700" cy="647700"/>
          </a:xfrm>
          <a:prstGeom xmlns:a="http://schemas.openxmlformats.org/drawingml/2006/main" prst="rect">
            <a:avLst/>
          </a:prstGeom>
          <a:solidFill xmlns:a="http://schemas.openxmlformats.org/drawingml/2006/main">
            <a:srgbClr val="E0F0FE"/>
          </a:solidFill>
          <a:ln xmlns:a="http://schemas.openxmlformats.org/drawingml/2006/main" w="0">
            <a:solidFill>
              <a:srgbClr val="E0F0FE"/>
            </a:solidFill>
            <a:prstDash val="solid"/>
          </a:ln>
        </p:spPr>
      </p:sp>
      <p:sp>
        <p:nvSpPr>
          <p:cNvPr id="26" name="">
            <a:extLst xmlns:a="http://schemas.openxmlformats.org/drawingml/2006/main">
              <a:ext uri="{FF2B5EF4-FFF2-40B4-BE49-F238E27FC236}">
                <a16:creationId xmlns:a16="http://schemas.microsoft.com/office/drawing/2014/main" id="{3A0A8930-E52A-49C0-B1E8-7C57F91BDA62}"/>
              </a:ext>
            </a:extLst>
          </p:cNvPr>
          <p:cNvSpPr>
            <a:spLocks xmlns:a="http://schemas.openxmlformats.org/drawingml/2006/main" noGrp="1"/>
          </p:cNvSpPr>
          <p:nvPr/>
        </p:nvSpPr>
        <p:spPr>
          <a:xfrm xmlns:a="http://schemas.openxmlformats.org/drawingml/2006/main">
            <a:off x="5067300" y="17526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0.1</a:t>
            </a:r>
          </a:p>
        </p:txBody>
      </p:sp>
      <p:sp>
        <p:nvSpPr>
          <p:cNvPr id="27" name="">
            <a:extLst xmlns:a="http://schemas.openxmlformats.org/drawingml/2006/main">
              <a:ext uri="{FF2B5EF4-FFF2-40B4-BE49-F238E27FC236}">
                <a16:creationId xmlns:a16="http://schemas.microsoft.com/office/drawing/2014/main" id="{CCF9202C-0023-458D-8D22-334CB93353D2}"/>
              </a:ext>
            </a:extLst>
          </p:cNvPr>
          <p:cNvSpPr>
            <a:spLocks xmlns:a="http://schemas.openxmlformats.org/drawingml/2006/main" noGrp="1"/>
          </p:cNvSpPr>
          <p:nvPr/>
        </p:nvSpPr>
        <p:spPr>
          <a:xfrm xmlns:a="http://schemas.openxmlformats.org/drawingml/2006/main" rot="0">
            <a:off x="2324100" y="24384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28" name="">
            <a:extLst xmlns:a="http://schemas.openxmlformats.org/drawingml/2006/main">
              <a:ext uri="{FF2B5EF4-FFF2-40B4-BE49-F238E27FC236}">
                <a16:creationId xmlns:a16="http://schemas.microsoft.com/office/drawing/2014/main" id="{BF3268EA-196A-4FF1-A288-61DC20A32DD8}"/>
              </a:ext>
            </a:extLst>
          </p:cNvPr>
          <p:cNvSpPr>
            <a:spLocks xmlns:a="http://schemas.openxmlformats.org/drawingml/2006/main" noGrp="1"/>
          </p:cNvSpPr>
          <p:nvPr/>
        </p:nvSpPr>
        <p:spPr>
          <a:xfrm xmlns:a="http://schemas.openxmlformats.org/drawingml/2006/main">
            <a:off x="2324100" y="24384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29" name="">
            <a:extLst xmlns:a="http://schemas.openxmlformats.org/drawingml/2006/main">
              <a:ext uri="{FF2B5EF4-FFF2-40B4-BE49-F238E27FC236}">
                <a16:creationId xmlns:a16="http://schemas.microsoft.com/office/drawing/2014/main" id="{A59E5FD6-09A9-4553-AC4A-64B5606B00E9}"/>
              </a:ext>
            </a:extLst>
          </p:cNvPr>
          <p:cNvSpPr>
            <a:spLocks xmlns:a="http://schemas.openxmlformats.org/drawingml/2006/main" noGrp="1"/>
          </p:cNvSpPr>
          <p:nvPr/>
        </p:nvSpPr>
        <p:spPr>
          <a:xfrm xmlns:a="http://schemas.openxmlformats.org/drawingml/2006/main" rot="0">
            <a:off x="3009900" y="24384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0" name="">
            <a:extLst xmlns:a="http://schemas.openxmlformats.org/drawingml/2006/main">
              <a:ext uri="{FF2B5EF4-FFF2-40B4-BE49-F238E27FC236}">
                <a16:creationId xmlns:a16="http://schemas.microsoft.com/office/drawing/2014/main" id="{460306FF-0E0A-407A-9DDF-A776F1D833CE}"/>
              </a:ext>
            </a:extLst>
          </p:cNvPr>
          <p:cNvSpPr>
            <a:spLocks xmlns:a="http://schemas.openxmlformats.org/drawingml/2006/main" noGrp="1"/>
          </p:cNvSpPr>
          <p:nvPr/>
        </p:nvSpPr>
        <p:spPr>
          <a:xfrm xmlns:a="http://schemas.openxmlformats.org/drawingml/2006/main">
            <a:off x="3009900" y="24384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0.9</a:t>
            </a:r>
          </a:p>
        </p:txBody>
      </p:sp>
      <p:sp>
        <p:nvSpPr>
          <p:cNvPr id="31" name="">
            <a:extLst xmlns:a="http://schemas.openxmlformats.org/drawingml/2006/main">
              <a:ext uri="{FF2B5EF4-FFF2-40B4-BE49-F238E27FC236}">
                <a16:creationId xmlns:a16="http://schemas.microsoft.com/office/drawing/2014/main" id="{6D88C6A6-AA3D-4385-AD4C-4F8D74192EA9}"/>
              </a:ext>
            </a:extLst>
          </p:cNvPr>
          <p:cNvSpPr>
            <a:spLocks xmlns:a="http://schemas.openxmlformats.org/drawingml/2006/main" noGrp="1"/>
          </p:cNvSpPr>
          <p:nvPr/>
        </p:nvSpPr>
        <p:spPr>
          <a:xfrm xmlns:a="http://schemas.openxmlformats.org/drawingml/2006/main" rot="0">
            <a:off x="3695700" y="2438400"/>
            <a:ext cx="647700" cy="6477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32" name="">
            <a:extLst xmlns:a="http://schemas.openxmlformats.org/drawingml/2006/main">
              <a:ext uri="{FF2B5EF4-FFF2-40B4-BE49-F238E27FC236}">
                <a16:creationId xmlns:a16="http://schemas.microsoft.com/office/drawing/2014/main" id="{6AF7C163-2187-46CF-B688-C23C15C5D817}"/>
              </a:ext>
            </a:extLst>
          </p:cNvPr>
          <p:cNvSpPr>
            <a:spLocks xmlns:a="http://schemas.openxmlformats.org/drawingml/2006/main" noGrp="1"/>
          </p:cNvSpPr>
          <p:nvPr/>
        </p:nvSpPr>
        <p:spPr>
          <a:xfrm xmlns:a="http://schemas.openxmlformats.org/drawingml/2006/main">
            <a:off x="3695700" y="24384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0.6</a:t>
            </a:r>
          </a:p>
        </p:txBody>
      </p:sp>
      <p:sp>
        <p:nvSpPr>
          <p:cNvPr id="33" name="">
            <a:extLst xmlns:a="http://schemas.openxmlformats.org/drawingml/2006/main">
              <a:ext uri="{FF2B5EF4-FFF2-40B4-BE49-F238E27FC236}">
                <a16:creationId xmlns:a16="http://schemas.microsoft.com/office/drawing/2014/main" id="{FE6360A6-7F40-4507-BE8B-30D2B648B3A6}"/>
              </a:ext>
            </a:extLst>
          </p:cNvPr>
          <p:cNvSpPr>
            <a:spLocks xmlns:a="http://schemas.openxmlformats.org/drawingml/2006/main" noGrp="1"/>
          </p:cNvSpPr>
          <p:nvPr/>
        </p:nvSpPr>
        <p:spPr>
          <a:xfrm xmlns:a="http://schemas.openxmlformats.org/drawingml/2006/main" rot="0">
            <a:off x="4381500" y="24384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34" name="">
            <a:extLst xmlns:a="http://schemas.openxmlformats.org/drawingml/2006/main">
              <a:ext uri="{FF2B5EF4-FFF2-40B4-BE49-F238E27FC236}">
                <a16:creationId xmlns:a16="http://schemas.microsoft.com/office/drawing/2014/main" id="{BBD0F693-2829-4B7D-8E97-9125E11F133E}"/>
              </a:ext>
            </a:extLst>
          </p:cNvPr>
          <p:cNvSpPr>
            <a:spLocks xmlns:a="http://schemas.openxmlformats.org/drawingml/2006/main" noGrp="1"/>
          </p:cNvSpPr>
          <p:nvPr/>
        </p:nvSpPr>
        <p:spPr>
          <a:xfrm xmlns:a="http://schemas.openxmlformats.org/drawingml/2006/main">
            <a:off x="4381500" y="24384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35" name="">
            <a:extLst xmlns:a="http://schemas.openxmlformats.org/drawingml/2006/main">
              <a:ext uri="{FF2B5EF4-FFF2-40B4-BE49-F238E27FC236}">
                <a16:creationId xmlns:a16="http://schemas.microsoft.com/office/drawing/2014/main" id="{1411CE3F-3273-4200-A174-EEF9CEF0D1E2}"/>
              </a:ext>
            </a:extLst>
          </p:cNvPr>
          <p:cNvSpPr>
            <a:spLocks xmlns:a="http://schemas.openxmlformats.org/drawingml/2006/main" noGrp="1"/>
          </p:cNvSpPr>
          <p:nvPr/>
        </p:nvSpPr>
        <p:spPr>
          <a:xfrm xmlns:a="http://schemas.openxmlformats.org/drawingml/2006/main" rot="0">
            <a:off x="5067300" y="24384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36" name="">
            <a:extLst xmlns:a="http://schemas.openxmlformats.org/drawingml/2006/main">
              <a:ext uri="{FF2B5EF4-FFF2-40B4-BE49-F238E27FC236}">
                <a16:creationId xmlns:a16="http://schemas.microsoft.com/office/drawing/2014/main" id="{94E27D6A-F3A1-41FB-98F7-28232267814E}"/>
              </a:ext>
            </a:extLst>
          </p:cNvPr>
          <p:cNvSpPr>
            <a:spLocks xmlns:a="http://schemas.openxmlformats.org/drawingml/2006/main" noGrp="1"/>
          </p:cNvSpPr>
          <p:nvPr/>
        </p:nvSpPr>
        <p:spPr>
          <a:xfrm xmlns:a="http://schemas.openxmlformats.org/drawingml/2006/main">
            <a:off x="5067300" y="24384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37" name="">
            <a:extLst xmlns:a="http://schemas.openxmlformats.org/drawingml/2006/main">
              <a:ext uri="{FF2B5EF4-FFF2-40B4-BE49-F238E27FC236}">
                <a16:creationId xmlns:a16="http://schemas.microsoft.com/office/drawing/2014/main" id="{E0BEEBB6-EFC2-4486-B896-4E58A08E240E}"/>
              </a:ext>
            </a:extLst>
          </p:cNvPr>
          <p:cNvSpPr>
            <a:spLocks xmlns:a="http://schemas.openxmlformats.org/drawingml/2006/main" noGrp="1"/>
          </p:cNvSpPr>
          <p:nvPr/>
        </p:nvSpPr>
        <p:spPr>
          <a:xfrm xmlns:a="http://schemas.openxmlformats.org/drawingml/2006/main" rot="0">
            <a:off x="2324100" y="3124200"/>
            <a:ext cx="647700" cy="647700"/>
          </a:xfrm>
          <a:prstGeom xmlns:a="http://schemas.openxmlformats.org/drawingml/2006/main" prst="rect">
            <a:avLst/>
          </a:prstGeom>
          <a:solidFill xmlns:a="http://schemas.openxmlformats.org/drawingml/2006/main">
            <a:srgbClr val="E0F0FE"/>
          </a:solidFill>
          <a:ln xmlns:a="http://schemas.openxmlformats.org/drawingml/2006/main" w="0">
            <a:solidFill>
              <a:srgbClr val="E0F0FE"/>
            </a:solidFill>
            <a:prstDash val="solid"/>
          </a:ln>
        </p:spPr>
      </p:sp>
      <p:sp>
        <p:nvSpPr>
          <p:cNvPr id="38" name="">
            <a:extLst xmlns:a="http://schemas.openxmlformats.org/drawingml/2006/main">
              <a:ext uri="{FF2B5EF4-FFF2-40B4-BE49-F238E27FC236}">
                <a16:creationId xmlns:a16="http://schemas.microsoft.com/office/drawing/2014/main" id="{C0939FAD-C534-4B8D-A9A0-DC97417FB1AE}"/>
              </a:ext>
            </a:extLst>
          </p:cNvPr>
          <p:cNvSpPr>
            <a:spLocks xmlns:a="http://schemas.openxmlformats.org/drawingml/2006/main" noGrp="1"/>
          </p:cNvSpPr>
          <p:nvPr/>
        </p:nvSpPr>
        <p:spPr>
          <a:xfrm xmlns:a="http://schemas.openxmlformats.org/drawingml/2006/main">
            <a:off x="2324100" y="31242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0.1</a:t>
            </a:r>
          </a:p>
        </p:txBody>
      </p:sp>
      <p:sp>
        <p:nvSpPr>
          <p:cNvPr id="39" name="">
            <a:extLst xmlns:a="http://schemas.openxmlformats.org/drawingml/2006/main">
              <a:ext uri="{FF2B5EF4-FFF2-40B4-BE49-F238E27FC236}">
                <a16:creationId xmlns:a16="http://schemas.microsoft.com/office/drawing/2014/main" id="{2044B0B5-5CE8-4B2D-9921-F986A76A69D9}"/>
              </a:ext>
            </a:extLst>
          </p:cNvPr>
          <p:cNvSpPr>
            <a:spLocks xmlns:a="http://schemas.openxmlformats.org/drawingml/2006/main" noGrp="1"/>
          </p:cNvSpPr>
          <p:nvPr/>
        </p:nvSpPr>
        <p:spPr>
          <a:xfrm xmlns:a="http://schemas.openxmlformats.org/drawingml/2006/main" rot="0">
            <a:off x="3009900" y="3124200"/>
            <a:ext cx="647700" cy="6477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40" name="">
            <a:extLst xmlns:a="http://schemas.openxmlformats.org/drawingml/2006/main">
              <a:ext uri="{FF2B5EF4-FFF2-40B4-BE49-F238E27FC236}">
                <a16:creationId xmlns:a16="http://schemas.microsoft.com/office/drawing/2014/main" id="{F7815DD3-78F2-45B4-A57E-7F5288B16F0C}"/>
              </a:ext>
            </a:extLst>
          </p:cNvPr>
          <p:cNvSpPr>
            <a:spLocks xmlns:a="http://schemas.openxmlformats.org/drawingml/2006/main" noGrp="1"/>
          </p:cNvSpPr>
          <p:nvPr/>
        </p:nvSpPr>
        <p:spPr>
          <a:xfrm xmlns:a="http://schemas.openxmlformats.org/drawingml/2006/main">
            <a:off x="3009900" y="31242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0.7</a:t>
            </a:r>
          </a:p>
        </p:txBody>
      </p:sp>
      <p:sp>
        <p:nvSpPr>
          <p:cNvPr id="41" name="">
            <a:extLst xmlns:a="http://schemas.openxmlformats.org/drawingml/2006/main">
              <a:ext uri="{FF2B5EF4-FFF2-40B4-BE49-F238E27FC236}">
                <a16:creationId xmlns:a16="http://schemas.microsoft.com/office/drawing/2014/main" id="{0A5BEF4D-13ED-4A0A-9065-8460F810E65C}"/>
              </a:ext>
            </a:extLst>
          </p:cNvPr>
          <p:cNvSpPr>
            <a:spLocks xmlns:a="http://schemas.openxmlformats.org/drawingml/2006/main" noGrp="1"/>
          </p:cNvSpPr>
          <p:nvPr/>
        </p:nvSpPr>
        <p:spPr>
          <a:xfrm xmlns:a="http://schemas.openxmlformats.org/drawingml/2006/main" rot="0">
            <a:off x="3695700" y="31242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42" name="">
            <a:extLst xmlns:a="http://schemas.openxmlformats.org/drawingml/2006/main">
              <a:ext uri="{FF2B5EF4-FFF2-40B4-BE49-F238E27FC236}">
                <a16:creationId xmlns:a16="http://schemas.microsoft.com/office/drawing/2014/main" id="{97127FBE-9AB5-4C11-8B40-D2A5B90F290E}"/>
              </a:ext>
            </a:extLst>
          </p:cNvPr>
          <p:cNvSpPr>
            <a:spLocks xmlns:a="http://schemas.openxmlformats.org/drawingml/2006/main" noGrp="1"/>
          </p:cNvSpPr>
          <p:nvPr/>
        </p:nvSpPr>
        <p:spPr>
          <a:xfrm xmlns:a="http://schemas.openxmlformats.org/drawingml/2006/main">
            <a:off x="3695700" y="31242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0.9</a:t>
            </a:r>
          </a:p>
        </p:txBody>
      </p:sp>
      <p:sp>
        <p:nvSpPr>
          <p:cNvPr id="43" name="">
            <a:extLst xmlns:a="http://schemas.openxmlformats.org/drawingml/2006/main">
              <a:ext uri="{FF2B5EF4-FFF2-40B4-BE49-F238E27FC236}">
                <a16:creationId xmlns:a16="http://schemas.microsoft.com/office/drawing/2014/main" id="{032928B4-1D5E-4168-887B-06962B539F3E}"/>
              </a:ext>
            </a:extLst>
          </p:cNvPr>
          <p:cNvSpPr>
            <a:spLocks xmlns:a="http://schemas.openxmlformats.org/drawingml/2006/main" noGrp="1"/>
          </p:cNvSpPr>
          <p:nvPr/>
        </p:nvSpPr>
        <p:spPr>
          <a:xfrm xmlns:a="http://schemas.openxmlformats.org/drawingml/2006/main" rot="0">
            <a:off x="4381500" y="31242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44" name="">
            <a:extLst xmlns:a="http://schemas.openxmlformats.org/drawingml/2006/main">
              <a:ext uri="{FF2B5EF4-FFF2-40B4-BE49-F238E27FC236}">
                <a16:creationId xmlns:a16="http://schemas.microsoft.com/office/drawing/2014/main" id="{FB08A8A8-ED64-4304-A855-9671A29217D0}"/>
              </a:ext>
            </a:extLst>
          </p:cNvPr>
          <p:cNvSpPr>
            <a:spLocks xmlns:a="http://schemas.openxmlformats.org/drawingml/2006/main" noGrp="1"/>
          </p:cNvSpPr>
          <p:nvPr/>
        </p:nvSpPr>
        <p:spPr>
          <a:xfrm xmlns:a="http://schemas.openxmlformats.org/drawingml/2006/main">
            <a:off x="4381500" y="31242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0.8</a:t>
            </a:r>
          </a:p>
        </p:txBody>
      </p:sp>
      <p:sp>
        <p:nvSpPr>
          <p:cNvPr id="45" name="">
            <a:extLst xmlns:a="http://schemas.openxmlformats.org/drawingml/2006/main">
              <a:ext uri="{FF2B5EF4-FFF2-40B4-BE49-F238E27FC236}">
                <a16:creationId xmlns:a16="http://schemas.microsoft.com/office/drawing/2014/main" id="{778F8EA7-D1B8-4C11-B3A2-3DEED597A650}"/>
              </a:ext>
            </a:extLst>
          </p:cNvPr>
          <p:cNvSpPr>
            <a:spLocks xmlns:a="http://schemas.openxmlformats.org/drawingml/2006/main" noGrp="1"/>
          </p:cNvSpPr>
          <p:nvPr/>
        </p:nvSpPr>
        <p:spPr>
          <a:xfrm xmlns:a="http://schemas.openxmlformats.org/drawingml/2006/main" rot="0">
            <a:off x="5067300" y="31242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46" name="">
            <a:extLst xmlns:a="http://schemas.openxmlformats.org/drawingml/2006/main">
              <a:ext uri="{FF2B5EF4-FFF2-40B4-BE49-F238E27FC236}">
                <a16:creationId xmlns:a16="http://schemas.microsoft.com/office/drawing/2014/main" id="{D229EFE6-6786-4CED-9031-F2BD7CA9E682}"/>
              </a:ext>
            </a:extLst>
          </p:cNvPr>
          <p:cNvSpPr>
            <a:spLocks xmlns:a="http://schemas.openxmlformats.org/drawingml/2006/main" noGrp="1"/>
          </p:cNvSpPr>
          <p:nvPr/>
        </p:nvSpPr>
        <p:spPr>
          <a:xfrm xmlns:a="http://schemas.openxmlformats.org/drawingml/2006/main">
            <a:off x="5067300" y="31242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0.4</a:t>
            </a:r>
          </a:p>
        </p:txBody>
      </p:sp>
      <p:sp>
        <p:nvSpPr>
          <p:cNvPr id="47" name="">
            <a:extLst xmlns:a="http://schemas.openxmlformats.org/drawingml/2006/main">
              <a:ext uri="{FF2B5EF4-FFF2-40B4-BE49-F238E27FC236}">
                <a16:creationId xmlns:a16="http://schemas.microsoft.com/office/drawing/2014/main" id="{F551F5CC-895C-4E59-83D6-2288525CD1FA}"/>
              </a:ext>
            </a:extLst>
          </p:cNvPr>
          <p:cNvSpPr>
            <a:spLocks xmlns:a="http://schemas.openxmlformats.org/drawingml/2006/main" noGrp="1"/>
          </p:cNvSpPr>
          <p:nvPr/>
        </p:nvSpPr>
        <p:spPr>
          <a:xfrm xmlns:a="http://schemas.openxmlformats.org/drawingml/2006/main" rot="0">
            <a:off x="2324100" y="38100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48" name="">
            <a:extLst xmlns:a="http://schemas.openxmlformats.org/drawingml/2006/main">
              <a:ext uri="{FF2B5EF4-FFF2-40B4-BE49-F238E27FC236}">
                <a16:creationId xmlns:a16="http://schemas.microsoft.com/office/drawing/2014/main" id="{4857F2D7-5CF1-4054-A99C-F4EC33E32FAA}"/>
              </a:ext>
            </a:extLst>
          </p:cNvPr>
          <p:cNvSpPr>
            <a:spLocks xmlns:a="http://schemas.openxmlformats.org/drawingml/2006/main" noGrp="1"/>
          </p:cNvSpPr>
          <p:nvPr/>
        </p:nvSpPr>
        <p:spPr>
          <a:xfrm xmlns:a="http://schemas.openxmlformats.org/drawingml/2006/main">
            <a:off x="2324100" y="38100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49" name="">
            <a:extLst xmlns:a="http://schemas.openxmlformats.org/drawingml/2006/main">
              <a:ext uri="{FF2B5EF4-FFF2-40B4-BE49-F238E27FC236}">
                <a16:creationId xmlns:a16="http://schemas.microsoft.com/office/drawing/2014/main" id="{09B5F8C9-32A1-4978-AEF1-945974A16DC3}"/>
              </a:ext>
            </a:extLst>
          </p:cNvPr>
          <p:cNvSpPr>
            <a:spLocks xmlns:a="http://schemas.openxmlformats.org/drawingml/2006/main" noGrp="1"/>
          </p:cNvSpPr>
          <p:nvPr/>
        </p:nvSpPr>
        <p:spPr>
          <a:xfrm xmlns:a="http://schemas.openxmlformats.org/drawingml/2006/main" rot="0">
            <a:off x="3009900" y="38100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50" name="">
            <a:extLst xmlns:a="http://schemas.openxmlformats.org/drawingml/2006/main">
              <a:ext uri="{FF2B5EF4-FFF2-40B4-BE49-F238E27FC236}">
                <a16:creationId xmlns:a16="http://schemas.microsoft.com/office/drawing/2014/main" id="{DBB2299A-3971-4726-A080-AAF0D72ECDFA}"/>
              </a:ext>
            </a:extLst>
          </p:cNvPr>
          <p:cNvSpPr>
            <a:spLocks xmlns:a="http://schemas.openxmlformats.org/drawingml/2006/main" noGrp="1"/>
          </p:cNvSpPr>
          <p:nvPr/>
        </p:nvSpPr>
        <p:spPr>
          <a:xfrm xmlns:a="http://schemas.openxmlformats.org/drawingml/2006/main">
            <a:off x="3009900" y="38100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0.2</a:t>
            </a:r>
          </a:p>
        </p:txBody>
      </p:sp>
      <p:sp>
        <p:nvSpPr>
          <p:cNvPr id="51" name="">
            <a:extLst xmlns:a="http://schemas.openxmlformats.org/drawingml/2006/main">
              <a:ext uri="{FF2B5EF4-FFF2-40B4-BE49-F238E27FC236}">
                <a16:creationId xmlns:a16="http://schemas.microsoft.com/office/drawing/2014/main" id="{810E2FCE-63AD-4172-B4F6-3BEAA1487935}"/>
              </a:ext>
            </a:extLst>
          </p:cNvPr>
          <p:cNvSpPr>
            <a:spLocks xmlns:a="http://schemas.openxmlformats.org/drawingml/2006/main" noGrp="1"/>
          </p:cNvSpPr>
          <p:nvPr/>
        </p:nvSpPr>
        <p:spPr>
          <a:xfrm xmlns:a="http://schemas.openxmlformats.org/drawingml/2006/main" rot="0">
            <a:off x="3695700" y="38100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52" name="">
            <a:extLst xmlns:a="http://schemas.openxmlformats.org/drawingml/2006/main">
              <a:ext uri="{FF2B5EF4-FFF2-40B4-BE49-F238E27FC236}">
                <a16:creationId xmlns:a16="http://schemas.microsoft.com/office/drawing/2014/main" id="{5B1DDD82-7B5A-4B97-8601-15BC3682347F}"/>
              </a:ext>
            </a:extLst>
          </p:cNvPr>
          <p:cNvSpPr>
            <a:spLocks xmlns:a="http://schemas.openxmlformats.org/drawingml/2006/main" noGrp="1"/>
          </p:cNvSpPr>
          <p:nvPr/>
        </p:nvSpPr>
        <p:spPr>
          <a:xfrm xmlns:a="http://schemas.openxmlformats.org/drawingml/2006/main">
            <a:off x="3695700" y="38100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0.8</a:t>
            </a:r>
          </a:p>
        </p:txBody>
      </p:sp>
      <p:sp>
        <p:nvSpPr>
          <p:cNvPr id="53" name="">
            <a:extLst xmlns:a="http://schemas.openxmlformats.org/drawingml/2006/main">
              <a:ext uri="{FF2B5EF4-FFF2-40B4-BE49-F238E27FC236}">
                <a16:creationId xmlns:a16="http://schemas.microsoft.com/office/drawing/2014/main" id="{65C97E1D-E695-4954-A8AC-E953F637F013}"/>
              </a:ext>
            </a:extLst>
          </p:cNvPr>
          <p:cNvSpPr>
            <a:spLocks xmlns:a="http://schemas.openxmlformats.org/drawingml/2006/main" noGrp="1"/>
          </p:cNvSpPr>
          <p:nvPr/>
        </p:nvSpPr>
        <p:spPr>
          <a:xfrm xmlns:a="http://schemas.openxmlformats.org/drawingml/2006/main" rot="0">
            <a:off x="4381500" y="38100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54" name="">
            <a:extLst xmlns:a="http://schemas.openxmlformats.org/drawingml/2006/main">
              <a:ext uri="{FF2B5EF4-FFF2-40B4-BE49-F238E27FC236}">
                <a16:creationId xmlns:a16="http://schemas.microsoft.com/office/drawing/2014/main" id="{3C1A70C7-7386-4D40-AC1E-6748ED25C51A}"/>
              </a:ext>
            </a:extLst>
          </p:cNvPr>
          <p:cNvSpPr>
            <a:spLocks xmlns:a="http://schemas.openxmlformats.org/drawingml/2006/main" noGrp="1"/>
          </p:cNvSpPr>
          <p:nvPr/>
        </p:nvSpPr>
        <p:spPr>
          <a:xfrm xmlns:a="http://schemas.openxmlformats.org/drawingml/2006/main">
            <a:off x="4381500" y="38100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0.9</a:t>
            </a:r>
          </a:p>
        </p:txBody>
      </p:sp>
      <p:sp>
        <p:nvSpPr>
          <p:cNvPr id="55" name="">
            <a:extLst xmlns:a="http://schemas.openxmlformats.org/drawingml/2006/main">
              <a:ext uri="{FF2B5EF4-FFF2-40B4-BE49-F238E27FC236}">
                <a16:creationId xmlns:a16="http://schemas.microsoft.com/office/drawing/2014/main" id="{C3C27D60-9884-4E72-9706-8A477BEB4ED1}"/>
              </a:ext>
            </a:extLst>
          </p:cNvPr>
          <p:cNvSpPr>
            <a:spLocks xmlns:a="http://schemas.openxmlformats.org/drawingml/2006/main" noGrp="1"/>
          </p:cNvSpPr>
          <p:nvPr/>
        </p:nvSpPr>
        <p:spPr>
          <a:xfrm xmlns:a="http://schemas.openxmlformats.org/drawingml/2006/main" rot="0">
            <a:off x="5067300" y="3810000"/>
            <a:ext cx="647700" cy="6477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56" name="">
            <a:extLst xmlns:a="http://schemas.openxmlformats.org/drawingml/2006/main">
              <a:ext uri="{FF2B5EF4-FFF2-40B4-BE49-F238E27FC236}">
                <a16:creationId xmlns:a16="http://schemas.microsoft.com/office/drawing/2014/main" id="{9DD0D041-5238-45EF-BD25-69D1DDD0472A}"/>
              </a:ext>
            </a:extLst>
          </p:cNvPr>
          <p:cNvSpPr>
            <a:spLocks xmlns:a="http://schemas.openxmlformats.org/drawingml/2006/main" noGrp="1"/>
          </p:cNvSpPr>
          <p:nvPr/>
        </p:nvSpPr>
        <p:spPr>
          <a:xfrm xmlns:a="http://schemas.openxmlformats.org/drawingml/2006/main">
            <a:off x="5067300" y="38100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0.6</a:t>
            </a:r>
          </a:p>
        </p:txBody>
      </p:sp>
      <p:sp>
        <p:nvSpPr>
          <p:cNvPr id="57" name="">
            <a:extLst xmlns:a="http://schemas.openxmlformats.org/drawingml/2006/main">
              <a:ext uri="{FF2B5EF4-FFF2-40B4-BE49-F238E27FC236}">
                <a16:creationId xmlns:a16="http://schemas.microsoft.com/office/drawing/2014/main" id="{02D35E17-2898-4D75-B8DE-7716DFFE88DD}"/>
              </a:ext>
            </a:extLst>
          </p:cNvPr>
          <p:cNvSpPr>
            <a:spLocks xmlns:a="http://schemas.openxmlformats.org/drawingml/2006/main" noGrp="1"/>
          </p:cNvSpPr>
          <p:nvPr/>
        </p:nvSpPr>
        <p:spPr>
          <a:xfrm xmlns:a="http://schemas.openxmlformats.org/drawingml/2006/main" rot="0">
            <a:off x="2324100" y="4495800"/>
            <a:ext cx="647700" cy="647700"/>
          </a:xfrm>
          <a:prstGeom xmlns:a="http://schemas.openxmlformats.org/drawingml/2006/main" prst="rect">
            <a:avLst/>
          </a:prstGeom>
          <a:solidFill xmlns:a="http://schemas.openxmlformats.org/drawingml/2006/main">
            <a:srgbClr val="E0F0FE"/>
          </a:solidFill>
          <a:ln xmlns:a="http://schemas.openxmlformats.org/drawingml/2006/main" w="0">
            <a:solidFill>
              <a:srgbClr val="E0F0FE"/>
            </a:solidFill>
            <a:prstDash val="solid"/>
          </a:ln>
        </p:spPr>
      </p:sp>
      <p:sp>
        <p:nvSpPr>
          <p:cNvPr id="58" name="">
            <a:extLst xmlns:a="http://schemas.openxmlformats.org/drawingml/2006/main">
              <a:ext uri="{FF2B5EF4-FFF2-40B4-BE49-F238E27FC236}">
                <a16:creationId xmlns:a16="http://schemas.microsoft.com/office/drawing/2014/main" id="{F896AFFA-EC5C-4D50-9037-2F100B4D7F9F}"/>
              </a:ext>
            </a:extLst>
          </p:cNvPr>
          <p:cNvSpPr>
            <a:spLocks xmlns:a="http://schemas.openxmlformats.org/drawingml/2006/main" noGrp="1"/>
          </p:cNvSpPr>
          <p:nvPr/>
        </p:nvSpPr>
        <p:spPr>
          <a:xfrm xmlns:a="http://schemas.openxmlformats.org/drawingml/2006/main">
            <a:off x="2324100" y="44958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0.1</a:t>
            </a:r>
          </a:p>
        </p:txBody>
      </p:sp>
      <p:sp>
        <p:nvSpPr>
          <p:cNvPr id="59" name="">
            <a:extLst xmlns:a="http://schemas.openxmlformats.org/drawingml/2006/main">
              <a:ext uri="{FF2B5EF4-FFF2-40B4-BE49-F238E27FC236}">
                <a16:creationId xmlns:a16="http://schemas.microsoft.com/office/drawing/2014/main" id="{75EF7076-E464-4504-9BC0-DC777853C1F0}"/>
              </a:ext>
            </a:extLst>
          </p:cNvPr>
          <p:cNvSpPr>
            <a:spLocks xmlns:a="http://schemas.openxmlformats.org/drawingml/2006/main" noGrp="1"/>
          </p:cNvSpPr>
          <p:nvPr/>
        </p:nvSpPr>
        <p:spPr>
          <a:xfrm xmlns:a="http://schemas.openxmlformats.org/drawingml/2006/main" rot="0">
            <a:off x="3009900" y="4495800"/>
            <a:ext cx="647700" cy="647700"/>
          </a:xfrm>
          <a:prstGeom xmlns:a="http://schemas.openxmlformats.org/drawingml/2006/main" prst="rect">
            <a:avLst/>
          </a:prstGeom>
          <a:solidFill xmlns:a="http://schemas.openxmlformats.org/drawingml/2006/main">
            <a:srgbClr val="A9C6F8"/>
          </a:solidFill>
          <a:ln xmlns:a="http://schemas.openxmlformats.org/drawingml/2006/main" w="0">
            <a:solidFill>
              <a:srgbClr val="A9C6F8"/>
            </a:solidFill>
            <a:prstDash val="solid"/>
          </a:ln>
        </p:spPr>
      </p:sp>
      <p:sp>
        <p:nvSpPr>
          <p:cNvPr id="60" name="">
            <a:extLst xmlns:a="http://schemas.openxmlformats.org/drawingml/2006/main">
              <a:ext uri="{FF2B5EF4-FFF2-40B4-BE49-F238E27FC236}">
                <a16:creationId xmlns:a16="http://schemas.microsoft.com/office/drawing/2014/main" id="{421D2BDF-C908-4C17-A627-D41908CCA1C2}"/>
              </a:ext>
            </a:extLst>
          </p:cNvPr>
          <p:cNvSpPr>
            <a:spLocks xmlns:a="http://schemas.openxmlformats.org/drawingml/2006/main" noGrp="1"/>
          </p:cNvSpPr>
          <p:nvPr/>
        </p:nvSpPr>
        <p:spPr>
          <a:xfrm xmlns:a="http://schemas.openxmlformats.org/drawingml/2006/main">
            <a:off x="3009900" y="44958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191919"/>
                </a:solidFill>
                <a:latin typeface="Menlo"/>
                <a:ea typeface="Menlo"/>
                <a:cs typeface="Menlo"/>
              </a:defRPr>
            </a:pPr>
            <a:r>
              <a:rPr sz="1125" b="1">
                <a:solidFill>
                  <a:srgbClr val="191919"/>
                </a:solidFill>
                <a:latin typeface="Menlo"/>
                <a:ea typeface="Menlo"/>
                <a:cs typeface="Menlo"/>
              </a:rPr>
              <a:t>0.3</a:t>
            </a:r>
          </a:p>
        </p:txBody>
      </p:sp>
      <p:sp>
        <p:nvSpPr>
          <p:cNvPr id="61" name="">
            <a:extLst xmlns:a="http://schemas.openxmlformats.org/drawingml/2006/main">
              <a:ext uri="{FF2B5EF4-FFF2-40B4-BE49-F238E27FC236}">
                <a16:creationId xmlns:a16="http://schemas.microsoft.com/office/drawing/2014/main" id="{CEA814C0-DE0D-4449-950F-7960090EB88A}"/>
              </a:ext>
            </a:extLst>
          </p:cNvPr>
          <p:cNvSpPr>
            <a:spLocks xmlns:a="http://schemas.openxmlformats.org/drawingml/2006/main" noGrp="1"/>
          </p:cNvSpPr>
          <p:nvPr/>
        </p:nvSpPr>
        <p:spPr>
          <a:xfrm xmlns:a="http://schemas.openxmlformats.org/drawingml/2006/main" rot="0">
            <a:off x="3695700" y="4495800"/>
            <a:ext cx="647700" cy="6477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62" name="">
            <a:extLst xmlns:a="http://schemas.openxmlformats.org/drawingml/2006/main">
              <a:ext uri="{FF2B5EF4-FFF2-40B4-BE49-F238E27FC236}">
                <a16:creationId xmlns:a16="http://schemas.microsoft.com/office/drawing/2014/main" id="{7BADF676-957D-4F08-8D5D-789C64E39A4D}"/>
              </a:ext>
            </a:extLst>
          </p:cNvPr>
          <p:cNvSpPr>
            <a:spLocks xmlns:a="http://schemas.openxmlformats.org/drawingml/2006/main" noGrp="1"/>
          </p:cNvSpPr>
          <p:nvPr/>
        </p:nvSpPr>
        <p:spPr>
          <a:xfrm xmlns:a="http://schemas.openxmlformats.org/drawingml/2006/main">
            <a:off x="3695700" y="44958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0.5</a:t>
            </a:r>
          </a:p>
        </p:txBody>
      </p:sp>
      <p:sp>
        <p:nvSpPr>
          <p:cNvPr id="63" name="">
            <a:extLst xmlns:a="http://schemas.openxmlformats.org/drawingml/2006/main">
              <a:ext uri="{FF2B5EF4-FFF2-40B4-BE49-F238E27FC236}">
                <a16:creationId xmlns:a16="http://schemas.microsoft.com/office/drawing/2014/main" id="{EA0CF9F5-571B-467E-A710-890E7DD43C97}"/>
              </a:ext>
            </a:extLst>
          </p:cNvPr>
          <p:cNvSpPr>
            <a:spLocks xmlns:a="http://schemas.openxmlformats.org/drawingml/2006/main" noGrp="1"/>
          </p:cNvSpPr>
          <p:nvPr/>
        </p:nvSpPr>
        <p:spPr>
          <a:xfrm xmlns:a="http://schemas.openxmlformats.org/drawingml/2006/main" rot="0">
            <a:off x="4381500" y="4495800"/>
            <a:ext cx="647700" cy="6477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64" name="">
            <a:extLst xmlns:a="http://schemas.openxmlformats.org/drawingml/2006/main">
              <a:ext uri="{FF2B5EF4-FFF2-40B4-BE49-F238E27FC236}">
                <a16:creationId xmlns:a16="http://schemas.microsoft.com/office/drawing/2014/main" id="{8556250C-ACBE-4E75-AB19-3615FA421B6F}"/>
              </a:ext>
            </a:extLst>
          </p:cNvPr>
          <p:cNvSpPr>
            <a:spLocks xmlns:a="http://schemas.openxmlformats.org/drawingml/2006/main" noGrp="1"/>
          </p:cNvSpPr>
          <p:nvPr/>
        </p:nvSpPr>
        <p:spPr>
          <a:xfrm xmlns:a="http://schemas.openxmlformats.org/drawingml/2006/main">
            <a:off x="4381500" y="44958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0.7</a:t>
            </a:r>
          </a:p>
        </p:txBody>
      </p:sp>
      <p:sp>
        <p:nvSpPr>
          <p:cNvPr id="65" name="">
            <a:extLst xmlns:a="http://schemas.openxmlformats.org/drawingml/2006/main">
              <a:ext uri="{FF2B5EF4-FFF2-40B4-BE49-F238E27FC236}">
                <a16:creationId xmlns:a16="http://schemas.microsoft.com/office/drawing/2014/main" id="{CB6ED710-4332-4C5F-AFCC-7DA220ADFD12}"/>
              </a:ext>
            </a:extLst>
          </p:cNvPr>
          <p:cNvSpPr>
            <a:spLocks xmlns:a="http://schemas.openxmlformats.org/drawingml/2006/main" noGrp="1"/>
          </p:cNvSpPr>
          <p:nvPr/>
        </p:nvSpPr>
        <p:spPr>
          <a:xfrm xmlns:a="http://schemas.openxmlformats.org/drawingml/2006/main" rot="0">
            <a:off x="5067300" y="4495800"/>
            <a:ext cx="647700" cy="647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6" name="">
            <a:extLst xmlns:a="http://schemas.openxmlformats.org/drawingml/2006/main">
              <a:ext uri="{FF2B5EF4-FFF2-40B4-BE49-F238E27FC236}">
                <a16:creationId xmlns:a16="http://schemas.microsoft.com/office/drawing/2014/main" id="{A0AF84F0-F832-49FB-BBA1-1AA44B675251}"/>
              </a:ext>
            </a:extLst>
          </p:cNvPr>
          <p:cNvSpPr>
            <a:spLocks xmlns:a="http://schemas.openxmlformats.org/drawingml/2006/main" noGrp="1"/>
          </p:cNvSpPr>
          <p:nvPr/>
        </p:nvSpPr>
        <p:spPr>
          <a:xfrm xmlns:a="http://schemas.openxmlformats.org/drawingml/2006/main">
            <a:off x="5067300" y="449580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125" b="1">
                <a:solidFill>
                  <a:srgbClr val="FFFFFF"/>
                </a:solidFill>
                <a:latin typeface="Menlo"/>
                <a:ea typeface="Menlo"/>
                <a:cs typeface="Menlo"/>
              </a:defRPr>
            </a:pPr>
            <a:r>
              <a:rPr sz="1125" b="1">
                <a:solidFill>
                  <a:srgbClr val="FFFFFF"/>
                </a:solidFill>
                <a:latin typeface="Menlo"/>
                <a:ea typeface="Menlo"/>
                <a:cs typeface="Menlo"/>
              </a:rPr>
              <a:t>0.9</a:t>
            </a:r>
          </a:p>
        </p:txBody>
      </p:sp>
      <p:sp>
        <p:nvSpPr>
          <p:cNvPr id="67" name="">
            <a:extLst xmlns:a="http://schemas.openxmlformats.org/drawingml/2006/main">
              <a:ext uri="{FF2B5EF4-FFF2-40B4-BE49-F238E27FC236}">
                <a16:creationId xmlns:a16="http://schemas.microsoft.com/office/drawing/2014/main" id="{112E384A-5721-462B-BA4E-EAC0C691F5D3}"/>
              </a:ext>
            </a:extLst>
          </p:cNvPr>
          <p:cNvSpPr>
            <a:spLocks xmlns:a="http://schemas.openxmlformats.org/drawingml/2006/main" noGrp="1"/>
          </p:cNvSpPr>
          <p:nvPr/>
        </p:nvSpPr>
        <p:spPr>
          <a:xfrm xmlns:a="http://schemas.openxmlformats.org/drawingml/2006/main">
            <a:off x="7734300" y="2000250"/>
            <a:ext cx="339090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색이 진할수록</a:t>
            </a:r>
          </a:p>
          <a:p xmlns:a="http://schemas.openxmlformats.org/drawingml/2006/main">
            <a:pPr algn="l">
              <a:lnSpc>
                <a:spcPct val="125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해당 토큰을 더 크게 참고</a:t>
            </a:r>
          </a:p>
        </p:txBody>
      </p:sp>
      <p:sp>
        <p:nvSpPr>
          <p:cNvPr id="68" name="">
            <a:extLst xmlns:a="http://schemas.openxmlformats.org/drawingml/2006/main">
              <a:ext uri="{FF2B5EF4-FFF2-40B4-BE49-F238E27FC236}">
                <a16:creationId xmlns:a16="http://schemas.microsoft.com/office/drawing/2014/main" id="{FCC8751A-6E10-47C7-8E87-4D305EDCF511}"/>
              </a:ext>
            </a:extLst>
          </p:cNvPr>
          <p:cNvSpPr>
            <a:spLocks xmlns:a="http://schemas.openxmlformats.org/drawingml/2006/main" noGrp="1"/>
          </p:cNvSpPr>
          <p:nvPr/>
        </p:nvSpPr>
        <p:spPr>
          <a:xfrm xmlns:a="http://schemas.openxmlformats.org/drawingml/2006/main">
            <a:off x="7734300" y="4495800"/>
            <a:ext cx="3390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5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설명용 예시이며 실제 모델의 어텐션 값이나 인과 설명이 아님</a:t>
            </a:r>
          </a:p>
        </p:txBody>
      </p:sp>
    </p:spTree>
    <p:extLst>
      <p:ext uri="{BB962C8B-B14F-4D97-AF65-F5344CB8AC3E}">
        <p14:creationId xmlns:p14="http://schemas.microsoft.com/office/powerpoint/2010/main" val="435835853"/>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A25A71D-0392-4284-B0A7-C955A9E12C3F}"/>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74580647-C556-4C16-84B8-3B37D143DB65}"/>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27</a:t>
            </a:r>
          </a:p>
        </p:txBody>
      </p:sp>
      <p:sp>
        <p:nvSpPr>
          <p:cNvPr id="3" name="">
            <a:extLst xmlns:a="http://schemas.openxmlformats.org/drawingml/2006/main">
              <a:ext uri="{FF2B5EF4-FFF2-40B4-BE49-F238E27FC236}">
                <a16:creationId xmlns:a16="http://schemas.microsoft.com/office/drawing/2014/main" id="{FD550487-A27E-4ABC-A9D8-B6BC00BE00D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0AF0512A-08A4-4BA8-8305-9A7D88CD9C31}"/>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A65B429-CBF5-4CEF-9A52-924DDA5AB4AF}"/>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EA6F8AF6-FD56-4B0F-913E-6EF23580597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트랜스포머의 문맥 처리 흐름</a:t>
            </a:r>
          </a:p>
        </p:txBody>
      </p:sp>
      <p:sp>
        <p:nvSpPr>
          <p:cNvPr id="7" name="">
            <a:extLst xmlns:a="http://schemas.openxmlformats.org/drawingml/2006/main">
              <a:ext uri="{FF2B5EF4-FFF2-40B4-BE49-F238E27FC236}">
                <a16:creationId xmlns:a16="http://schemas.microsoft.com/office/drawing/2014/main" id="{ED03AFAE-09EF-45A0-AB9C-241725FD96FA}"/>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DBB8CBCD-AAD1-4A3E-AFB0-807341CD3A5B}"/>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토큰</a:t>
            </a:r>
          </a:p>
        </p:txBody>
      </p:sp>
      <p:sp>
        <p:nvSpPr>
          <p:cNvPr id="9" name="">
            <a:extLst xmlns:a="http://schemas.openxmlformats.org/drawingml/2006/main">
              <a:ext uri="{FF2B5EF4-FFF2-40B4-BE49-F238E27FC236}">
                <a16:creationId xmlns:a16="http://schemas.microsoft.com/office/drawing/2014/main" id="{EB6AEEF7-7CAC-4ABF-8D09-ACA03A66A8A6}"/>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입력 위치</a:t>
            </a:r>
          </a:p>
        </p:txBody>
      </p:sp>
      <p:sp>
        <p:nvSpPr>
          <p:cNvPr id="10" name="">
            <a:extLst xmlns:a="http://schemas.openxmlformats.org/drawingml/2006/main">
              <a:ext uri="{FF2B5EF4-FFF2-40B4-BE49-F238E27FC236}">
                <a16:creationId xmlns:a16="http://schemas.microsoft.com/office/drawing/2014/main" id="{9D3B3794-FCD7-42F1-B961-FBFCACF62C29}"/>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1F1126C8-D991-488E-908D-26CAB268596F}"/>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53911613-1394-4C6B-941D-8D12AF11C2F7}"/>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Q · K · V</a:t>
            </a:r>
          </a:p>
        </p:txBody>
      </p:sp>
      <p:sp>
        <p:nvSpPr>
          <p:cNvPr id="13" name="">
            <a:extLst xmlns:a="http://schemas.openxmlformats.org/drawingml/2006/main">
              <a:ext uri="{FF2B5EF4-FFF2-40B4-BE49-F238E27FC236}">
                <a16:creationId xmlns:a16="http://schemas.microsoft.com/office/drawing/2014/main" id="{4ECD4AD7-79E4-45D0-AE3C-886EF1B2FD38}"/>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Query·Key·Value 투영</a:t>
            </a:r>
          </a:p>
        </p:txBody>
      </p:sp>
      <p:sp>
        <p:nvSpPr>
          <p:cNvPr id="14" name="">
            <a:extLst xmlns:a="http://schemas.openxmlformats.org/drawingml/2006/main">
              <a:ext uri="{FF2B5EF4-FFF2-40B4-BE49-F238E27FC236}">
                <a16:creationId xmlns:a16="http://schemas.microsoft.com/office/drawing/2014/main" id="{14314BFB-F0EC-4982-8AD4-20592CAE82D1}"/>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B0BB5D9B-2178-47C3-80ED-795FA5B62222}"/>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E8C8581A-1D17-4FF9-AD50-06BDEE94693F}"/>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셀프 어텐션</a:t>
            </a:r>
          </a:p>
        </p:txBody>
      </p:sp>
      <p:sp>
        <p:nvSpPr>
          <p:cNvPr id="17" name="">
            <a:extLst xmlns:a="http://schemas.openxmlformats.org/drawingml/2006/main">
              <a:ext uri="{FF2B5EF4-FFF2-40B4-BE49-F238E27FC236}">
                <a16:creationId xmlns:a16="http://schemas.microsoft.com/office/drawing/2014/main" id="{9C9D583A-CB0B-4B27-B8CE-F5E9BC26FEA0}"/>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관계 가중 합</a:t>
            </a:r>
          </a:p>
        </p:txBody>
      </p:sp>
      <p:sp>
        <p:nvSpPr>
          <p:cNvPr id="18" name="">
            <a:extLst xmlns:a="http://schemas.openxmlformats.org/drawingml/2006/main">
              <a:ext uri="{FF2B5EF4-FFF2-40B4-BE49-F238E27FC236}">
                <a16:creationId xmlns:a16="http://schemas.microsoft.com/office/drawing/2014/main" id="{83967F45-5099-40EA-92B1-E1B3A98BD0C9}"/>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440F5C4F-F1E3-4DC2-BC40-59C2181605D3}"/>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F5CDFE0B-4FF1-464B-8B9B-EDD803400636}"/>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FFN</a:t>
            </a:r>
          </a:p>
        </p:txBody>
      </p:sp>
      <p:sp>
        <p:nvSpPr>
          <p:cNvPr id="21" name="">
            <a:extLst xmlns:a="http://schemas.openxmlformats.org/drawingml/2006/main">
              <a:ext uri="{FF2B5EF4-FFF2-40B4-BE49-F238E27FC236}">
                <a16:creationId xmlns:a16="http://schemas.microsoft.com/office/drawing/2014/main" id="{ABAF51FC-D3E3-4DF8-957E-986B8BF01BC3}"/>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위치별 변환</a:t>
            </a:r>
          </a:p>
        </p:txBody>
      </p:sp>
      <p:sp>
        <p:nvSpPr>
          <p:cNvPr id="22" name="">
            <a:extLst xmlns:a="http://schemas.openxmlformats.org/drawingml/2006/main">
              <a:ext uri="{FF2B5EF4-FFF2-40B4-BE49-F238E27FC236}">
                <a16:creationId xmlns:a16="http://schemas.microsoft.com/office/drawing/2014/main" id="{7D307729-10D7-4F1B-837F-62ED9F1834FA}"/>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568DA555-86CB-4E66-A1E8-5BBD86C79576}"/>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E6A3D548-522C-478D-8910-B09085B2B15C}"/>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맥락</a:t>
            </a:r>
          </a:p>
        </p:txBody>
      </p:sp>
      <p:sp>
        <p:nvSpPr>
          <p:cNvPr id="25" name="">
            <a:extLst xmlns:a="http://schemas.openxmlformats.org/drawingml/2006/main">
              <a:ext uri="{FF2B5EF4-FFF2-40B4-BE49-F238E27FC236}">
                <a16:creationId xmlns:a16="http://schemas.microsoft.com/office/drawing/2014/main" id="{99BFC734-6129-4173-8322-77A4B7381FC2}"/>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문맥이 반영된 토큰 표현</a:t>
            </a:r>
          </a:p>
        </p:txBody>
      </p:sp>
      <p:sp>
        <p:nvSpPr>
          <p:cNvPr id="26" name="">
            <a:extLst xmlns:a="http://schemas.openxmlformats.org/drawingml/2006/main">
              <a:ext uri="{FF2B5EF4-FFF2-40B4-BE49-F238E27FC236}">
                <a16:creationId xmlns:a16="http://schemas.microsoft.com/office/drawing/2014/main" id="{9CCEEBE8-F485-4B31-AAB1-8334580F123E}"/>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Q=Query · K=Key · V=Value · FFN=Feed-Forward Network</a:t>
            </a:r>
          </a:p>
        </p:txBody>
      </p:sp>
    </p:spTree>
    <p:extLst>
      <p:ext uri="{BB962C8B-B14F-4D97-AF65-F5344CB8AC3E}">
        <p14:creationId xmlns:p14="http://schemas.microsoft.com/office/powerpoint/2010/main" val="1432352105"/>
      </p:ext>
    </p:extLst>
  </p:cSld>
</p:sld>
</file>

<file path=ppt/slides/slide2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71AC526-F9DC-4711-A294-9A999243EFFA}"/>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BEF7ED27-C10C-4FD2-BE32-B28F063CA753}"/>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28</a:t>
            </a:r>
          </a:p>
        </p:txBody>
      </p:sp>
      <p:sp>
        <p:nvSpPr>
          <p:cNvPr id="3" name="">
            <a:extLst xmlns:a="http://schemas.openxmlformats.org/drawingml/2006/main">
              <a:ext uri="{FF2B5EF4-FFF2-40B4-BE49-F238E27FC236}">
                <a16:creationId xmlns:a16="http://schemas.microsoft.com/office/drawing/2014/main" id="{88844DD7-4DD4-4B23-8339-857CA959772E}"/>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5B96A0EB-5D41-4DB2-982C-320B6ADA79B0}"/>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14651655-70C6-4835-ABD0-21804795CAC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9B90854-F36C-4D75-9471-153DD1BFBEAE}"/>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다음 토큰 예측 기반 사전학습</a:t>
            </a:r>
          </a:p>
        </p:txBody>
      </p:sp>
      <p:sp>
        <p:nvSpPr>
          <p:cNvPr id="7" name="">
            <a:extLst xmlns:a="http://schemas.openxmlformats.org/drawingml/2006/main">
              <a:ext uri="{FF2B5EF4-FFF2-40B4-BE49-F238E27FC236}">
                <a16:creationId xmlns:a16="http://schemas.microsoft.com/office/drawing/2014/main" id="{C6DB5E95-98EB-4709-A44E-98DC5CADD325}"/>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6333DEA9-0CD4-468F-AAFE-651311DB10FE}"/>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대규모 텍스트</a:t>
            </a:r>
          </a:p>
        </p:txBody>
      </p:sp>
      <p:sp>
        <p:nvSpPr>
          <p:cNvPr id="9" name="">
            <a:extLst xmlns:a="http://schemas.openxmlformats.org/drawingml/2006/main">
              <a:ext uri="{FF2B5EF4-FFF2-40B4-BE49-F238E27FC236}">
                <a16:creationId xmlns:a16="http://schemas.microsoft.com/office/drawing/2014/main" id="{8B392A8A-A15F-4E10-80A9-208BD8F4CF85}"/>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학습 말뭉치</a:t>
            </a:r>
          </a:p>
        </p:txBody>
      </p:sp>
      <p:sp>
        <p:nvSpPr>
          <p:cNvPr id="10" name="">
            <a:extLst xmlns:a="http://schemas.openxmlformats.org/drawingml/2006/main">
              <a:ext uri="{FF2B5EF4-FFF2-40B4-BE49-F238E27FC236}">
                <a16:creationId xmlns:a16="http://schemas.microsoft.com/office/drawing/2014/main" id="{805D97F3-C5F0-4FF3-8510-0B58990D976F}"/>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81ED5E10-075C-47F4-A623-E75495D3B99E}"/>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82AEF9A6-12D6-4388-9DF4-98C30EE866A0}"/>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문맥</a:t>
            </a:r>
          </a:p>
        </p:txBody>
      </p:sp>
      <p:sp>
        <p:nvSpPr>
          <p:cNvPr id="13" name="">
            <a:extLst xmlns:a="http://schemas.openxmlformats.org/drawingml/2006/main">
              <a:ext uri="{FF2B5EF4-FFF2-40B4-BE49-F238E27FC236}">
                <a16:creationId xmlns:a16="http://schemas.microsoft.com/office/drawing/2014/main" id="{999A2C17-B5D8-4D7D-919B-E21AB89F8EC2}"/>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토큰 시퀀스</a:t>
            </a:r>
          </a:p>
        </p:txBody>
      </p:sp>
      <p:sp>
        <p:nvSpPr>
          <p:cNvPr id="14" name="">
            <a:extLst xmlns:a="http://schemas.openxmlformats.org/drawingml/2006/main">
              <a:ext uri="{FF2B5EF4-FFF2-40B4-BE49-F238E27FC236}">
                <a16:creationId xmlns:a16="http://schemas.microsoft.com/office/drawing/2014/main" id="{70224F66-3999-4E39-962F-6334CB5067DD}"/>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06F7551F-FB2C-4D8E-9F5D-F15C42796263}"/>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2A31F4E3-829C-4425-948B-52E158F834BC}"/>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확률 분포</a:t>
            </a:r>
          </a:p>
        </p:txBody>
      </p:sp>
      <p:sp>
        <p:nvSpPr>
          <p:cNvPr id="17" name="">
            <a:extLst xmlns:a="http://schemas.openxmlformats.org/drawingml/2006/main">
              <a:ext uri="{FF2B5EF4-FFF2-40B4-BE49-F238E27FC236}">
                <a16:creationId xmlns:a16="http://schemas.microsoft.com/office/drawing/2014/main" id="{55953D68-0C65-4A43-BA89-0244463823B8}"/>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다음 토큰</a:t>
            </a:r>
          </a:p>
        </p:txBody>
      </p:sp>
      <p:sp>
        <p:nvSpPr>
          <p:cNvPr id="18" name="">
            <a:extLst xmlns:a="http://schemas.openxmlformats.org/drawingml/2006/main">
              <a:ext uri="{FF2B5EF4-FFF2-40B4-BE49-F238E27FC236}">
                <a16:creationId xmlns:a16="http://schemas.microsoft.com/office/drawing/2014/main" id="{21A8496E-C9E5-49CE-9896-9B22B16296D3}"/>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39F5337A-C2EE-4DB4-9751-F4C19A961500}"/>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A25AB3A7-49D3-4052-AE99-3773FA463B14}"/>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손실 계산</a:t>
            </a:r>
          </a:p>
        </p:txBody>
      </p:sp>
      <p:sp>
        <p:nvSpPr>
          <p:cNvPr id="21" name="">
            <a:extLst xmlns:a="http://schemas.openxmlformats.org/drawingml/2006/main">
              <a:ext uri="{FF2B5EF4-FFF2-40B4-BE49-F238E27FC236}">
                <a16:creationId xmlns:a16="http://schemas.microsoft.com/office/drawing/2014/main" id="{2CEDF66F-5EF2-46F4-940A-0070C49808A5}"/>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예측 오차</a:t>
            </a:r>
          </a:p>
        </p:txBody>
      </p:sp>
      <p:sp>
        <p:nvSpPr>
          <p:cNvPr id="22" name="">
            <a:extLst xmlns:a="http://schemas.openxmlformats.org/drawingml/2006/main">
              <a:ext uri="{FF2B5EF4-FFF2-40B4-BE49-F238E27FC236}">
                <a16:creationId xmlns:a16="http://schemas.microsoft.com/office/drawing/2014/main" id="{BA14C191-D7C8-43B9-871F-4596D2FCA2B3}"/>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EE33CF6-1EF0-4496-BBB8-869EFDDF4D1A}"/>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4" name="">
            <a:extLst xmlns:a="http://schemas.openxmlformats.org/drawingml/2006/main">
              <a:ext uri="{FF2B5EF4-FFF2-40B4-BE49-F238E27FC236}">
                <a16:creationId xmlns:a16="http://schemas.microsoft.com/office/drawing/2014/main" id="{F9BBC4D8-922D-4E78-A476-40ACA43B63A1}"/>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가중치 업데이트</a:t>
            </a:r>
          </a:p>
        </p:txBody>
      </p:sp>
      <p:sp>
        <p:nvSpPr>
          <p:cNvPr id="25" name="">
            <a:extLst xmlns:a="http://schemas.openxmlformats.org/drawingml/2006/main">
              <a:ext uri="{FF2B5EF4-FFF2-40B4-BE49-F238E27FC236}">
                <a16:creationId xmlns:a16="http://schemas.microsoft.com/office/drawing/2014/main" id="{E63C44F1-EB59-4D85-A740-3EA4CA274A06}"/>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반복 학습</a:t>
            </a:r>
          </a:p>
        </p:txBody>
      </p:sp>
      <p:sp>
        <p:nvSpPr>
          <p:cNvPr id="26" name="">
            <a:extLst xmlns:a="http://schemas.openxmlformats.org/drawingml/2006/main">
              <a:ext uri="{FF2B5EF4-FFF2-40B4-BE49-F238E27FC236}">
                <a16:creationId xmlns:a16="http://schemas.microsoft.com/office/drawing/2014/main" id="{52BEC5DC-7916-4621-BDAD-EE78AD856410}"/>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디코더 기반(Decoder-only) LLM의 대표 사전학습 방식</a:t>
            </a:r>
          </a:p>
        </p:txBody>
      </p:sp>
    </p:spTree>
    <p:extLst>
      <p:ext uri="{BB962C8B-B14F-4D97-AF65-F5344CB8AC3E}">
        <p14:creationId xmlns:p14="http://schemas.microsoft.com/office/powerpoint/2010/main" val="755566018"/>
      </p:ext>
    </p:extLst>
  </p:cSld>
</p:sld>
</file>

<file path=ppt/slides/slide2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C2EB004-E226-40AE-80CD-DFCA1DA976EB}"/>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E18EACAD-7F46-4830-AEFF-FD7D2AE37555}"/>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29</a:t>
            </a:r>
          </a:p>
        </p:txBody>
      </p:sp>
      <p:sp>
        <p:nvSpPr>
          <p:cNvPr id="3" name="">
            <a:extLst xmlns:a="http://schemas.openxmlformats.org/drawingml/2006/main">
              <a:ext uri="{FF2B5EF4-FFF2-40B4-BE49-F238E27FC236}">
                <a16:creationId xmlns:a16="http://schemas.microsoft.com/office/drawing/2014/main" id="{96216A29-F99C-4509-9938-624594B909E2}"/>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28335ABE-2AF5-4D7F-B8D7-C71EF87E5B3F}"/>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897CB77-C54C-4948-A674-7EE960E546E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496295AA-2E67-429E-849D-BBAE2F5F65D6}"/>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LLM의 대표 활용 과업</a:t>
            </a:r>
          </a:p>
        </p:txBody>
      </p:sp>
      <p:sp>
        <p:nvSpPr>
          <p:cNvPr id="7" name="">
            <a:extLst xmlns:a="http://schemas.openxmlformats.org/drawingml/2006/main">
              <a:ext uri="{FF2B5EF4-FFF2-40B4-BE49-F238E27FC236}">
                <a16:creationId xmlns:a16="http://schemas.microsoft.com/office/drawing/2014/main" id="{311ED09C-2A87-426A-9617-C12D1CEFF4DC}"/>
              </a:ext>
            </a:extLst>
          </p:cNvPr>
          <p:cNvSpPr>
            <a:spLocks xmlns:a="http://schemas.openxmlformats.org/drawingml/2006/main" noGrp="1"/>
          </p:cNvSpPr>
          <p:nvPr/>
        </p:nvSpPr>
        <p:spPr>
          <a:xfrm xmlns:a="http://schemas.openxmlformats.org/drawingml/2006/main">
            <a:off x="609600" y="2076450"/>
            <a:ext cx="201168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0AC291A7-1CEC-49B2-80C3-DFDAA0D3B916}"/>
              </a:ext>
            </a:extLst>
          </p:cNvPr>
          <p:cNvSpPr>
            <a:spLocks xmlns:a="http://schemas.openxmlformats.org/drawingml/2006/main" noGrp="1"/>
          </p:cNvSpPr>
          <p:nvPr/>
        </p:nvSpPr>
        <p:spPr>
          <a:xfrm xmlns:a="http://schemas.openxmlformats.org/drawingml/2006/main">
            <a:off x="609600" y="2667000"/>
            <a:ext cx="20116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생성</a:t>
            </a:r>
          </a:p>
        </p:txBody>
      </p:sp>
      <p:sp>
        <p:nvSpPr>
          <p:cNvPr id="9" name="">
            <a:extLst xmlns:a="http://schemas.openxmlformats.org/drawingml/2006/main">
              <a:ext uri="{FF2B5EF4-FFF2-40B4-BE49-F238E27FC236}">
                <a16:creationId xmlns:a16="http://schemas.microsoft.com/office/drawing/2014/main" id="{53ED315B-B8D7-41C5-B672-5591E772F790}"/>
              </a:ext>
            </a:extLst>
          </p:cNvPr>
          <p:cNvSpPr>
            <a:spLocks xmlns:a="http://schemas.openxmlformats.org/drawingml/2006/main" noGrp="1"/>
          </p:cNvSpPr>
          <p:nvPr/>
        </p:nvSpPr>
        <p:spPr>
          <a:xfrm xmlns:a="http://schemas.openxmlformats.org/drawingml/2006/main" flipH="0" flipV="0">
            <a:off x="609600" y="3448050"/>
            <a:ext cx="201168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0" name="">
            <a:extLst xmlns:a="http://schemas.openxmlformats.org/drawingml/2006/main">
              <a:ext uri="{FF2B5EF4-FFF2-40B4-BE49-F238E27FC236}">
                <a16:creationId xmlns:a16="http://schemas.microsoft.com/office/drawing/2014/main" id="{88170E16-87E2-44EE-B91E-6C64D5E75280}"/>
              </a:ext>
            </a:extLst>
          </p:cNvPr>
          <p:cNvSpPr>
            <a:spLocks xmlns:a="http://schemas.openxmlformats.org/drawingml/2006/main" noGrp="1"/>
          </p:cNvSpPr>
          <p:nvPr/>
        </p:nvSpPr>
        <p:spPr>
          <a:xfrm xmlns:a="http://schemas.openxmlformats.org/drawingml/2006/main">
            <a:off x="609600" y="3790950"/>
            <a:ext cx="20116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초안·아이디어</a:t>
            </a:r>
          </a:p>
        </p:txBody>
      </p:sp>
      <p:sp>
        <p:nvSpPr>
          <p:cNvPr id="11" name="">
            <a:extLst xmlns:a="http://schemas.openxmlformats.org/drawingml/2006/main">
              <a:ext uri="{FF2B5EF4-FFF2-40B4-BE49-F238E27FC236}">
                <a16:creationId xmlns:a16="http://schemas.microsoft.com/office/drawing/2014/main" id="{AA3BA920-4665-4003-A620-851256E5C99C}"/>
              </a:ext>
            </a:extLst>
          </p:cNvPr>
          <p:cNvSpPr>
            <a:spLocks xmlns:a="http://schemas.openxmlformats.org/drawingml/2006/main" noGrp="1"/>
          </p:cNvSpPr>
          <p:nvPr/>
        </p:nvSpPr>
        <p:spPr>
          <a:xfrm xmlns:a="http://schemas.openxmlformats.org/drawingml/2006/main">
            <a:off x="2849880" y="2076450"/>
            <a:ext cx="201168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D2EAC3BB-AE00-437E-93AE-DED713B57C67}"/>
              </a:ext>
            </a:extLst>
          </p:cNvPr>
          <p:cNvSpPr>
            <a:spLocks xmlns:a="http://schemas.openxmlformats.org/drawingml/2006/main" noGrp="1"/>
          </p:cNvSpPr>
          <p:nvPr/>
        </p:nvSpPr>
        <p:spPr>
          <a:xfrm xmlns:a="http://schemas.openxmlformats.org/drawingml/2006/main">
            <a:off x="2849880" y="2667000"/>
            <a:ext cx="20116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요약</a:t>
            </a:r>
          </a:p>
        </p:txBody>
      </p:sp>
      <p:sp>
        <p:nvSpPr>
          <p:cNvPr id="13" name="">
            <a:extLst xmlns:a="http://schemas.openxmlformats.org/drawingml/2006/main">
              <a:ext uri="{FF2B5EF4-FFF2-40B4-BE49-F238E27FC236}">
                <a16:creationId xmlns:a16="http://schemas.microsoft.com/office/drawing/2014/main" id="{52F32DA1-507F-4EA5-8376-25C233591118}"/>
              </a:ext>
            </a:extLst>
          </p:cNvPr>
          <p:cNvSpPr>
            <a:spLocks xmlns:a="http://schemas.openxmlformats.org/drawingml/2006/main" noGrp="1"/>
          </p:cNvSpPr>
          <p:nvPr/>
        </p:nvSpPr>
        <p:spPr>
          <a:xfrm xmlns:a="http://schemas.openxmlformats.org/drawingml/2006/main" flipH="0" flipV="0">
            <a:off x="2849880" y="3448050"/>
            <a:ext cx="201168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4" name="">
            <a:extLst xmlns:a="http://schemas.openxmlformats.org/drawingml/2006/main">
              <a:ext uri="{FF2B5EF4-FFF2-40B4-BE49-F238E27FC236}">
                <a16:creationId xmlns:a16="http://schemas.microsoft.com/office/drawing/2014/main" id="{A87944CD-3493-425C-A1F1-D7C0042F9BF2}"/>
              </a:ext>
            </a:extLst>
          </p:cNvPr>
          <p:cNvSpPr>
            <a:spLocks xmlns:a="http://schemas.openxmlformats.org/drawingml/2006/main" noGrp="1"/>
          </p:cNvSpPr>
          <p:nvPr/>
        </p:nvSpPr>
        <p:spPr>
          <a:xfrm xmlns:a="http://schemas.openxmlformats.org/drawingml/2006/main">
            <a:off x="2849880" y="3790950"/>
            <a:ext cx="20116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압축·핵심</a:t>
            </a:r>
          </a:p>
        </p:txBody>
      </p:sp>
      <p:sp>
        <p:nvSpPr>
          <p:cNvPr id="15" name="">
            <a:extLst xmlns:a="http://schemas.openxmlformats.org/drawingml/2006/main">
              <a:ext uri="{FF2B5EF4-FFF2-40B4-BE49-F238E27FC236}">
                <a16:creationId xmlns:a16="http://schemas.microsoft.com/office/drawing/2014/main" id="{1DE1CC04-A8A5-4D79-BBC6-A5085FD66EED}"/>
              </a:ext>
            </a:extLst>
          </p:cNvPr>
          <p:cNvSpPr>
            <a:spLocks xmlns:a="http://schemas.openxmlformats.org/drawingml/2006/main" noGrp="1"/>
          </p:cNvSpPr>
          <p:nvPr/>
        </p:nvSpPr>
        <p:spPr>
          <a:xfrm xmlns:a="http://schemas.openxmlformats.org/drawingml/2006/main">
            <a:off x="5090160" y="2076450"/>
            <a:ext cx="201168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707C00DC-08CA-4089-83F4-53C9676EF4CB}"/>
              </a:ext>
            </a:extLst>
          </p:cNvPr>
          <p:cNvSpPr>
            <a:spLocks xmlns:a="http://schemas.openxmlformats.org/drawingml/2006/main" noGrp="1"/>
          </p:cNvSpPr>
          <p:nvPr/>
        </p:nvSpPr>
        <p:spPr>
          <a:xfrm xmlns:a="http://schemas.openxmlformats.org/drawingml/2006/main">
            <a:off x="5090160" y="2667000"/>
            <a:ext cx="20116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변환</a:t>
            </a:r>
          </a:p>
        </p:txBody>
      </p:sp>
      <p:sp>
        <p:nvSpPr>
          <p:cNvPr id="17" name="">
            <a:extLst xmlns:a="http://schemas.openxmlformats.org/drawingml/2006/main">
              <a:ext uri="{FF2B5EF4-FFF2-40B4-BE49-F238E27FC236}">
                <a16:creationId xmlns:a16="http://schemas.microsoft.com/office/drawing/2014/main" id="{49D28E54-EDD1-490D-AC15-63A05488DEB1}"/>
              </a:ext>
            </a:extLst>
          </p:cNvPr>
          <p:cNvSpPr>
            <a:spLocks xmlns:a="http://schemas.openxmlformats.org/drawingml/2006/main" noGrp="1"/>
          </p:cNvSpPr>
          <p:nvPr/>
        </p:nvSpPr>
        <p:spPr>
          <a:xfrm xmlns:a="http://schemas.openxmlformats.org/drawingml/2006/main" flipH="0" flipV="0">
            <a:off x="5090160" y="3448050"/>
            <a:ext cx="201168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8" name="">
            <a:extLst xmlns:a="http://schemas.openxmlformats.org/drawingml/2006/main">
              <a:ext uri="{FF2B5EF4-FFF2-40B4-BE49-F238E27FC236}">
                <a16:creationId xmlns:a16="http://schemas.microsoft.com/office/drawing/2014/main" id="{E62C7622-C737-41A7-9906-95ED0FA9EC6A}"/>
              </a:ext>
            </a:extLst>
          </p:cNvPr>
          <p:cNvSpPr>
            <a:spLocks xmlns:a="http://schemas.openxmlformats.org/drawingml/2006/main" noGrp="1"/>
          </p:cNvSpPr>
          <p:nvPr/>
        </p:nvSpPr>
        <p:spPr>
          <a:xfrm xmlns:a="http://schemas.openxmlformats.org/drawingml/2006/main">
            <a:off x="5090160" y="3790950"/>
            <a:ext cx="20116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문체·형식</a:t>
            </a:r>
          </a:p>
        </p:txBody>
      </p:sp>
      <p:sp>
        <p:nvSpPr>
          <p:cNvPr id="19" name="">
            <a:extLst xmlns:a="http://schemas.openxmlformats.org/drawingml/2006/main">
              <a:ext uri="{FF2B5EF4-FFF2-40B4-BE49-F238E27FC236}">
                <a16:creationId xmlns:a16="http://schemas.microsoft.com/office/drawing/2014/main" id="{57F6F418-6B6A-41B5-8C79-7F938935375D}"/>
              </a:ext>
            </a:extLst>
          </p:cNvPr>
          <p:cNvSpPr>
            <a:spLocks xmlns:a="http://schemas.openxmlformats.org/drawingml/2006/main" noGrp="1"/>
          </p:cNvSpPr>
          <p:nvPr/>
        </p:nvSpPr>
        <p:spPr>
          <a:xfrm xmlns:a="http://schemas.openxmlformats.org/drawingml/2006/main">
            <a:off x="7330440" y="2076450"/>
            <a:ext cx="201168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C8E5036D-2E20-4A6A-BBDE-CD2D26C4EA44}"/>
              </a:ext>
            </a:extLst>
          </p:cNvPr>
          <p:cNvSpPr>
            <a:spLocks xmlns:a="http://schemas.openxmlformats.org/drawingml/2006/main" noGrp="1"/>
          </p:cNvSpPr>
          <p:nvPr/>
        </p:nvSpPr>
        <p:spPr>
          <a:xfrm xmlns:a="http://schemas.openxmlformats.org/drawingml/2006/main">
            <a:off x="7330440" y="2667000"/>
            <a:ext cx="20116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분류</a:t>
            </a:r>
          </a:p>
        </p:txBody>
      </p:sp>
      <p:sp>
        <p:nvSpPr>
          <p:cNvPr id="21" name="">
            <a:extLst xmlns:a="http://schemas.openxmlformats.org/drawingml/2006/main">
              <a:ext uri="{FF2B5EF4-FFF2-40B4-BE49-F238E27FC236}">
                <a16:creationId xmlns:a16="http://schemas.microsoft.com/office/drawing/2014/main" id="{8281225E-A05D-4B0B-836E-8E81F954D4B5}"/>
              </a:ext>
            </a:extLst>
          </p:cNvPr>
          <p:cNvSpPr>
            <a:spLocks xmlns:a="http://schemas.openxmlformats.org/drawingml/2006/main" noGrp="1"/>
          </p:cNvSpPr>
          <p:nvPr/>
        </p:nvSpPr>
        <p:spPr>
          <a:xfrm xmlns:a="http://schemas.openxmlformats.org/drawingml/2006/main" flipH="0" flipV="0">
            <a:off x="7330440" y="3448050"/>
            <a:ext cx="201168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22" name="">
            <a:extLst xmlns:a="http://schemas.openxmlformats.org/drawingml/2006/main">
              <a:ext uri="{FF2B5EF4-FFF2-40B4-BE49-F238E27FC236}">
                <a16:creationId xmlns:a16="http://schemas.microsoft.com/office/drawing/2014/main" id="{B13674C3-80EA-4C94-BEBB-03A1D390DC5E}"/>
              </a:ext>
            </a:extLst>
          </p:cNvPr>
          <p:cNvSpPr>
            <a:spLocks xmlns:a="http://schemas.openxmlformats.org/drawingml/2006/main" noGrp="1"/>
          </p:cNvSpPr>
          <p:nvPr/>
        </p:nvSpPr>
        <p:spPr>
          <a:xfrm xmlns:a="http://schemas.openxmlformats.org/drawingml/2006/main">
            <a:off x="7330440" y="3790950"/>
            <a:ext cx="20116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레이블·경로</a:t>
            </a:r>
          </a:p>
        </p:txBody>
      </p:sp>
      <p:sp>
        <p:nvSpPr>
          <p:cNvPr id="23" name="">
            <a:extLst xmlns:a="http://schemas.openxmlformats.org/drawingml/2006/main">
              <a:ext uri="{FF2B5EF4-FFF2-40B4-BE49-F238E27FC236}">
                <a16:creationId xmlns:a16="http://schemas.microsoft.com/office/drawing/2014/main" id="{A7B67B11-ECE6-4311-86DF-259FFF0D52FB}"/>
              </a:ext>
            </a:extLst>
          </p:cNvPr>
          <p:cNvSpPr>
            <a:spLocks xmlns:a="http://schemas.openxmlformats.org/drawingml/2006/main" noGrp="1"/>
          </p:cNvSpPr>
          <p:nvPr/>
        </p:nvSpPr>
        <p:spPr>
          <a:xfrm xmlns:a="http://schemas.openxmlformats.org/drawingml/2006/main">
            <a:off x="9570720" y="2076450"/>
            <a:ext cx="201168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05</a:t>
            </a:r>
          </a:p>
        </p:txBody>
      </p:sp>
      <p:sp>
        <p:nvSpPr>
          <p:cNvPr id="24" name="">
            <a:extLst xmlns:a="http://schemas.openxmlformats.org/drawingml/2006/main">
              <a:ext uri="{FF2B5EF4-FFF2-40B4-BE49-F238E27FC236}">
                <a16:creationId xmlns:a16="http://schemas.microsoft.com/office/drawing/2014/main" id="{EB14CF91-1A82-4889-B5C8-541C1A797138}"/>
              </a:ext>
            </a:extLst>
          </p:cNvPr>
          <p:cNvSpPr>
            <a:spLocks xmlns:a="http://schemas.openxmlformats.org/drawingml/2006/main" noGrp="1"/>
          </p:cNvSpPr>
          <p:nvPr/>
        </p:nvSpPr>
        <p:spPr>
          <a:xfrm xmlns:a="http://schemas.openxmlformats.org/drawingml/2006/main">
            <a:off x="9570720" y="2667000"/>
            <a:ext cx="20116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191919"/>
                </a:solidFill>
                <a:latin typeface="AppleGothic"/>
                <a:ea typeface="AppleGothic"/>
                <a:cs typeface="AppleGothic"/>
              </a:defRPr>
            </a:pPr>
            <a:r>
              <a:rPr sz="2100" b="1">
                <a:solidFill>
                  <a:srgbClr val="191919"/>
                </a:solidFill>
                <a:latin typeface="AppleGothic"/>
                <a:ea typeface="AppleGothic"/>
                <a:cs typeface="AppleGothic"/>
              </a:rPr>
              <a:t>코드</a:t>
            </a:r>
          </a:p>
        </p:txBody>
      </p:sp>
      <p:sp>
        <p:nvSpPr>
          <p:cNvPr id="25" name="">
            <a:extLst xmlns:a="http://schemas.openxmlformats.org/drawingml/2006/main">
              <a:ext uri="{FF2B5EF4-FFF2-40B4-BE49-F238E27FC236}">
                <a16:creationId xmlns:a16="http://schemas.microsoft.com/office/drawing/2014/main" id="{9A2F1FB8-F27C-47AD-997B-A91EC40ADBE6}"/>
              </a:ext>
            </a:extLst>
          </p:cNvPr>
          <p:cNvSpPr>
            <a:spLocks xmlns:a="http://schemas.openxmlformats.org/drawingml/2006/main" noGrp="1"/>
          </p:cNvSpPr>
          <p:nvPr/>
        </p:nvSpPr>
        <p:spPr>
          <a:xfrm xmlns:a="http://schemas.openxmlformats.org/drawingml/2006/main" flipH="0" flipV="0">
            <a:off x="9570720" y="3448050"/>
            <a:ext cx="201168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26" name="">
            <a:extLst xmlns:a="http://schemas.openxmlformats.org/drawingml/2006/main">
              <a:ext uri="{FF2B5EF4-FFF2-40B4-BE49-F238E27FC236}">
                <a16:creationId xmlns:a16="http://schemas.microsoft.com/office/drawing/2014/main" id="{0C4B2378-A9B0-4059-885C-EFD70CF8C07E}"/>
              </a:ext>
            </a:extLst>
          </p:cNvPr>
          <p:cNvSpPr>
            <a:spLocks xmlns:a="http://schemas.openxmlformats.org/drawingml/2006/main" noGrp="1"/>
          </p:cNvSpPr>
          <p:nvPr/>
        </p:nvSpPr>
        <p:spPr>
          <a:xfrm xmlns:a="http://schemas.openxmlformats.org/drawingml/2006/main">
            <a:off x="9570720" y="3790950"/>
            <a:ext cx="20116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생성·해석</a:t>
            </a:r>
          </a:p>
        </p:txBody>
      </p:sp>
      <p:sp>
        <p:nvSpPr>
          <p:cNvPr id="27" name="">
            <a:extLst xmlns:a="http://schemas.openxmlformats.org/drawingml/2006/main">
              <a:ext uri="{FF2B5EF4-FFF2-40B4-BE49-F238E27FC236}">
                <a16:creationId xmlns:a16="http://schemas.microsoft.com/office/drawing/2014/main" id="{CDDE7217-1154-48FD-A0F5-421ADC3B5F7A}"/>
              </a:ext>
            </a:extLst>
          </p:cNvPr>
          <p:cNvSpPr>
            <a:spLocks xmlns:a="http://schemas.openxmlformats.org/drawingml/2006/main" noGrp="1"/>
          </p:cNvSpPr>
          <p:nvPr/>
        </p:nvSpPr>
        <p:spPr>
          <a:xfrm xmlns:a="http://schemas.openxmlformats.org/drawingml/2006/main">
            <a:off x="609600" y="55816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여러 과업을 처리할 수 있어도 업무별 입력 형식과 평가 기준은 별도 관리</a:t>
            </a:r>
          </a:p>
        </p:txBody>
      </p:sp>
    </p:spTree>
    <p:extLst>
      <p:ext uri="{BB962C8B-B14F-4D97-AF65-F5344CB8AC3E}">
        <p14:creationId xmlns:p14="http://schemas.microsoft.com/office/powerpoint/2010/main" val="132996095"/>
      </p:ext>
    </p:extLst>
  </p:cSld>
</p:sld>
</file>

<file path=ppt/slides/slide3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F402F5-2BE5-47E5-A77C-66EFCF242B6A}"/>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D8352C47-C2F7-48D0-82FA-7DCF6176D52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30</a:t>
            </a:r>
          </a:p>
        </p:txBody>
      </p:sp>
      <p:sp>
        <p:nvSpPr>
          <p:cNvPr id="3" name="">
            <a:extLst xmlns:a="http://schemas.openxmlformats.org/drawingml/2006/main">
              <a:ext uri="{FF2B5EF4-FFF2-40B4-BE49-F238E27FC236}">
                <a16:creationId xmlns:a16="http://schemas.microsoft.com/office/drawing/2014/main" id="{C6A49B61-EE0A-43BB-9AFB-55E1AEECEC8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A9096F00-BF63-4EED-B8F3-3075719CAB89}"/>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A858A7F-0314-4CC2-8E99-12832A74116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F5AFC3EB-062C-49DD-A3B6-280BB7F03C8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모델 성능과 서비스 운영 요구사항</a:t>
            </a:r>
          </a:p>
        </p:txBody>
      </p:sp>
      <p:sp>
        <p:nvSpPr>
          <p:cNvPr id="7" name="">
            <a:extLst xmlns:a="http://schemas.openxmlformats.org/drawingml/2006/main">
              <a:ext uri="{FF2B5EF4-FFF2-40B4-BE49-F238E27FC236}">
                <a16:creationId xmlns:a16="http://schemas.microsoft.com/office/drawing/2014/main" id="{F1F964F2-7F06-4E67-A08F-3C3FBA9307FF}"/>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모델 성능 · MODEL PERFORMANCE</a:t>
            </a:r>
          </a:p>
        </p:txBody>
      </p:sp>
      <p:sp>
        <p:nvSpPr>
          <p:cNvPr id="8" name="">
            <a:extLst xmlns:a="http://schemas.openxmlformats.org/drawingml/2006/main">
              <a:ext uri="{FF2B5EF4-FFF2-40B4-BE49-F238E27FC236}">
                <a16:creationId xmlns:a16="http://schemas.microsoft.com/office/drawing/2014/main" id="{DE3A6322-ADA9-42B2-BF9B-E549D5257F91}"/>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FFFFFF"/>
                </a:solidFill>
                <a:latin typeface="AppleGothic"/>
                <a:ea typeface="AppleGothic"/>
                <a:cs typeface="AppleGothic"/>
              </a:defRPr>
            </a:pPr>
            <a:r>
              <a:rPr sz="2250" b="1">
                <a:solidFill>
                  <a:srgbClr val="FFFFFF"/>
                </a:solidFill>
                <a:latin typeface="AppleGothic"/>
                <a:ea typeface="AppleGothic"/>
                <a:cs typeface="AppleGothic"/>
              </a:rPr>
              <a:t>모델이 처리할 수 있는 과업</a:t>
            </a:r>
          </a:p>
        </p:txBody>
      </p:sp>
      <p:sp>
        <p:nvSpPr>
          <p:cNvPr id="9" name="">
            <a:extLst xmlns:a="http://schemas.openxmlformats.org/drawingml/2006/main">
              <a:ext uri="{FF2B5EF4-FFF2-40B4-BE49-F238E27FC236}">
                <a16:creationId xmlns:a16="http://schemas.microsoft.com/office/drawing/2014/main" id="{B4F5D436-FE94-447B-B3E3-21F8ABC13CEA}"/>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75B24531-7F7A-4D22-931B-C2CC52324930}"/>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요약 · 번역 · 질의응답 · 코드 · 멀티모달</a:t>
            </a:r>
          </a:p>
          <a:p xmlns:a="http://schemas.openxmlformats.org/drawingml/2006/main">
            <a:r>
              <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평가 데이터에서 확인한 과업 성능</a:t>
            </a:r>
          </a:p>
        </p:txBody>
      </p:sp>
      <p:sp>
        <p:nvSpPr>
          <p:cNvPr id="11" name="">
            <a:extLst xmlns:a="http://schemas.openxmlformats.org/drawingml/2006/main">
              <a:ext uri="{FF2B5EF4-FFF2-40B4-BE49-F238E27FC236}">
                <a16:creationId xmlns:a16="http://schemas.microsoft.com/office/drawing/2014/main" id="{16B7DF56-0053-4107-A058-4D738629699E}"/>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서비스 운영 · SERVICE OPERATIONS</a:t>
            </a:r>
          </a:p>
        </p:txBody>
      </p:sp>
      <p:sp>
        <p:nvSpPr>
          <p:cNvPr id="12" name="">
            <a:extLst xmlns:a="http://schemas.openxmlformats.org/drawingml/2006/main">
              <a:ext uri="{FF2B5EF4-FFF2-40B4-BE49-F238E27FC236}">
                <a16:creationId xmlns:a16="http://schemas.microsoft.com/office/drawing/2014/main" id="{F6D0F13C-2FBE-4EED-B892-082DF275B87B}"/>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서비스가 지켜야 할 기준</a:t>
            </a:r>
          </a:p>
        </p:txBody>
      </p:sp>
      <p:sp>
        <p:nvSpPr>
          <p:cNvPr id="13" name="">
            <a:extLst xmlns:a="http://schemas.openxmlformats.org/drawingml/2006/main">
              <a:ext uri="{FF2B5EF4-FFF2-40B4-BE49-F238E27FC236}">
                <a16:creationId xmlns:a16="http://schemas.microsoft.com/office/drawing/2014/main" id="{4D5D08EA-8359-4506-A2C0-2360E7185EBA}"/>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06284479-7827-4DD5-9BFB-4D830C442700}"/>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사실성 · 최신성 · 권한 · 지연 · 비용 · 안전</a:t>
            </a:r>
          </a:p>
          <a:p xmlns:a="http://schemas.openxmlformats.org/drawingml/2006/main">
            <a:r>
              <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운영 환경의 품질·보안·비용 기준</a:t>
            </a:r>
          </a:p>
        </p:txBody>
      </p:sp>
      <p:sp>
        <p:nvSpPr>
          <p:cNvPr id="15" name="">
            <a:extLst xmlns:a="http://schemas.openxmlformats.org/drawingml/2006/main">
              <a:ext uri="{FF2B5EF4-FFF2-40B4-BE49-F238E27FC236}">
                <a16:creationId xmlns:a16="http://schemas.microsoft.com/office/drawing/2014/main" id="{0283E54C-5C6E-4D3E-9D1A-3BC41612FD20}"/>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1714708888"/>
      </p:ext>
    </p:extLst>
  </p:cSld>
</p:sld>
</file>

<file path=ppt/slides/slide3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0A9D7AC-5F44-4516-8433-4D5A3F63C48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10B6B377-952F-4F8A-AD8F-36E1872B5CB6}"/>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31</a:t>
            </a:r>
          </a:p>
        </p:txBody>
      </p:sp>
      <p:sp>
        <p:nvSpPr>
          <p:cNvPr id="3" name="">
            <a:extLst xmlns:a="http://schemas.openxmlformats.org/drawingml/2006/main">
              <a:ext uri="{FF2B5EF4-FFF2-40B4-BE49-F238E27FC236}">
                <a16:creationId xmlns:a16="http://schemas.microsoft.com/office/drawing/2014/main" id="{FE0F2EBE-4261-4512-982D-AEAC2B2E02A7}"/>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6C444206-E884-4870-8393-03FFE037BCC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5280CE0-05FE-4EC1-BC9E-E345F6E9A35A}"/>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80C3495E-32D5-4702-B975-72375DE5C5CC}"/>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같은 코드에서도 결과가 달라지는 이유</a:t>
            </a:r>
          </a:p>
        </p:txBody>
      </p:sp>
      <p:sp>
        <p:nvSpPr>
          <p:cNvPr id="7" name="">
            <a:extLst xmlns:a="http://schemas.openxmlformats.org/drawingml/2006/main">
              <a:ext uri="{FF2B5EF4-FFF2-40B4-BE49-F238E27FC236}">
                <a16:creationId xmlns:a16="http://schemas.microsoft.com/office/drawing/2014/main" id="{034CADAD-4EDF-43D4-84BC-CD65437507DF}"/>
              </a:ext>
            </a:extLst>
          </p:cNvPr>
          <p:cNvSpPr>
            <a:spLocks xmlns:a="http://schemas.openxmlformats.org/drawingml/2006/main" noGrp="1"/>
          </p:cNvSpPr>
          <p:nvPr/>
        </p:nvSpPr>
        <p:spPr>
          <a:xfrm xmlns:a="http://schemas.openxmlformats.org/drawingml/2006/main">
            <a:off x="609600" y="15049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같은 코드라도 모델·프롬프트·검색 결과·생성 설정이 바뀌면 다른 결과</a:t>
            </a:r>
          </a:p>
        </p:txBody>
      </p:sp>
      <p:sp>
        <p:nvSpPr>
          <p:cNvPr id="8" name="">
            <a:extLst xmlns:a="http://schemas.openxmlformats.org/drawingml/2006/main">
              <a:ext uri="{FF2B5EF4-FFF2-40B4-BE49-F238E27FC236}">
                <a16:creationId xmlns:a16="http://schemas.microsoft.com/office/drawing/2014/main" id="{35D890E6-E878-46A7-AC30-EC3FA34F1444}"/>
              </a:ext>
            </a:extLst>
          </p:cNvPr>
          <p:cNvSpPr>
            <a:spLocks xmlns:a="http://schemas.openxmlformats.org/drawingml/2006/main" noGrp="1"/>
          </p:cNvSpPr>
          <p:nvPr/>
        </p:nvSpPr>
        <p:spPr>
          <a:xfrm xmlns:a="http://schemas.openxmlformats.org/drawingml/2006/main">
            <a:off x="609600" y="22098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모델</a:t>
            </a:r>
          </a:p>
        </p:txBody>
      </p:sp>
      <p:sp>
        <p:nvSpPr>
          <p:cNvPr id="9" name="">
            <a:extLst xmlns:a="http://schemas.openxmlformats.org/drawingml/2006/main">
              <a:ext uri="{FF2B5EF4-FFF2-40B4-BE49-F238E27FC236}">
                <a16:creationId xmlns:a16="http://schemas.microsoft.com/office/drawing/2014/main" id="{957EE0D7-9AA1-4F0A-BD94-7414A32F0E10}"/>
              </a:ext>
            </a:extLst>
          </p:cNvPr>
          <p:cNvSpPr>
            <a:spLocks xmlns:a="http://schemas.openxmlformats.org/drawingml/2006/main" noGrp="1"/>
          </p:cNvSpPr>
          <p:nvPr/>
        </p:nvSpPr>
        <p:spPr>
          <a:xfrm xmlns:a="http://schemas.openxmlformats.org/drawingml/2006/main" flipH="0" flipV="0">
            <a:off x="609600" y="2971800"/>
            <a:ext cx="2571750" cy="0"/>
          </a:xfrm>
          <a:prstGeom xmlns:a="http://schemas.openxmlformats.org/drawingml/2006/main" prst="line">
            <a:avLst/>
          </a:prstGeom>
          <a:noFill xmlns:a="http://schemas.openxmlformats.org/drawingml/2006/main"/>
          <a:ln xmlns:a="http://schemas.openxmlformats.org/drawingml/2006/main" w="28575">
            <a:solidFill>
              <a:srgbClr val="0B1F3A"/>
            </a:solidFill>
            <a:prstDash val="solid"/>
          </a:ln>
        </p:spPr>
      </p:sp>
      <p:sp>
        <p:nvSpPr>
          <p:cNvPr id="10" name="">
            <a:extLst xmlns:a="http://schemas.openxmlformats.org/drawingml/2006/main">
              <a:ext uri="{FF2B5EF4-FFF2-40B4-BE49-F238E27FC236}">
                <a16:creationId xmlns:a16="http://schemas.microsoft.com/office/drawing/2014/main" id="{27A79FCC-33C5-4A2C-97CC-0524DC45F410}"/>
              </a:ext>
            </a:extLst>
          </p:cNvPr>
          <p:cNvSpPr>
            <a:spLocks xmlns:a="http://schemas.openxmlformats.org/drawingml/2006/main" noGrp="1"/>
          </p:cNvSpPr>
          <p:nvPr/>
        </p:nvSpPr>
        <p:spPr>
          <a:xfrm xmlns:a="http://schemas.openxmlformats.org/drawingml/2006/main">
            <a:off x="609600" y="32575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provider · tag · revision</a:t>
            </a:r>
          </a:p>
        </p:txBody>
      </p:sp>
      <p:sp>
        <p:nvSpPr>
          <p:cNvPr id="11" name="">
            <a:extLst xmlns:a="http://schemas.openxmlformats.org/drawingml/2006/main">
              <a:ext uri="{FF2B5EF4-FFF2-40B4-BE49-F238E27FC236}">
                <a16:creationId xmlns:a16="http://schemas.microsoft.com/office/drawing/2014/main" id="{ACE7E4B3-3EF7-4E04-AC20-AA4F80BF66FB}"/>
              </a:ext>
            </a:extLst>
          </p:cNvPr>
          <p:cNvSpPr>
            <a:spLocks xmlns:a="http://schemas.openxmlformats.org/drawingml/2006/main" noGrp="1"/>
          </p:cNvSpPr>
          <p:nvPr/>
        </p:nvSpPr>
        <p:spPr>
          <a:xfrm xmlns:a="http://schemas.openxmlformats.org/drawingml/2006/main">
            <a:off x="704850" y="3905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제공자·모델 태그·개정</a:t>
            </a:r>
          </a:p>
        </p:txBody>
      </p:sp>
      <p:sp>
        <p:nvSpPr>
          <p:cNvPr id="12" name="">
            <a:extLst xmlns:a="http://schemas.openxmlformats.org/drawingml/2006/main">
              <a:ext uri="{FF2B5EF4-FFF2-40B4-BE49-F238E27FC236}">
                <a16:creationId xmlns:a16="http://schemas.microsoft.com/office/drawing/2014/main" id="{05885A7F-181E-434C-84F7-DC1253C2EAB5}"/>
              </a:ext>
            </a:extLst>
          </p:cNvPr>
          <p:cNvSpPr>
            <a:spLocks xmlns:a="http://schemas.openxmlformats.org/drawingml/2006/main" noGrp="1"/>
          </p:cNvSpPr>
          <p:nvPr/>
        </p:nvSpPr>
        <p:spPr>
          <a:xfrm xmlns:a="http://schemas.openxmlformats.org/drawingml/2006/main">
            <a:off x="3409950" y="22098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외부 맥락</a:t>
            </a:r>
          </a:p>
        </p:txBody>
      </p:sp>
      <p:sp>
        <p:nvSpPr>
          <p:cNvPr id="13" name="">
            <a:extLst xmlns:a="http://schemas.openxmlformats.org/drawingml/2006/main">
              <a:ext uri="{FF2B5EF4-FFF2-40B4-BE49-F238E27FC236}">
                <a16:creationId xmlns:a16="http://schemas.microsoft.com/office/drawing/2014/main" id="{77A832B7-CE85-417C-87B7-F8C211B45390}"/>
              </a:ext>
            </a:extLst>
          </p:cNvPr>
          <p:cNvSpPr>
            <a:spLocks xmlns:a="http://schemas.openxmlformats.org/drawingml/2006/main" noGrp="1"/>
          </p:cNvSpPr>
          <p:nvPr/>
        </p:nvSpPr>
        <p:spPr>
          <a:xfrm xmlns:a="http://schemas.openxmlformats.org/drawingml/2006/main" flipH="0" flipV="0">
            <a:off x="3409950" y="2971800"/>
            <a:ext cx="2571750" cy="0"/>
          </a:xfrm>
          <a:prstGeom xmlns:a="http://schemas.openxmlformats.org/drawingml/2006/main" prst="line">
            <a:avLst/>
          </a:prstGeom>
          <a:noFill xmlns:a="http://schemas.openxmlformats.org/drawingml/2006/main"/>
          <a:ln xmlns:a="http://schemas.openxmlformats.org/drawingml/2006/main" w="28575">
            <a:solidFill>
              <a:srgbClr val="0B1F3A"/>
            </a:solidFill>
            <a:prstDash val="solid"/>
          </a:ln>
        </p:spPr>
      </p:sp>
      <p:sp>
        <p:nvSpPr>
          <p:cNvPr id="14" name="">
            <a:extLst xmlns:a="http://schemas.openxmlformats.org/drawingml/2006/main">
              <a:ext uri="{FF2B5EF4-FFF2-40B4-BE49-F238E27FC236}">
                <a16:creationId xmlns:a16="http://schemas.microsoft.com/office/drawing/2014/main" id="{8582A1C8-A3ED-4D9F-9B89-624641C00597}"/>
              </a:ext>
            </a:extLst>
          </p:cNvPr>
          <p:cNvSpPr>
            <a:spLocks xmlns:a="http://schemas.openxmlformats.org/drawingml/2006/main" noGrp="1"/>
          </p:cNvSpPr>
          <p:nvPr/>
        </p:nvSpPr>
        <p:spPr>
          <a:xfrm xmlns:a="http://schemas.openxmlformats.org/drawingml/2006/main">
            <a:off x="3409950" y="32575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retrieval · tool result</a:t>
            </a:r>
          </a:p>
        </p:txBody>
      </p:sp>
      <p:sp>
        <p:nvSpPr>
          <p:cNvPr id="15" name="">
            <a:extLst xmlns:a="http://schemas.openxmlformats.org/drawingml/2006/main">
              <a:ext uri="{FF2B5EF4-FFF2-40B4-BE49-F238E27FC236}">
                <a16:creationId xmlns:a16="http://schemas.microsoft.com/office/drawing/2014/main" id="{8C1C8EE7-4E3C-461E-B760-3B590351FF0B}"/>
              </a:ext>
            </a:extLst>
          </p:cNvPr>
          <p:cNvSpPr>
            <a:spLocks xmlns:a="http://schemas.openxmlformats.org/drawingml/2006/main" noGrp="1"/>
          </p:cNvSpPr>
          <p:nvPr/>
        </p:nvSpPr>
        <p:spPr>
          <a:xfrm xmlns:a="http://schemas.openxmlformats.org/drawingml/2006/main">
            <a:off x="3505200" y="3905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검색 결과·도구 반환값</a:t>
            </a:r>
          </a:p>
        </p:txBody>
      </p:sp>
      <p:sp>
        <p:nvSpPr>
          <p:cNvPr id="16" name="">
            <a:extLst xmlns:a="http://schemas.openxmlformats.org/drawingml/2006/main">
              <a:ext uri="{FF2B5EF4-FFF2-40B4-BE49-F238E27FC236}">
                <a16:creationId xmlns:a16="http://schemas.microsoft.com/office/drawing/2014/main" id="{87CAA87B-F26C-41AB-855F-34802AB00FA3}"/>
              </a:ext>
            </a:extLst>
          </p:cNvPr>
          <p:cNvSpPr>
            <a:spLocks xmlns:a="http://schemas.openxmlformats.org/drawingml/2006/main" noGrp="1"/>
          </p:cNvSpPr>
          <p:nvPr/>
        </p:nvSpPr>
        <p:spPr>
          <a:xfrm xmlns:a="http://schemas.openxmlformats.org/drawingml/2006/main">
            <a:off x="6210300" y="22098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생성 설정</a:t>
            </a:r>
          </a:p>
        </p:txBody>
      </p:sp>
      <p:sp>
        <p:nvSpPr>
          <p:cNvPr id="17" name="">
            <a:extLst xmlns:a="http://schemas.openxmlformats.org/drawingml/2006/main">
              <a:ext uri="{FF2B5EF4-FFF2-40B4-BE49-F238E27FC236}">
                <a16:creationId xmlns:a16="http://schemas.microsoft.com/office/drawing/2014/main" id="{313C3AB4-7EF3-489B-806D-43E0CCED3BCD}"/>
              </a:ext>
            </a:extLst>
          </p:cNvPr>
          <p:cNvSpPr>
            <a:spLocks xmlns:a="http://schemas.openxmlformats.org/drawingml/2006/main" noGrp="1"/>
          </p:cNvSpPr>
          <p:nvPr/>
        </p:nvSpPr>
        <p:spPr>
          <a:xfrm xmlns:a="http://schemas.openxmlformats.org/drawingml/2006/main" flipH="0" flipV="0">
            <a:off x="6210300" y="2971800"/>
            <a:ext cx="2571750" cy="0"/>
          </a:xfrm>
          <a:prstGeom xmlns:a="http://schemas.openxmlformats.org/drawingml/2006/main" prst="line">
            <a:avLst/>
          </a:prstGeom>
          <a:noFill xmlns:a="http://schemas.openxmlformats.org/drawingml/2006/main"/>
          <a:ln xmlns:a="http://schemas.openxmlformats.org/drawingml/2006/main" w="28575">
            <a:solidFill>
              <a:srgbClr val="0B1F3A"/>
            </a:solidFill>
            <a:prstDash val="solid"/>
          </a:ln>
        </p:spPr>
      </p:sp>
      <p:sp>
        <p:nvSpPr>
          <p:cNvPr id="18" name="">
            <a:extLst xmlns:a="http://schemas.openxmlformats.org/drawingml/2006/main">
              <a:ext uri="{FF2B5EF4-FFF2-40B4-BE49-F238E27FC236}">
                <a16:creationId xmlns:a16="http://schemas.microsoft.com/office/drawing/2014/main" id="{466F5C27-5AB1-43D7-A475-D76AE46035DA}"/>
              </a:ext>
            </a:extLst>
          </p:cNvPr>
          <p:cNvSpPr>
            <a:spLocks xmlns:a="http://schemas.openxmlformats.org/drawingml/2006/main" noGrp="1"/>
          </p:cNvSpPr>
          <p:nvPr/>
        </p:nvSpPr>
        <p:spPr>
          <a:xfrm xmlns:a="http://schemas.openxmlformats.org/drawingml/2006/main">
            <a:off x="6210300" y="32575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temperature · seed</a:t>
            </a:r>
          </a:p>
        </p:txBody>
      </p:sp>
      <p:sp>
        <p:nvSpPr>
          <p:cNvPr id="19" name="">
            <a:extLst xmlns:a="http://schemas.openxmlformats.org/drawingml/2006/main">
              <a:ext uri="{FF2B5EF4-FFF2-40B4-BE49-F238E27FC236}">
                <a16:creationId xmlns:a16="http://schemas.microsoft.com/office/drawing/2014/main" id="{4CBD4545-3044-4C4B-A913-538F9C95A7E9}"/>
              </a:ext>
            </a:extLst>
          </p:cNvPr>
          <p:cNvSpPr>
            <a:spLocks xmlns:a="http://schemas.openxmlformats.org/drawingml/2006/main" noGrp="1"/>
          </p:cNvSpPr>
          <p:nvPr/>
        </p:nvSpPr>
        <p:spPr>
          <a:xfrm xmlns:a="http://schemas.openxmlformats.org/drawingml/2006/main">
            <a:off x="6305550" y="3905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온도·난수 시드</a:t>
            </a:r>
          </a:p>
        </p:txBody>
      </p:sp>
      <p:sp>
        <p:nvSpPr>
          <p:cNvPr id="20" name="">
            <a:extLst xmlns:a="http://schemas.openxmlformats.org/drawingml/2006/main">
              <a:ext uri="{FF2B5EF4-FFF2-40B4-BE49-F238E27FC236}">
                <a16:creationId xmlns:a16="http://schemas.microsoft.com/office/drawing/2014/main" id="{80129B32-ED48-4D70-BD6B-682698180024}"/>
              </a:ext>
            </a:extLst>
          </p:cNvPr>
          <p:cNvSpPr>
            <a:spLocks xmlns:a="http://schemas.openxmlformats.org/drawingml/2006/main" noGrp="1"/>
          </p:cNvSpPr>
          <p:nvPr/>
        </p:nvSpPr>
        <p:spPr>
          <a:xfrm xmlns:a="http://schemas.openxmlformats.org/drawingml/2006/main">
            <a:off x="9010650" y="22098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프롬프트</a:t>
            </a:r>
          </a:p>
        </p:txBody>
      </p:sp>
      <p:sp>
        <p:nvSpPr>
          <p:cNvPr id="21" name="">
            <a:extLst xmlns:a="http://schemas.openxmlformats.org/drawingml/2006/main">
              <a:ext uri="{FF2B5EF4-FFF2-40B4-BE49-F238E27FC236}">
                <a16:creationId xmlns:a16="http://schemas.microsoft.com/office/drawing/2014/main" id="{03520FC1-7DE7-48EC-9D02-6E09CDDAC824}"/>
              </a:ext>
            </a:extLst>
          </p:cNvPr>
          <p:cNvSpPr>
            <a:spLocks xmlns:a="http://schemas.openxmlformats.org/drawingml/2006/main" noGrp="1"/>
          </p:cNvSpPr>
          <p:nvPr/>
        </p:nvSpPr>
        <p:spPr>
          <a:xfrm xmlns:a="http://schemas.openxmlformats.org/drawingml/2006/main" flipH="0" flipV="0">
            <a:off x="9010650" y="2971800"/>
            <a:ext cx="2571750" cy="0"/>
          </a:xfrm>
          <a:prstGeom xmlns:a="http://schemas.openxmlformats.org/drawingml/2006/main" prst="line">
            <a:avLst/>
          </a:prstGeom>
          <a:noFill xmlns:a="http://schemas.openxmlformats.org/drawingml/2006/main"/>
          <a:ln xmlns:a="http://schemas.openxmlformats.org/drawingml/2006/main" w="28575">
            <a:solidFill>
              <a:srgbClr val="0B1F3A"/>
            </a:solidFill>
            <a:prstDash val="solid"/>
          </a:ln>
        </p:spPr>
      </p:sp>
      <p:sp>
        <p:nvSpPr>
          <p:cNvPr id="22" name="">
            <a:extLst xmlns:a="http://schemas.openxmlformats.org/drawingml/2006/main">
              <a:ext uri="{FF2B5EF4-FFF2-40B4-BE49-F238E27FC236}">
                <a16:creationId xmlns:a16="http://schemas.microsoft.com/office/drawing/2014/main" id="{62878B9E-3A38-4AA0-B4AA-EB904A40356C}"/>
              </a:ext>
            </a:extLst>
          </p:cNvPr>
          <p:cNvSpPr>
            <a:spLocks xmlns:a="http://schemas.openxmlformats.org/drawingml/2006/main" noGrp="1"/>
          </p:cNvSpPr>
          <p:nvPr/>
        </p:nvSpPr>
        <p:spPr>
          <a:xfrm xmlns:a="http://schemas.openxmlformats.org/drawingml/2006/main">
            <a:off x="9010650" y="32575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template · example</a:t>
            </a:r>
          </a:p>
        </p:txBody>
      </p:sp>
      <p:sp>
        <p:nvSpPr>
          <p:cNvPr id="23" name="">
            <a:extLst xmlns:a="http://schemas.openxmlformats.org/drawingml/2006/main">
              <a:ext uri="{FF2B5EF4-FFF2-40B4-BE49-F238E27FC236}">
                <a16:creationId xmlns:a16="http://schemas.microsoft.com/office/drawing/2014/main" id="{034B0EFD-CCBB-4AD6-9D5F-26FB13788997}"/>
              </a:ext>
            </a:extLst>
          </p:cNvPr>
          <p:cNvSpPr>
            <a:spLocks xmlns:a="http://schemas.openxmlformats.org/drawingml/2006/main" noGrp="1"/>
          </p:cNvSpPr>
          <p:nvPr/>
        </p:nvSpPr>
        <p:spPr>
          <a:xfrm xmlns:a="http://schemas.openxmlformats.org/drawingml/2006/main">
            <a:off x="9105900" y="3905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템플릿·예시·정책</a:t>
            </a:r>
          </a:p>
        </p:txBody>
      </p:sp>
      <p:sp>
        <p:nvSpPr>
          <p:cNvPr id="24" name="">
            <a:extLst xmlns:a="http://schemas.openxmlformats.org/drawingml/2006/main">
              <a:ext uri="{FF2B5EF4-FFF2-40B4-BE49-F238E27FC236}">
                <a16:creationId xmlns:a16="http://schemas.microsoft.com/office/drawing/2014/main" id="{E297965A-E98B-4795-B243-73BAEFD3FB72}"/>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모델·프롬프트·맥락·생성 설정을 한 실행 추적에 함께 기록</a:t>
            </a:r>
          </a:p>
        </p:txBody>
      </p:sp>
    </p:spTree>
    <p:extLst>
      <p:ext uri="{BB962C8B-B14F-4D97-AF65-F5344CB8AC3E}">
        <p14:creationId xmlns:p14="http://schemas.microsoft.com/office/powerpoint/2010/main" val="443260919"/>
      </p:ext>
    </p:extLst>
  </p:cSld>
</p:sld>
</file>

<file path=ppt/slides/slide3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7C281E-E42B-4272-B4DE-F5F73125136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FOUNDATION</a:t>
            </a:r>
          </a:p>
        </p:txBody>
      </p:sp>
      <p:sp>
        <p:nvSpPr>
          <p:cNvPr id="2" name="">
            <a:extLst xmlns:a="http://schemas.openxmlformats.org/drawingml/2006/main">
              <a:ext uri="{FF2B5EF4-FFF2-40B4-BE49-F238E27FC236}">
                <a16:creationId xmlns:a16="http://schemas.microsoft.com/office/drawing/2014/main" id="{41D45B03-471C-410D-BB36-80C8BE205566}"/>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32</a:t>
            </a:r>
          </a:p>
        </p:txBody>
      </p:sp>
      <p:sp>
        <p:nvSpPr>
          <p:cNvPr id="3" name="">
            <a:extLst xmlns:a="http://schemas.openxmlformats.org/drawingml/2006/main">
              <a:ext uri="{FF2B5EF4-FFF2-40B4-BE49-F238E27FC236}">
                <a16:creationId xmlns:a16="http://schemas.microsoft.com/office/drawing/2014/main" id="{C2151770-5DC1-4B30-B2F6-78748DF01E10}"/>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216377D6-C8C7-41B3-B0EB-CFE186DF9BA0}"/>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262B77DB-FE8E-4CC1-BADD-033BFB3FFD3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F406268A-F6EB-4C94-B8DF-1DFD1850C38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제품·운영팀이 정할 서비스 기준</a:t>
            </a:r>
          </a:p>
        </p:txBody>
      </p:sp>
      <p:sp>
        <p:nvSpPr>
          <p:cNvPr id="7" name="">
            <a:extLst xmlns:a="http://schemas.openxmlformats.org/drawingml/2006/main">
              <a:ext uri="{FF2B5EF4-FFF2-40B4-BE49-F238E27FC236}">
                <a16:creationId xmlns:a16="http://schemas.microsoft.com/office/drawing/2014/main" id="{FA93F902-1779-45D7-AEB8-46108217D486}"/>
              </a:ext>
            </a:extLst>
          </p:cNvPr>
          <p:cNvSpPr>
            <a:spLocks xmlns:a="http://schemas.openxmlformats.org/drawingml/2006/main" noGrp="1"/>
          </p:cNvSpPr>
          <p:nvPr/>
        </p:nvSpPr>
        <p:spPr>
          <a:xfrm xmlns:a="http://schemas.openxmlformats.org/drawingml/2006/main">
            <a:off x="609600" y="196215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3300" b="1">
                <a:solidFill>
                  <a:srgbClr val="2563EB"/>
                </a:solidFill>
                <a:latin typeface="Menlo"/>
                <a:ea typeface="Menlo"/>
                <a:cs typeface="Menlo"/>
              </a:defRPr>
            </a:pPr>
            <a:r>
              <a:rPr sz="3300" b="1">
                <a:solidFill>
                  <a:srgbClr val="2563EB"/>
                </a:solidFill>
                <a:latin typeface="Menlo"/>
                <a:ea typeface="Menlo"/>
                <a:cs typeface="Menlo"/>
              </a:rPr>
              <a:t>모델 성능  ≠  서비스 신뢰성</a:t>
            </a:r>
          </a:p>
        </p:txBody>
      </p:sp>
      <p:sp>
        <p:nvSpPr>
          <p:cNvPr id="8" name="">
            <a:extLst xmlns:a="http://schemas.openxmlformats.org/drawingml/2006/main">
              <a:ext uri="{FF2B5EF4-FFF2-40B4-BE49-F238E27FC236}">
                <a16:creationId xmlns:a16="http://schemas.microsoft.com/office/drawing/2014/main" id="{EFB58358-C4CB-49CD-8130-2FE0B234B822}"/>
              </a:ext>
            </a:extLst>
          </p:cNvPr>
          <p:cNvSpPr>
            <a:spLocks xmlns:a="http://schemas.openxmlformats.org/drawingml/2006/main" noGrp="1"/>
          </p:cNvSpPr>
          <p:nvPr/>
        </p:nvSpPr>
        <p:spPr>
          <a:xfrm xmlns:a="http://schemas.openxmlformats.org/drawingml/2006/main" flipH="0" flipV="0">
            <a:off x="1733550" y="3371850"/>
            <a:ext cx="8724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9" name="">
            <a:extLst xmlns:a="http://schemas.openxmlformats.org/drawingml/2006/main">
              <a:ext uri="{FF2B5EF4-FFF2-40B4-BE49-F238E27FC236}">
                <a16:creationId xmlns:a16="http://schemas.microsoft.com/office/drawing/2014/main" id="{766E9C9E-6491-43E8-B3A6-1198360D0805}"/>
              </a:ext>
            </a:extLst>
          </p:cNvPr>
          <p:cNvSpPr>
            <a:spLocks xmlns:a="http://schemas.openxmlformats.org/drawingml/2006/main" noGrp="1"/>
          </p:cNvSpPr>
          <p:nvPr/>
        </p:nvSpPr>
        <p:spPr>
          <a:xfrm xmlns:a="http://schemas.openxmlformats.org/drawingml/2006/main">
            <a:off x="1733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사용자</a:t>
            </a:r>
          </a:p>
        </p:txBody>
      </p:sp>
      <p:sp>
        <p:nvSpPr>
          <p:cNvPr id="10" name="">
            <a:extLst xmlns:a="http://schemas.openxmlformats.org/drawingml/2006/main">
              <a:ext uri="{FF2B5EF4-FFF2-40B4-BE49-F238E27FC236}">
                <a16:creationId xmlns:a16="http://schemas.microsoft.com/office/drawing/2014/main" id="{C73C4248-E235-408A-A536-8D1F1027CAC0}"/>
              </a:ext>
            </a:extLst>
          </p:cNvPr>
          <p:cNvSpPr>
            <a:spLocks xmlns:a="http://schemas.openxmlformats.org/drawingml/2006/main" noGrp="1"/>
          </p:cNvSpPr>
          <p:nvPr/>
        </p:nvSpPr>
        <p:spPr>
          <a:xfrm xmlns:a="http://schemas.openxmlformats.org/drawingml/2006/main">
            <a:off x="1733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지원할 사용자와 업무</a:t>
            </a:r>
          </a:p>
        </p:txBody>
      </p:sp>
      <p:sp>
        <p:nvSpPr>
          <p:cNvPr id="11" name="">
            <a:extLst xmlns:a="http://schemas.openxmlformats.org/drawingml/2006/main">
              <a:ext uri="{FF2B5EF4-FFF2-40B4-BE49-F238E27FC236}">
                <a16:creationId xmlns:a16="http://schemas.microsoft.com/office/drawing/2014/main" id="{B9B316B1-909F-4243-BB65-91E3E83BC0A7}"/>
              </a:ext>
            </a:extLst>
          </p:cNvPr>
          <p:cNvSpPr>
            <a:spLocks xmlns:a="http://schemas.openxmlformats.org/drawingml/2006/main" noGrp="1"/>
          </p:cNvSpPr>
          <p:nvPr/>
        </p:nvSpPr>
        <p:spPr>
          <a:xfrm xmlns:a="http://schemas.openxmlformats.org/drawingml/2006/main">
            <a:off x="4019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맥락</a:t>
            </a:r>
          </a:p>
        </p:txBody>
      </p:sp>
      <p:sp>
        <p:nvSpPr>
          <p:cNvPr id="12" name="">
            <a:extLst xmlns:a="http://schemas.openxmlformats.org/drawingml/2006/main">
              <a:ext uri="{FF2B5EF4-FFF2-40B4-BE49-F238E27FC236}">
                <a16:creationId xmlns:a16="http://schemas.microsoft.com/office/drawing/2014/main" id="{76604AEC-01A7-4FAF-A31A-E473F972F552}"/>
              </a:ext>
            </a:extLst>
          </p:cNvPr>
          <p:cNvSpPr>
            <a:spLocks xmlns:a="http://schemas.openxmlformats.org/drawingml/2006/main" noGrp="1"/>
          </p:cNvSpPr>
          <p:nvPr/>
        </p:nvSpPr>
        <p:spPr>
          <a:xfrm xmlns:a="http://schemas.openxmlformats.org/drawingml/2006/main">
            <a:off x="4019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사용 상황과 참조 데이터</a:t>
            </a:r>
          </a:p>
        </p:txBody>
      </p:sp>
      <p:sp>
        <p:nvSpPr>
          <p:cNvPr id="13" name="">
            <a:extLst xmlns:a="http://schemas.openxmlformats.org/drawingml/2006/main">
              <a:ext uri="{FF2B5EF4-FFF2-40B4-BE49-F238E27FC236}">
                <a16:creationId xmlns:a16="http://schemas.microsoft.com/office/drawing/2014/main" id="{FEB3543F-DD5A-4FC7-A315-6D698484BF3A}"/>
              </a:ext>
            </a:extLst>
          </p:cNvPr>
          <p:cNvSpPr>
            <a:spLocks xmlns:a="http://schemas.openxmlformats.org/drawingml/2006/main" noGrp="1"/>
          </p:cNvSpPr>
          <p:nvPr/>
        </p:nvSpPr>
        <p:spPr>
          <a:xfrm xmlns:a="http://schemas.openxmlformats.org/drawingml/2006/main">
            <a:off x="6305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성공</a:t>
            </a:r>
          </a:p>
        </p:txBody>
      </p:sp>
      <p:sp>
        <p:nvSpPr>
          <p:cNvPr id="14" name="">
            <a:extLst xmlns:a="http://schemas.openxmlformats.org/drawingml/2006/main">
              <a:ext uri="{FF2B5EF4-FFF2-40B4-BE49-F238E27FC236}">
                <a16:creationId xmlns:a16="http://schemas.microsoft.com/office/drawing/2014/main" id="{1D43D780-85D1-4E26-A4B8-2CA7B8D9CFB6}"/>
              </a:ext>
            </a:extLst>
          </p:cNvPr>
          <p:cNvSpPr>
            <a:spLocks xmlns:a="http://schemas.openxmlformats.org/drawingml/2006/main" noGrp="1"/>
          </p:cNvSpPr>
          <p:nvPr/>
        </p:nvSpPr>
        <p:spPr>
          <a:xfrm xmlns:a="http://schemas.openxmlformats.org/drawingml/2006/main">
            <a:off x="6305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품질·지연·비용 목표</a:t>
            </a:r>
          </a:p>
        </p:txBody>
      </p:sp>
      <p:sp>
        <p:nvSpPr>
          <p:cNvPr id="15" name="">
            <a:extLst xmlns:a="http://schemas.openxmlformats.org/drawingml/2006/main">
              <a:ext uri="{FF2B5EF4-FFF2-40B4-BE49-F238E27FC236}">
                <a16:creationId xmlns:a16="http://schemas.microsoft.com/office/drawing/2014/main" id="{F93F0CB7-B8A7-4749-8599-8A3DC865BB89}"/>
              </a:ext>
            </a:extLst>
          </p:cNvPr>
          <p:cNvSpPr>
            <a:spLocks xmlns:a="http://schemas.openxmlformats.org/drawingml/2006/main" noGrp="1"/>
          </p:cNvSpPr>
          <p:nvPr/>
        </p:nvSpPr>
        <p:spPr>
          <a:xfrm xmlns:a="http://schemas.openxmlformats.org/drawingml/2006/main">
            <a:off x="8591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경계</a:t>
            </a:r>
          </a:p>
        </p:txBody>
      </p:sp>
      <p:sp>
        <p:nvSpPr>
          <p:cNvPr id="16" name="">
            <a:extLst xmlns:a="http://schemas.openxmlformats.org/drawingml/2006/main">
              <a:ext uri="{FF2B5EF4-FFF2-40B4-BE49-F238E27FC236}">
                <a16:creationId xmlns:a16="http://schemas.microsoft.com/office/drawing/2014/main" id="{48F851C7-D69E-4FEE-89BA-ABDBD8DC61A2}"/>
              </a:ext>
            </a:extLst>
          </p:cNvPr>
          <p:cNvSpPr>
            <a:spLocks xmlns:a="http://schemas.openxmlformats.org/drawingml/2006/main" noGrp="1"/>
          </p:cNvSpPr>
          <p:nvPr/>
        </p:nvSpPr>
        <p:spPr>
          <a:xfrm xmlns:a="http://schemas.openxmlformats.org/drawingml/2006/main">
            <a:off x="8591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금지 행동·승인·책임</a:t>
            </a:r>
          </a:p>
        </p:txBody>
      </p:sp>
      <p:sp>
        <p:nvSpPr>
          <p:cNvPr id="17" name="">
            <a:extLst xmlns:a="http://schemas.openxmlformats.org/drawingml/2006/main">
              <a:ext uri="{FF2B5EF4-FFF2-40B4-BE49-F238E27FC236}">
                <a16:creationId xmlns:a16="http://schemas.microsoft.com/office/drawing/2014/main" id="{CF9596CC-E040-45AD-8C25-3A7FACACDA9F}"/>
              </a:ext>
            </a:extLst>
          </p:cNvPr>
          <p:cNvSpPr>
            <a:spLocks xmlns:a="http://schemas.openxmlformats.org/drawingml/2006/main" noGrp="1"/>
          </p:cNvSpPr>
          <p:nvPr/>
        </p:nvSpPr>
        <p:spPr>
          <a:xfrm xmlns:a="http://schemas.openxmlformats.org/drawingml/2006/main">
            <a:off x="609600" y="55816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제품·운영팀이 성공 기준과 운영 경계를 정의</a:t>
            </a:r>
          </a:p>
        </p:txBody>
      </p:sp>
    </p:spTree>
    <p:extLst>
      <p:ext uri="{BB962C8B-B14F-4D97-AF65-F5344CB8AC3E}">
        <p14:creationId xmlns:p14="http://schemas.microsoft.com/office/powerpoint/2010/main" val="242515428"/>
      </p:ext>
    </p:extLst>
  </p:cSld>
</p:sld>
</file>

<file path=ppt/slides/slide33.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C20499-BC0E-4587-BC85-4B93ACED79CC}"/>
              </a:ext>
            </a:extLst>
          </p:cNvPr>
          <p:cNvSpPr>
            <a:spLocks xmlns:a="http://schemas.openxmlformats.org/drawingml/2006/main" noGrp="1"/>
          </p:cNvSpPr>
          <p:nvPr/>
        </p:nvSpPr>
        <p:spPr>
          <a:xfrm xmlns:a="http://schemas.openxmlformats.org/drawingml/2006/main">
            <a:off x="609600" y="742950"/>
            <a:ext cx="200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8850" b="1">
                <a:solidFill>
                  <a:srgbClr val="FFFFFF"/>
                </a:solidFill>
                <a:latin typeface="Menlo"/>
                <a:ea typeface="Menlo"/>
                <a:cs typeface="Menlo"/>
              </a:defRPr>
            </a:pPr>
            <a:r>
              <a:rPr sz="8850" b="1">
                <a:solidFill>
                  <a:srgbClr val="FFFFFF"/>
                </a:solidFill>
                <a:latin typeface="Menlo"/>
                <a:ea typeface="Menlo"/>
                <a:cs typeface="Menlo"/>
              </a:rPr>
              <a:t>02</a:t>
            </a:r>
          </a:p>
        </p:txBody>
      </p:sp>
      <p:sp>
        <p:nvSpPr>
          <p:cNvPr id="2" name="">
            <a:extLst xmlns:a="http://schemas.openxmlformats.org/drawingml/2006/main">
              <a:ext uri="{FF2B5EF4-FFF2-40B4-BE49-F238E27FC236}">
                <a16:creationId xmlns:a16="http://schemas.microsoft.com/office/drawing/2014/main" id="{B6BD59DD-670A-4191-B754-B931D1DF8D67}"/>
              </a:ext>
            </a:extLst>
          </p:cNvPr>
          <p:cNvSpPr>
            <a:spLocks xmlns:a="http://schemas.openxmlformats.org/drawingml/2006/main" noGrp="1"/>
          </p:cNvSpPr>
          <p:nvPr/>
        </p:nvSpPr>
        <p:spPr>
          <a:xfrm xmlns:a="http://schemas.openxmlformats.org/drawingml/2006/main">
            <a:off x="6724650" y="9334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SERVICE INTERVENTION OPTIONS</a:t>
            </a:r>
          </a:p>
        </p:txBody>
      </p:sp>
      <p:sp>
        <p:nvSpPr>
          <p:cNvPr id="3" name="">
            <a:extLst xmlns:a="http://schemas.openxmlformats.org/drawingml/2006/main">
              <a:ext uri="{FF2B5EF4-FFF2-40B4-BE49-F238E27FC236}">
                <a16:creationId xmlns:a16="http://schemas.microsoft.com/office/drawing/2014/main" id="{CB6AAF1C-08E1-443F-9872-5E5EF8FCA3B8}"/>
              </a:ext>
            </a:extLst>
          </p:cNvPr>
          <p:cNvSpPr>
            <a:spLocks xmlns:a="http://schemas.openxmlformats.org/drawingml/2006/main" noGrp="1"/>
          </p:cNvSpPr>
          <p:nvPr/>
        </p:nvSpPr>
        <p:spPr>
          <a:xfrm xmlns:a="http://schemas.openxmlformats.org/drawingml/2006/main" flipH="0" flipV="0">
            <a:off x="609600" y="27241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E1E4B71F-8E55-47DD-8E0E-F0C5D43F1E26}"/>
              </a:ext>
            </a:extLst>
          </p:cNvPr>
          <p:cNvSpPr>
            <a:spLocks xmlns:a="http://schemas.openxmlformats.org/drawingml/2006/main" noGrp="1"/>
          </p:cNvSpPr>
          <p:nvPr/>
        </p:nvSpPr>
        <p:spPr>
          <a:xfrm xmlns:a="http://schemas.openxmlformats.org/drawingml/2006/main">
            <a:off x="609600" y="3162300"/>
            <a:ext cx="10668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3600" b="1">
                <a:solidFill>
                  <a:srgbClr val="FFFFFF"/>
                </a:solidFill>
                <a:latin typeface="AppleGothic"/>
                <a:ea typeface="AppleGothic"/>
                <a:cs typeface="AppleGothic"/>
              </a:defRPr>
            </a:pPr>
            <a:r>
              <a:rPr sz="3600" b="1">
                <a:solidFill>
                  <a:srgbClr val="FFFFFF"/>
                </a:solidFill>
                <a:latin typeface="AppleGothic"/>
                <a:ea typeface="AppleGothic"/>
                <a:cs typeface="AppleGothic"/>
              </a:rPr>
              <a:t>LLM 서비스 동작을 바꾸는 방법</a:t>
            </a:r>
          </a:p>
        </p:txBody>
      </p:sp>
      <p:sp>
        <p:nvSpPr>
          <p:cNvPr id="5" name="">
            <a:extLst xmlns:a="http://schemas.openxmlformats.org/drawingml/2006/main">
              <a:ext uri="{FF2B5EF4-FFF2-40B4-BE49-F238E27FC236}">
                <a16:creationId xmlns:a16="http://schemas.microsoft.com/office/drawing/2014/main" id="{882F2968-ACBF-46B4-9E6F-80371063F331}"/>
              </a:ext>
            </a:extLst>
          </p:cNvPr>
          <p:cNvSpPr>
            <a:spLocks xmlns:a="http://schemas.openxmlformats.org/drawingml/2006/main" noGrp="1"/>
          </p:cNvSpPr>
          <p:nvPr/>
        </p:nvSpPr>
        <p:spPr>
          <a:xfrm xmlns:a="http://schemas.openxmlformats.org/drawingml/2006/main">
            <a:off x="609600" y="47625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0">
                <a:solidFill>
                  <a:srgbClr val="98A2B3"/>
                </a:solidFill>
                <a:latin typeface="AppleGothic"/>
                <a:ea typeface="AppleGothic"/>
                <a:cs typeface="AppleGothic"/>
              </a:defRPr>
            </a:pPr>
            <a:r>
              <a:rPr sz="1800" b="0">
                <a:solidFill>
                  <a:srgbClr val="98A2B3"/>
                </a:solidFill>
                <a:latin typeface="AppleGothic"/>
                <a:ea typeface="AppleGothic"/>
                <a:cs typeface="AppleGothic"/>
              </a:rPr>
              <a:t>프롬프트 · 검색 · 도구 · 모델 선택 · 사후학습</a:t>
            </a:r>
          </a:p>
        </p:txBody>
      </p:sp>
      <p:sp>
        <p:nvSpPr>
          <p:cNvPr id="6" name="">
            <a:extLst xmlns:a="http://schemas.openxmlformats.org/drawingml/2006/main">
              <a:ext uri="{FF2B5EF4-FFF2-40B4-BE49-F238E27FC236}">
                <a16:creationId xmlns:a16="http://schemas.microsoft.com/office/drawing/2014/main" id="{39CD3AE4-F7F8-4228-A0CE-ADE7F4797304}"/>
              </a:ext>
            </a:extLst>
          </p:cNvPr>
          <p:cNvSpPr>
            <a:spLocks xmlns:a="http://schemas.openxmlformats.org/drawingml/2006/main" noGrp="1"/>
          </p:cNvSpPr>
          <p:nvPr/>
        </p:nvSpPr>
        <p:spPr>
          <a:xfrm xmlns:a="http://schemas.openxmlformats.org/drawingml/2006/main">
            <a:off x="609600" y="607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W01 · 33</a:t>
            </a:r>
          </a:p>
        </p:txBody>
      </p:sp>
    </p:spTree>
    <p:extLst>
      <p:ext uri="{BB962C8B-B14F-4D97-AF65-F5344CB8AC3E}">
        <p14:creationId xmlns:p14="http://schemas.microsoft.com/office/powerpoint/2010/main" val="1295411377"/>
      </p:ext>
    </p:extLst>
  </p:cSld>
</p:sld>
</file>

<file path=ppt/slides/slide3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F8B9D3-0F99-47CD-8456-7859D34E7D1F}"/>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INTERVENTION</a:t>
            </a:r>
          </a:p>
        </p:txBody>
      </p:sp>
      <p:sp>
        <p:nvSpPr>
          <p:cNvPr id="2" name="">
            <a:extLst xmlns:a="http://schemas.openxmlformats.org/drawingml/2006/main">
              <a:ext uri="{FF2B5EF4-FFF2-40B4-BE49-F238E27FC236}">
                <a16:creationId xmlns:a16="http://schemas.microsoft.com/office/drawing/2014/main" id="{F482971C-4032-4E2D-803A-FF3476CCF3F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34</a:t>
            </a:r>
          </a:p>
        </p:txBody>
      </p:sp>
      <p:sp>
        <p:nvSpPr>
          <p:cNvPr id="3" name="">
            <a:extLst xmlns:a="http://schemas.openxmlformats.org/drawingml/2006/main">
              <a:ext uri="{FF2B5EF4-FFF2-40B4-BE49-F238E27FC236}">
                <a16:creationId xmlns:a16="http://schemas.microsoft.com/office/drawing/2014/main" id="{0954581A-365E-40C5-9EFD-C4F7D13A2F0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FDBB2B39-2846-49C6-8329-4619F5039B3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805C32F-CD9E-4673-8384-D6E841434FEA}"/>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6A08B594-001E-4A00-ACA1-58310C3690CB}"/>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변경 수단별 비용과 롤백 난이도</a:t>
            </a:r>
          </a:p>
        </p:txBody>
      </p:sp>
      <p:sp>
        <p:nvSpPr>
          <p:cNvPr id="7" name="">
            <a:extLst xmlns:a="http://schemas.openxmlformats.org/drawingml/2006/main">
              <a:ext uri="{FF2B5EF4-FFF2-40B4-BE49-F238E27FC236}">
                <a16:creationId xmlns:a16="http://schemas.microsoft.com/office/drawing/2014/main" id="{EED304F8-78C0-450A-84EE-AE3C6D802293}"/>
              </a:ext>
            </a:extLst>
          </p:cNvPr>
          <p:cNvSpPr>
            <a:spLocks xmlns:a="http://schemas.openxmlformats.org/drawingml/2006/main" noGrp="1"/>
          </p:cNvSpPr>
          <p:nvPr/>
        </p:nvSpPr>
        <p:spPr>
          <a:xfrm xmlns:a="http://schemas.openxmlformats.org/drawingml/2006/main">
            <a:off x="609600" y="16764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비용·시간</a:t>
            </a:r>
          </a:p>
        </p:txBody>
      </p:sp>
      <p:sp>
        <p:nvSpPr>
          <p:cNvPr id="8" name="">
            <a:extLst xmlns:a="http://schemas.openxmlformats.org/drawingml/2006/main">
              <a:ext uri="{FF2B5EF4-FFF2-40B4-BE49-F238E27FC236}">
                <a16:creationId xmlns:a16="http://schemas.microsoft.com/office/drawing/2014/main" id="{91E6E1BD-B396-435B-8274-69B09E3C2793}"/>
              </a:ext>
            </a:extLst>
          </p:cNvPr>
          <p:cNvSpPr>
            <a:spLocks xmlns:a="http://schemas.openxmlformats.org/drawingml/2006/main" noGrp="1"/>
          </p:cNvSpPr>
          <p:nvPr/>
        </p:nvSpPr>
        <p:spPr>
          <a:xfrm xmlns:a="http://schemas.openxmlformats.org/drawingml/2006/main" flipH="0" flipV="1">
            <a:off x="952500" y="2286000"/>
            <a:ext cx="0" cy="295275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9" name="">
            <a:extLst xmlns:a="http://schemas.openxmlformats.org/drawingml/2006/main">
              <a:ext uri="{FF2B5EF4-FFF2-40B4-BE49-F238E27FC236}">
                <a16:creationId xmlns:a16="http://schemas.microsoft.com/office/drawing/2014/main" id="{84378751-32B7-49C4-A91E-23020ED5D6D0}"/>
              </a:ext>
            </a:extLst>
          </p:cNvPr>
          <p:cNvSpPr>
            <a:spLocks xmlns:a="http://schemas.openxmlformats.org/drawingml/2006/main" noGrp="1"/>
          </p:cNvSpPr>
          <p:nvPr/>
        </p:nvSpPr>
        <p:spPr>
          <a:xfrm xmlns:a="http://schemas.openxmlformats.org/drawingml/2006/main" flipH="0" flipV="0">
            <a:off x="952500" y="5238750"/>
            <a:ext cx="1000125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10" name="">
            <a:extLst xmlns:a="http://schemas.openxmlformats.org/drawingml/2006/main">
              <a:ext uri="{FF2B5EF4-FFF2-40B4-BE49-F238E27FC236}">
                <a16:creationId xmlns:a16="http://schemas.microsoft.com/office/drawing/2014/main" id="{7E852791-E996-4AC1-A3DD-22071C0658DF}"/>
              </a:ext>
            </a:extLst>
          </p:cNvPr>
          <p:cNvSpPr>
            <a:spLocks xmlns:a="http://schemas.openxmlformats.org/drawingml/2006/main" noGrp="1"/>
          </p:cNvSpPr>
          <p:nvPr/>
        </p:nvSpPr>
        <p:spPr>
          <a:xfrm xmlns:a="http://schemas.openxmlformats.org/drawingml/2006/main">
            <a:off x="9296400" y="5467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되돌리기 어려움</a:t>
            </a:r>
          </a:p>
        </p:txBody>
      </p:sp>
      <p:sp>
        <p:nvSpPr>
          <p:cNvPr id="11" name="">
            <a:extLst xmlns:a="http://schemas.openxmlformats.org/drawingml/2006/main">
              <a:ext uri="{FF2B5EF4-FFF2-40B4-BE49-F238E27FC236}">
                <a16:creationId xmlns:a16="http://schemas.microsoft.com/office/drawing/2014/main" id="{3B82D02C-32B5-4CA6-BFC8-C11AFE79037A}"/>
              </a:ext>
            </a:extLst>
          </p:cNvPr>
          <p:cNvSpPr>
            <a:spLocks xmlns:a="http://schemas.openxmlformats.org/drawingml/2006/main" noGrp="1"/>
          </p:cNvSpPr>
          <p:nvPr/>
        </p:nvSpPr>
        <p:spPr>
          <a:xfrm xmlns:a="http://schemas.openxmlformats.org/drawingml/2006/main" rot="0">
            <a:off x="1866900" y="4604385"/>
            <a:ext cx="895350" cy="895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AppleGothic"/>
                <a:ea typeface="AppleGothic"/>
                <a:cs typeface="AppleGothic"/>
              </a:defRPr>
            </a:pPr>
            <a:r>
              <a:rPr sz="1050" b="1">
                <a:solidFill>
                  <a:srgbClr val="FFFFFF"/>
                </a:solidFill>
                <a:latin typeface="AppleGothic"/>
                <a:ea typeface="AppleGothic"/>
                <a:cs typeface="AppleGothic"/>
              </a:rPr>
              <a:t>프롬프트</a:t>
            </a:r>
          </a:p>
        </p:txBody>
      </p:sp>
      <p:sp>
        <p:nvSpPr>
          <p:cNvPr id="12" name="">
            <a:extLst xmlns:a="http://schemas.openxmlformats.org/drawingml/2006/main">
              <a:ext uri="{FF2B5EF4-FFF2-40B4-BE49-F238E27FC236}">
                <a16:creationId xmlns:a16="http://schemas.microsoft.com/office/drawing/2014/main" id="{B1F092EE-EED6-446D-B6E0-8C5A5AC31148}"/>
              </a:ext>
            </a:extLst>
          </p:cNvPr>
          <p:cNvSpPr>
            <a:spLocks xmlns:a="http://schemas.openxmlformats.org/drawingml/2006/main" noGrp="1"/>
          </p:cNvSpPr>
          <p:nvPr/>
        </p:nvSpPr>
        <p:spPr>
          <a:xfrm xmlns:a="http://schemas.openxmlformats.org/drawingml/2006/main" rot="0">
            <a:off x="3857625" y="4090035"/>
            <a:ext cx="990600" cy="990600"/>
          </a:xfrm>
          <a:prstGeom xmlns:a="http://schemas.openxmlformats.org/drawingml/2006/main" prst="ellipse">
            <a:avLst/>
          </a:prstGeom>
          <a:solidFill xmlns:a="http://schemas.openxmlformats.org/drawingml/2006/main">
            <a:srgbClr val="0B1F3A"/>
          </a:solidFill>
          <a:ln xmlns:a="http://schemas.openxmlformats.org/drawingml/2006/main" w="0">
            <a:solidFill>
              <a:srgbClr val="0B1F3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AppleGothic"/>
                <a:ea typeface="AppleGothic"/>
                <a:cs typeface="AppleGothic"/>
              </a:defRPr>
            </a:pPr>
            <a:r>
              <a:rPr sz="1050" b="1">
                <a:solidFill>
                  <a:srgbClr val="FFFFFF"/>
                </a:solidFill>
                <a:latin typeface="AppleGothic"/>
                <a:ea typeface="AppleGothic"/>
                <a:cs typeface="AppleGothic"/>
              </a:rPr>
              <a:t>검색 증강</a:t>
            </a:r>
          </a:p>
        </p:txBody>
      </p:sp>
      <p:sp>
        <p:nvSpPr>
          <p:cNvPr id="13" name="">
            <a:extLst xmlns:a="http://schemas.openxmlformats.org/drawingml/2006/main">
              <a:ext uri="{FF2B5EF4-FFF2-40B4-BE49-F238E27FC236}">
                <a16:creationId xmlns:a16="http://schemas.microsoft.com/office/drawing/2014/main" id="{8B6FB369-6C2C-4754-B4C9-1846D455D814}"/>
              </a:ext>
            </a:extLst>
          </p:cNvPr>
          <p:cNvSpPr>
            <a:spLocks xmlns:a="http://schemas.openxmlformats.org/drawingml/2006/main" noGrp="1"/>
          </p:cNvSpPr>
          <p:nvPr/>
        </p:nvSpPr>
        <p:spPr>
          <a:xfrm xmlns:a="http://schemas.openxmlformats.org/drawingml/2006/main" rot="0">
            <a:off x="5938838" y="3729990"/>
            <a:ext cx="971550" cy="971550"/>
          </a:xfrm>
          <a:prstGeom xmlns:a="http://schemas.openxmlformats.org/drawingml/2006/main" prst="ellipse">
            <a:avLst/>
          </a:prstGeom>
          <a:solidFill xmlns:a="http://schemas.openxmlformats.org/drawingml/2006/main">
            <a:srgbClr val="0B1F3A"/>
          </a:solidFill>
          <a:ln xmlns:a="http://schemas.openxmlformats.org/drawingml/2006/main" w="0">
            <a:solidFill>
              <a:srgbClr val="0B1F3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AppleGothic"/>
                <a:ea typeface="AppleGothic"/>
                <a:cs typeface="AppleGothic"/>
              </a:defRPr>
            </a:pPr>
            <a:r>
              <a:rPr sz="1050" b="1">
                <a:solidFill>
                  <a:srgbClr val="FFFFFF"/>
                </a:solidFill>
                <a:latin typeface="AppleGothic"/>
                <a:ea typeface="AppleGothic"/>
                <a:cs typeface="AppleGothic"/>
              </a:rPr>
              <a:t>모델 선택</a:t>
            </a:r>
          </a:p>
        </p:txBody>
      </p:sp>
      <p:sp>
        <p:nvSpPr>
          <p:cNvPr id="14" name="">
            <a:extLst xmlns:a="http://schemas.openxmlformats.org/drawingml/2006/main">
              <a:ext uri="{FF2B5EF4-FFF2-40B4-BE49-F238E27FC236}">
                <a16:creationId xmlns:a16="http://schemas.microsoft.com/office/drawing/2014/main" id="{932BCE23-2668-41C4-9CD0-DF00D0DECB11}"/>
              </a:ext>
            </a:extLst>
          </p:cNvPr>
          <p:cNvSpPr>
            <a:spLocks xmlns:a="http://schemas.openxmlformats.org/drawingml/2006/main" noGrp="1"/>
          </p:cNvSpPr>
          <p:nvPr/>
        </p:nvSpPr>
        <p:spPr>
          <a:xfrm xmlns:a="http://schemas.openxmlformats.org/drawingml/2006/main" rot="0">
            <a:off x="8201025" y="2958465"/>
            <a:ext cx="1123950" cy="1123950"/>
          </a:xfrm>
          <a:prstGeom xmlns:a="http://schemas.openxmlformats.org/drawingml/2006/main" prst="ellipse">
            <a:avLst/>
          </a:prstGeom>
          <a:solidFill xmlns:a="http://schemas.openxmlformats.org/drawingml/2006/main">
            <a:srgbClr val="0B1F3A"/>
          </a:solidFill>
          <a:ln xmlns:a="http://schemas.openxmlformats.org/drawingml/2006/main" w="0">
            <a:solidFill>
              <a:srgbClr val="0B1F3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AppleGothic"/>
                <a:ea typeface="AppleGothic"/>
                <a:cs typeface="AppleGothic"/>
              </a:defRPr>
            </a:pPr>
            <a:r>
              <a:rPr sz="1050" b="1">
                <a:solidFill>
                  <a:srgbClr val="FFFFFF"/>
                </a:solidFill>
                <a:latin typeface="AppleGothic"/>
                <a:ea typeface="AppleGothic"/>
                <a:cs typeface="AppleGothic"/>
              </a:rPr>
              <a:t>미세조정</a:t>
            </a:r>
          </a:p>
        </p:txBody>
      </p:sp>
      <p:sp>
        <p:nvSpPr>
          <p:cNvPr id="15" name="">
            <a:extLst xmlns:a="http://schemas.openxmlformats.org/drawingml/2006/main">
              <a:ext uri="{FF2B5EF4-FFF2-40B4-BE49-F238E27FC236}">
                <a16:creationId xmlns:a16="http://schemas.microsoft.com/office/drawing/2014/main" id="{45212352-228A-4B96-8796-5B3E1D22EBF6}"/>
              </a:ext>
            </a:extLst>
          </p:cNvPr>
          <p:cNvSpPr>
            <a:spLocks xmlns:a="http://schemas.openxmlformats.org/drawingml/2006/main" noGrp="1"/>
          </p:cNvSpPr>
          <p:nvPr/>
        </p:nvSpPr>
        <p:spPr>
          <a:xfrm xmlns:a="http://schemas.openxmlformats.org/drawingml/2006/main">
            <a:off x="2266950" y="175260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파랑 = 이번 가설을 가장 싸고 빠르게 검증할 첫 변경점</a:t>
            </a:r>
          </a:p>
        </p:txBody>
      </p:sp>
    </p:spTree>
    <p:extLst>
      <p:ext uri="{BB962C8B-B14F-4D97-AF65-F5344CB8AC3E}">
        <p14:creationId xmlns:p14="http://schemas.microsoft.com/office/powerpoint/2010/main" val="927784423"/>
      </p:ext>
    </p:extLst>
  </p:cSld>
</p:sld>
</file>

<file path=ppt/slides/slide3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B81076-0EFC-4A48-953D-CC6833CA911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INTERVENTION</a:t>
            </a:r>
          </a:p>
        </p:txBody>
      </p:sp>
      <p:sp>
        <p:nvSpPr>
          <p:cNvPr id="2" name="">
            <a:extLst xmlns:a="http://schemas.openxmlformats.org/drawingml/2006/main">
              <a:ext uri="{FF2B5EF4-FFF2-40B4-BE49-F238E27FC236}">
                <a16:creationId xmlns:a16="http://schemas.microsoft.com/office/drawing/2014/main" id="{841EA2C9-1DDC-4EFF-8073-513B817E60A8}"/>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35</a:t>
            </a:r>
          </a:p>
        </p:txBody>
      </p:sp>
      <p:sp>
        <p:nvSpPr>
          <p:cNvPr id="3" name="">
            <a:extLst xmlns:a="http://schemas.openxmlformats.org/drawingml/2006/main">
              <a:ext uri="{FF2B5EF4-FFF2-40B4-BE49-F238E27FC236}">
                <a16:creationId xmlns:a16="http://schemas.microsoft.com/office/drawing/2014/main" id="{794C358C-9905-4857-81C8-C22085FE2CB7}"/>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8DDE3B03-C3E6-4133-9661-1B4A64E40649}"/>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8CCB0EE-4099-49AE-9038-995BFBC580B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3541C5CE-A4D1-450E-A1CD-0BD0AAAABFB8}"/>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프롬프트의 통제 범위</a:t>
            </a:r>
          </a:p>
        </p:txBody>
      </p:sp>
      <p:sp>
        <p:nvSpPr>
          <p:cNvPr id="7" name="">
            <a:extLst xmlns:a="http://schemas.openxmlformats.org/drawingml/2006/main">
              <a:ext uri="{FF2B5EF4-FFF2-40B4-BE49-F238E27FC236}">
                <a16:creationId xmlns:a16="http://schemas.microsoft.com/office/drawing/2014/main" id="{BD2B96B1-A242-4B60-B406-61E7BCF8ED66}"/>
              </a:ext>
            </a:extLst>
          </p:cNvPr>
          <p:cNvSpPr>
            <a:spLocks xmlns:a="http://schemas.openxmlformats.org/drawingml/2006/main" noGrp="1"/>
          </p:cNvSpPr>
          <p:nvPr/>
        </p:nvSpPr>
        <p:spPr>
          <a:xfrm xmlns:a="http://schemas.openxmlformats.org/drawingml/2006/main" rot="0">
            <a:off x="609600" y="1790700"/>
            <a:ext cx="10096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E2046C5D-DBA9-44A9-AD7C-317D42F10A24}"/>
              </a:ext>
            </a:extLst>
          </p:cNvPr>
          <p:cNvSpPr>
            <a:spLocks xmlns:a="http://schemas.openxmlformats.org/drawingml/2006/main" noGrp="1"/>
          </p:cNvSpPr>
          <p:nvPr/>
        </p:nvSpPr>
        <p:spPr>
          <a:xfrm xmlns:a="http://schemas.openxmlformats.org/drawingml/2006/main">
            <a:off x="781050" y="1790700"/>
            <a:ext cx="266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역할</a:t>
            </a:r>
          </a:p>
        </p:txBody>
      </p:sp>
      <p:sp>
        <p:nvSpPr>
          <p:cNvPr id="9" name="">
            <a:extLst xmlns:a="http://schemas.openxmlformats.org/drawingml/2006/main">
              <a:ext uri="{FF2B5EF4-FFF2-40B4-BE49-F238E27FC236}">
                <a16:creationId xmlns:a16="http://schemas.microsoft.com/office/drawing/2014/main" id="{2562BB2E-1115-4AFF-9F0E-501CB321A31F}"/>
              </a:ext>
            </a:extLst>
          </p:cNvPr>
          <p:cNvSpPr>
            <a:spLocks xmlns:a="http://schemas.openxmlformats.org/drawingml/2006/main" noGrp="1"/>
          </p:cNvSpPr>
          <p:nvPr/>
        </p:nvSpPr>
        <p:spPr>
          <a:xfrm xmlns:a="http://schemas.openxmlformats.org/drawingml/2006/main">
            <a:off x="3638550" y="1790700"/>
            <a:ext cx="6877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응답 관점과 책임</a:t>
            </a:r>
          </a:p>
        </p:txBody>
      </p:sp>
      <p:sp>
        <p:nvSpPr>
          <p:cNvPr id="10" name="">
            <a:extLst xmlns:a="http://schemas.openxmlformats.org/drawingml/2006/main">
              <a:ext uri="{FF2B5EF4-FFF2-40B4-BE49-F238E27FC236}">
                <a16:creationId xmlns:a16="http://schemas.microsoft.com/office/drawing/2014/main" id="{39895804-A403-4AEE-88E9-B055A9B95753}"/>
              </a:ext>
            </a:extLst>
          </p:cNvPr>
          <p:cNvSpPr>
            <a:spLocks xmlns:a="http://schemas.openxmlformats.org/drawingml/2006/main" noGrp="1"/>
          </p:cNvSpPr>
          <p:nvPr/>
        </p:nvSpPr>
        <p:spPr>
          <a:xfrm xmlns:a="http://schemas.openxmlformats.org/drawingml/2006/main" rot="0">
            <a:off x="1181100" y="2628900"/>
            <a:ext cx="8953500" cy="6286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1" name="">
            <a:extLst xmlns:a="http://schemas.openxmlformats.org/drawingml/2006/main">
              <a:ext uri="{FF2B5EF4-FFF2-40B4-BE49-F238E27FC236}">
                <a16:creationId xmlns:a16="http://schemas.microsoft.com/office/drawing/2014/main" id="{BC288142-CB34-4A9B-9405-0777BAA1A5BD}"/>
              </a:ext>
            </a:extLst>
          </p:cNvPr>
          <p:cNvSpPr>
            <a:spLocks xmlns:a="http://schemas.openxmlformats.org/drawingml/2006/main" noGrp="1"/>
          </p:cNvSpPr>
          <p:nvPr/>
        </p:nvSpPr>
        <p:spPr>
          <a:xfrm xmlns:a="http://schemas.openxmlformats.org/drawingml/2006/main">
            <a:off x="1352550" y="2628900"/>
            <a:ext cx="266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지시</a:t>
            </a:r>
          </a:p>
        </p:txBody>
      </p:sp>
      <p:sp>
        <p:nvSpPr>
          <p:cNvPr id="12" name="">
            <a:extLst xmlns:a="http://schemas.openxmlformats.org/drawingml/2006/main">
              <a:ext uri="{FF2B5EF4-FFF2-40B4-BE49-F238E27FC236}">
                <a16:creationId xmlns:a16="http://schemas.microsoft.com/office/drawing/2014/main" id="{5CAD3280-A21C-4AA8-9E24-5E71DDA1D3D2}"/>
              </a:ext>
            </a:extLst>
          </p:cNvPr>
          <p:cNvSpPr>
            <a:spLocks xmlns:a="http://schemas.openxmlformats.org/drawingml/2006/main" noGrp="1"/>
          </p:cNvSpPr>
          <p:nvPr/>
        </p:nvSpPr>
        <p:spPr>
          <a:xfrm xmlns:a="http://schemas.openxmlformats.org/drawingml/2006/main">
            <a:off x="4210050" y="26289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해야 할 일과 금지 행동</a:t>
            </a:r>
          </a:p>
        </p:txBody>
      </p:sp>
      <p:sp>
        <p:nvSpPr>
          <p:cNvPr id="13" name="">
            <a:extLst xmlns:a="http://schemas.openxmlformats.org/drawingml/2006/main">
              <a:ext uri="{FF2B5EF4-FFF2-40B4-BE49-F238E27FC236}">
                <a16:creationId xmlns:a16="http://schemas.microsoft.com/office/drawing/2014/main" id="{316DDB1D-A1C7-4F7E-BD16-2B7B0CA706CE}"/>
              </a:ext>
            </a:extLst>
          </p:cNvPr>
          <p:cNvSpPr>
            <a:spLocks xmlns:a="http://schemas.openxmlformats.org/drawingml/2006/main" noGrp="1"/>
          </p:cNvSpPr>
          <p:nvPr/>
        </p:nvSpPr>
        <p:spPr>
          <a:xfrm xmlns:a="http://schemas.openxmlformats.org/drawingml/2006/main" rot="0">
            <a:off x="1752600" y="3467100"/>
            <a:ext cx="7810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784ABA87-A63F-4BF9-897B-7D854CFE7B17}"/>
              </a:ext>
            </a:extLst>
          </p:cNvPr>
          <p:cNvSpPr>
            <a:spLocks xmlns:a="http://schemas.openxmlformats.org/drawingml/2006/main" noGrp="1"/>
          </p:cNvSpPr>
          <p:nvPr/>
        </p:nvSpPr>
        <p:spPr>
          <a:xfrm xmlns:a="http://schemas.openxmlformats.org/drawingml/2006/main">
            <a:off x="1924050" y="3467100"/>
            <a:ext cx="266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예시</a:t>
            </a:r>
          </a:p>
        </p:txBody>
      </p:sp>
      <p:sp>
        <p:nvSpPr>
          <p:cNvPr id="15" name="">
            <a:extLst xmlns:a="http://schemas.openxmlformats.org/drawingml/2006/main">
              <a:ext uri="{FF2B5EF4-FFF2-40B4-BE49-F238E27FC236}">
                <a16:creationId xmlns:a16="http://schemas.microsoft.com/office/drawing/2014/main" id="{65FE17E4-3E11-422F-BE98-6320F0BA2534}"/>
              </a:ext>
            </a:extLst>
          </p:cNvPr>
          <p:cNvSpPr>
            <a:spLocks xmlns:a="http://schemas.openxmlformats.org/drawingml/2006/main" noGrp="1"/>
          </p:cNvSpPr>
          <p:nvPr/>
        </p:nvSpPr>
        <p:spPr>
          <a:xfrm xmlns:a="http://schemas.openxmlformats.org/drawingml/2006/main">
            <a:off x="4781550" y="3467100"/>
            <a:ext cx="459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입력·출력 패턴</a:t>
            </a:r>
          </a:p>
        </p:txBody>
      </p:sp>
      <p:sp>
        <p:nvSpPr>
          <p:cNvPr id="16" name="">
            <a:extLst xmlns:a="http://schemas.openxmlformats.org/drawingml/2006/main">
              <a:ext uri="{FF2B5EF4-FFF2-40B4-BE49-F238E27FC236}">
                <a16:creationId xmlns:a16="http://schemas.microsoft.com/office/drawing/2014/main" id="{55283623-7921-4F84-A455-1D2CB0DD78E2}"/>
              </a:ext>
            </a:extLst>
          </p:cNvPr>
          <p:cNvSpPr>
            <a:spLocks xmlns:a="http://schemas.openxmlformats.org/drawingml/2006/main" noGrp="1"/>
          </p:cNvSpPr>
          <p:nvPr/>
        </p:nvSpPr>
        <p:spPr>
          <a:xfrm xmlns:a="http://schemas.openxmlformats.org/drawingml/2006/main" rot="0">
            <a:off x="2324100" y="4305300"/>
            <a:ext cx="6667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2D5C0A25-7716-4CD3-80C9-87E8FE7CC7DA}"/>
              </a:ext>
            </a:extLst>
          </p:cNvPr>
          <p:cNvSpPr>
            <a:spLocks xmlns:a="http://schemas.openxmlformats.org/drawingml/2006/main" noGrp="1"/>
          </p:cNvSpPr>
          <p:nvPr/>
        </p:nvSpPr>
        <p:spPr>
          <a:xfrm xmlns:a="http://schemas.openxmlformats.org/drawingml/2006/main">
            <a:off x="2495550" y="4305300"/>
            <a:ext cx="266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출력 스키마</a:t>
            </a:r>
          </a:p>
        </p:txBody>
      </p:sp>
      <p:sp>
        <p:nvSpPr>
          <p:cNvPr id="18" name="">
            <a:extLst xmlns:a="http://schemas.openxmlformats.org/drawingml/2006/main">
              <a:ext uri="{FF2B5EF4-FFF2-40B4-BE49-F238E27FC236}">
                <a16:creationId xmlns:a16="http://schemas.microsoft.com/office/drawing/2014/main" id="{4E6D48FF-DCD0-403C-98A8-038FFA52FE74}"/>
              </a:ext>
            </a:extLst>
          </p:cNvPr>
          <p:cNvSpPr>
            <a:spLocks xmlns:a="http://schemas.openxmlformats.org/drawingml/2006/main" noGrp="1"/>
          </p:cNvSpPr>
          <p:nvPr/>
        </p:nvSpPr>
        <p:spPr>
          <a:xfrm xmlns:a="http://schemas.openxmlformats.org/drawingml/2006/main">
            <a:off x="5353050" y="4305300"/>
            <a:ext cx="3448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형식·필드·길이</a:t>
            </a:r>
          </a:p>
        </p:txBody>
      </p:sp>
      <p:sp>
        <p:nvSpPr>
          <p:cNvPr id="19" name="">
            <a:extLst xmlns:a="http://schemas.openxmlformats.org/drawingml/2006/main">
              <a:ext uri="{FF2B5EF4-FFF2-40B4-BE49-F238E27FC236}">
                <a16:creationId xmlns:a16="http://schemas.microsoft.com/office/drawing/2014/main" id="{8FFD1EF2-64C7-4A19-80A3-6A2198F15AD8}"/>
              </a:ext>
            </a:extLst>
          </p:cNvPr>
          <p:cNvSpPr>
            <a:spLocks xmlns:a="http://schemas.openxmlformats.org/drawingml/2006/main" noGrp="1"/>
          </p:cNvSpPr>
          <p:nvPr/>
        </p:nvSpPr>
        <p:spPr>
          <a:xfrm xmlns:a="http://schemas.openxmlformats.org/drawingml/2006/main">
            <a:off x="609600" y="55816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모델 가중치를 바꾸지 않고 빠르게 수정·버전 관리·롤백 가능한 제어 지점</a:t>
            </a:r>
          </a:p>
        </p:txBody>
      </p:sp>
    </p:spTree>
    <p:extLst>
      <p:ext uri="{BB962C8B-B14F-4D97-AF65-F5344CB8AC3E}">
        <p14:creationId xmlns:p14="http://schemas.microsoft.com/office/powerpoint/2010/main" val="437158080"/>
      </p:ext>
    </p:extLst>
  </p:cSld>
</p:sld>
</file>

<file path=ppt/slides/slide3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707E7C6-1268-4F11-8BD4-53E8A38F5AD0}"/>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INTERVENTION</a:t>
            </a:r>
          </a:p>
        </p:txBody>
      </p:sp>
      <p:sp>
        <p:nvSpPr>
          <p:cNvPr id="2" name="">
            <a:extLst xmlns:a="http://schemas.openxmlformats.org/drawingml/2006/main">
              <a:ext uri="{FF2B5EF4-FFF2-40B4-BE49-F238E27FC236}">
                <a16:creationId xmlns:a16="http://schemas.microsoft.com/office/drawing/2014/main" id="{2BFB3612-7F37-45A1-A430-0D098ECE59D1}"/>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36</a:t>
            </a:r>
          </a:p>
        </p:txBody>
      </p:sp>
      <p:sp>
        <p:nvSpPr>
          <p:cNvPr id="3" name="">
            <a:extLst xmlns:a="http://schemas.openxmlformats.org/drawingml/2006/main">
              <a:ext uri="{FF2B5EF4-FFF2-40B4-BE49-F238E27FC236}">
                <a16:creationId xmlns:a16="http://schemas.microsoft.com/office/drawing/2014/main" id="{9EB16D59-3532-4C45-A45D-B1A869DB96D1}"/>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8A4E2F7A-C15B-49A8-95ED-616EDF415090}"/>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FD499E32-F6FF-4279-9E8F-4785B5312C1A}"/>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AA99348-22AC-4711-A742-F384161EEE22}"/>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검색 증강 생성의 외부 근거</a:t>
            </a:r>
          </a:p>
        </p:txBody>
      </p:sp>
      <p:sp>
        <p:nvSpPr>
          <p:cNvPr id="7" name="">
            <a:extLst xmlns:a="http://schemas.openxmlformats.org/drawingml/2006/main">
              <a:ext uri="{FF2B5EF4-FFF2-40B4-BE49-F238E27FC236}">
                <a16:creationId xmlns:a16="http://schemas.microsoft.com/office/drawing/2014/main" id="{8F4660D1-CD15-4079-B93B-6CDB7EB218CF}"/>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85FEB67A-5E16-451A-A75B-E02F9AD3FDF8}"/>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질의</a:t>
            </a:r>
          </a:p>
        </p:txBody>
      </p:sp>
      <p:sp>
        <p:nvSpPr>
          <p:cNvPr id="9" name="">
            <a:extLst xmlns:a="http://schemas.openxmlformats.org/drawingml/2006/main">
              <a:ext uri="{FF2B5EF4-FFF2-40B4-BE49-F238E27FC236}">
                <a16:creationId xmlns:a16="http://schemas.microsoft.com/office/drawing/2014/main" id="{B237838E-8832-4582-809C-5A3C251EAB78}"/>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사용자 질문</a:t>
            </a:r>
          </a:p>
        </p:txBody>
      </p:sp>
      <p:sp>
        <p:nvSpPr>
          <p:cNvPr id="10" name="">
            <a:extLst xmlns:a="http://schemas.openxmlformats.org/drawingml/2006/main">
              <a:ext uri="{FF2B5EF4-FFF2-40B4-BE49-F238E27FC236}">
                <a16:creationId xmlns:a16="http://schemas.microsoft.com/office/drawing/2014/main" id="{BDA5C0B7-6E47-4D35-B49F-D648A59320BE}"/>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D3691DC2-1EFD-45F0-8AAE-16947BC2A9C0}"/>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8029EF57-C4AA-4510-B544-8FAD55BF239A}"/>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검색</a:t>
            </a:r>
          </a:p>
        </p:txBody>
      </p:sp>
      <p:sp>
        <p:nvSpPr>
          <p:cNvPr id="13" name="">
            <a:extLst xmlns:a="http://schemas.openxmlformats.org/drawingml/2006/main">
              <a:ext uri="{FF2B5EF4-FFF2-40B4-BE49-F238E27FC236}">
                <a16:creationId xmlns:a16="http://schemas.microsoft.com/office/drawing/2014/main" id="{F74AA5A6-1B10-4A16-823E-02C328930DAB}"/>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색인·필터</a:t>
            </a:r>
          </a:p>
        </p:txBody>
      </p:sp>
      <p:sp>
        <p:nvSpPr>
          <p:cNvPr id="14" name="">
            <a:extLst xmlns:a="http://schemas.openxmlformats.org/drawingml/2006/main">
              <a:ext uri="{FF2B5EF4-FFF2-40B4-BE49-F238E27FC236}">
                <a16:creationId xmlns:a16="http://schemas.microsoft.com/office/drawing/2014/main" id="{99B4F9AA-DFAD-4E01-BA12-1A22E19847BD}"/>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E873816F-E597-4BF6-973F-71B611511FFB}"/>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6694B429-9030-45A3-AD48-4C8ACADDE469}"/>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근거</a:t>
            </a:r>
          </a:p>
        </p:txBody>
      </p:sp>
      <p:sp>
        <p:nvSpPr>
          <p:cNvPr id="17" name="">
            <a:extLst xmlns:a="http://schemas.openxmlformats.org/drawingml/2006/main">
              <a:ext uri="{FF2B5EF4-FFF2-40B4-BE49-F238E27FC236}">
                <a16:creationId xmlns:a16="http://schemas.microsoft.com/office/drawing/2014/main" id="{F9F29CFF-B1D1-4366-9802-B12629879E1A}"/>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상위 검색 문서</a:t>
            </a:r>
          </a:p>
        </p:txBody>
      </p:sp>
      <p:sp>
        <p:nvSpPr>
          <p:cNvPr id="18" name="">
            <a:extLst xmlns:a="http://schemas.openxmlformats.org/drawingml/2006/main">
              <a:ext uri="{FF2B5EF4-FFF2-40B4-BE49-F238E27FC236}">
                <a16:creationId xmlns:a16="http://schemas.microsoft.com/office/drawing/2014/main" id="{E7C63996-47C3-46F0-B3A4-9A3D083D5CB3}"/>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9531B536-CE1F-4784-9B85-153FF7D0E2A6}"/>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D0CEEB57-269A-4FB9-A18E-292945A9B622}"/>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맥락</a:t>
            </a:r>
          </a:p>
        </p:txBody>
      </p:sp>
      <p:sp>
        <p:nvSpPr>
          <p:cNvPr id="21" name="">
            <a:extLst xmlns:a="http://schemas.openxmlformats.org/drawingml/2006/main">
              <a:ext uri="{FF2B5EF4-FFF2-40B4-BE49-F238E27FC236}">
                <a16:creationId xmlns:a16="http://schemas.microsoft.com/office/drawing/2014/main" id="{94D8B3AE-527C-4EA2-A41C-5930AFD86D4B}"/>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프롬프트 보강</a:t>
            </a:r>
          </a:p>
        </p:txBody>
      </p:sp>
      <p:sp>
        <p:nvSpPr>
          <p:cNvPr id="22" name="">
            <a:extLst xmlns:a="http://schemas.openxmlformats.org/drawingml/2006/main">
              <a:ext uri="{FF2B5EF4-FFF2-40B4-BE49-F238E27FC236}">
                <a16:creationId xmlns:a16="http://schemas.microsoft.com/office/drawing/2014/main" id="{EDED2E59-E184-4930-B4AC-DC214359A8A8}"/>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7A1078CF-FAB3-4D6E-815E-71059D9E6FC9}"/>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4" name="">
            <a:extLst xmlns:a="http://schemas.openxmlformats.org/drawingml/2006/main">
              <a:ext uri="{FF2B5EF4-FFF2-40B4-BE49-F238E27FC236}">
                <a16:creationId xmlns:a16="http://schemas.microsoft.com/office/drawing/2014/main" id="{89A83BB5-1609-4246-B9A2-C72F967DCF68}"/>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응답</a:t>
            </a:r>
          </a:p>
        </p:txBody>
      </p:sp>
      <p:sp>
        <p:nvSpPr>
          <p:cNvPr id="25" name="">
            <a:extLst xmlns:a="http://schemas.openxmlformats.org/drawingml/2006/main">
              <a:ext uri="{FF2B5EF4-FFF2-40B4-BE49-F238E27FC236}">
                <a16:creationId xmlns:a16="http://schemas.microsoft.com/office/drawing/2014/main" id="{7EE26942-DAEE-487F-8AEE-5BE85965F9BE}"/>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근거 기반 생성</a:t>
            </a:r>
          </a:p>
        </p:txBody>
      </p:sp>
      <p:sp>
        <p:nvSpPr>
          <p:cNvPr id="26" name="">
            <a:extLst xmlns:a="http://schemas.openxmlformats.org/drawingml/2006/main">
              <a:ext uri="{FF2B5EF4-FFF2-40B4-BE49-F238E27FC236}">
                <a16:creationId xmlns:a16="http://schemas.microsoft.com/office/drawing/2014/main" id="{EF84A5B6-4776-41A3-B538-E742F693D57C}"/>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검색 증강 생성(Retrieval-Augmented Generation, RAG)의 근거·최신성·권한 기준</a:t>
            </a:r>
          </a:p>
        </p:txBody>
      </p:sp>
    </p:spTree>
    <p:extLst>
      <p:ext uri="{BB962C8B-B14F-4D97-AF65-F5344CB8AC3E}">
        <p14:creationId xmlns:p14="http://schemas.microsoft.com/office/powerpoint/2010/main" val="1605261797"/>
      </p:ext>
    </p:extLst>
  </p:cSld>
</p:sld>
</file>

<file path=ppt/slides/slide3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21B90E-8DF8-4E89-9E40-B19F4157D15E}"/>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INTERVENTION</a:t>
            </a:r>
          </a:p>
        </p:txBody>
      </p:sp>
      <p:sp>
        <p:nvSpPr>
          <p:cNvPr id="2" name="">
            <a:extLst xmlns:a="http://schemas.openxmlformats.org/drawingml/2006/main">
              <a:ext uri="{FF2B5EF4-FFF2-40B4-BE49-F238E27FC236}">
                <a16:creationId xmlns:a16="http://schemas.microsoft.com/office/drawing/2014/main" id="{42FF2D5B-1963-4683-83CA-1FB9DEC56BE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37</a:t>
            </a:r>
          </a:p>
        </p:txBody>
      </p:sp>
      <p:sp>
        <p:nvSpPr>
          <p:cNvPr id="3" name="">
            <a:extLst xmlns:a="http://schemas.openxmlformats.org/drawingml/2006/main">
              <a:ext uri="{FF2B5EF4-FFF2-40B4-BE49-F238E27FC236}">
                <a16:creationId xmlns:a16="http://schemas.microsoft.com/office/drawing/2014/main" id="{E8DE4017-AB33-4DDF-880C-35152054F86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C27AE648-1C5F-4A4C-A835-CC040994452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C78836EB-F956-4F21-9B1C-5A80DBA2557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DD0C9402-D682-4B19-99DB-67EA64BA884A}"/>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모델의 도구 요청과 실제 실행의 분리</a:t>
            </a:r>
          </a:p>
        </p:txBody>
      </p:sp>
      <p:sp>
        <p:nvSpPr>
          <p:cNvPr id="7" name="">
            <a:extLst xmlns:a="http://schemas.openxmlformats.org/drawingml/2006/main">
              <a:ext uri="{FF2B5EF4-FFF2-40B4-BE49-F238E27FC236}">
                <a16:creationId xmlns:a16="http://schemas.microsoft.com/office/drawing/2014/main" id="{6F700F04-5660-4ECA-BB9A-F167073FED08}"/>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모델 · MODEL</a:t>
            </a:r>
          </a:p>
        </p:txBody>
      </p:sp>
      <p:sp>
        <p:nvSpPr>
          <p:cNvPr id="8" name="">
            <a:extLst xmlns:a="http://schemas.openxmlformats.org/drawingml/2006/main">
              <a:ext uri="{FF2B5EF4-FFF2-40B4-BE49-F238E27FC236}">
                <a16:creationId xmlns:a16="http://schemas.microsoft.com/office/drawing/2014/main" id="{95A9F15D-B245-4336-B73A-56C09D42B314}"/>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도구 호출 요청 생성</a:t>
            </a:r>
          </a:p>
        </p:txBody>
      </p:sp>
      <p:sp>
        <p:nvSpPr>
          <p:cNvPr id="9" name="">
            <a:extLst xmlns:a="http://schemas.openxmlformats.org/drawingml/2006/main">
              <a:ext uri="{FF2B5EF4-FFF2-40B4-BE49-F238E27FC236}">
                <a16:creationId xmlns:a16="http://schemas.microsoft.com/office/drawing/2014/main" id="{928D1EC3-0596-47B5-9BD4-4C730D054CE2}"/>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0" name="">
            <a:extLst xmlns:a="http://schemas.openxmlformats.org/drawingml/2006/main">
              <a:ext uri="{FF2B5EF4-FFF2-40B4-BE49-F238E27FC236}">
                <a16:creationId xmlns:a16="http://schemas.microsoft.com/office/drawing/2014/main" id="{A3CB0C3D-4CE4-47F3-8A51-A5C4C2E63DFC}"/>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도구 이름과 인수를 생성</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확률적 판단 · 외부 변경 없음</a:t>
            </a:r>
          </a:p>
        </p:txBody>
      </p:sp>
      <p:sp>
        <p:nvSpPr>
          <p:cNvPr id="11" name="">
            <a:extLst xmlns:a="http://schemas.openxmlformats.org/drawingml/2006/main">
              <a:ext uri="{FF2B5EF4-FFF2-40B4-BE49-F238E27FC236}">
                <a16:creationId xmlns:a16="http://schemas.microsoft.com/office/drawing/2014/main" id="{827697D7-441A-4CE6-98FD-A40461A183D6}"/>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실행 환경 · RUNTIME</a:t>
            </a:r>
          </a:p>
        </p:txBody>
      </p:sp>
      <p:sp>
        <p:nvSpPr>
          <p:cNvPr id="12" name="">
            <a:extLst xmlns:a="http://schemas.openxmlformats.org/drawingml/2006/main">
              <a:ext uri="{FF2B5EF4-FFF2-40B4-BE49-F238E27FC236}">
                <a16:creationId xmlns:a16="http://schemas.microsoft.com/office/drawing/2014/main" id="{71D589DB-DF82-4D78-A411-EC66BE7DF53B}"/>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검증 후 실제 실행</a:t>
            </a:r>
          </a:p>
        </p:txBody>
      </p:sp>
      <p:sp>
        <p:nvSpPr>
          <p:cNvPr id="13" name="">
            <a:extLst xmlns:a="http://schemas.openxmlformats.org/drawingml/2006/main">
              <a:ext uri="{FF2B5EF4-FFF2-40B4-BE49-F238E27FC236}">
                <a16:creationId xmlns:a16="http://schemas.microsoft.com/office/drawing/2014/main" id="{3D1AB02C-10AB-48C7-B50A-D2946060B7C3}"/>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2BBC8BD0-129E-4816-8740-1AF1F40CEC92}"/>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스키마 검증 · 승인 · 실제 응용 프로그래밍 인터페이스 호출</a:t>
            </a:r>
          </a:p>
          <a:p xmlns:a="http://schemas.openxmlformats.org/drawingml/2006/main">
            <a:r>
              <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시간 초과 · 감사 · 멱등성</a:t>
            </a:r>
          </a:p>
        </p:txBody>
      </p:sp>
      <p:sp>
        <p:nvSpPr>
          <p:cNvPr id="15" name="">
            <a:extLst xmlns:a="http://schemas.openxmlformats.org/drawingml/2006/main">
              <a:ext uri="{FF2B5EF4-FFF2-40B4-BE49-F238E27FC236}">
                <a16:creationId xmlns:a16="http://schemas.microsoft.com/office/drawing/2014/main" id="{2D945AFE-D653-4408-9AF5-2B870990928F}"/>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507065014"/>
      </p:ext>
    </p:extLst>
  </p:cSld>
</p:sld>
</file>

<file path=ppt/slides/slide3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1B212F2-4F5B-40B6-AB5C-85A605369AD7}"/>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INTERVENTION</a:t>
            </a:r>
          </a:p>
        </p:txBody>
      </p:sp>
      <p:sp>
        <p:nvSpPr>
          <p:cNvPr id="2" name="">
            <a:extLst xmlns:a="http://schemas.openxmlformats.org/drawingml/2006/main">
              <a:ext uri="{FF2B5EF4-FFF2-40B4-BE49-F238E27FC236}">
                <a16:creationId xmlns:a16="http://schemas.microsoft.com/office/drawing/2014/main" id="{4D7597E5-01D3-4C6C-B888-D6941E7BDDFC}"/>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38</a:t>
            </a:r>
          </a:p>
        </p:txBody>
      </p:sp>
      <p:sp>
        <p:nvSpPr>
          <p:cNvPr id="3" name="">
            <a:extLst xmlns:a="http://schemas.openxmlformats.org/drawingml/2006/main">
              <a:ext uri="{FF2B5EF4-FFF2-40B4-BE49-F238E27FC236}">
                <a16:creationId xmlns:a16="http://schemas.microsoft.com/office/drawing/2014/main" id="{95922301-B0C5-4FA9-AB22-17C16D064B7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E3B400F2-1007-4078-8844-BB79AD09202B}"/>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31143B8-BC94-49B4-9F88-64870BC2267D}"/>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F010C17-EA3C-497E-8C70-DC159AF12B6C}"/>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모델 라우팅의 선택 축</a:t>
            </a:r>
          </a:p>
        </p:txBody>
      </p:sp>
      <p:sp>
        <p:nvSpPr>
          <p:cNvPr id="7" name="">
            <a:extLst xmlns:a="http://schemas.openxmlformats.org/drawingml/2006/main">
              <a:ext uri="{FF2B5EF4-FFF2-40B4-BE49-F238E27FC236}">
                <a16:creationId xmlns:a16="http://schemas.microsoft.com/office/drawing/2014/main" id="{33B0FAC7-AB92-4C2B-B1BA-B5116C332C18}"/>
              </a:ext>
            </a:extLst>
          </p:cNvPr>
          <p:cNvSpPr>
            <a:spLocks xmlns:a="http://schemas.openxmlformats.org/drawingml/2006/main" noGrp="1"/>
          </p:cNvSpPr>
          <p:nvPr/>
        </p:nvSpPr>
        <p:spPr>
          <a:xfrm xmlns:a="http://schemas.openxmlformats.org/drawingml/2006/main" rot="0">
            <a:off x="609600" y="1847850"/>
            <a:ext cx="27622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6A60C3F3-4C83-4F97-B5F3-22F7AE6FFEE7}"/>
              </a:ext>
            </a:extLst>
          </p:cNvPr>
          <p:cNvSpPr>
            <a:spLocks xmlns:a="http://schemas.openxmlformats.org/drawingml/2006/main" noGrp="1"/>
          </p:cNvSpPr>
          <p:nvPr/>
        </p:nvSpPr>
        <p:spPr>
          <a:xfrm xmlns:a="http://schemas.openxmlformats.org/drawingml/2006/main">
            <a:off x="742950" y="18478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요청 유형</a:t>
            </a:r>
          </a:p>
        </p:txBody>
      </p:sp>
      <p:sp>
        <p:nvSpPr>
          <p:cNvPr id="9" name="">
            <a:extLst xmlns:a="http://schemas.openxmlformats.org/drawingml/2006/main">
              <a:ext uri="{FF2B5EF4-FFF2-40B4-BE49-F238E27FC236}">
                <a16:creationId xmlns:a16="http://schemas.microsoft.com/office/drawing/2014/main" id="{6A22D52E-F23C-475E-9EEA-213B450C39B8}"/>
              </a:ext>
            </a:extLst>
          </p:cNvPr>
          <p:cNvSpPr>
            <a:spLocks xmlns:a="http://schemas.openxmlformats.org/drawingml/2006/main" noGrp="1"/>
          </p:cNvSpPr>
          <p:nvPr/>
        </p:nvSpPr>
        <p:spPr>
          <a:xfrm xmlns:a="http://schemas.openxmlformats.org/drawingml/2006/main" rot="0">
            <a:off x="3371850" y="1847850"/>
            <a:ext cx="285750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0C16CB91-C01C-4FF7-AD88-64E7B7AD3274}"/>
              </a:ext>
            </a:extLst>
          </p:cNvPr>
          <p:cNvSpPr>
            <a:spLocks xmlns:a="http://schemas.openxmlformats.org/drawingml/2006/main" noGrp="1"/>
          </p:cNvSpPr>
          <p:nvPr/>
        </p:nvSpPr>
        <p:spPr>
          <a:xfrm xmlns:a="http://schemas.openxmlformats.org/drawingml/2006/main">
            <a:off x="3505200" y="1847850"/>
            <a:ext cx="2590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우선 축</a:t>
            </a:r>
          </a:p>
        </p:txBody>
      </p:sp>
      <p:sp>
        <p:nvSpPr>
          <p:cNvPr id="11" name="">
            <a:extLst xmlns:a="http://schemas.openxmlformats.org/drawingml/2006/main">
              <a:ext uri="{FF2B5EF4-FFF2-40B4-BE49-F238E27FC236}">
                <a16:creationId xmlns:a16="http://schemas.microsoft.com/office/drawing/2014/main" id="{C98A3CA1-C4E3-417C-82AF-03028D0BC09B}"/>
              </a:ext>
            </a:extLst>
          </p:cNvPr>
          <p:cNvSpPr>
            <a:spLocks xmlns:a="http://schemas.openxmlformats.org/drawingml/2006/main" noGrp="1"/>
          </p:cNvSpPr>
          <p:nvPr/>
        </p:nvSpPr>
        <p:spPr>
          <a:xfrm xmlns:a="http://schemas.openxmlformats.org/drawingml/2006/main" rot="0">
            <a:off x="6229350" y="1847850"/>
            <a:ext cx="53530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2B5A8C6A-6043-4FD2-8588-F9CE0DE5B8CE}"/>
              </a:ext>
            </a:extLst>
          </p:cNvPr>
          <p:cNvSpPr>
            <a:spLocks xmlns:a="http://schemas.openxmlformats.org/drawingml/2006/main" noGrp="1"/>
          </p:cNvSpPr>
          <p:nvPr/>
        </p:nvSpPr>
        <p:spPr>
          <a:xfrm xmlns:a="http://schemas.openxmlformats.org/drawingml/2006/main">
            <a:off x="6362700" y="1847850"/>
            <a:ext cx="5086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모델 선택 기준</a:t>
            </a:r>
          </a:p>
        </p:txBody>
      </p:sp>
      <p:sp>
        <p:nvSpPr>
          <p:cNvPr id="13" name="">
            <a:extLst xmlns:a="http://schemas.openxmlformats.org/drawingml/2006/main">
              <a:ext uri="{FF2B5EF4-FFF2-40B4-BE49-F238E27FC236}">
                <a16:creationId xmlns:a16="http://schemas.microsoft.com/office/drawing/2014/main" id="{D0E1AB55-087F-489D-B337-9D45A64F4B2C}"/>
              </a:ext>
            </a:extLst>
          </p:cNvPr>
          <p:cNvSpPr>
            <a:spLocks xmlns:a="http://schemas.openxmlformats.org/drawingml/2006/main" noGrp="1"/>
          </p:cNvSpPr>
          <p:nvPr/>
        </p:nvSpPr>
        <p:spPr>
          <a:xfrm xmlns:a="http://schemas.openxmlformats.org/drawingml/2006/main" rot="0">
            <a:off x="609600" y="2362200"/>
            <a:ext cx="276225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4" name="">
            <a:extLst xmlns:a="http://schemas.openxmlformats.org/drawingml/2006/main">
              <a:ext uri="{FF2B5EF4-FFF2-40B4-BE49-F238E27FC236}">
                <a16:creationId xmlns:a16="http://schemas.microsoft.com/office/drawing/2014/main" id="{2107500D-5AFF-4A58-9E84-BE42FE924EB1}"/>
              </a:ext>
            </a:extLst>
          </p:cNvPr>
          <p:cNvSpPr>
            <a:spLocks xmlns:a="http://schemas.openxmlformats.org/drawingml/2006/main" noGrp="1"/>
          </p:cNvSpPr>
          <p:nvPr/>
        </p:nvSpPr>
        <p:spPr>
          <a:xfrm xmlns:a="http://schemas.openxmlformats.org/drawingml/2006/main">
            <a:off x="742950" y="2362200"/>
            <a:ext cx="2495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짧은 분류</a:t>
            </a:r>
          </a:p>
        </p:txBody>
      </p:sp>
      <p:sp>
        <p:nvSpPr>
          <p:cNvPr id="15" name="">
            <a:extLst xmlns:a="http://schemas.openxmlformats.org/drawingml/2006/main">
              <a:ext uri="{FF2B5EF4-FFF2-40B4-BE49-F238E27FC236}">
                <a16:creationId xmlns:a16="http://schemas.microsoft.com/office/drawing/2014/main" id="{80FE627F-14EA-4570-8478-B27DFFC13C3D}"/>
              </a:ext>
            </a:extLst>
          </p:cNvPr>
          <p:cNvSpPr>
            <a:spLocks xmlns:a="http://schemas.openxmlformats.org/drawingml/2006/main" noGrp="1"/>
          </p:cNvSpPr>
          <p:nvPr/>
        </p:nvSpPr>
        <p:spPr>
          <a:xfrm xmlns:a="http://schemas.openxmlformats.org/drawingml/2006/main" rot="0">
            <a:off x="3371850" y="2362200"/>
            <a:ext cx="285750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FC557B24-2599-494A-896E-B9520210BD72}"/>
              </a:ext>
            </a:extLst>
          </p:cNvPr>
          <p:cNvSpPr>
            <a:spLocks xmlns:a="http://schemas.openxmlformats.org/drawingml/2006/main" noGrp="1"/>
          </p:cNvSpPr>
          <p:nvPr/>
        </p:nvSpPr>
        <p:spPr>
          <a:xfrm xmlns:a="http://schemas.openxmlformats.org/drawingml/2006/main">
            <a:off x="3505200" y="236220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지연 · 비용</a:t>
            </a:r>
          </a:p>
        </p:txBody>
      </p:sp>
      <p:sp>
        <p:nvSpPr>
          <p:cNvPr id="17" name="">
            <a:extLst xmlns:a="http://schemas.openxmlformats.org/drawingml/2006/main">
              <a:ext uri="{FF2B5EF4-FFF2-40B4-BE49-F238E27FC236}">
                <a16:creationId xmlns:a16="http://schemas.microsoft.com/office/drawing/2014/main" id="{78AB2D08-A32D-414E-82C9-11977FEC3C3D}"/>
              </a:ext>
            </a:extLst>
          </p:cNvPr>
          <p:cNvSpPr>
            <a:spLocks xmlns:a="http://schemas.openxmlformats.org/drawingml/2006/main" noGrp="1"/>
          </p:cNvSpPr>
          <p:nvPr/>
        </p:nvSpPr>
        <p:spPr>
          <a:xfrm xmlns:a="http://schemas.openxmlformats.org/drawingml/2006/main" rot="0">
            <a:off x="6229350" y="2362200"/>
            <a:ext cx="535305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8" name="">
            <a:extLst xmlns:a="http://schemas.openxmlformats.org/drawingml/2006/main">
              <a:ext uri="{FF2B5EF4-FFF2-40B4-BE49-F238E27FC236}">
                <a16:creationId xmlns:a16="http://schemas.microsoft.com/office/drawing/2014/main" id="{C49B8A86-4FC3-4DE8-9FD1-6A9AB4497533}"/>
              </a:ext>
            </a:extLst>
          </p:cNvPr>
          <p:cNvSpPr>
            <a:spLocks xmlns:a="http://schemas.openxmlformats.org/drawingml/2006/main" noGrp="1"/>
          </p:cNvSpPr>
          <p:nvPr/>
        </p:nvSpPr>
        <p:spPr>
          <a:xfrm xmlns:a="http://schemas.openxmlformats.org/drawingml/2006/main">
            <a:off x="6362700" y="236220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작은 모델 · 짧은 제한시간 · 일괄 처리</a:t>
            </a:r>
          </a:p>
        </p:txBody>
      </p:sp>
      <p:sp>
        <p:nvSpPr>
          <p:cNvPr id="19" name="">
            <a:extLst xmlns:a="http://schemas.openxmlformats.org/drawingml/2006/main">
              <a:ext uri="{FF2B5EF4-FFF2-40B4-BE49-F238E27FC236}">
                <a16:creationId xmlns:a16="http://schemas.microsoft.com/office/drawing/2014/main" id="{DDA13EEB-B268-47DE-94BB-C593DCD60AC0}"/>
              </a:ext>
            </a:extLst>
          </p:cNvPr>
          <p:cNvSpPr>
            <a:spLocks xmlns:a="http://schemas.openxmlformats.org/drawingml/2006/main" noGrp="1"/>
          </p:cNvSpPr>
          <p:nvPr/>
        </p:nvSpPr>
        <p:spPr>
          <a:xfrm xmlns:a="http://schemas.openxmlformats.org/drawingml/2006/main" rot="0">
            <a:off x="609600" y="3200400"/>
            <a:ext cx="276225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00C87850-39FF-4507-A07F-EAAAE73F6DB6}"/>
              </a:ext>
            </a:extLst>
          </p:cNvPr>
          <p:cNvSpPr>
            <a:spLocks xmlns:a="http://schemas.openxmlformats.org/drawingml/2006/main" noGrp="1"/>
          </p:cNvSpPr>
          <p:nvPr/>
        </p:nvSpPr>
        <p:spPr>
          <a:xfrm xmlns:a="http://schemas.openxmlformats.org/drawingml/2006/main">
            <a:off x="742950" y="3200400"/>
            <a:ext cx="2495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근거형 답변</a:t>
            </a:r>
          </a:p>
        </p:txBody>
      </p:sp>
      <p:sp>
        <p:nvSpPr>
          <p:cNvPr id="21" name="">
            <a:extLst xmlns:a="http://schemas.openxmlformats.org/drawingml/2006/main">
              <a:ext uri="{FF2B5EF4-FFF2-40B4-BE49-F238E27FC236}">
                <a16:creationId xmlns:a16="http://schemas.microsoft.com/office/drawing/2014/main" id="{4AAD70D2-79D4-4BFD-855B-C68123508636}"/>
              </a:ext>
            </a:extLst>
          </p:cNvPr>
          <p:cNvSpPr>
            <a:spLocks xmlns:a="http://schemas.openxmlformats.org/drawingml/2006/main" noGrp="1"/>
          </p:cNvSpPr>
          <p:nvPr/>
        </p:nvSpPr>
        <p:spPr>
          <a:xfrm xmlns:a="http://schemas.openxmlformats.org/drawingml/2006/main" rot="0">
            <a:off x="3371850" y="3200400"/>
            <a:ext cx="285750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22" name="">
            <a:extLst xmlns:a="http://schemas.openxmlformats.org/drawingml/2006/main">
              <a:ext uri="{FF2B5EF4-FFF2-40B4-BE49-F238E27FC236}">
                <a16:creationId xmlns:a16="http://schemas.microsoft.com/office/drawing/2014/main" id="{3B916908-F992-4855-A0A0-EB3274A25ACC}"/>
              </a:ext>
            </a:extLst>
          </p:cNvPr>
          <p:cNvSpPr>
            <a:spLocks xmlns:a="http://schemas.openxmlformats.org/drawingml/2006/main" noGrp="1"/>
          </p:cNvSpPr>
          <p:nvPr/>
        </p:nvSpPr>
        <p:spPr>
          <a:xfrm xmlns:a="http://schemas.openxmlformats.org/drawingml/2006/main">
            <a:off x="3505200" y="320040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품질 · 안전</a:t>
            </a:r>
          </a:p>
        </p:txBody>
      </p:sp>
      <p:sp>
        <p:nvSpPr>
          <p:cNvPr id="23" name="">
            <a:extLst xmlns:a="http://schemas.openxmlformats.org/drawingml/2006/main">
              <a:ext uri="{FF2B5EF4-FFF2-40B4-BE49-F238E27FC236}">
                <a16:creationId xmlns:a16="http://schemas.microsoft.com/office/drawing/2014/main" id="{2408463F-5456-4280-B499-AD41196515CC}"/>
              </a:ext>
            </a:extLst>
          </p:cNvPr>
          <p:cNvSpPr>
            <a:spLocks xmlns:a="http://schemas.openxmlformats.org/drawingml/2006/main" noGrp="1"/>
          </p:cNvSpPr>
          <p:nvPr/>
        </p:nvSpPr>
        <p:spPr>
          <a:xfrm xmlns:a="http://schemas.openxmlformats.org/drawingml/2006/main" rot="0">
            <a:off x="6229350" y="3200400"/>
            <a:ext cx="535305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24" name="">
            <a:extLst xmlns:a="http://schemas.openxmlformats.org/drawingml/2006/main">
              <a:ext uri="{FF2B5EF4-FFF2-40B4-BE49-F238E27FC236}">
                <a16:creationId xmlns:a16="http://schemas.microsoft.com/office/drawing/2014/main" id="{254C617F-A23B-4CC1-8058-DDE130B65F8B}"/>
              </a:ext>
            </a:extLst>
          </p:cNvPr>
          <p:cNvSpPr>
            <a:spLocks xmlns:a="http://schemas.openxmlformats.org/drawingml/2006/main" noGrp="1"/>
          </p:cNvSpPr>
          <p:nvPr/>
        </p:nvSpPr>
        <p:spPr>
          <a:xfrm xmlns:a="http://schemas.openxmlformats.org/drawingml/2006/main">
            <a:off x="6362700" y="320040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검색 증강 생성 · 인용 · 보호 정책</a:t>
            </a:r>
          </a:p>
        </p:txBody>
      </p:sp>
      <p:sp>
        <p:nvSpPr>
          <p:cNvPr id="25" name="">
            <a:extLst xmlns:a="http://schemas.openxmlformats.org/drawingml/2006/main">
              <a:ext uri="{FF2B5EF4-FFF2-40B4-BE49-F238E27FC236}">
                <a16:creationId xmlns:a16="http://schemas.microsoft.com/office/drawing/2014/main" id="{353B4598-1421-44FC-AFC3-CD6DEE678481}"/>
              </a:ext>
            </a:extLst>
          </p:cNvPr>
          <p:cNvSpPr>
            <a:spLocks xmlns:a="http://schemas.openxmlformats.org/drawingml/2006/main" noGrp="1"/>
          </p:cNvSpPr>
          <p:nvPr/>
        </p:nvSpPr>
        <p:spPr>
          <a:xfrm xmlns:a="http://schemas.openxmlformats.org/drawingml/2006/main" rot="0">
            <a:off x="609600" y="4038600"/>
            <a:ext cx="276225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6" name="">
            <a:extLst xmlns:a="http://schemas.openxmlformats.org/drawingml/2006/main">
              <a:ext uri="{FF2B5EF4-FFF2-40B4-BE49-F238E27FC236}">
                <a16:creationId xmlns:a16="http://schemas.microsoft.com/office/drawing/2014/main" id="{9CCF2725-A18A-4A5F-9536-1D24BB975C1F}"/>
              </a:ext>
            </a:extLst>
          </p:cNvPr>
          <p:cNvSpPr>
            <a:spLocks xmlns:a="http://schemas.openxmlformats.org/drawingml/2006/main" noGrp="1"/>
          </p:cNvSpPr>
          <p:nvPr/>
        </p:nvSpPr>
        <p:spPr>
          <a:xfrm xmlns:a="http://schemas.openxmlformats.org/drawingml/2006/main">
            <a:off x="742950" y="4038600"/>
            <a:ext cx="2495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복잡한 추론</a:t>
            </a:r>
          </a:p>
        </p:txBody>
      </p:sp>
      <p:sp>
        <p:nvSpPr>
          <p:cNvPr id="27" name="">
            <a:extLst xmlns:a="http://schemas.openxmlformats.org/drawingml/2006/main">
              <a:ext uri="{FF2B5EF4-FFF2-40B4-BE49-F238E27FC236}">
                <a16:creationId xmlns:a16="http://schemas.microsoft.com/office/drawing/2014/main" id="{B503A083-5D97-4163-84A4-5F0277553535}"/>
              </a:ext>
            </a:extLst>
          </p:cNvPr>
          <p:cNvSpPr>
            <a:spLocks xmlns:a="http://schemas.openxmlformats.org/drawingml/2006/main" noGrp="1"/>
          </p:cNvSpPr>
          <p:nvPr/>
        </p:nvSpPr>
        <p:spPr>
          <a:xfrm xmlns:a="http://schemas.openxmlformats.org/drawingml/2006/main" rot="0">
            <a:off x="3371850" y="4038600"/>
            <a:ext cx="285750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8" name="">
            <a:extLst xmlns:a="http://schemas.openxmlformats.org/drawingml/2006/main">
              <a:ext uri="{FF2B5EF4-FFF2-40B4-BE49-F238E27FC236}">
                <a16:creationId xmlns:a16="http://schemas.microsoft.com/office/drawing/2014/main" id="{FFB425DB-C807-4742-8893-564C7B95D844}"/>
              </a:ext>
            </a:extLst>
          </p:cNvPr>
          <p:cNvSpPr>
            <a:spLocks xmlns:a="http://schemas.openxmlformats.org/drawingml/2006/main" noGrp="1"/>
          </p:cNvSpPr>
          <p:nvPr/>
        </p:nvSpPr>
        <p:spPr>
          <a:xfrm xmlns:a="http://schemas.openxmlformats.org/drawingml/2006/main">
            <a:off x="3505200" y="403860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품질 · 토큰</a:t>
            </a:r>
          </a:p>
        </p:txBody>
      </p:sp>
      <p:sp>
        <p:nvSpPr>
          <p:cNvPr id="29" name="">
            <a:extLst xmlns:a="http://schemas.openxmlformats.org/drawingml/2006/main">
              <a:ext uri="{FF2B5EF4-FFF2-40B4-BE49-F238E27FC236}">
                <a16:creationId xmlns:a16="http://schemas.microsoft.com/office/drawing/2014/main" id="{24CBAD70-E1FA-4621-A053-EA8EA7E5C2BB}"/>
              </a:ext>
            </a:extLst>
          </p:cNvPr>
          <p:cNvSpPr>
            <a:spLocks xmlns:a="http://schemas.openxmlformats.org/drawingml/2006/main" noGrp="1"/>
          </p:cNvSpPr>
          <p:nvPr/>
        </p:nvSpPr>
        <p:spPr>
          <a:xfrm xmlns:a="http://schemas.openxmlformats.org/drawingml/2006/main" rot="0">
            <a:off x="6229350" y="4038600"/>
            <a:ext cx="5353050" cy="8382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30" name="">
            <a:extLst xmlns:a="http://schemas.openxmlformats.org/drawingml/2006/main">
              <a:ext uri="{FF2B5EF4-FFF2-40B4-BE49-F238E27FC236}">
                <a16:creationId xmlns:a16="http://schemas.microsoft.com/office/drawing/2014/main" id="{F654ACC2-D353-4F17-B541-C05EF8A150E3}"/>
              </a:ext>
            </a:extLst>
          </p:cNvPr>
          <p:cNvSpPr>
            <a:spLocks xmlns:a="http://schemas.openxmlformats.org/drawingml/2006/main" noGrp="1"/>
          </p:cNvSpPr>
          <p:nvPr/>
        </p:nvSpPr>
        <p:spPr>
          <a:xfrm xmlns:a="http://schemas.openxmlformats.org/drawingml/2006/main">
            <a:off x="6362700" y="403860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긴 맥락 · 상위 모델 · 예산</a:t>
            </a:r>
          </a:p>
        </p:txBody>
      </p:sp>
      <p:sp>
        <p:nvSpPr>
          <p:cNvPr id="31" name="">
            <a:extLst xmlns:a="http://schemas.openxmlformats.org/drawingml/2006/main">
              <a:ext uri="{FF2B5EF4-FFF2-40B4-BE49-F238E27FC236}">
                <a16:creationId xmlns:a16="http://schemas.microsoft.com/office/drawing/2014/main" id="{B919C278-FFC0-48D2-BACB-62F183BC364A}"/>
              </a:ext>
            </a:extLst>
          </p:cNvPr>
          <p:cNvSpPr>
            <a:spLocks xmlns:a="http://schemas.openxmlformats.org/drawingml/2006/main" noGrp="1"/>
          </p:cNvSpPr>
          <p:nvPr/>
        </p:nvSpPr>
        <p:spPr>
          <a:xfrm xmlns:a="http://schemas.openxmlformats.org/drawingml/2006/main" rot="0">
            <a:off x="609600" y="4876800"/>
            <a:ext cx="276225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32" name="">
            <a:extLst xmlns:a="http://schemas.openxmlformats.org/drawingml/2006/main">
              <a:ext uri="{FF2B5EF4-FFF2-40B4-BE49-F238E27FC236}">
                <a16:creationId xmlns:a16="http://schemas.microsoft.com/office/drawing/2014/main" id="{D599B52D-F2D4-4E92-B35E-81A58E461863}"/>
              </a:ext>
            </a:extLst>
          </p:cNvPr>
          <p:cNvSpPr>
            <a:spLocks xmlns:a="http://schemas.openxmlformats.org/drawingml/2006/main" noGrp="1"/>
          </p:cNvSpPr>
          <p:nvPr/>
        </p:nvSpPr>
        <p:spPr>
          <a:xfrm xmlns:a="http://schemas.openxmlformats.org/drawingml/2006/main">
            <a:off x="742950" y="4876800"/>
            <a:ext cx="2495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민감 데이터</a:t>
            </a:r>
          </a:p>
        </p:txBody>
      </p:sp>
      <p:sp>
        <p:nvSpPr>
          <p:cNvPr id="33" name="">
            <a:extLst xmlns:a="http://schemas.openxmlformats.org/drawingml/2006/main">
              <a:ext uri="{FF2B5EF4-FFF2-40B4-BE49-F238E27FC236}">
                <a16:creationId xmlns:a16="http://schemas.microsoft.com/office/drawing/2014/main" id="{5736313F-274E-48CE-9252-D9C2F1716F42}"/>
              </a:ext>
            </a:extLst>
          </p:cNvPr>
          <p:cNvSpPr>
            <a:spLocks xmlns:a="http://schemas.openxmlformats.org/drawingml/2006/main" noGrp="1"/>
          </p:cNvSpPr>
          <p:nvPr/>
        </p:nvSpPr>
        <p:spPr>
          <a:xfrm xmlns:a="http://schemas.openxmlformats.org/drawingml/2006/main" rot="0">
            <a:off x="3371850" y="4876800"/>
            <a:ext cx="285750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34" name="">
            <a:extLst xmlns:a="http://schemas.openxmlformats.org/drawingml/2006/main">
              <a:ext uri="{FF2B5EF4-FFF2-40B4-BE49-F238E27FC236}">
                <a16:creationId xmlns:a16="http://schemas.microsoft.com/office/drawing/2014/main" id="{5667A4ED-6A55-4E63-A496-69830D08F973}"/>
              </a:ext>
            </a:extLst>
          </p:cNvPr>
          <p:cNvSpPr>
            <a:spLocks xmlns:a="http://schemas.openxmlformats.org/drawingml/2006/main" noGrp="1"/>
          </p:cNvSpPr>
          <p:nvPr/>
        </p:nvSpPr>
        <p:spPr>
          <a:xfrm xmlns:a="http://schemas.openxmlformats.org/drawingml/2006/main">
            <a:off x="3505200" y="487680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권한 · 위치</a:t>
            </a:r>
          </a:p>
        </p:txBody>
      </p:sp>
      <p:sp>
        <p:nvSpPr>
          <p:cNvPr id="35" name="">
            <a:extLst xmlns:a="http://schemas.openxmlformats.org/drawingml/2006/main">
              <a:ext uri="{FF2B5EF4-FFF2-40B4-BE49-F238E27FC236}">
                <a16:creationId xmlns:a16="http://schemas.microsoft.com/office/drawing/2014/main" id="{9155AF37-8830-4BC5-B898-B08C7063A0BE}"/>
              </a:ext>
            </a:extLst>
          </p:cNvPr>
          <p:cNvSpPr>
            <a:spLocks xmlns:a="http://schemas.openxmlformats.org/drawingml/2006/main" noGrp="1"/>
          </p:cNvSpPr>
          <p:nvPr/>
        </p:nvSpPr>
        <p:spPr>
          <a:xfrm xmlns:a="http://schemas.openxmlformats.org/drawingml/2006/main" rot="0">
            <a:off x="6229350" y="4876800"/>
            <a:ext cx="5353050" cy="83820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sp>
        <p:nvSpPr>
          <p:cNvPr id="36" name="">
            <a:extLst xmlns:a="http://schemas.openxmlformats.org/drawingml/2006/main">
              <a:ext uri="{FF2B5EF4-FFF2-40B4-BE49-F238E27FC236}">
                <a16:creationId xmlns:a16="http://schemas.microsoft.com/office/drawing/2014/main" id="{DD841333-87BF-4C6F-919A-8B54D867B9FE}"/>
              </a:ext>
            </a:extLst>
          </p:cNvPr>
          <p:cNvSpPr>
            <a:spLocks xmlns:a="http://schemas.openxmlformats.org/drawingml/2006/main" noGrp="1"/>
          </p:cNvSpPr>
          <p:nvPr/>
        </p:nvSpPr>
        <p:spPr>
          <a:xfrm xmlns:a="http://schemas.openxmlformats.org/drawingml/2006/main">
            <a:off x="6362700" y="4876800"/>
            <a:ext cx="5086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로컬·사설망 · 로그 정책 · 마스킹</a:t>
            </a:r>
          </a:p>
        </p:txBody>
      </p:sp>
    </p:spTree>
    <p:extLst>
      <p:ext uri="{BB962C8B-B14F-4D97-AF65-F5344CB8AC3E}">
        <p14:creationId xmlns:p14="http://schemas.microsoft.com/office/powerpoint/2010/main" val="1645080902"/>
      </p:ext>
    </p:extLst>
  </p:cSld>
</p:sld>
</file>

<file path=ppt/slides/slide3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1933550-0594-434B-9749-31BFD9CDC8E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036B9444-CE22-4A41-991E-9650C54F9BF7}"/>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39</a:t>
            </a:r>
          </a:p>
        </p:txBody>
      </p:sp>
      <p:sp>
        <p:nvSpPr>
          <p:cNvPr id="3" name="">
            <a:extLst xmlns:a="http://schemas.openxmlformats.org/drawingml/2006/main">
              <a:ext uri="{FF2B5EF4-FFF2-40B4-BE49-F238E27FC236}">
                <a16:creationId xmlns:a16="http://schemas.microsoft.com/office/drawing/2014/main" id="{5904016E-51CF-420F-8164-2FB3D636E95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4CEC4235-ABDE-4AB3-9EC7-A4C3CF5F460B}"/>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3ED679A4-0B5D-4042-BEEB-BD530ACD4DE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86A5F00F-C3F1-4BEF-A574-2F7EC901C7BD}"/>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지도 미세조정(SFT)의 학습 흐름</a:t>
            </a:r>
          </a:p>
        </p:txBody>
      </p:sp>
      <p:sp>
        <p:nvSpPr>
          <p:cNvPr id="7" name="">
            <a:extLst xmlns:a="http://schemas.openxmlformats.org/drawingml/2006/main">
              <a:ext uri="{FF2B5EF4-FFF2-40B4-BE49-F238E27FC236}">
                <a16:creationId xmlns:a16="http://schemas.microsoft.com/office/drawing/2014/main" id="{C49C8C21-0B89-4A41-A954-8FAE64DC4377}"/>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E59648C0-C59D-4F0B-B38E-CF21C19CD692}"/>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과업</a:t>
            </a:r>
          </a:p>
        </p:txBody>
      </p:sp>
      <p:sp>
        <p:nvSpPr>
          <p:cNvPr id="9" name="">
            <a:extLst xmlns:a="http://schemas.openxmlformats.org/drawingml/2006/main">
              <a:ext uri="{FF2B5EF4-FFF2-40B4-BE49-F238E27FC236}">
                <a16:creationId xmlns:a16="http://schemas.microsoft.com/office/drawing/2014/main" id="{36CD9399-8B7C-4400-8BB2-1085520B8BD4}"/>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반복 행동</a:t>
            </a:r>
          </a:p>
        </p:txBody>
      </p:sp>
      <p:sp>
        <p:nvSpPr>
          <p:cNvPr id="10" name="">
            <a:extLst xmlns:a="http://schemas.openxmlformats.org/drawingml/2006/main">
              <a:ext uri="{FF2B5EF4-FFF2-40B4-BE49-F238E27FC236}">
                <a16:creationId xmlns:a16="http://schemas.microsoft.com/office/drawing/2014/main" id="{539B59B7-31F4-408C-8852-3145C2F96046}"/>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22B5D141-97B9-4499-868A-3773531C9434}"/>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91E579E8-FCE2-489D-8315-DE21C5F13311}"/>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예시</a:t>
            </a:r>
          </a:p>
        </p:txBody>
      </p:sp>
      <p:sp>
        <p:nvSpPr>
          <p:cNvPr id="13" name="">
            <a:extLst xmlns:a="http://schemas.openxmlformats.org/drawingml/2006/main">
              <a:ext uri="{FF2B5EF4-FFF2-40B4-BE49-F238E27FC236}">
                <a16:creationId xmlns:a16="http://schemas.microsoft.com/office/drawing/2014/main" id="{E409CA56-506B-4599-BD48-E5405B33207F}"/>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좋은 입출력</a:t>
            </a:r>
          </a:p>
        </p:txBody>
      </p:sp>
      <p:sp>
        <p:nvSpPr>
          <p:cNvPr id="14" name="">
            <a:extLst xmlns:a="http://schemas.openxmlformats.org/drawingml/2006/main">
              <a:ext uri="{FF2B5EF4-FFF2-40B4-BE49-F238E27FC236}">
                <a16:creationId xmlns:a16="http://schemas.microsoft.com/office/drawing/2014/main" id="{4D699280-357E-4169-9EEB-971E1C83F78F}"/>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C4BCB29B-2EAF-474E-AE33-0C6BEEECC7B8}"/>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E003BB72-B82D-4AAB-AADE-8CED19946BFE}"/>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손실</a:t>
            </a:r>
          </a:p>
        </p:txBody>
      </p:sp>
      <p:sp>
        <p:nvSpPr>
          <p:cNvPr id="17" name="">
            <a:extLst xmlns:a="http://schemas.openxmlformats.org/drawingml/2006/main">
              <a:ext uri="{FF2B5EF4-FFF2-40B4-BE49-F238E27FC236}">
                <a16:creationId xmlns:a16="http://schemas.microsoft.com/office/drawing/2014/main" id="{E778BB17-BB3B-4179-BB70-F426BB680AE9}"/>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정답 토큰</a:t>
            </a:r>
          </a:p>
        </p:txBody>
      </p:sp>
      <p:sp>
        <p:nvSpPr>
          <p:cNvPr id="18" name="">
            <a:extLst xmlns:a="http://schemas.openxmlformats.org/drawingml/2006/main">
              <a:ext uri="{FF2B5EF4-FFF2-40B4-BE49-F238E27FC236}">
                <a16:creationId xmlns:a16="http://schemas.microsoft.com/office/drawing/2014/main" id="{8F06E91F-3F22-4024-81FE-61ED0793F22E}"/>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BF2CC053-4C9A-42CC-A3D1-DFD0B81AFDE2}"/>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1CA20CED-2052-4A23-8576-08EBB3B6A4FB}"/>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갱신</a:t>
            </a:r>
          </a:p>
        </p:txBody>
      </p:sp>
      <p:sp>
        <p:nvSpPr>
          <p:cNvPr id="21" name="">
            <a:extLst xmlns:a="http://schemas.openxmlformats.org/drawingml/2006/main">
              <a:ext uri="{FF2B5EF4-FFF2-40B4-BE49-F238E27FC236}">
                <a16:creationId xmlns:a16="http://schemas.microsoft.com/office/drawing/2014/main" id="{262BF60B-F851-4234-95AE-EC524BE9D622}"/>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모델 행동</a:t>
            </a:r>
          </a:p>
        </p:txBody>
      </p:sp>
      <p:sp>
        <p:nvSpPr>
          <p:cNvPr id="22" name="">
            <a:extLst xmlns:a="http://schemas.openxmlformats.org/drawingml/2006/main">
              <a:ext uri="{FF2B5EF4-FFF2-40B4-BE49-F238E27FC236}">
                <a16:creationId xmlns:a16="http://schemas.microsoft.com/office/drawing/2014/main" id="{290ABF92-A348-4DEE-8A0A-A76CCE8369E9}"/>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667085"/>
                </a:solidFill>
                <a:latin typeface="Menlo"/>
                <a:ea typeface="Menlo"/>
                <a:cs typeface="Menlo"/>
              </a:defRPr>
            </a:pPr>
            <a:r>
              <a:rPr sz="1500" b="1">
                <a:solidFill>
                  <a:srgbClr val="667085"/>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B0461AE-2955-4714-81E1-8A493542A5D0}"/>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1809C181-C641-493D-BEC4-457623D46CB5}"/>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평가</a:t>
            </a:r>
          </a:p>
        </p:txBody>
      </p:sp>
      <p:sp>
        <p:nvSpPr>
          <p:cNvPr id="25" name="">
            <a:extLst xmlns:a="http://schemas.openxmlformats.org/drawingml/2006/main">
              <a:ext uri="{FF2B5EF4-FFF2-40B4-BE49-F238E27FC236}">
                <a16:creationId xmlns:a16="http://schemas.microsoft.com/office/drawing/2014/main" id="{050CB073-5885-41AF-9544-F0DE8076131C}"/>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분리 검증셋</a:t>
            </a:r>
          </a:p>
        </p:txBody>
      </p:sp>
      <p:sp>
        <p:nvSpPr>
          <p:cNvPr id="26" name="">
            <a:extLst xmlns:a="http://schemas.openxmlformats.org/drawingml/2006/main">
              <a:ext uri="{FF2B5EF4-FFF2-40B4-BE49-F238E27FC236}">
                <a16:creationId xmlns:a16="http://schemas.microsoft.com/office/drawing/2014/main" id="{B7BA126E-ABFB-4A96-B9D1-870A30E2A857}"/>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지도 미세조정(Supervised Fine-Tuning, SFT) · 반복 행동을 좋은 예시로 적응</a:t>
            </a:r>
          </a:p>
        </p:txBody>
      </p:sp>
    </p:spTree>
    <p:extLst>
      <p:ext uri="{BB962C8B-B14F-4D97-AF65-F5344CB8AC3E}">
        <p14:creationId xmlns:p14="http://schemas.microsoft.com/office/powerpoint/2010/main" val="140905704"/>
      </p:ext>
    </p:extLst>
  </p:cSld>
</p:sld>
</file>

<file path=ppt/slides/slide4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35B56D3-5D41-4C12-A66C-D960387BEA05}"/>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5703A1D7-10CE-4870-881B-FD7BFA9D337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40</a:t>
            </a:r>
          </a:p>
        </p:txBody>
      </p:sp>
      <p:sp>
        <p:nvSpPr>
          <p:cNvPr id="3" name="">
            <a:extLst xmlns:a="http://schemas.openxmlformats.org/drawingml/2006/main">
              <a:ext uri="{FF2B5EF4-FFF2-40B4-BE49-F238E27FC236}">
                <a16:creationId xmlns:a16="http://schemas.microsoft.com/office/drawing/2014/main" id="{2242257B-D761-448A-8D75-72707E23997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9757F4F3-49CC-4708-963E-0E44A6D74D3F}"/>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5D0A86B-EEE2-43E7-97D2-861E7228D5B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9CBE9402-38B0-42A7-9FD7-B1087750CDB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SFT 학습 데이터의 필수 구성</a:t>
            </a:r>
          </a:p>
        </p:txBody>
      </p:sp>
      <p:sp>
        <p:nvSpPr>
          <p:cNvPr id="7" name="">
            <a:extLst xmlns:a="http://schemas.openxmlformats.org/drawingml/2006/main">
              <a:ext uri="{FF2B5EF4-FFF2-40B4-BE49-F238E27FC236}">
                <a16:creationId xmlns:a16="http://schemas.microsoft.com/office/drawing/2014/main" id="{31D3C9B6-D79F-4DB6-A9D6-F7F0D3D44631}"/>
              </a:ext>
            </a:extLst>
          </p:cNvPr>
          <p:cNvSpPr>
            <a:spLocks xmlns:a="http://schemas.openxmlformats.org/drawingml/2006/main" noGrp="1"/>
          </p:cNvSpPr>
          <p:nvPr/>
        </p:nvSpPr>
        <p:spPr>
          <a:xfrm xmlns:a="http://schemas.openxmlformats.org/drawingml/2006/main">
            <a:off x="609600" y="18097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00" b="1">
                <a:solidFill>
                  <a:srgbClr val="98A2B3"/>
                </a:solidFill>
                <a:latin typeface="Menlo"/>
                <a:ea typeface="Menlo"/>
                <a:cs typeface="Menlo"/>
              </a:defRPr>
            </a:pPr>
            <a:r>
              <a:rPr sz="2100" b="1">
                <a:solidFill>
                  <a:srgbClr val="98A2B3"/>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F8F39D32-46C6-40D3-A484-C6C28927B71E}"/>
              </a:ext>
            </a:extLst>
          </p:cNvPr>
          <p:cNvSpPr>
            <a:spLocks xmlns:a="http://schemas.openxmlformats.org/drawingml/2006/main" noGrp="1"/>
          </p:cNvSpPr>
          <p:nvPr/>
        </p:nvSpPr>
        <p:spPr>
          <a:xfrm xmlns:a="http://schemas.openxmlformats.org/drawingml/2006/main">
            <a:off x="609600" y="2381250"/>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75" b="1">
                <a:solidFill>
                  <a:srgbClr val="FFFFFF"/>
                </a:solidFill>
                <a:latin typeface="Menlo"/>
                <a:ea typeface="Menlo"/>
                <a:cs typeface="Menlo"/>
              </a:defRPr>
            </a:pPr>
            <a:r>
              <a:rPr sz="1875" b="1">
                <a:solidFill>
                  <a:srgbClr val="FFFFFF"/>
                </a:solidFill>
                <a:latin typeface="Menlo"/>
                <a:ea typeface="Menlo"/>
                <a:cs typeface="Menlo"/>
              </a:rPr>
              <a:t>지시</a:t>
            </a:r>
          </a:p>
        </p:txBody>
      </p:sp>
      <p:sp>
        <p:nvSpPr>
          <p:cNvPr id="9" name="">
            <a:extLst xmlns:a="http://schemas.openxmlformats.org/drawingml/2006/main">
              <a:ext uri="{FF2B5EF4-FFF2-40B4-BE49-F238E27FC236}">
                <a16:creationId xmlns:a16="http://schemas.microsoft.com/office/drawing/2014/main" id="{EACD385A-4D46-4A26-BE5B-9528F0E51860}"/>
              </a:ext>
            </a:extLst>
          </p:cNvPr>
          <p:cNvSpPr>
            <a:spLocks xmlns:a="http://schemas.openxmlformats.org/drawingml/2006/main" noGrp="1"/>
          </p:cNvSpPr>
          <p:nvPr/>
        </p:nvSpPr>
        <p:spPr>
          <a:xfrm xmlns:a="http://schemas.openxmlformats.org/drawingml/2006/main" rot="0">
            <a:off x="609600" y="3067050"/>
            <a:ext cx="3009900" cy="19621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E97A9C04-ABC2-4C39-9E8F-8FD4FD093531}"/>
              </a:ext>
            </a:extLst>
          </p:cNvPr>
          <p:cNvSpPr>
            <a:spLocks xmlns:a="http://schemas.openxmlformats.org/drawingml/2006/main" noGrp="1"/>
          </p:cNvSpPr>
          <p:nvPr/>
        </p:nvSpPr>
        <p:spPr>
          <a:xfrm xmlns:a="http://schemas.openxmlformats.org/drawingml/2006/main">
            <a:off x="819150" y="3295650"/>
            <a:ext cx="25908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3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고객 피드백에서</a:t>
            </a:r>
          </a:p>
          <a:p xmlns:a="http://schemas.openxmlformats.org/drawingml/2006/main">
            <a:pPr algn="ctr">
              <a:lnSpc>
                <a:spcPct val="13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핵심 신호·마찰·다음 행동 추출</a:t>
            </a:r>
          </a:p>
        </p:txBody>
      </p:sp>
      <p:sp>
        <p:nvSpPr>
          <p:cNvPr id="11" name="">
            <a:extLst xmlns:a="http://schemas.openxmlformats.org/drawingml/2006/main">
              <a:ext uri="{FF2B5EF4-FFF2-40B4-BE49-F238E27FC236}">
                <a16:creationId xmlns:a16="http://schemas.microsoft.com/office/drawing/2014/main" id="{683338A0-59B3-44E9-953F-CA08DEF7740A}"/>
              </a:ext>
            </a:extLst>
          </p:cNvPr>
          <p:cNvSpPr>
            <a:spLocks xmlns:a="http://schemas.openxmlformats.org/drawingml/2006/main" noGrp="1"/>
          </p:cNvSpPr>
          <p:nvPr/>
        </p:nvSpPr>
        <p:spPr>
          <a:xfrm xmlns:a="http://schemas.openxmlformats.org/drawingml/2006/main">
            <a:off x="3619500" y="37338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98A2B3"/>
                </a:solidFill>
                <a:latin typeface="Menlo"/>
                <a:ea typeface="Menlo"/>
                <a:cs typeface="Menlo"/>
              </a:defRPr>
            </a:pPr>
            <a:r>
              <a:rPr sz="2100" b="1">
                <a:solidFill>
                  <a:srgbClr val="98A2B3"/>
                </a:solidFill>
                <a:latin typeface="Menlo"/>
                <a:ea typeface="Menlo"/>
                <a:cs typeface="Menlo"/>
              </a:rPr>
              <a:t>+</a:t>
            </a:r>
          </a:p>
        </p:txBody>
      </p:sp>
      <p:sp>
        <p:nvSpPr>
          <p:cNvPr id="12" name="">
            <a:extLst xmlns:a="http://schemas.openxmlformats.org/drawingml/2006/main">
              <a:ext uri="{FF2B5EF4-FFF2-40B4-BE49-F238E27FC236}">
                <a16:creationId xmlns:a16="http://schemas.microsoft.com/office/drawing/2014/main" id="{3F3FF604-F9FA-40EE-8959-AF8CB7CCEBA2}"/>
              </a:ext>
            </a:extLst>
          </p:cNvPr>
          <p:cNvSpPr>
            <a:spLocks xmlns:a="http://schemas.openxmlformats.org/drawingml/2006/main" noGrp="1"/>
          </p:cNvSpPr>
          <p:nvPr/>
        </p:nvSpPr>
        <p:spPr>
          <a:xfrm xmlns:a="http://schemas.openxmlformats.org/drawingml/2006/main">
            <a:off x="4076700" y="1809750"/>
            <a:ext cx="403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00" b="1">
                <a:solidFill>
                  <a:srgbClr val="2563EB"/>
                </a:solidFill>
                <a:latin typeface="Menlo"/>
                <a:ea typeface="Menlo"/>
                <a:cs typeface="Menlo"/>
              </a:defRPr>
            </a:pPr>
            <a:r>
              <a:rPr sz="2100" b="1">
                <a:solidFill>
                  <a:srgbClr val="2563EB"/>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36B5FEB5-B3F6-48D8-B10C-B547542E23C3}"/>
              </a:ext>
            </a:extLst>
          </p:cNvPr>
          <p:cNvSpPr>
            <a:spLocks xmlns:a="http://schemas.openxmlformats.org/drawingml/2006/main" noGrp="1"/>
          </p:cNvSpPr>
          <p:nvPr/>
        </p:nvSpPr>
        <p:spPr>
          <a:xfrm xmlns:a="http://schemas.openxmlformats.org/drawingml/2006/main">
            <a:off x="4076700" y="238125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75" b="1">
                <a:solidFill>
                  <a:srgbClr val="2563EB"/>
                </a:solidFill>
                <a:latin typeface="Menlo"/>
                <a:ea typeface="Menlo"/>
                <a:cs typeface="Menlo"/>
              </a:defRPr>
            </a:pPr>
            <a:r>
              <a:rPr sz="1875" b="1">
                <a:solidFill>
                  <a:srgbClr val="2563EB"/>
                </a:solidFill>
                <a:latin typeface="Menlo"/>
                <a:ea typeface="Menlo"/>
                <a:cs typeface="Menlo"/>
              </a:rPr>
              <a:t>입력</a:t>
            </a:r>
          </a:p>
        </p:txBody>
      </p:sp>
      <p:sp>
        <p:nvSpPr>
          <p:cNvPr id="14" name="">
            <a:extLst xmlns:a="http://schemas.openxmlformats.org/drawingml/2006/main">
              <a:ext uri="{FF2B5EF4-FFF2-40B4-BE49-F238E27FC236}">
                <a16:creationId xmlns:a16="http://schemas.microsoft.com/office/drawing/2014/main" id="{A4B7743B-9A51-42EB-B10D-F3F779F6E247}"/>
              </a:ext>
            </a:extLst>
          </p:cNvPr>
          <p:cNvSpPr>
            <a:spLocks xmlns:a="http://schemas.openxmlformats.org/drawingml/2006/main" noGrp="1"/>
          </p:cNvSpPr>
          <p:nvPr/>
        </p:nvSpPr>
        <p:spPr>
          <a:xfrm xmlns:a="http://schemas.openxmlformats.org/drawingml/2006/main" rot="0">
            <a:off x="4076700" y="3067050"/>
            <a:ext cx="4038600" cy="1962150"/>
          </a:xfrm>
          <a:prstGeom xmlns:a="http://schemas.openxmlformats.org/drawingml/2006/main" prst="rect">
            <a:avLst/>
          </a:prstGeom>
          <a:solidFill xmlns:a="http://schemas.openxmlformats.org/drawingml/2006/main">
            <a:srgbClr val="E0F0FE"/>
          </a:solidFill>
          <a:ln xmlns:a="http://schemas.openxmlformats.org/drawingml/2006/main" w="19050">
            <a:solidFill>
              <a:srgbClr val="2563EB"/>
            </a:solidFill>
            <a:prstDash val="solid"/>
          </a:ln>
        </p:spPr>
      </p:sp>
      <p:sp>
        <p:nvSpPr>
          <p:cNvPr id="15" name="">
            <a:extLst xmlns:a="http://schemas.openxmlformats.org/drawingml/2006/main">
              <a:ext uri="{FF2B5EF4-FFF2-40B4-BE49-F238E27FC236}">
                <a16:creationId xmlns:a16="http://schemas.microsoft.com/office/drawing/2014/main" id="{32C1BFEC-D73D-47D0-A0E7-27C67C5642B0}"/>
              </a:ext>
            </a:extLst>
          </p:cNvPr>
          <p:cNvSpPr>
            <a:spLocks xmlns:a="http://schemas.openxmlformats.org/drawingml/2006/main" noGrp="1"/>
          </p:cNvSpPr>
          <p:nvPr/>
        </p:nvSpPr>
        <p:spPr>
          <a:xfrm xmlns:a="http://schemas.openxmlformats.org/drawingml/2006/main">
            <a:off x="4286250" y="3295650"/>
            <a:ext cx="3619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3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실제 분포를 닮은 합성·검수 입력</a:t>
            </a:r>
          </a:p>
          <a:p xmlns:a="http://schemas.openxmlformats.org/drawingml/2006/main">
            <a:pPr algn="ctr">
              <a:lnSpc>
                <a:spcPct val="13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민감 원문 제외</a:t>
            </a:r>
          </a:p>
        </p:txBody>
      </p:sp>
      <p:sp>
        <p:nvSpPr>
          <p:cNvPr id="16" name="">
            <a:extLst xmlns:a="http://schemas.openxmlformats.org/drawingml/2006/main">
              <a:ext uri="{FF2B5EF4-FFF2-40B4-BE49-F238E27FC236}">
                <a16:creationId xmlns:a16="http://schemas.microsoft.com/office/drawing/2014/main" id="{C587960E-39FD-4BAA-8636-0BDBB8875F7F}"/>
              </a:ext>
            </a:extLst>
          </p:cNvPr>
          <p:cNvSpPr>
            <a:spLocks xmlns:a="http://schemas.openxmlformats.org/drawingml/2006/main" noGrp="1"/>
          </p:cNvSpPr>
          <p:nvPr/>
        </p:nvSpPr>
        <p:spPr>
          <a:xfrm xmlns:a="http://schemas.openxmlformats.org/drawingml/2006/main">
            <a:off x="8115300" y="37338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98A2B3"/>
                </a:solidFill>
                <a:latin typeface="Menlo"/>
                <a:ea typeface="Menlo"/>
                <a:cs typeface="Menlo"/>
              </a:defRPr>
            </a:pPr>
            <a:r>
              <a:rPr sz="2100" b="1">
                <a:solidFill>
                  <a:srgbClr val="98A2B3"/>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28665543-1641-435B-9C51-B477342ECA0D}"/>
              </a:ext>
            </a:extLst>
          </p:cNvPr>
          <p:cNvSpPr>
            <a:spLocks xmlns:a="http://schemas.openxmlformats.org/drawingml/2006/main" noGrp="1"/>
          </p:cNvSpPr>
          <p:nvPr/>
        </p:nvSpPr>
        <p:spPr>
          <a:xfrm xmlns:a="http://schemas.openxmlformats.org/drawingml/2006/main">
            <a:off x="8572500" y="18097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00" b="1">
                <a:solidFill>
                  <a:srgbClr val="98A2B3"/>
                </a:solidFill>
                <a:latin typeface="Menlo"/>
                <a:ea typeface="Menlo"/>
                <a:cs typeface="Menlo"/>
              </a:defRPr>
            </a:pPr>
            <a:r>
              <a:rPr sz="2100" b="1">
                <a:solidFill>
                  <a:srgbClr val="98A2B3"/>
                </a:solidFill>
                <a:latin typeface="Menlo"/>
                <a:ea typeface="Menlo"/>
                <a:cs typeface="Menlo"/>
              </a:rPr>
              <a:t>03</a:t>
            </a:r>
          </a:p>
        </p:txBody>
      </p:sp>
      <p:sp>
        <p:nvSpPr>
          <p:cNvPr id="18" name="">
            <a:extLst xmlns:a="http://schemas.openxmlformats.org/drawingml/2006/main">
              <a:ext uri="{FF2B5EF4-FFF2-40B4-BE49-F238E27FC236}">
                <a16:creationId xmlns:a16="http://schemas.microsoft.com/office/drawing/2014/main" id="{8166BFEF-68BE-4EAA-87B3-82805CA22574}"/>
              </a:ext>
            </a:extLst>
          </p:cNvPr>
          <p:cNvSpPr>
            <a:spLocks xmlns:a="http://schemas.openxmlformats.org/drawingml/2006/main" noGrp="1"/>
          </p:cNvSpPr>
          <p:nvPr/>
        </p:nvSpPr>
        <p:spPr>
          <a:xfrm xmlns:a="http://schemas.openxmlformats.org/drawingml/2006/main">
            <a:off x="8572500" y="2381250"/>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75" b="1">
                <a:solidFill>
                  <a:srgbClr val="FFFFFF"/>
                </a:solidFill>
                <a:latin typeface="Menlo"/>
                <a:ea typeface="Menlo"/>
                <a:cs typeface="Menlo"/>
              </a:defRPr>
            </a:pPr>
            <a:r>
              <a:rPr sz="1875" b="1">
                <a:solidFill>
                  <a:srgbClr val="FFFFFF"/>
                </a:solidFill>
                <a:latin typeface="Menlo"/>
                <a:ea typeface="Menlo"/>
                <a:cs typeface="Menlo"/>
              </a:rPr>
              <a:t>기대 출력</a:t>
            </a:r>
          </a:p>
        </p:txBody>
      </p:sp>
      <p:sp>
        <p:nvSpPr>
          <p:cNvPr id="19" name="">
            <a:extLst xmlns:a="http://schemas.openxmlformats.org/drawingml/2006/main">
              <a:ext uri="{FF2B5EF4-FFF2-40B4-BE49-F238E27FC236}">
                <a16:creationId xmlns:a16="http://schemas.microsoft.com/office/drawing/2014/main" id="{87B6FCA4-E746-425F-83A6-35C3428F45E8}"/>
              </a:ext>
            </a:extLst>
          </p:cNvPr>
          <p:cNvSpPr>
            <a:spLocks xmlns:a="http://schemas.openxmlformats.org/drawingml/2006/main" noGrp="1"/>
          </p:cNvSpPr>
          <p:nvPr/>
        </p:nvSpPr>
        <p:spPr>
          <a:xfrm xmlns:a="http://schemas.openxmlformats.org/drawingml/2006/main" rot="0">
            <a:off x="8572500" y="3067050"/>
            <a:ext cx="3009900" cy="19621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F306E0D6-A70C-4E2E-9B26-4E1A2143B7EB}"/>
              </a:ext>
            </a:extLst>
          </p:cNvPr>
          <p:cNvSpPr>
            <a:spLocks xmlns:a="http://schemas.openxmlformats.org/drawingml/2006/main" noGrp="1"/>
          </p:cNvSpPr>
          <p:nvPr/>
        </p:nvSpPr>
        <p:spPr>
          <a:xfrm xmlns:a="http://schemas.openxmlformats.org/drawingml/2006/main">
            <a:off x="8782050" y="3295650"/>
            <a:ext cx="25908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3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고정 스키마</a:t>
            </a:r>
          </a:p>
          <a:p xmlns:a="http://schemas.openxmlformats.org/drawingml/2006/main">
            <a:pPr algn="ctr">
              <a:lnSpc>
                <a:spcPct val="13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근거 있는 값</a:t>
            </a:r>
          </a:p>
        </p:txBody>
      </p:sp>
      <p:sp>
        <p:nvSpPr>
          <p:cNvPr id="21" name="">
            <a:extLst xmlns:a="http://schemas.openxmlformats.org/drawingml/2006/main">
              <a:ext uri="{FF2B5EF4-FFF2-40B4-BE49-F238E27FC236}">
                <a16:creationId xmlns:a16="http://schemas.microsoft.com/office/drawing/2014/main" id="{4814BC10-47BD-4601-A83E-BD8E03281DC6}"/>
              </a:ext>
            </a:extLst>
          </p:cNvPr>
          <p:cNvSpPr>
            <a:spLocks xmlns:a="http://schemas.openxmlformats.org/drawingml/2006/main" noGrp="1"/>
          </p:cNvSpPr>
          <p:nvPr/>
        </p:nvSpPr>
        <p:spPr>
          <a:xfrm xmlns:a="http://schemas.openxmlformats.org/drawingml/2006/main">
            <a:off x="609600" y="55245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잘못된 예시는 잘못된 행동을 더 일관되게 재현</a:t>
            </a:r>
          </a:p>
        </p:txBody>
      </p:sp>
    </p:spTree>
    <p:extLst>
      <p:ext uri="{BB962C8B-B14F-4D97-AF65-F5344CB8AC3E}">
        <p14:creationId xmlns:p14="http://schemas.microsoft.com/office/powerpoint/2010/main" val="78234845"/>
      </p:ext>
    </p:extLst>
  </p:cSld>
</p:sld>
</file>

<file path=ppt/slides/slide4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DFAAA8-8C6C-43F7-9364-5E6CCD97840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FD5A8C62-E5EC-48CF-947D-B4D76E5912D3}"/>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41</a:t>
            </a:r>
          </a:p>
        </p:txBody>
      </p:sp>
      <p:sp>
        <p:nvSpPr>
          <p:cNvPr id="3" name="">
            <a:extLst xmlns:a="http://schemas.openxmlformats.org/drawingml/2006/main">
              <a:ext uri="{FF2B5EF4-FFF2-40B4-BE49-F238E27FC236}">
                <a16:creationId xmlns:a16="http://schemas.microsoft.com/office/drawing/2014/main" id="{90473EC0-0DF0-4568-8F20-BE5EFCC3D9C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C9C8E2BE-53D4-47FD-9845-B445C210ECC4}"/>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AE05083B-9409-4422-82A5-99F41B19351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0297BA97-B2F2-4E04-ADF5-BF41E3BEE406}"/>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선호 데이터의 구조</a:t>
            </a:r>
          </a:p>
        </p:txBody>
      </p:sp>
      <p:sp>
        <p:nvSpPr>
          <p:cNvPr id="7" name="">
            <a:extLst xmlns:a="http://schemas.openxmlformats.org/drawingml/2006/main">
              <a:ext uri="{FF2B5EF4-FFF2-40B4-BE49-F238E27FC236}">
                <a16:creationId xmlns:a16="http://schemas.microsoft.com/office/drawing/2014/main" id="{AC348C7A-A03C-402A-B9DF-AFE52E7D0E05}"/>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선호 응답 · CHOSEN</a:t>
            </a:r>
          </a:p>
        </p:txBody>
      </p:sp>
      <p:sp>
        <p:nvSpPr>
          <p:cNvPr id="8" name="">
            <a:extLst xmlns:a="http://schemas.openxmlformats.org/drawingml/2006/main">
              <a:ext uri="{FF2B5EF4-FFF2-40B4-BE49-F238E27FC236}">
                <a16:creationId xmlns:a16="http://schemas.microsoft.com/office/drawing/2014/main" id="{1049D256-B15C-4304-B5FB-518ED7934A07}"/>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짧고 근거 있는 응답</a:t>
            </a:r>
          </a:p>
        </p:txBody>
      </p:sp>
      <p:sp>
        <p:nvSpPr>
          <p:cNvPr id="9" name="">
            <a:extLst xmlns:a="http://schemas.openxmlformats.org/drawingml/2006/main">
              <a:ext uri="{FF2B5EF4-FFF2-40B4-BE49-F238E27FC236}">
                <a16:creationId xmlns:a16="http://schemas.microsoft.com/office/drawing/2014/main" id="{40B39639-7BAE-4E1C-A06A-7945EB3CF657}"/>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0" name="">
            <a:extLst xmlns:a="http://schemas.openxmlformats.org/drawingml/2006/main">
              <a:ext uri="{FF2B5EF4-FFF2-40B4-BE49-F238E27FC236}">
                <a16:creationId xmlns:a16="http://schemas.microsoft.com/office/drawing/2014/main" id="{5EA99A47-A7A3-41DD-98F4-ACC80E1D94D0}"/>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요청한 스키마 준수</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입력에 없는 사실 없음</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실행 가능한 다음 행동</a:t>
            </a:r>
          </a:p>
        </p:txBody>
      </p:sp>
      <p:sp>
        <p:nvSpPr>
          <p:cNvPr id="11" name="">
            <a:extLst xmlns:a="http://schemas.openxmlformats.org/drawingml/2006/main">
              <a:ext uri="{FF2B5EF4-FFF2-40B4-BE49-F238E27FC236}">
                <a16:creationId xmlns:a16="http://schemas.microsoft.com/office/drawing/2014/main" id="{423F9C1E-F39F-4E71-B90C-250589887B47}"/>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비선호 응답 · REJECTED</a:t>
            </a:r>
          </a:p>
        </p:txBody>
      </p:sp>
      <p:sp>
        <p:nvSpPr>
          <p:cNvPr id="12" name="">
            <a:extLst xmlns:a="http://schemas.openxmlformats.org/drawingml/2006/main">
              <a:ext uri="{FF2B5EF4-FFF2-40B4-BE49-F238E27FC236}">
                <a16:creationId xmlns:a16="http://schemas.microsoft.com/office/drawing/2014/main" id="{36FF2308-8328-4394-A424-968D04EF783D}"/>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그럴듯하지만 불리한 응답</a:t>
            </a:r>
          </a:p>
        </p:txBody>
      </p:sp>
      <p:sp>
        <p:nvSpPr>
          <p:cNvPr id="13" name="">
            <a:extLst xmlns:a="http://schemas.openxmlformats.org/drawingml/2006/main">
              <a:ext uri="{FF2B5EF4-FFF2-40B4-BE49-F238E27FC236}">
                <a16:creationId xmlns:a16="http://schemas.microsoft.com/office/drawing/2014/main" id="{EBD5F490-2C53-4686-89F9-6D30629EFB6B}"/>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9525">
            <a:solidFill>
              <a:srgbClr val="191919"/>
            </a:solidFill>
            <a:prstDash val="solid"/>
          </a:ln>
        </p:spPr>
      </p:sp>
      <p:sp>
        <p:nvSpPr>
          <p:cNvPr id="14" name="">
            <a:extLst xmlns:a="http://schemas.openxmlformats.org/drawingml/2006/main">
              <a:ext uri="{FF2B5EF4-FFF2-40B4-BE49-F238E27FC236}">
                <a16:creationId xmlns:a16="http://schemas.microsoft.com/office/drawing/2014/main" id="{14C57D53-85D0-4722-8682-231944F9539B}"/>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형식 누락</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새 사실 추가</a:t>
            </a:r>
          </a:p>
          <a:p xmlns:a="http://schemas.openxmlformats.org/drawingml/2006/main">
            <a:pPr algn="l">
              <a:lnSpc>
                <a:spcPct val="135000"/>
              </a:lnSpc>
              <a:buNone/>
              <a:defRPr sz="1500" b="0">
                <a:solidFill>
                  <a:srgbClr val="667085"/>
                </a:solidFill>
                <a:latin typeface="AppleGothic"/>
                <a:ea typeface="AppleGothic"/>
                <a:cs typeface="AppleGothic"/>
              </a:defRPr>
            </a:pPr>
            <a:r>
              <a:rPr sz="1500" b="0">
                <a:solidFill>
                  <a:srgbClr val="667085"/>
                </a:solidFill>
                <a:latin typeface="AppleGothic"/>
                <a:ea typeface="AppleGothic"/>
                <a:cs typeface="AppleGothic"/>
              </a:rPr>
              <a:t>과도한 장황함</a:t>
            </a:r>
          </a:p>
        </p:txBody>
      </p:sp>
      <p:sp>
        <p:nvSpPr>
          <p:cNvPr id="15" name="">
            <a:extLst xmlns:a="http://schemas.openxmlformats.org/drawingml/2006/main">
              <a:ext uri="{FF2B5EF4-FFF2-40B4-BE49-F238E27FC236}">
                <a16:creationId xmlns:a16="http://schemas.microsoft.com/office/drawing/2014/main" id="{11D014D1-E4C4-43C3-8AB5-A997704C6D32}"/>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984514412"/>
      </p:ext>
    </p:extLst>
  </p:cSld>
</p:sld>
</file>

<file path=ppt/slides/slide4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BE18FB4-AEB9-4143-86A7-68A911E16928}"/>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D3120FA9-6A4F-48B9-8B1D-A98D15AE7BB7}"/>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42</a:t>
            </a:r>
          </a:p>
        </p:txBody>
      </p:sp>
      <p:sp>
        <p:nvSpPr>
          <p:cNvPr id="3" name="">
            <a:extLst xmlns:a="http://schemas.openxmlformats.org/drawingml/2006/main">
              <a:ext uri="{FF2B5EF4-FFF2-40B4-BE49-F238E27FC236}">
                <a16:creationId xmlns:a16="http://schemas.microsoft.com/office/drawing/2014/main" id="{B53D0128-0018-416D-BA70-55D98C32C3E7}"/>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7DAC8F03-392D-4E22-ACB9-5E5E2A3FA66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0875D5FA-E403-4CC4-A96D-04ECB50FED9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BABCA7E-2AC6-4BAB-819F-4513F17525E1}"/>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인간 피드백 기반 강화학습의 대표 경로</a:t>
            </a:r>
          </a:p>
        </p:txBody>
      </p:sp>
      <p:sp>
        <p:nvSpPr>
          <p:cNvPr id="7" name="">
            <a:extLst xmlns:a="http://schemas.openxmlformats.org/drawingml/2006/main">
              <a:ext uri="{FF2B5EF4-FFF2-40B4-BE49-F238E27FC236}">
                <a16:creationId xmlns:a16="http://schemas.microsoft.com/office/drawing/2014/main" id="{A5D270F8-041A-4D8D-9535-D1A0F3CB7724}"/>
              </a:ext>
            </a:extLst>
          </p:cNvPr>
          <p:cNvSpPr>
            <a:spLocks xmlns:a="http://schemas.openxmlformats.org/drawingml/2006/main" noGrp="1"/>
          </p:cNvSpPr>
          <p:nvPr/>
        </p:nvSpPr>
        <p:spPr>
          <a:xfrm xmlns:a="http://schemas.openxmlformats.org/drawingml/2006/main" rot="0">
            <a:off x="60960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6E4F1AFA-3CD9-4169-A771-618B64E17F38}"/>
              </a:ext>
            </a:extLst>
          </p:cNvPr>
          <p:cNvSpPr>
            <a:spLocks xmlns:a="http://schemas.openxmlformats.org/drawingml/2006/main" noGrp="1"/>
          </p:cNvSpPr>
          <p:nvPr/>
        </p:nvSpPr>
        <p:spPr>
          <a:xfrm xmlns:a="http://schemas.openxmlformats.org/drawingml/2006/main">
            <a:off x="74295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지도 미세조정</a:t>
            </a:r>
          </a:p>
        </p:txBody>
      </p:sp>
      <p:sp>
        <p:nvSpPr>
          <p:cNvPr id="9" name="">
            <a:extLst xmlns:a="http://schemas.openxmlformats.org/drawingml/2006/main">
              <a:ext uri="{FF2B5EF4-FFF2-40B4-BE49-F238E27FC236}">
                <a16:creationId xmlns:a16="http://schemas.microsoft.com/office/drawing/2014/main" id="{C8542987-141A-48A1-BC49-C8500F011DA9}"/>
              </a:ext>
            </a:extLst>
          </p:cNvPr>
          <p:cNvSpPr>
            <a:spLocks xmlns:a="http://schemas.openxmlformats.org/drawingml/2006/main" noGrp="1"/>
          </p:cNvSpPr>
          <p:nvPr/>
        </p:nvSpPr>
        <p:spPr>
          <a:xfrm xmlns:a="http://schemas.openxmlformats.org/drawingml/2006/main">
            <a:off x="74295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초기 정책</a:t>
            </a:r>
          </a:p>
        </p:txBody>
      </p:sp>
      <p:sp>
        <p:nvSpPr>
          <p:cNvPr id="10" name="">
            <a:extLst xmlns:a="http://schemas.openxmlformats.org/drawingml/2006/main">
              <a:ext uri="{FF2B5EF4-FFF2-40B4-BE49-F238E27FC236}">
                <a16:creationId xmlns:a16="http://schemas.microsoft.com/office/drawing/2014/main" id="{68A3D6F7-0278-427B-8A03-D7A3A2BD6443}"/>
              </a:ext>
            </a:extLst>
          </p:cNvPr>
          <p:cNvSpPr>
            <a:spLocks xmlns:a="http://schemas.openxmlformats.org/drawingml/2006/main" noGrp="1"/>
          </p:cNvSpPr>
          <p:nvPr/>
        </p:nvSpPr>
        <p:spPr>
          <a:xfrm xmlns:a="http://schemas.openxmlformats.org/drawingml/2006/main">
            <a:off x="263652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924C9E49-600A-4DCE-99D1-BB0A4977BBAB}"/>
              </a:ext>
            </a:extLst>
          </p:cNvPr>
          <p:cNvSpPr>
            <a:spLocks xmlns:a="http://schemas.openxmlformats.org/drawingml/2006/main" noGrp="1"/>
          </p:cNvSpPr>
          <p:nvPr/>
        </p:nvSpPr>
        <p:spPr>
          <a:xfrm xmlns:a="http://schemas.openxmlformats.org/drawingml/2006/main" rot="0">
            <a:off x="284607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EE85987F-A829-4CFF-91EF-DD8E64E76D68}"/>
              </a:ext>
            </a:extLst>
          </p:cNvPr>
          <p:cNvSpPr>
            <a:spLocks xmlns:a="http://schemas.openxmlformats.org/drawingml/2006/main" noGrp="1"/>
          </p:cNvSpPr>
          <p:nvPr/>
        </p:nvSpPr>
        <p:spPr>
          <a:xfrm xmlns:a="http://schemas.openxmlformats.org/drawingml/2006/main">
            <a:off x="297942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선호 비교</a:t>
            </a:r>
          </a:p>
        </p:txBody>
      </p:sp>
      <p:sp>
        <p:nvSpPr>
          <p:cNvPr id="13" name="">
            <a:extLst xmlns:a="http://schemas.openxmlformats.org/drawingml/2006/main">
              <a:ext uri="{FF2B5EF4-FFF2-40B4-BE49-F238E27FC236}">
                <a16:creationId xmlns:a16="http://schemas.microsoft.com/office/drawing/2014/main" id="{A8B7922F-80AA-449F-BBA8-19CBFE0E5E40}"/>
              </a:ext>
            </a:extLst>
          </p:cNvPr>
          <p:cNvSpPr>
            <a:spLocks xmlns:a="http://schemas.openxmlformats.org/drawingml/2006/main" noGrp="1"/>
          </p:cNvSpPr>
          <p:nvPr/>
        </p:nvSpPr>
        <p:spPr>
          <a:xfrm xmlns:a="http://schemas.openxmlformats.org/drawingml/2006/main">
            <a:off x="297942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사람의 비교</a:t>
            </a:r>
          </a:p>
        </p:txBody>
      </p:sp>
      <p:sp>
        <p:nvSpPr>
          <p:cNvPr id="14" name="">
            <a:extLst xmlns:a="http://schemas.openxmlformats.org/drawingml/2006/main">
              <a:ext uri="{FF2B5EF4-FFF2-40B4-BE49-F238E27FC236}">
                <a16:creationId xmlns:a16="http://schemas.microsoft.com/office/drawing/2014/main" id="{04BF02C6-E771-4AF9-8683-D4DDA5AB8148}"/>
              </a:ext>
            </a:extLst>
          </p:cNvPr>
          <p:cNvSpPr>
            <a:spLocks xmlns:a="http://schemas.openxmlformats.org/drawingml/2006/main" noGrp="1"/>
          </p:cNvSpPr>
          <p:nvPr/>
        </p:nvSpPr>
        <p:spPr>
          <a:xfrm xmlns:a="http://schemas.openxmlformats.org/drawingml/2006/main">
            <a:off x="487299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94C2EF7B-97DD-4ABB-B061-92035FA4D6E1}"/>
              </a:ext>
            </a:extLst>
          </p:cNvPr>
          <p:cNvSpPr>
            <a:spLocks xmlns:a="http://schemas.openxmlformats.org/drawingml/2006/main" noGrp="1"/>
          </p:cNvSpPr>
          <p:nvPr/>
        </p:nvSpPr>
        <p:spPr>
          <a:xfrm xmlns:a="http://schemas.openxmlformats.org/drawingml/2006/main" rot="0">
            <a:off x="5082540" y="2381250"/>
            <a:ext cx="2026920" cy="1181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2249E653-5756-47D3-A89D-87232338B86E}"/>
              </a:ext>
            </a:extLst>
          </p:cNvPr>
          <p:cNvSpPr>
            <a:spLocks xmlns:a="http://schemas.openxmlformats.org/drawingml/2006/main" noGrp="1"/>
          </p:cNvSpPr>
          <p:nvPr/>
        </p:nvSpPr>
        <p:spPr>
          <a:xfrm xmlns:a="http://schemas.openxmlformats.org/drawingml/2006/main">
            <a:off x="521589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보상 모델</a:t>
            </a:r>
          </a:p>
        </p:txBody>
      </p:sp>
      <p:sp>
        <p:nvSpPr>
          <p:cNvPr id="17" name="">
            <a:extLst xmlns:a="http://schemas.openxmlformats.org/drawingml/2006/main">
              <a:ext uri="{FF2B5EF4-FFF2-40B4-BE49-F238E27FC236}">
                <a16:creationId xmlns:a16="http://schemas.microsoft.com/office/drawing/2014/main" id="{A576751A-17FE-47A8-B910-A9A38F193692}"/>
              </a:ext>
            </a:extLst>
          </p:cNvPr>
          <p:cNvSpPr>
            <a:spLocks xmlns:a="http://schemas.openxmlformats.org/drawingml/2006/main" noGrp="1"/>
          </p:cNvSpPr>
          <p:nvPr/>
        </p:nvSpPr>
        <p:spPr>
          <a:xfrm xmlns:a="http://schemas.openxmlformats.org/drawingml/2006/main">
            <a:off x="521589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선호 점수</a:t>
            </a:r>
          </a:p>
        </p:txBody>
      </p:sp>
      <p:sp>
        <p:nvSpPr>
          <p:cNvPr id="18" name="">
            <a:extLst xmlns:a="http://schemas.openxmlformats.org/drawingml/2006/main">
              <a:ext uri="{FF2B5EF4-FFF2-40B4-BE49-F238E27FC236}">
                <a16:creationId xmlns:a16="http://schemas.microsoft.com/office/drawing/2014/main" id="{25655B91-4B71-4348-B1F4-09B741DE6B65}"/>
              </a:ext>
            </a:extLst>
          </p:cNvPr>
          <p:cNvSpPr>
            <a:spLocks xmlns:a="http://schemas.openxmlformats.org/drawingml/2006/main" noGrp="1"/>
          </p:cNvSpPr>
          <p:nvPr/>
        </p:nvSpPr>
        <p:spPr>
          <a:xfrm xmlns:a="http://schemas.openxmlformats.org/drawingml/2006/main">
            <a:off x="710946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2B1FB770-BC8A-48DF-B5A5-7B52D3F9F873}"/>
              </a:ext>
            </a:extLst>
          </p:cNvPr>
          <p:cNvSpPr>
            <a:spLocks xmlns:a="http://schemas.openxmlformats.org/drawingml/2006/main" noGrp="1"/>
          </p:cNvSpPr>
          <p:nvPr/>
        </p:nvSpPr>
        <p:spPr>
          <a:xfrm xmlns:a="http://schemas.openxmlformats.org/drawingml/2006/main" rot="0">
            <a:off x="731901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0" name="">
            <a:extLst xmlns:a="http://schemas.openxmlformats.org/drawingml/2006/main">
              <a:ext uri="{FF2B5EF4-FFF2-40B4-BE49-F238E27FC236}">
                <a16:creationId xmlns:a16="http://schemas.microsoft.com/office/drawing/2014/main" id="{E2FD730C-5349-4E41-86B0-B8C123BB9F5E}"/>
              </a:ext>
            </a:extLst>
          </p:cNvPr>
          <p:cNvSpPr>
            <a:spLocks xmlns:a="http://schemas.openxmlformats.org/drawingml/2006/main" noGrp="1"/>
          </p:cNvSpPr>
          <p:nvPr/>
        </p:nvSpPr>
        <p:spPr>
          <a:xfrm xmlns:a="http://schemas.openxmlformats.org/drawingml/2006/main">
            <a:off x="745236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PPO</a:t>
            </a:r>
          </a:p>
        </p:txBody>
      </p:sp>
      <p:sp>
        <p:nvSpPr>
          <p:cNvPr id="21" name="">
            <a:extLst xmlns:a="http://schemas.openxmlformats.org/drawingml/2006/main">
              <a:ext uri="{FF2B5EF4-FFF2-40B4-BE49-F238E27FC236}">
                <a16:creationId xmlns:a16="http://schemas.microsoft.com/office/drawing/2014/main" id="{EDEDD29A-CC17-4006-9E52-74404C1045D3}"/>
              </a:ext>
            </a:extLst>
          </p:cNvPr>
          <p:cNvSpPr>
            <a:spLocks xmlns:a="http://schemas.openxmlformats.org/drawingml/2006/main" noGrp="1"/>
          </p:cNvSpPr>
          <p:nvPr/>
        </p:nvSpPr>
        <p:spPr>
          <a:xfrm xmlns:a="http://schemas.openxmlformats.org/drawingml/2006/main">
            <a:off x="745236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정책 갱신</a:t>
            </a:r>
          </a:p>
        </p:txBody>
      </p:sp>
      <p:sp>
        <p:nvSpPr>
          <p:cNvPr id="22" name="">
            <a:extLst xmlns:a="http://schemas.openxmlformats.org/drawingml/2006/main">
              <a:ext uri="{FF2B5EF4-FFF2-40B4-BE49-F238E27FC236}">
                <a16:creationId xmlns:a16="http://schemas.microsoft.com/office/drawing/2014/main" id="{BE386677-B9B5-45DD-86E3-975E40094D50}"/>
              </a:ext>
            </a:extLst>
          </p:cNvPr>
          <p:cNvSpPr>
            <a:spLocks xmlns:a="http://schemas.openxmlformats.org/drawingml/2006/main" noGrp="1"/>
          </p:cNvSpPr>
          <p:nvPr/>
        </p:nvSpPr>
        <p:spPr>
          <a:xfrm xmlns:a="http://schemas.openxmlformats.org/drawingml/2006/main">
            <a:off x="9345930" y="27813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571E6C14-45FA-4912-B94E-0B554CEBB202}"/>
              </a:ext>
            </a:extLst>
          </p:cNvPr>
          <p:cNvSpPr>
            <a:spLocks xmlns:a="http://schemas.openxmlformats.org/drawingml/2006/main" noGrp="1"/>
          </p:cNvSpPr>
          <p:nvPr/>
        </p:nvSpPr>
        <p:spPr>
          <a:xfrm xmlns:a="http://schemas.openxmlformats.org/drawingml/2006/main" rot="0">
            <a:off x="9555480" y="2381250"/>
            <a:ext cx="2026920" cy="118110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4" name="">
            <a:extLst xmlns:a="http://schemas.openxmlformats.org/drawingml/2006/main">
              <a:ext uri="{FF2B5EF4-FFF2-40B4-BE49-F238E27FC236}">
                <a16:creationId xmlns:a16="http://schemas.microsoft.com/office/drawing/2014/main" id="{5B37A05F-4987-4810-83E5-B695680C03D7}"/>
              </a:ext>
            </a:extLst>
          </p:cNvPr>
          <p:cNvSpPr>
            <a:spLocks xmlns:a="http://schemas.openxmlformats.org/drawingml/2006/main" noGrp="1"/>
          </p:cNvSpPr>
          <p:nvPr/>
        </p:nvSpPr>
        <p:spPr>
          <a:xfrm xmlns:a="http://schemas.openxmlformats.org/drawingml/2006/main">
            <a:off x="9688830" y="2571750"/>
            <a:ext cx="176022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평가</a:t>
            </a:r>
          </a:p>
        </p:txBody>
      </p:sp>
      <p:sp>
        <p:nvSpPr>
          <p:cNvPr id="25" name="">
            <a:extLst xmlns:a="http://schemas.openxmlformats.org/drawingml/2006/main">
              <a:ext uri="{FF2B5EF4-FFF2-40B4-BE49-F238E27FC236}">
                <a16:creationId xmlns:a16="http://schemas.microsoft.com/office/drawing/2014/main" id="{8598C82D-1875-4FBE-A60A-867D585E7DF1}"/>
              </a:ext>
            </a:extLst>
          </p:cNvPr>
          <p:cNvSpPr>
            <a:spLocks xmlns:a="http://schemas.openxmlformats.org/drawingml/2006/main" noGrp="1"/>
          </p:cNvSpPr>
          <p:nvPr/>
        </p:nvSpPr>
        <p:spPr>
          <a:xfrm xmlns:a="http://schemas.openxmlformats.org/drawingml/2006/main">
            <a:off x="9688830" y="3048000"/>
            <a:ext cx="176022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행동·안전</a:t>
            </a:r>
          </a:p>
        </p:txBody>
      </p:sp>
      <p:sp>
        <p:nvSpPr>
          <p:cNvPr id="26" name="">
            <a:extLst xmlns:a="http://schemas.openxmlformats.org/drawingml/2006/main">
              <a:ext uri="{FF2B5EF4-FFF2-40B4-BE49-F238E27FC236}">
                <a16:creationId xmlns:a16="http://schemas.microsoft.com/office/drawing/2014/main" id="{F795B408-89BC-4BDF-91E3-4F229A792934}"/>
              </a:ext>
            </a:extLst>
          </p:cNvPr>
          <p:cNvSpPr>
            <a:spLocks xmlns:a="http://schemas.openxmlformats.org/drawingml/2006/main" noGrp="1"/>
          </p:cNvSpPr>
          <p:nvPr/>
        </p:nvSpPr>
        <p:spPr>
          <a:xfrm xmlns:a="http://schemas.openxmlformats.org/drawingml/2006/main">
            <a:off x="609600" y="436245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Reinforcement Learning from Human Feedback (RLHF) · Proximal Policy Optimization (PPO)</a:t>
            </a:r>
          </a:p>
        </p:txBody>
      </p:sp>
    </p:spTree>
    <p:extLst>
      <p:ext uri="{BB962C8B-B14F-4D97-AF65-F5344CB8AC3E}">
        <p14:creationId xmlns:p14="http://schemas.microsoft.com/office/powerpoint/2010/main" val="744552740"/>
      </p:ext>
    </p:extLst>
  </p:cSld>
</p:sld>
</file>

<file path=ppt/slides/slide4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2B7A896-F02D-4F5B-8D50-4DB8B75B3BB3}"/>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4DD8C7A4-B828-401B-9961-03ED7C05E87F}"/>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43</a:t>
            </a:r>
          </a:p>
        </p:txBody>
      </p:sp>
      <p:sp>
        <p:nvSpPr>
          <p:cNvPr id="3" name="">
            <a:extLst xmlns:a="http://schemas.openxmlformats.org/drawingml/2006/main">
              <a:ext uri="{FF2B5EF4-FFF2-40B4-BE49-F238E27FC236}">
                <a16:creationId xmlns:a16="http://schemas.microsoft.com/office/drawing/2014/main" id="{A475E570-5004-4C20-BBE8-6FF1E17669D7}"/>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F8F52973-2058-401F-8749-13D35E1EFFC7}"/>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3E0A6E1-A15D-4706-BCFC-455C9D8B371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99803EFB-E825-4C8E-80E5-32038685D77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RLHF와 DPO의 학습 경로 비교</a:t>
            </a:r>
          </a:p>
        </p:txBody>
      </p:sp>
      <p:sp>
        <p:nvSpPr>
          <p:cNvPr id="7" name="">
            <a:extLst xmlns:a="http://schemas.openxmlformats.org/drawingml/2006/main">
              <a:ext uri="{FF2B5EF4-FFF2-40B4-BE49-F238E27FC236}">
                <a16:creationId xmlns:a16="http://schemas.microsoft.com/office/drawing/2014/main" id="{3A932436-20AF-46F9-92ED-CDD1BE235FA7}"/>
              </a:ext>
            </a:extLst>
          </p:cNvPr>
          <p:cNvSpPr>
            <a:spLocks xmlns:a="http://schemas.openxmlformats.org/drawingml/2006/main" noGrp="1"/>
          </p:cNvSpPr>
          <p:nvPr/>
        </p:nvSpPr>
        <p:spPr>
          <a:xfrm xmlns:a="http://schemas.openxmlformats.org/drawingml/2006/main">
            <a:off x="609600" y="2171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0B1F3A"/>
                </a:solidFill>
                <a:latin typeface="AppleGothic"/>
                <a:ea typeface="AppleGothic"/>
                <a:cs typeface="AppleGothic"/>
              </a:defRPr>
            </a:pPr>
            <a:r>
              <a:rPr sz="1050" b="1">
                <a:solidFill>
                  <a:srgbClr val="0B1F3A"/>
                </a:solidFill>
                <a:latin typeface="AppleGothic"/>
                <a:ea typeface="AppleGothic"/>
                <a:cs typeface="AppleGothic"/>
              </a:rPr>
              <a:t>PPO 기반 RLHF</a:t>
            </a:r>
          </a:p>
        </p:txBody>
      </p:sp>
      <p:sp>
        <p:nvSpPr>
          <p:cNvPr id="8" name="">
            <a:extLst xmlns:a="http://schemas.openxmlformats.org/drawingml/2006/main">
              <a:ext uri="{FF2B5EF4-FFF2-40B4-BE49-F238E27FC236}">
                <a16:creationId xmlns:a16="http://schemas.microsoft.com/office/drawing/2014/main" id="{B4C08958-6179-4C48-AE16-8F5A8B3C34EE}"/>
              </a:ext>
            </a:extLst>
          </p:cNvPr>
          <p:cNvSpPr>
            <a:spLocks xmlns:a="http://schemas.openxmlformats.org/drawingml/2006/main" noGrp="1"/>
          </p:cNvSpPr>
          <p:nvPr/>
        </p:nvSpPr>
        <p:spPr>
          <a:xfrm xmlns:a="http://schemas.openxmlformats.org/drawingml/2006/main" rot="0">
            <a:off x="2781300" y="2095500"/>
            <a:ext cx="25654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09A934D2-CD3F-42A2-BA43-BCA0EA67598C}"/>
              </a:ext>
            </a:extLst>
          </p:cNvPr>
          <p:cNvSpPr>
            <a:spLocks xmlns:a="http://schemas.openxmlformats.org/drawingml/2006/main" noGrp="1"/>
          </p:cNvSpPr>
          <p:nvPr/>
        </p:nvSpPr>
        <p:spPr>
          <a:xfrm xmlns:a="http://schemas.openxmlformats.org/drawingml/2006/main">
            <a:off x="2857500" y="209550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선호 쌍</a:t>
            </a:r>
          </a:p>
        </p:txBody>
      </p:sp>
      <p:sp>
        <p:nvSpPr>
          <p:cNvPr id="10" name="">
            <a:extLst xmlns:a="http://schemas.openxmlformats.org/drawingml/2006/main">
              <a:ext uri="{FF2B5EF4-FFF2-40B4-BE49-F238E27FC236}">
                <a16:creationId xmlns:a16="http://schemas.microsoft.com/office/drawing/2014/main" id="{91BE4B9A-6E4D-428B-9AAA-9FE63BBBF556}"/>
              </a:ext>
            </a:extLst>
          </p:cNvPr>
          <p:cNvSpPr>
            <a:spLocks xmlns:a="http://schemas.openxmlformats.org/drawingml/2006/main" noGrp="1"/>
          </p:cNvSpPr>
          <p:nvPr/>
        </p:nvSpPr>
        <p:spPr>
          <a:xfrm xmlns:a="http://schemas.openxmlformats.org/drawingml/2006/main">
            <a:off x="5346700" y="22860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a:t>
            </a:r>
          </a:p>
        </p:txBody>
      </p:sp>
      <p:sp>
        <p:nvSpPr>
          <p:cNvPr id="11" name="">
            <a:extLst xmlns:a="http://schemas.openxmlformats.org/drawingml/2006/main">
              <a:ext uri="{FF2B5EF4-FFF2-40B4-BE49-F238E27FC236}">
                <a16:creationId xmlns:a16="http://schemas.microsoft.com/office/drawing/2014/main" id="{90000C89-3BE4-491E-A409-BC7B6CA1A7CB}"/>
              </a:ext>
            </a:extLst>
          </p:cNvPr>
          <p:cNvSpPr>
            <a:spLocks xmlns:a="http://schemas.openxmlformats.org/drawingml/2006/main" noGrp="1"/>
          </p:cNvSpPr>
          <p:nvPr/>
        </p:nvSpPr>
        <p:spPr>
          <a:xfrm xmlns:a="http://schemas.openxmlformats.org/drawingml/2006/main" rot="0">
            <a:off x="5689600" y="2095500"/>
            <a:ext cx="2565400" cy="6858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2" name="">
            <a:extLst xmlns:a="http://schemas.openxmlformats.org/drawingml/2006/main">
              <a:ext uri="{FF2B5EF4-FFF2-40B4-BE49-F238E27FC236}">
                <a16:creationId xmlns:a16="http://schemas.microsoft.com/office/drawing/2014/main" id="{6A738E10-66E0-42C3-BAA2-A8073018FEC4}"/>
              </a:ext>
            </a:extLst>
          </p:cNvPr>
          <p:cNvSpPr>
            <a:spLocks xmlns:a="http://schemas.openxmlformats.org/drawingml/2006/main" noGrp="1"/>
          </p:cNvSpPr>
          <p:nvPr/>
        </p:nvSpPr>
        <p:spPr>
          <a:xfrm xmlns:a="http://schemas.openxmlformats.org/drawingml/2006/main">
            <a:off x="5765800" y="209550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보상 모델</a:t>
            </a:r>
          </a:p>
        </p:txBody>
      </p:sp>
      <p:sp>
        <p:nvSpPr>
          <p:cNvPr id="13" name="">
            <a:extLst xmlns:a="http://schemas.openxmlformats.org/drawingml/2006/main">
              <a:ext uri="{FF2B5EF4-FFF2-40B4-BE49-F238E27FC236}">
                <a16:creationId xmlns:a16="http://schemas.microsoft.com/office/drawing/2014/main" id="{19B15FB6-8D60-4C09-AB2F-7193EF545312}"/>
              </a:ext>
            </a:extLst>
          </p:cNvPr>
          <p:cNvSpPr>
            <a:spLocks xmlns:a="http://schemas.openxmlformats.org/drawingml/2006/main" noGrp="1"/>
          </p:cNvSpPr>
          <p:nvPr/>
        </p:nvSpPr>
        <p:spPr>
          <a:xfrm xmlns:a="http://schemas.openxmlformats.org/drawingml/2006/main">
            <a:off x="8255000" y="22860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a:t>
            </a:r>
          </a:p>
        </p:txBody>
      </p:sp>
      <p:sp>
        <p:nvSpPr>
          <p:cNvPr id="14" name="">
            <a:extLst xmlns:a="http://schemas.openxmlformats.org/drawingml/2006/main">
              <a:ext uri="{FF2B5EF4-FFF2-40B4-BE49-F238E27FC236}">
                <a16:creationId xmlns:a16="http://schemas.microsoft.com/office/drawing/2014/main" id="{27399E05-2E22-46C4-B993-A97431DBCCA2}"/>
              </a:ext>
            </a:extLst>
          </p:cNvPr>
          <p:cNvSpPr>
            <a:spLocks xmlns:a="http://schemas.openxmlformats.org/drawingml/2006/main" noGrp="1"/>
          </p:cNvSpPr>
          <p:nvPr/>
        </p:nvSpPr>
        <p:spPr>
          <a:xfrm xmlns:a="http://schemas.openxmlformats.org/drawingml/2006/main" rot="0">
            <a:off x="8597900" y="2095500"/>
            <a:ext cx="25654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6209E067-02B2-4ADF-A502-E9C2FC4819CD}"/>
              </a:ext>
            </a:extLst>
          </p:cNvPr>
          <p:cNvSpPr>
            <a:spLocks xmlns:a="http://schemas.openxmlformats.org/drawingml/2006/main" noGrp="1"/>
          </p:cNvSpPr>
          <p:nvPr/>
        </p:nvSpPr>
        <p:spPr>
          <a:xfrm xmlns:a="http://schemas.openxmlformats.org/drawingml/2006/main">
            <a:off x="8674100" y="209550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PPO</a:t>
            </a:r>
          </a:p>
        </p:txBody>
      </p:sp>
      <p:sp>
        <p:nvSpPr>
          <p:cNvPr id="16" name="">
            <a:extLst xmlns:a="http://schemas.openxmlformats.org/drawingml/2006/main">
              <a:ext uri="{FF2B5EF4-FFF2-40B4-BE49-F238E27FC236}">
                <a16:creationId xmlns:a16="http://schemas.microsoft.com/office/drawing/2014/main" id="{1D7F41C0-2CFE-4AB4-B314-A5FF5F361FD4}"/>
              </a:ext>
            </a:extLst>
          </p:cNvPr>
          <p:cNvSpPr>
            <a:spLocks xmlns:a="http://schemas.openxmlformats.org/drawingml/2006/main" noGrp="1"/>
          </p:cNvSpPr>
          <p:nvPr/>
        </p:nvSpPr>
        <p:spPr>
          <a:xfrm xmlns:a="http://schemas.openxmlformats.org/drawingml/2006/main">
            <a:off x="2781300" y="2990850"/>
            <a:ext cx="838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Reinforcement Learning from Human Feedback · Proximal Policy Optimization</a:t>
            </a:r>
          </a:p>
        </p:txBody>
      </p:sp>
      <p:sp>
        <p:nvSpPr>
          <p:cNvPr id="17" name="">
            <a:extLst xmlns:a="http://schemas.openxmlformats.org/drawingml/2006/main">
              <a:ext uri="{FF2B5EF4-FFF2-40B4-BE49-F238E27FC236}">
                <a16:creationId xmlns:a16="http://schemas.microsoft.com/office/drawing/2014/main" id="{A50E5305-5271-4B5A-93C2-3F3852EB3838}"/>
              </a:ext>
            </a:extLst>
          </p:cNvPr>
          <p:cNvSpPr>
            <a:spLocks xmlns:a="http://schemas.openxmlformats.org/drawingml/2006/main" noGrp="1"/>
          </p:cNvSpPr>
          <p:nvPr/>
        </p:nvSpPr>
        <p:spPr>
          <a:xfrm xmlns:a="http://schemas.openxmlformats.org/drawingml/2006/main">
            <a:off x="609600" y="42100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직접 선호 최적화(DPO)</a:t>
            </a:r>
          </a:p>
        </p:txBody>
      </p:sp>
      <p:sp>
        <p:nvSpPr>
          <p:cNvPr id="18" name="">
            <a:extLst xmlns:a="http://schemas.openxmlformats.org/drawingml/2006/main">
              <a:ext uri="{FF2B5EF4-FFF2-40B4-BE49-F238E27FC236}">
                <a16:creationId xmlns:a16="http://schemas.microsoft.com/office/drawing/2014/main" id="{C8059FDB-9B8C-44B2-B03A-FF2BA0E4C0ED}"/>
              </a:ext>
            </a:extLst>
          </p:cNvPr>
          <p:cNvSpPr>
            <a:spLocks xmlns:a="http://schemas.openxmlformats.org/drawingml/2006/main" noGrp="1"/>
          </p:cNvSpPr>
          <p:nvPr/>
        </p:nvSpPr>
        <p:spPr>
          <a:xfrm xmlns:a="http://schemas.openxmlformats.org/drawingml/2006/main" rot="0">
            <a:off x="2781300" y="4133850"/>
            <a:ext cx="25654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A5E916D7-3A6B-47A0-BA1F-B12586AD81BC}"/>
              </a:ext>
            </a:extLst>
          </p:cNvPr>
          <p:cNvSpPr>
            <a:spLocks xmlns:a="http://schemas.openxmlformats.org/drawingml/2006/main" noGrp="1"/>
          </p:cNvSpPr>
          <p:nvPr/>
        </p:nvSpPr>
        <p:spPr>
          <a:xfrm xmlns:a="http://schemas.openxmlformats.org/drawingml/2006/main">
            <a:off x="2857500" y="413385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선호 쌍</a:t>
            </a:r>
          </a:p>
        </p:txBody>
      </p:sp>
      <p:sp>
        <p:nvSpPr>
          <p:cNvPr id="20" name="">
            <a:extLst xmlns:a="http://schemas.openxmlformats.org/drawingml/2006/main">
              <a:ext uri="{FF2B5EF4-FFF2-40B4-BE49-F238E27FC236}">
                <a16:creationId xmlns:a16="http://schemas.microsoft.com/office/drawing/2014/main" id="{BCD605C7-D2A6-4B6E-8EC2-4D11E7DADE6E}"/>
              </a:ext>
            </a:extLst>
          </p:cNvPr>
          <p:cNvSpPr>
            <a:spLocks xmlns:a="http://schemas.openxmlformats.org/drawingml/2006/main" noGrp="1"/>
          </p:cNvSpPr>
          <p:nvPr/>
        </p:nvSpPr>
        <p:spPr>
          <a:xfrm xmlns:a="http://schemas.openxmlformats.org/drawingml/2006/main">
            <a:off x="5346700" y="432435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90A83D93-BC89-4D1A-ABB4-9792E2293725}"/>
              </a:ext>
            </a:extLst>
          </p:cNvPr>
          <p:cNvSpPr>
            <a:spLocks xmlns:a="http://schemas.openxmlformats.org/drawingml/2006/main" noGrp="1"/>
          </p:cNvSpPr>
          <p:nvPr/>
        </p:nvSpPr>
        <p:spPr>
          <a:xfrm xmlns:a="http://schemas.openxmlformats.org/drawingml/2006/main" rot="0">
            <a:off x="5689600" y="4133850"/>
            <a:ext cx="25654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E07EFFF0-00B3-4C34-9169-2CDF703D6803}"/>
              </a:ext>
            </a:extLst>
          </p:cNvPr>
          <p:cNvSpPr>
            <a:spLocks xmlns:a="http://schemas.openxmlformats.org/drawingml/2006/main" noGrp="1"/>
          </p:cNvSpPr>
          <p:nvPr/>
        </p:nvSpPr>
        <p:spPr>
          <a:xfrm xmlns:a="http://schemas.openxmlformats.org/drawingml/2006/main">
            <a:off x="5765800" y="413385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참조 정책</a:t>
            </a:r>
          </a:p>
        </p:txBody>
      </p:sp>
      <p:sp>
        <p:nvSpPr>
          <p:cNvPr id="23" name="">
            <a:extLst xmlns:a="http://schemas.openxmlformats.org/drawingml/2006/main">
              <a:ext uri="{FF2B5EF4-FFF2-40B4-BE49-F238E27FC236}">
                <a16:creationId xmlns:a16="http://schemas.microsoft.com/office/drawing/2014/main" id="{58D334F5-3217-489B-95DF-4213FC82FDBA}"/>
              </a:ext>
            </a:extLst>
          </p:cNvPr>
          <p:cNvSpPr>
            <a:spLocks xmlns:a="http://schemas.openxmlformats.org/drawingml/2006/main" noGrp="1"/>
          </p:cNvSpPr>
          <p:nvPr/>
        </p:nvSpPr>
        <p:spPr>
          <a:xfrm xmlns:a="http://schemas.openxmlformats.org/drawingml/2006/main">
            <a:off x="8255000" y="432435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a:t>
            </a:r>
          </a:p>
        </p:txBody>
      </p:sp>
      <p:sp>
        <p:nvSpPr>
          <p:cNvPr id="24" name="">
            <a:extLst xmlns:a="http://schemas.openxmlformats.org/drawingml/2006/main">
              <a:ext uri="{FF2B5EF4-FFF2-40B4-BE49-F238E27FC236}">
                <a16:creationId xmlns:a16="http://schemas.microsoft.com/office/drawing/2014/main" id="{D673BDD7-85AB-45F8-9F0C-AD6693FCC032}"/>
              </a:ext>
            </a:extLst>
          </p:cNvPr>
          <p:cNvSpPr>
            <a:spLocks xmlns:a="http://schemas.openxmlformats.org/drawingml/2006/main" noGrp="1"/>
          </p:cNvSpPr>
          <p:nvPr/>
        </p:nvSpPr>
        <p:spPr>
          <a:xfrm xmlns:a="http://schemas.openxmlformats.org/drawingml/2006/main" rot="0">
            <a:off x="8597900" y="4133850"/>
            <a:ext cx="2565400" cy="6858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25" name="">
            <a:extLst xmlns:a="http://schemas.openxmlformats.org/drawingml/2006/main">
              <a:ext uri="{FF2B5EF4-FFF2-40B4-BE49-F238E27FC236}">
                <a16:creationId xmlns:a16="http://schemas.microsoft.com/office/drawing/2014/main" id="{37E82331-F51D-4CC0-AF0C-2F26FF7A2173}"/>
              </a:ext>
            </a:extLst>
          </p:cNvPr>
          <p:cNvSpPr>
            <a:spLocks xmlns:a="http://schemas.openxmlformats.org/drawingml/2006/main" noGrp="1"/>
          </p:cNvSpPr>
          <p:nvPr/>
        </p:nvSpPr>
        <p:spPr>
          <a:xfrm xmlns:a="http://schemas.openxmlformats.org/drawingml/2006/main">
            <a:off x="8674100" y="4133850"/>
            <a:ext cx="241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직접 손실</a:t>
            </a:r>
          </a:p>
        </p:txBody>
      </p:sp>
      <p:sp>
        <p:nvSpPr>
          <p:cNvPr id="26" name="">
            <a:extLst xmlns:a="http://schemas.openxmlformats.org/drawingml/2006/main">
              <a:ext uri="{FF2B5EF4-FFF2-40B4-BE49-F238E27FC236}">
                <a16:creationId xmlns:a16="http://schemas.microsoft.com/office/drawing/2014/main" id="{6C633176-AEE9-4902-80BB-E39A0CF2D390}"/>
              </a:ext>
            </a:extLst>
          </p:cNvPr>
          <p:cNvSpPr>
            <a:spLocks xmlns:a="http://schemas.openxmlformats.org/drawingml/2006/main" noGrp="1"/>
          </p:cNvSpPr>
          <p:nvPr/>
        </p:nvSpPr>
        <p:spPr>
          <a:xfrm xmlns:a="http://schemas.openxmlformats.org/drawingml/2006/main">
            <a:off x="2781300" y="5029200"/>
            <a:ext cx="838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Direct Preference Optimization (DPO) · 참조 정책과 선호 쌍의 직접 최적화</a:t>
            </a:r>
          </a:p>
        </p:txBody>
      </p:sp>
    </p:spTree>
    <p:extLst>
      <p:ext uri="{BB962C8B-B14F-4D97-AF65-F5344CB8AC3E}">
        <p14:creationId xmlns:p14="http://schemas.microsoft.com/office/powerpoint/2010/main" val="1328191411"/>
      </p:ext>
    </p:extLst>
  </p:cSld>
</p:sld>
</file>

<file path=ppt/slides/slide4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605150B-DDBB-40D7-A2FE-F5041EC2006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8DE56C48-7DDE-4E0B-88C1-DE251611293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44</a:t>
            </a:r>
          </a:p>
        </p:txBody>
      </p:sp>
      <p:sp>
        <p:nvSpPr>
          <p:cNvPr id="3" name="">
            <a:extLst xmlns:a="http://schemas.openxmlformats.org/drawingml/2006/main">
              <a:ext uri="{FF2B5EF4-FFF2-40B4-BE49-F238E27FC236}">
                <a16:creationId xmlns:a16="http://schemas.microsoft.com/office/drawing/2014/main" id="{3253C5FF-D1CC-427F-B7B7-886DFEC7AD6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A5DC6924-D84F-4E61-A0BA-D8DCAB2BE6E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A03EC1CC-0A89-433A-B10D-E8BA215C84B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8BBBFA86-01E9-4BD3-AA4F-0BDFE12FA03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LoRA 어댑터의 학습 범위</a:t>
            </a:r>
          </a:p>
        </p:txBody>
      </p:sp>
      <p:sp>
        <p:nvSpPr>
          <p:cNvPr id="7" name="">
            <a:extLst xmlns:a="http://schemas.openxmlformats.org/drawingml/2006/main">
              <a:ext uri="{FF2B5EF4-FFF2-40B4-BE49-F238E27FC236}">
                <a16:creationId xmlns:a16="http://schemas.microsoft.com/office/drawing/2014/main" id="{72D6AACA-1C4F-462A-AFF6-3F5E16B87770}"/>
              </a:ext>
            </a:extLst>
          </p:cNvPr>
          <p:cNvSpPr>
            <a:spLocks xmlns:a="http://schemas.openxmlformats.org/drawingml/2006/main" noGrp="1"/>
          </p:cNvSpPr>
          <p:nvPr/>
        </p:nvSpPr>
        <p:spPr>
          <a:xfrm xmlns:a="http://schemas.openxmlformats.org/drawingml/2006/main" rot="0">
            <a:off x="742950" y="1809750"/>
            <a:ext cx="4895850" cy="32194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8" name="">
            <a:extLst xmlns:a="http://schemas.openxmlformats.org/drawingml/2006/main">
              <a:ext uri="{FF2B5EF4-FFF2-40B4-BE49-F238E27FC236}">
                <a16:creationId xmlns:a16="http://schemas.microsoft.com/office/drawing/2014/main" id="{CD1BD76C-2A84-4F7F-BCA7-817E19D063E2}"/>
              </a:ext>
            </a:extLst>
          </p:cNvPr>
          <p:cNvSpPr>
            <a:spLocks xmlns:a="http://schemas.openxmlformats.org/drawingml/2006/main" noGrp="1"/>
          </p:cNvSpPr>
          <p:nvPr/>
        </p:nvSpPr>
        <p:spPr>
          <a:xfrm xmlns:a="http://schemas.openxmlformats.org/drawingml/2006/main">
            <a:off x="1009650" y="20574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BASE WEIGHT / FROZEN</a:t>
            </a:r>
          </a:p>
        </p:txBody>
      </p:sp>
      <p:sp>
        <p:nvSpPr>
          <p:cNvPr id="9" name="">
            <a:extLst xmlns:a="http://schemas.openxmlformats.org/drawingml/2006/main">
              <a:ext uri="{FF2B5EF4-FFF2-40B4-BE49-F238E27FC236}">
                <a16:creationId xmlns:a16="http://schemas.microsoft.com/office/drawing/2014/main" id="{73AC738E-8F6D-4686-9F24-1C5E0E8EC506}"/>
              </a:ext>
            </a:extLst>
          </p:cNvPr>
          <p:cNvSpPr>
            <a:spLocks xmlns:a="http://schemas.openxmlformats.org/drawingml/2006/main" noGrp="1"/>
          </p:cNvSpPr>
          <p:nvPr/>
        </p:nvSpPr>
        <p:spPr>
          <a:xfrm xmlns:a="http://schemas.openxmlformats.org/drawingml/2006/main" rot="0">
            <a:off x="1009650" y="260985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412C3055-E522-4005-A923-8B26651DB451}"/>
              </a:ext>
            </a:extLst>
          </p:cNvPr>
          <p:cNvSpPr>
            <a:spLocks xmlns:a="http://schemas.openxmlformats.org/drawingml/2006/main" noGrp="1"/>
          </p:cNvSpPr>
          <p:nvPr/>
        </p:nvSpPr>
        <p:spPr>
          <a:xfrm xmlns:a="http://schemas.openxmlformats.org/drawingml/2006/main" rot="0">
            <a:off x="1676400" y="26098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1" name="">
            <a:extLst xmlns:a="http://schemas.openxmlformats.org/drawingml/2006/main">
              <a:ext uri="{FF2B5EF4-FFF2-40B4-BE49-F238E27FC236}">
                <a16:creationId xmlns:a16="http://schemas.microsoft.com/office/drawing/2014/main" id="{D2A67953-DF4A-4807-AE3F-5D4356A66435}"/>
              </a:ext>
            </a:extLst>
          </p:cNvPr>
          <p:cNvSpPr>
            <a:spLocks xmlns:a="http://schemas.openxmlformats.org/drawingml/2006/main" noGrp="1"/>
          </p:cNvSpPr>
          <p:nvPr/>
        </p:nvSpPr>
        <p:spPr>
          <a:xfrm xmlns:a="http://schemas.openxmlformats.org/drawingml/2006/main" rot="0">
            <a:off x="2343150" y="26098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2" name="">
            <a:extLst xmlns:a="http://schemas.openxmlformats.org/drawingml/2006/main">
              <a:ext uri="{FF2B5EF4-FFF2-40B4-BE49-F238E27FC236}">
                <a16:creationId xmlns:a16="http://schemas.microsoft.com/office/drawing/2014/main" id="{B1AC5D9E-CCF1-4A94-96AB-C87527FF4B05}"/>
              </a:ext>
            </a:extLst>
          </p:cNvPr>
          <p:cNvSpPr>
            <a:spLocks xmlns:a="http://schemas.openxmlformats.org/drawingml/2006/main" noGrp="1"/>
          </p:cNvSpPr>
          <p:nvPr/>
        </p:nvSpPr>
        <p:spPr>
          <a:xfrm xmlns:a="http://schemas.openxmlformats.org/drawingml/2006/main" rot="0">
            <a:off x="3009900" y="26098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3" name="">
            <a:extLst xmlns:a="http://schemas.openxmlformats.org/drawingml/2006/main">
              <a:ext uri="{FF2B5EF4-FFF2-40B4-BE49-F238E27FC236}">
                <a16:creationId xmlns:a16="http://schemas.microsoft.com/office/drawing/2014/main" id="{5487F68D-8F9C-4222-910D-1A5A4E4A2332}"/>
              </a:ext>
            </a:extLst>
          </p:cNvPr>
          <p:cNvSpPr>
            <a:spLocks xmlns:a="http://schemas.openxmlformats.org/drawingml/2006/main" noGrp="1"/>
          </p:cNvSpPr>
          <p:nvPr/>
        </p:nvSpPr>
        <p:spPr>
          <a:xfrm xmlns:a="http://schemas.openxmlformats.org/drawingml/2006/main" rot="0">
            <a:off x="3676650" y="260985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1A0E66C9-B77C-4A83-BAD1-9225122F54DD}"/>
              </a:ext>
            </a:extLst>
          </p:cNvPr>
          <p:cNvSpPr>
            <a:spLocks xmlns:a="http://schemas.openxmlformats.org/drawingml/2006/main" noGrp="1"/>
          </p:cNvSpPr>
          <p:nvPr/>
        </p:nvSpPr>
        <p:spPr>
          <a:xfrm xmlns:a="http://schemas.openxmlformats.org/drawingml/2006/main" rot="0">
            <a:off x="4343400" y="26098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5" name="">
            <a:extLst xmlns:a="http://schemas.openxmlformats.org/drawingml/2006/main">
              <a:ext uri="{FF2B5EF4-FFF2-40B4-BE49-F238E27FC236}">
                <a16:creationId xmlns:a16="http://schemas.microsoft.com/office/drawing/2014/main" id="{684ACF8D-6633-4AA0-9567-37B59A5A05F4}"/>
              </a:ext>
            </a:extLst>
          </p:cNvPr>
          <p:cNvSpPr>
            <a:spLocks xmlns:a="http://schemas.openxmlformats.org/drawingml/2006/main" noGrp="1"/>
          </p:cNvSpPr>
          <p:nvPr/>
        </p:nvSpPr>
        <p:spPr>
          <a:xfrm xmlns:a="http://schemas.openxmlformats.org/drawingml/2006/main" rot="0">
            <a:off x="1009650" y="31242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6" name="">
            <a:extLst xmlns:a="http://schemas.openxmlformats.org/drawingml/2006/main">
              <a:ext uri="{FF2B5EF4-FFF2-40B4-BE49-F238E27FC236}">
                <a16:creationId xmlns:a16="http://schemas.microsoft.com/office/drawing/2014/main" id="{449F246F-4E95-4ED5-A6E2-F01DFF9BF680}"/>
              </a:ext>
            </a:extLst>
          </p:cNvPr>
          <p:cNvSpPr>
            <a:spLocks xmlns:a="http://schemas.openxmlformats.org/drawingml/2006/main" noGrp="1"/>
          </p:cNvSpPr>
          <p:nvPr/>
        </p:nvSpPr>
        <p:spPr>
          <a:xfrm xmlns:a="http://schemas.openxmlformats.org/drawingml/2006/main" rot="0">
            <a:off x="1676400" y="312420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630E811A-66DA-473B-9DBC-DA6A4EF34E01}"/>
              </a:ext>
            </a:extLst>
          </p:cNvPr>
          <p:cNvSpPr>
            <a:spLocks xmlns:a="http://schemas.openxmlformats.org/drawingml/2006/main" noGrp="1"/>
          </p:cNvSpPr>
          <p:nvPr/>
        </p:nvSpPr>
        <p:spPr>
          <a:xfrm xmlns:a="http://schemas.openxmlformats.org/drawingml/2006/main" rot="0">
            <a:off x="2343150" y="31242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8" name="">
            <a:extLst xmlns:a="http://schemas.openxmlformats.org/drawingml/2006/main">
              <a:ext uri="{FF2B5EF4-FFF2-40B4-BE49-F238E27FC236}">
                <a16:creationId xmlns:a16="http://schemas.microsoft.com/office/drawing/2014/main" id="{9558B554-052B-450D-97EE-F4A2B26C1C6A}"/>
              </a:ext>
            </a:extLst>
          </p:cNvPr>
          <p:cNvSpPr>
            <a:spLocks xmlns:a="http://schemas.openxmlformats.org/drawingml/2006/main" noGrp="1"/>
          </p:cNvSpPr>
          <p:nvPr/>
        </p:nvSpPr>
        <p:spPr>
          <a:xfrm xmlns:a="http://schemas.openxmlformats.org/drawingml/2006/main" rot="0">
            <a:off x="3009900" y="31242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19" name="">
            <a:extLst xmlns:a="http://schemas.openxmlformats.org/drawingml/2006/main">
              <a:ext uri="{FF2B5EF4-FFF2-40B4-BE49-F238E27FC236}">
                <a16:creationId xmlns:a16="http://schemas.microsoft.com/office/drawing/2014/main" id="{ECA5B300-38F9-4BF0-920E-4B51E21C7936}"/>
              </a:ext>
            </a:extLst>
          </p:cNvPr>
          <p:cNvSpPr>
            <a:spLocks xmlns:a="http://schemas.openxmlformats.org/drawingml/2006/main" noGrp="1"/>
          </p:cNvSpPr>
          <p:nvPr/>
        </p:nvSpPr>
        <p:spPr>
          <a:xfrm xmlns:a="http://schemas.openxmlformats.org/drawingml/2006/main" rot="0">
            <a:off x="3676650" y="31242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0" name="">
            <a:extLst xmlns:a="http://schemas.openxmlformats.org/drawingml/2006/main">
              <a:ext uri="{FF2B5EF4-FFF2-40B4-BE49-F238E27FC236}">
                <a16:creationId xmlns:a16="http://schemas.microsoft.com/office/drawing/2014/main" id="{E1911258-5B09-4DE5-9DC2-C51D83CC9F9D}"/>
              </a:ext>
            </a:extLst>
          </p:cNvPr>
          <p:cNvSpPr>
            <a:spLocks xmlns:a="http://schemas.openxmlformats.org/drawingml/2006/main" noGrp="1"/>
          </p:cNvSpPr>
          <p:nvPr/>
        </p:nvSpPr>
        <p:spPr>
          <a:xfrm xmlns:a="http://schemas.openxmlformats.org/drawingml/2006/main" rot="0">
            <a:off x="4343400" y="312420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
            <a:extLst xmlns:a="http://schemas.openxmlformats.org/drawingml/2006/main">
              <a:ext uri="{FF2B5EF4-FFF2-40B4-BE49-F238E27FC236}">
                <a16:creationId xmlns:a16="http://schemas.microsoft.com/office/drawing/2014/main" id="{4B4C9CE7-7A83-4D9C-BC56-AE2897E07089}"/>
              </a:ext>
            </a:extLst>
          </p:cNvPr>
          <p:cNvSpPr>
            <a:spLocks xmlns:a="http://schemas.openxmlformats.org/drawingml/2006/main" noGrp="1"/>
          </p:cNvSpPr>
          <p:nvPr/>
        </p:nvSpPr>
        <p:spPr>
          <a:xfrm xmlns:a="http://schemas.openxmlformats.org/drawingml/2006/main" rot="0">
            <a:off x="1009650" y="36385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2" name="">
            <a:extLst xmlns:a="http://schemas.openxmlformats.org/drawingml/2006/main">
              <a:ext uri="{FF2B5EF4-FFF2-40B4-BE49-F238E27FC236}">
                <a16:creationId xmlns:a16="http://schemas.microsoft.com/office/drawing/2014/main" id="{4CE0E222-07CD-442F-8CBF-89D2D9630E90}"/>
              </a:ext>
            </a:extLst>
          </p:cNvPr>
          <p:cNvSpPr>
            <a:spLocks xmlns:a="http://schemas.openxmlformats.org/drawingml/2006/main" noGrp="1"/>
          </p:cNvSpPr>
          <p:nvPr/>
        </p:nvSpPr>
        <p:spPr>
          <a:xfrm xmlns:a="http://schemas.openxmlformats.org/drawingml/2006/main" rot="0">
            <a:off x="1676400" y="36385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3" name="">
            <a:extLst xmlns:a="http://schemas.openxmlformats.org/drawingml/2006/main">
              <a:ext uri="{FF2B5EF4-FFF2-40B4-BE49-F238E27FC236}">
                <a16:creationId xmlns:a16="http://schemas.microsoft.com/office/drawing/2014/main" id="{F828CFFA-5BAC-4EF7-A832-7A5E5BF6D4DD}"/>
              </a:ext>
            </a:extLst>
          </p:cNvPr>
          <p:cNvSpPr>
            <a:spLocks xmlns:a="http://schemas.openxmlformats.org/drawingml/2006/main" noGrp="1"/>
          </p:cNvSpPr>
          <p:nvPr/>
        </p:nvSpPr>
        <p:spPr>
          <a:xfrm xmlns:a="http://schemas.openxmlformats.org/drawingml/2006/main" rot="0">
            <a:off x="2343150" y="363855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0CFBFF0B-9E82-44CF-BC6D-966B27038AD1}"/>
              </a:ext>
            </a:extLst>
          </p:cNvPr>
          <p:cNvSpPr>
            <a:spLocks xmlns:a="http://schemas.openxmlformats.org/drawingml/2006/main" noGrp="1"/>
          </p:cNvSpPr>
          <p:nvPr/>
        </p:nvSpPr>
        <p:spPr>
          <a:xfrm xmlns:a="http://schemas.openxmlformats.org/drawingml/2006/main" rot="0">
            <a:off x="3009900" y="36385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5" name="">
            <a:extLst xmlns:a="http://schemas.openxmlformats.org/drawingml/2006/main">
              <a:ext uri="{FF2B5EF4-FFF2-40B4-BE49-F238E27FC236}">
                <a16:creationId xmlns:a16="http://schemas.microsoft.com/office/drawing/2014/main" id="{A1E4A481-586A-44D5-B313-00A6CC4C8421}"/>
              </a:ext>
            </a:extLst>
          </p:cNvPr>
          <p:cNvSpPr>
            <a:spLocks xmlns:a="http://schemas.openxmlformats.org/drawingml/2006/main" noGrp="1"/>
          </p:cNvSpPr>
          <p:nvPr/>
        </p:nvSpPr>
        <p:spPr>
          <a:xfrm xmlns:a="http://schemas.openxmlformats.org/drawingml/2006/main" rot="0">
            <a:off x="3676650" y="36385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6" name="">
            <a:extLst xmlns:a="http://schemas.openxmlformats.org/drawingml/2006/main">
              <a:ext uri="{FF2B5EF4-FFF2-40B4-BE49-F238E27FC236}">
                <a16:creationId xmlns:a16="http://schemas.microsoft.com/office/drawing/2014/main" id="{DCC697C7-90DA-43EA-9DCE-8B9A4D554E2D}"/>
              </a:ext>
            </a:extLst>
          </p:cNvPr>
          <p:cNvSpPr>
            <a:spLocks xmlns:a="http://schemas.openxmlformats.org/drawingml/2006/main" noGrp="1"/>
          </p:cNvSpPr>
          <p:nvPr/>
        </p:nvSpPr>
        <p:spPr>
          <a:xfrm xmlns:a="http://schemas.openxmlformats.org/drawingml/2006/main" rot="0">
            <a:off x="4343400" y="363855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7" name="">
            <a:extLst xmlns:a="http://schemas.openxmlformats.org/drawingml/2006/main">
              <a:ext uri="{FF2B5EF4-FFF2-40B4-BE49-F238E27FC236}">
                <a16:creationId xmlns:a16="http://schemas.microsoft.com/office/drawing/2014/main" id="{00002E25-35A5-427C-91B0-CEC157A8E466}"/>
              </a:ext>
            </a:extLst>
          </p:cNvPr>
          <p:cNvSpPr>
            <a:spLocks xmlns:a="http://schemas.openxmlformats.org/drawingml/2006/main" noGrp="1"/>
          </p:cNvSpPr>
          <p:nvPr/>
        </p:nvSpPr>
        <p:spPr>
          <a:xfrm xmlns:a="http://schemas.openxmlformats.org/drawingml/2006/main" rot="0">
            <a:off x="1009650" y="41529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8" name="">
            <a:extLst xmlns:a="http://schemas.openxmlformats.org/drawingml/2006/main">
              <a:ext uri="{FF2B5EF4-FFF2-40B4-BE49-F238E27FC236}">
                <a16:creationId xmlns:a16="http://schemas.microsoft.com/office/drawing/2014/main" id="{4A0E3D85-E682-40D5-90A0-5B3475E08BF9}"/>
              </a:ext>
            </a:extLst>
          </p:cNvPr>
          <p:cNvSpPr>
            <a:spLocks xmlns:a="http://schemas.openxmlformats.org/drawingml/2006/main" noGrp="1"/>
          </p:cNvSpPr>
          <p:nvPr/>
        </p:nvSpPr>
        <p:spPr>
          <a:xfrm xmlns:a="http://schemas.openxmlformats.org/drawingml/2006/main" rot="0">
            <a:off x="1676400" y="41529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29" name="">
            <a:extLst xmlns:a="http://schemas.openxmlformats.org/drawingml/2006/main">
              <a:ext uri="{FF2B5EF4-FFF2-40B4-BE49-F238E27FC236}">
                <a16:creationId xmlns:a16="http://schemas.microsoft.com/office/drawing/2014/main" id="{6AA4E4EC-FFB1-4BD7-9D99-89E048D13065}"/>
              </a:ext>
            </a:extLst>
          </p:cNvPr>
          <p:cNvSpPr>
            <a:spLocks xmlns:a="http://schemas.openxmlformats.org/drawingml/2006/main" noGrp="1"/>
          </p:cNvSpPr>
          <p:nvPr/>
        </p:nvSpPr>
        <p:spPr>
          <a:xfrm xmlns:a="http://schemas.openxmlformats.org/drawingml/2006/main" rot="0">
            <a:off x="2343150" y="41529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30" name="">
            <a:extLst xmlns:a="http://schemas.openxmlformats.org/drawingml/2006/main">
              <a:ext uri="{FF2B5EF4-FFF2-40B4-BE49-F238E27FC236}">
                <a16:creationId xmlns:a16="http://schemas.microsoft.com/office/drawing/2014/main" id="{DCBCCADB-D401-4E7A-9D16-6D9E92469B1B}"/>
              </a:ext>
            </a:extLst>
          </p:cNvPr>
          <p:cNvSpPr>
            <a:spLocks xmlns:a="http://schemas.openxmlformats.org/drawingml/2006/main" noGrp="1"/>
          </p:cNvSpPr>
          <p:nvPr/>
        </p:nvSpPr>
        <p:spPr>
          <a:xfrm xmlns:a="http://schemas.openxmlformats.org/drawingml/2006/main" rot="0">
            <a:off x="3009900" y="4152900"/>
            <a:ext cx="495300" cy="342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F3789C27-15C9-48F5-9B43-A96870EDABEB}"/>
              </a:ext>
            </a:extLst>
          </p:cNvPr>
          <p:cNvSpPr>
            <a:spLocks xmlns:a="http://schemas.openxmlformats.org/drawingml/2006/main" noGrp="1"/>
          </p:cNvSpPr>
          <p:nvPr/>
        </p:nvSpPr>
        <p:spPr>
          <a:xfrm xmlns:a="http://schemas.openxmlformats.org/drawingml/2006/main" rot="0">
            <a:off x="3676650" y="41529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32" name="">
            <a:extLst xmlns:a="http://schemas.openxmlformats.org/drawingml/2006/main">
              <a:ext uri="{FF2B5EF4-FFF2-40B4-BE49-F238E27FC236}">
                <a16:creationId xmlns:a16="http://schemas.microsoft.com/office/drawing/2014/main" id="{DFD69BBA-904F-44AF-A7D7-4A26225C14B4}"/>
              </a:ext>
            </a:extLst>
          </p:cNvPr>
          <p:cNvSpPr>
            <a:spLocks xmlns:a="http://schemas.openxmlformats.org/drawingml/2006/main" noGrp="1"/>
          </p:cNvSpPr>
          <p:nvPr/>
        </p:nvSpPr>
        <p:spPr>
          <a:xfrm xmlns:a="http://schemas.openxmlformats.org/drawingml/2006/main" rot="0">
            <a:off x="4343400" y="4152900"/>
            <a:ext cx="495300" cy="342900"/>
          </a:xfrm>
          <a:prstGeom xmlns:a="http://schemas.openxmlformats.org/drawingml/2006/main" prst="rect">
            <a:avLst/>
          </a:prstGeom>
          <a:solidFill xmlns:a="http://schemas.openxmlformats.org/drawingml/2006/main">
            <a:srgbClr val="25324A"/>
          </a:solidFill>
          <a:ln xmlns:a="http://schemas.openxmlformats.org/drawingml/2006/main" w="0">
            <a:solidFill>
              <a:srgbClr val="25324A"/>
            </a:solidFill>
            <a:prstDash val="solid"/>
          </a:ln>
        </p:spPr>
      </p:sp>
      <p:sp>
        <p:nvSpPr>
          <p:cNvPr id="33" name="">
            <a:extLst xmlns:a="http://schemas.openxmlformats.org/drawingml/2006/main">
              <a:ext uri="{FF2B5EF4-FFF2-40B4-BE49-F238E27FC236}">
                <a16:creationId xmlns:a16="http://schemas.microsoft.com/office/drawing/2014/main" id="{02EEB820-58C6-4298-8C6F-F86EF9D51622}"/>
              </a:ext>
            </a:extLst>
          </p:cNvPr>
          <p:cNvSpPr>
            <a:spLocks xmlns:a="http://schemas.openxmlformats.org/drawingml/2006/main" noGrp="1"/>
          </p:cNvSpPr>
          <p:nvPr/>
        </p:nvSpPr>
        <p:spPr>
          <a:xfrm xmlns:a="http://schemas.openxmlformats.org/drawingml/2006/main">
            <a:off x="5867400" y="30861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3150" b="1">
                <a:solidFill>
                  <a:srgbClr val="98A2B3"/>
                </a:solidFill>
                <a:latin typeface="Menlo"/>
                <a:ea typeface="Menlo"/>
                <a:cs typeface="Menlo"/>
              </a:defRPr>
            </a:pPr>
            <a:r>
              <a:rPr sz="3150" b="1">
                <a:solidFill>
                  <a:srgbClr val="98A2B3"/>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BE321FC3-415B-4F27-963D-084A56A0ADA4}"/>
              </a:ext>
            </a:extLst>
          </p:cNvPr>
          <p:cNvSpPr>
            <a:spLocks xmlns:a="http://schemas.openxmlformats.org/drawingml/2006/main" noGrp="1"/>
          </p:cNvSpPr>
          <p:nvPr/>
        </p:nvSpPr>
        <p:spPr>
          <a:xfrm xmlns:a="http://schemas.openxmlformats.org/drawingml/2006/main" rot="0">
            <a:off x="6648450" y="2324100"/>
            <a:ext cx="4476750" cy="22098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5" name="">
            <a:extLst xmlns:a="http://schemas.openxmlformats.org/drawingml/2006/main">
              <a:ext uri="{FF2B5EF4-FFF2-40B4-BE49-F238E27FC236}">
                <a16:creationId xmlns:a16="http://schemas.microsoft.com/office/drawing/2014/main" id="{867710B1-0DFA-4B12-B90F-B63D36497A96}"/>
              </a:ext>
            </a:extLst>
          </p:cNvPr>
          <p:cNvSpPr>
            <a:spLocks xmlns:a="http://schemas.openxmlformats.org/drawingml/2006/main" noGrp="1"/>
          </p:cNvSpPr>
          <p:nvPr/>
        </p:nvSpPr>
        <p:spPr>
          <a:xfrm xmlns:a="http://schemas.openxmlformats.org/drawingml/2006/main">
            <a:off x="6896100" y="2571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FFFFFF"/>
                </a:solidFill>
                <a:latin typeface="AppleGothic"/>
                <a:ea typeface="AppleGothic"/>
                <a:cs typeface="AppleGothic"/>
              </a:defRPr>
            </a:pPr>
            <a:r>
              <a:rPr sz="1050" b="1">
                <a:solidFill>
                  <a:srgbClr val="FFFFFF"/>
                </a:solidFill>
                <a:latin typeface="AppleGothic"/>
                <a:ea typeface="AppleGothic"/>
                <a:cs typeface="AppleGothic"/>
              </a:rPr>
              <a:t>LOW-RANK ADAPTER / TRAINED</a:t>
            </a:r>
          </a:p>
        </p:txBody>
      </p:sp>
      <p:sp>
        <p:nvSpPr>
          <p:cNvPr id="36" name="">
            <a:extLst xmlns:a="http://schemas.openxmlformats.org/drawingml/2006/main">
              <a:ext uri="{FF2B5EF4-FFF2-40B4-BE49-F238E27FC236}">
                <a16:creationId xmlns:a16="http://schemas.microsoft.com/office/drawing/2014/main" id="{58EB4F8B-7C5B-4640-BA30-3CF6AE6C2F7B}"/>
              </a:ext>
            </a:extLst>
          </p:cNvPr>
          <p:cNvSpPr>
            <a:spLocks xmlns:a="http://schemas.openxmlformats.org/drawingml/2006/main" noGrp="1"/>
          </p:cNvSpPr>
          <p:nvPr/>
        </p:nvSpPr>
        <p:spPr>
          <a:xfrm xmlns:a="http://schemas.openxmlformats.org/drawingml/2006/main">
            <a:off x="6896100" y="3105150"/>
            <a:ext cx="3981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3600" b="1">
                <a:solidFill>
                  <a:srgbClr val="FFFFFF"/>
                </a:solidFill>
                <a:latin typeface="Menlo"/>
                <a:ea typeface="Menlo"/>
                <a:cs typeface="Menlo"/>
              </a:defRPr>
            </a:pPr>
            <a:r>
              <a:rPr sz="3600" b="1">
                <a:solidFill>
                  <a:srgbClr val="FFFFFF"/>
                </a:solidFill>
                <a:latin typeface="Menlo"/>
                <a:ea typeface="Menlo"/>
                <a:cs typeface="Menlo"/>
              </a:rPr>
              <a:t>A × B</a:t>
            </a:r>
          </a:p>
        </p:txBody>
      </p:sp>
      <p:sp>
        <p:nvSpPr>
          <p:cNvPr id="37" name="">
            <a:extLst xmlns:a="http://schemas.openxmlformats.org/drawingml/2006/main">
              <a:ext uri="{FF2B5EF4-FFF2-40B4-BE49-F238E27FC236}">
                <a16:creationId xmlns:a16="http://schemas.microsoft.com/office/drawing/2014/main" id="{913FEB41-2B1C-4C08-B0B3-272ACF637403}"/>
              </a:ext>
            </a:extLst>
          </p:cNvPr>
          <p:cNvSpPr>
            <a:spLocks xmlns:a="http://schemas.openxmlformats.org/drawingml/2006/main" noGrp="1"/>
          </p:cNvSpPr>
          <p:nvPr/>
        </p:nvSpPr>
        <p:spPr>
          <a:xfrm xmlns:a="http://schemas.openxmlformats.org/drawingml/2006/main">
            <a:off x="6648450" y="48768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작은 변경 단위 · 독립 저장 · 교체 가능한 실험</a:t>
            </a:r>
          </a:p>
        </p:txBody>
      </p:sp>
      <p:sp>
        <p:nvSpPr>
          <p:cNvPr id="38" name="">
            <a:extLst xmlns:a="http://schemas.openxmlformats.org/drawingml/2006/main">
              <a:ext uri="{FF2B5EF4-FFF2-40B4-BE49-F238E27FC236}">
                <a16:creationId xmlns:a16="http://schemas.microsoft.com/office/drawing/2014/main" id="{B6D38C9B-E2EB-4C71-B6B2-57609D663636}"/>
              </a:ext>
            </a:extLst>
          </p:cNvPr>
          <p:cNvSpPr>
            <a:spLocks xmlns:a="http://schemas.openxmlformats.org/drawingml/2006/main" noGrp="1"/>
          </p:cNvSpPr>
          <p:nvPr/>
        </p:nvSpPr>
        <p:spPr>
          <a:xfrm xmlns:a="http://schemas.openxmlformats.org/drawingml/2006/main">
            <a:off x="609600" y="56959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Low-Rank Adaptation (LoRA) · Parameter-Efficient Fine-Tuning (PEFT)</a:t>
            </a:r>
          </a:p>
        </p:txBody>
      </p:sp>
    </p:spTree>
    <p:extLst>
      <p:ext uri="{BB962C8B-B14F-4D97-AF65-F5344CB8AC3E}">
        <p14:creationId xmlns:p14="http://schemas.microsoft.com/office/powerpoint/2010/main" val="860209823"/>
      </p:ext>
    </p:extLst>
  </p:cSld>
</p:sld>
</file>

<file path=ppt/slides/slide4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CC3545A-8AB4-4E91-AC61-2C703C2CF54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POST-TRAINING</a:t>
            </a:r>
          </a:p>
        </p:txBody>
      </p:sp>
      <p:sp>
        <p:nvSpPr>
          <p:cNvPr id="2" name="">
            <a:extLst xmlns:a="http://schemas.openxmlformats.org/drawingml/2006/main">
              <a:ext uri="{FF2B5EF4-FFF2-40B4-BE49-F238E27FC236}">
                <a16:creationId xmlns:a16="http://schemas.microsoft.com/office/drawing/2014/main" id="{F134F503-DD46-4503-8748-2C9440DDB13F}"/>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45</a:t>
            </a:r>
          </a:p>
        </p:txBody>
      </p:sp>
      <p:sp>
        <p:nvSpPr>
          <p:cNvPr id="3" name="">
            <a:extLst xmlns:a="http://schemas.openxmlformats.org/drawingml/2006/main">
              <a:ext uri="{FF2B5EF4-FFF2-40B4-BE49-F238E27FC236}">
                <a16:creationId xmlns:a16="http://schemas.microsoft.com/office/drawing/2014/main" id="{F7861C5D-4420-49D1-9436-17FC2B8C4DC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7543C69C-6279-4A4C-A88B-DFF4EEC6BFE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0FF5D76-26E5-4F75-8AB4-7914067F20A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543C5B7C-3BB5-4658-809B-3258FD48F18D}"/>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변경 수단 선택 순서</a:t>
            </a:r>
          </a:p>
        </p:txBody>
      </p:sp>
      <p:sp>
        <p:nvSpPr>
          <p:cNvPr id="7" name="">
            <a:extLst xmlns:a="http://schemas.openxmlformats.org/drawingml/2006/main">
              <a:ext uri="{FF2B5EF4-FFF2-40B4-BE49-F238E27FC236}">
                <a16:creationId xmlns:a16="http://schemas.microsoft.com/office/drawing/2014/main" id="{6282450E-01AE-4624-BD78-89934ACDC3C5}"/>
              </a:ext>
            </a:extLst>
          </p:cNvPr>
          <p:cNvSpPr>
            <a:spLocks xmlns:a="http://schemas.openxmlformats.org/drawingml/2006/main" noGrp="1"/>
          </p:cNvSpPr>
          <p:nvPr/>
        </p:nvSpPr>
        <p:spPr>
          <a:xfrm xmlns:a="http://schemas.openxmlformats.org/drawingml/2006/main">
            <a:off x="609600" y="15049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가장 낮은 비용의 검증에서 시작해 근거가 쌓일 때 다음 변경으로 이동</a:t>
            </a:r>
          </a:p>
        </p:txBody>
      </p:sp>
      <p:sp>
        <p:nvSpPr>
          <p:cNvPr id="8" name="">
            <a:extLst xmlns:a="http://schemas.openxmlformats.org/drawingml/2006/main">
              <a:ext uri="{FF2B5EF4-FFF2-40B4-BE49-F238E27FC236}">
                <a16:creationId xmlns:a16="http://schemas.microsoft.com/office/drawing/2014/main" id="{3FE2D58C-7809-49B3-830C-14A0BB02995A}"/>
              </a:ext>
            </a:extLst>
          </p:cNvPr>
          <p:cNvSpPr>
            <a:spLocks xmlns:a="http://schemas.openxmlformats.org/drawingml/2006/main" noGrp="1"/>
          </p:cNvSpPr>
          <p:nvPr/>
        </p:nvSpPr>
        <p:spPr>
          <a:xfrm xmlns:a="http://schemas.openxmlformats.org/drawingml/2006/main">
            <a:off x="609600" y="2095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A9FB0EB2-2A74-4C65-B26A-7E51CEA1245D}"/>
              </a:ext>
            </a:extLst>
          </p:cNvPr>
          <p:cNvSpPr>
            <a:spLocks xmlns:a="http://schemas.openxmlformats.org/drawingml/2006/main" noGrp="1"/>
          </p:cNvSpPr>
          <p:nvPr/>
        </p:nvSpPr>
        <p:spPr>
          <a:xfrm xmlns:a="http://schemas.openxmlformats.org/drawingml/2006/main">
            <a:off x="1352550" y="207645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기준선</a:t>
            </a:r>
          </a:p>
        </p:txBody>
      </p:sp>
      <p:sp>
        <p:nvSpPr>
          <p:cNvPr id="10" name="">
            <a:extLst xmlns:a="http://schemas.openxmlformats.org/drawingml/2006/main">
              <a:ext uri="{FF2B5EF4-FFF2-40B4-BE49-F238E27FC236}">
                <a16:creationId xmlns:a16="http://schemas.microsoft.com/office/drawing/2014/main" id="{3B1CB8A6-9A16-47E1-B644-56B0330D3651}"/>
              </a:ext>
            </a:extLst>
          </p:cNvPr>
          <p:cNvSpPr>
            <a:spLocks xmlns:a="http://schemas.openxmlformats.org/drawingml/2006/main" noGrp="1"/>
          </p:cNvSpPr>
          <p:nvPr/>
        </p:nvSpPr>
        <p:spPr>
          <a:xfrm xmlns:a="http://schemas.openxmlformats.org/drawingml/2006/main">
            <a:off x="4095750" y="209550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현재 품질·비용·응답 지연·실패 분포의 기록</a:t>
            </a:r>
          </a:p>
        </p:txBody>
      </p:sp>
      <p:sp>
        <p:nvSpPr>
          <p:cNvPr id="11" name="">
            <a:extLst xmlns:a="http://schemas.openxmlformats.org/drawingml/2006/main">
              <a:ext uri="{FF2B5EF4-FFF2-40B4-BE49-F238E27FC236}">
                <a16:creationId xmlns:a16="http://schemas.microsoft.com/office/drawing/2014/main" id="{01EB5ADE-FE11-4111-BB82-4FEFFD2318D1}"/>
              </a:ext>
            </a:extLst>
          </p:cNvPr>
          <p:cNvSpPr>
            <a:spLocks xmlns:a="http://schemas.openxmlformats.org/drawingml/2006/main" noGrp="1"/>
          </p:cNvSpPr>
          <p:nvPr/>
        </p:nvSpPr>
        <p:spPr>
          <a:xfrm xmlns:a="http://schemas.openxmlformats.org/drawingml/2006/main" flipH="0" flipV="0">
            <a:off x="1352550" y="2552700"/>
            <a:ext cx="984885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2" name="">
            <a:extLst xmlns:a="http://schemas.openxmlformats.org/drawingml/2006/main">
              <a:ext uri="{FF2B5EF4-FFF2-40B4-BE49-F238E27FC236}">
                <a16:creationId xmlns:a16="http://schemas.microsoft.com/office/drawing/2014/main" id="{5268DBCD-C4E0-4B65-B519-FC9ED3C7A56F}"/>
              </a:ext>
            </a:extLst>
          </p:cNvPr>
          <p:cNvSpPr>
            <a:spLocks xmlns:a="http://schemas.openxmlformats.org/drawingml/2006/main" noGrp="1"/>
          </p:cNvSpPr>
          <p:nvPr/>
        </p:nvSpPr>
        <p:spPr>
          <a:xfrm xmlns:a="http://schemas.openxmlformats.org/drawingml/2006/main">
            <a:off x="609600" y="27622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0B9A8951-F00C-4B21-8E17-FEE57DFB3182}"/>
              </a:ext>
            </a:extLst>
          </p:cNvPr>
          <p:cNvSpPr>
            <a:spLocks xmlns:a="http://schemas.openxmlformats.org/drawingml/2006/main" noGrp="1"/>
          </p:cNvSpPr>
          <p:nvPr/>
        </p:nvSpPr>
        <p:spPr>
          <a:xfrm xmlns:a="http://schemas.openxmlformats.org/drawingml/2006/main">
            <a:off x="1352550" y="27432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프롬프트</a:t>
            </a:r>
          </a:p>
        </p:txBody>
      </p:sp>
      <p:sp>
        <p:nvSpPr>
          <p:cNvPr id="14" name="">
            <a:extLst xmlns:a="http://schemas.openxmlformats.org/drawingml/2006/main">
              <a:ext uri="{FF2B5EF4-FFF2-40B4-BE49-F238E27FC236}">
                <a16:creationId xmlns:a16="http://schemas.microsoft.com/office/drawing/2014/main" id="{5B252AE7-B97E-482B-BEEA-842EB92FAAF7}"/>
              </a:ext>
            </a:extLst>
          </p:cNvPr>
          <p:cNvSpPr>
            <a:spLocks xmlns:a="http://schemas.openxmlformats.org/drawingml/2006/main" noGrp="1"/>
          </p:cNvSpPr>
          <p:nvPr/>
        </p:nvSpPr>
        <p:spPr>
          <a:xfrm xmlns:a="http://schemas.openxmlformats.org/drawingml/2006/main">
            <a:off x="4095750" y="276225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모델 가중치 밖의 지시·예시·출력 형식 변경</a:t>
            </a:r>
          </a:p>
        </p:txBody>
      </p:sp>
      <p:sp>
        <p:nvSpPr>
          <p:cNvPr id="15" name="">
            <a:extLst xmlns:a="http://schemas.openxmlformats.org/drawingml/2006/main">
              <a:ext uri="{FF2B5EF4-FFF2-40B4-BE49-F238E27FC236}">
                <a16:creationId xmlns:a16="http://schemas.microsoft.com/office/drawing/2014/main" id="{478B8BF7-40C3-48BB-AD5D-8CF5CE50DD7D}"/>
              </a:ext>
            </a:extLst>
          </p:cNvPr>
          <p:cNvSpPr>
            <a:spLocks xmlns:a="http://schemas.openxmlformats.org/drawingml/2006/main" noGrp="1"/>
          </p:cNvSpPr>
          <p:nvPr/>
        </p:nvSpPr>
        <p:spPr>
          <a:xfrm xmlns:a="http://schemas.openxmlformats.org/drawingml/2006/main" flipH="0" flipV="0">
            <a:off x="1352550" y="3219450"/>
            <a:ext cx="9848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D29D8D4D-B1E1-4EA4-A8FD-DB751F258B3A}"/>
              </a:ext>
            </a:extLst>
          </p:cNvPr>
          <p:cNvSpPr>
            <a:spLocks xmlns:a="http://schemas.openxmlformats.org/drawingml/2006/main" noGrp="1"/>
          </p:cNvSpPr>
          <p:nvPr/>
        </p:nvSpPr>
        <p:spPr>
          <a:xfrm xmlns:a="http://schemas.openxmlformats.org/drawingml/2006/main">
            <a:off x="609600" y="3429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7EDEEA04-9575-4722-9728-6A2B9D46F249}"/>
              </a:ext>
            </a:extLst>
          </p:cNvPr>
          <p:cNvSpPr>
            <a:spLocks xmlns:a="http://schemas.openxmlformats.org/drawingml/2006/main" noGrp="1"/>
          </p:cNvSpPr>
          <p:nvPr/>
        </p:nvSpPr>
        <p:spPr>
          <a:xfrm xmlns:a="http://schemas.openxmlformats.org/drawingml/2006/main">
            <a:off x="1352550" y="340995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검색·도구</a:t>
            </a:r>
          </a:p>
        </p:txBody>
      </p:sp>
      <p:sp>
        <p:nvSpPr>
          <p:cNvPr id="18" name="">
            <a:extLst xmlns:a="http://schemas.openxmlformats.org/drawingml/2006/main">
              <a:ext uri="{FF2B5EF4-FFF2-40B4-BE49-F238E27FC236}">
                <a16:creationId xmlns:a16="http://schemas.microsoft.com/office/drawing/2014/main" id="{770A9AB4-1260-40AF-9D96-F2A88D0745AF}"/>
              </a:ext>
            </a:extLst>
          </p:cNvPr>
          <p:cNvSpPr>
            <a:spLocks xmlns:a="http://schemas.openxmlformats.org/drawingml/2006/main" noGrp="1"/>
          </p:cNvSpPr>
          <p:nvPr/>
        </p:nvSpPr>
        <p:spPr>
          <a:xfrm xmlns:a="http://schemas.openxmlformats.org/drawingml/2006/main">
            <a:off x="4095750" y="342900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외부 사실 근거와 실제 행동의 연결</a:t>
            </a:r>
          </a:p>
        </p:txBody>
      </p:sp>
      <p:sp>
        <p:nvSpPr>
          <p:cNvPr id="19" name="">
            <a:extLst xmlns:a="http://schemas.openxmlformats.org/drawingml/2006/main">
              <a:ext uri="{FF2B5EF4-FFF2-40B4-BE49-F238E27FC236}">
                <a16:creationId xmlns:a16="http://schemas.microsoft.com/office/drawing/2014/main" id="{06099D7B-5CBC-43EC-9EC2-668CDC1D8A41}"/>
              </a:ext>
            </a:extLst>
          </p:cNvPr>
          <p:cNvSpPr>
            <a:spLocks xmlns:a="http://schemas.openxmlformats.org/drawingml/2006/main" noGrp="1"/>
          </p:cNvSpPr>
          <p:nvPr/>
        </p:nvSpPr>
        <p:spPr>
          <a:xfrm xmlns:a="http://schemas.openxmlformats.org/drawingml/2006/main" flipH="0" flipV="0">
            <a:off x="1352550" y="3886200"/>
            <a:ext cx="9848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6CC93F6C-C978-4B85-A253-65077EC7824C}"/>
              </a:ext>
            </a:extLst>
          </p:cNvPr>
          <p:cNvSpPr>
            <a:spLocks xmlns:a="http://schemas.openxmlformats.org/drawingml/2006/main" noGrp="1"/>
          </p:cNvSpPr>
          <p:nvPr/>
        </p:nvSpPr>
        <p:spPr>
          <a:xfrm xmlns:a="http://schemas.openxmlformats.org/drawingml/2006/main">
            <a:off x="609600" y="4095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04</a:t>
            </a:r>
          </a:p>
        </p:txBody>
      </p:sp>
      <p:sp>
        <p:nvSpPr>
          <p:cNvPr id="21" name="">
            <a:extLst xmlns:a="http://schemas.openxmlformats.org/drawingml/2006/main">
              <a:ext uri="{FF2B5EF4-FFF2-40B4-BE49-F238E27FC236}">
                <a16:creationId xmlns:a16="http://schemas.microsoft.com/office/drawing/2014/main" id="{8D049973-0753-4C40-8B7B-4B0405738B0C}"/>
              </a:ext>
            </a:extLst>
          </p:cNvPr>
          <p:cNvSpPr>
            <a:spLocks xmlns:a="http://schemas.openxmlformats.org/drawingml/2006/main" noGrp="1"/>
          </p:cNvSpPr>
          <p:nvPr/>
        </p:nvSpPr>
        <p:spPr>
          <a:xfrm xmlns:a="http://schemas.openxmlformats.org/drawingml/2006/main">
            <a:off x="1352550" y="40767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모델 선택</a:t>
            </a:r>
          </a:p>
        </p:txBody>
      </p:sp>
      <p:sp>
        <p:nvSpPr>
          <p:cNvPr id="22" name="">
            <a:extLst xmlns:a="http://schemas.openxmlformats.org/drawingml/2006/main">
              <a:ext uri="{FF2B5EF4-FFF2-40B4-BE49-F238E27FC236}">
                <a16:creationId xmlns:a16="http://schemas.microsoft.com/office/drawing/2014/main" id="{576DA29E-B36C-471E-9CC6-585F0571850E}"/>
              </a:ext>
            </a:extLst>
          </p:cNvPr>
          <p:cNvSpPr>
            <a:spLocks xmlns:a="http://schemas.openxmlformats.org/drawingml/2006/main" noGrp="1"/>
          </p:cNvSpPr>
          <p:nvPr/>
        </p:nvSpPr>
        <p:spPr>
          <a:xfrm xmlns:a="http://schemas.openxmlformats.org/drawingml/2006/main">
            <a:off x="4095750" y="409575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능력·비용·지연·배포 제약의 교체 검증</a:t>
            </a:r>
          </a:p>
        </p:txBody>
      </p:sp>
      <p:sp>
        <p:nvSpPr>
          <p:cNvPr id="23" name="">
            <a:extLst xmlns:a="http://schemas.openxmlformats.org/drawingml/2006/main">
              <a:ext uri="{FF2B5EF4-FFF2-40B4-BE49-F238E27FC236}">
                <a16:creationId xmlns:a16="http://schemas.microsoft.com/office/drawing/2014/main" id="{5A3ABF26-283D-4E9D-A567-BDD05002AC01}"/>
              </a:ext>
            </a:extLst>
          </p:cNvPr>
          <p:cNvSpPr>
            <a:spLocks xmlns:a="http://schemas.openxmlformats.org/drawingml/2006/main" noGrp="1"/>
          </p:cNvSpPr>
          <p:nvPr/>
        </p:nvSpPr>
        <p:spPr>
          <a:xfrm xmlns:a="http://schemas.openxmlformats.org/drawingml/2006/main" flipH="0" flipV="0">
            <a:off x="1352550" y="4552950"/>
            <a:ext cx="9848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0DB11B8B-0ABF-42C6-A5F7-5265C9B8C9A7}"/>
              </a:ext>
            </a:extLst>
          </p:cNvPr>
          <p:cNvSpPr>
            <a:spLocks xmlns:a="http://schemas.openxmlformats.org/drawingml/2006/main" noGrp="1"/>
          </p:cNvSpPr>
          <p:nvPr/>
        </p:nvSpPr>
        <p:spPr>
          <a:xfrm xmlns:a="http://schemas.openxmlformats.org/drawingml/2006/main">
            <a:off x="609600" y="4762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05</a:t>
            </a:r>
          </a:p>
        </p:txBody>
      </p:sp>
      <p:sp>
        <p:nvSpPr>
          <p:cNvPr id="25" name="">
            <a:extLst xmlns:a="http://schemas.openxmlformats.org/drawingml/2006/main">
              <a:ext uri="{FF2B5EF4-FFF2-40B4-BE49-F238E27FC236}">
                <a16:creationId xmlns:a16="http://schemas.microsoft.com/office/drawing/2014/main" id="{1D5975DA-6684-45C2-A523-74E26FDFECA4}"/>
              </a:ext>
            </a:extLst>
          </p:cNvPr>
          <p:cNvSpPr>
            <a:spLocks xmlns:a="http://schemas.openxmlformats.org/drawingml/2006/main" noGrp="1"/>
          </p:cNvSpPr>
          <p:nvPr/>
        </p:nvSpPr>
        <p:spPr>
          <a:xfrm xmlns:a="http://schemas.openxmlformats.org/drawingml/2006/main">
            <a:off x="1352550" y="474345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미세조정</a:t>
            </a:r>
          </a:p>
        </p:txBody>
      </p:sp>
      <p:sp>
        <p:nvSpPr>
          <p:cNvPr id="26" name="">
            <a:extLst xmlns:a="http://schemas.openxmlformats.org/drawingml/2006/main">
              <a:ext uri="{FF2B5EF4-FFF2-40B4-BE49-F238E27FC236}">
                <a16:creationId xmlns:a16="http://schemas.microsoft.com/office/drawing/2014/main" id="{1BFD62FC-68CE-40EB-9689-A3743FD944CD}"/>
              </a:ext>
            </a:extLst>
          </p:cNvPr>
          <p:cNvSpPr>
            <a:spLocks xmlns:a="http://schemas.openxmlformats.org/drawingml/2006/main" noGrp="1"/>
          </p:cNvSpPr>
          <p:nvPr/>
        </p:nvSpPr>
        <p:spPr>
          <a:xfrm xmlns:a="http://schemas.openxmlformats.org/drawingml/2006/main">
            <a:off x="4095750" y="476250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반복 행동 패턴을 가중치에 반영할 근거 확인</a:t>
            </a:r>
          </a:p>
        </p:txBody>
      </p:sp>
      <p:sp>
        <p:nvSpPr>
          <p:cNvPr id="27" name="">
            <a:extLst xmlns:a="http://schemas.openxmlformats.org/drawingml/2006/main">
              <a:ext uri="{FF2B5EF4-FFF2-40B4-BE49-F238E27FC236}">
                <a16:creationId xmlns:a16="http://schemas.microsoft.com/office/drawing/2014/main" id="{8E8B1B27-C72E-4D87-B4C8-B7BCDF17E56E}"/>
              </a:ext>
            </a:extLst>
          </p:cNvPr>
          <p:cNvSpPr>
            <a:spLocks xmlns:a="http://schemas.openxmlformats.org/drawingml/2006/main" noGrp="1"/>
          </p:cNvSpPr>
          <p:nvPr/>
        </p:nvSpPr>
        <p:spPr>
          <a:xfrm xmlns:a="http://schemas.openxmlformats.org/drawingml/2006/main" flipH="0" flipV="0">
            <a:off x="1352550" y="5219700"/>
            <a:ext cx="9848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29C60D19-D8A5-43AD-8E5F-D36BE60A0D85}"/>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데이터·평가셋·배포 이득이 없으면 미세조정보다 앞 단계의 개선</a:t>
            </a:r>
          </a:p>
        </p:txBody>
      </p:sp>
    </p:spTree>
    <p:extLst>
      <p:ext uri="{BB962C8B-B14F-4D97-AF65-F5344CB8AC3E}">
        <p14:creationId xmlns:p14="http://schemas.microsoft.com/office/powerpoint/2010/main" val="1601822277"/>
      </p:ext>
    </p:extLst>
  </p:cSld>
</p:sld>
</file>

<file path=ppt/slides/slide4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B2F029-E4F8-497D-9EDB-4661367861DC}"/>
              </a:ext>
            </a:extLst>
          </p:cNvPr>
          <p:cNvSpPr>
            <a:spLocks xmlns:a="http://schemas.openxmlformats.org/drawingml/2006/main" noGrp="1"/>
          </p:cNvSpPr>
          <p:nvPr/>
        </p:nvSpPr>
        <p:spPr>
          <a:xfrm xmlns:a="http://schemas.openxmlformats.org/drawingml/2006/main">
            <a:off x="609600" y="742950"/>
            <a:ext cx="200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8850" b="1">
                <a:solidFill>
                  <a:srgbClr val="FFFFFF"/>
                </a:solidFill>
                <a:latin typeface="Menlo"/>
                <a:ea typeface="Menlo"/>
                <a:cs typeface="Menlo"/>
              </a:defRPr>
            </a:pPr>
            <a:r>
              <a:rPr sz="8850" b="1">
                <a:solidFill>
                  <a:srgbClr val="FFFFFF"/>
                </a:solidFill>
                <a:latin typeface="Menlo"/>
                <a:ea typeface="Menlo"/>
                <a:cs typeface="Menlo"/>
              </a:rPr>
              <a:t>03</a:t>
            </a:r>
          </a:p>
        </p:txBody>
      </p:sp>
      <p:sp>
        <p:nvSpPr>
          <p:cNvPr id="2" name="">
            <a:extLst xmlns:a="http://schemas.openxmlformats.org/drawingml/2006/main">
              <a:ext uri="{FF2B5EF4-FFF2-40B4-BE49-F238E27FC236}">
                <a16:creationId xmlns:a16="http://schemas.microsoft.com/office/drawing/2014/main" id="{22DE9791-904F-4AEE-9D36-1A84A607550D}"/>
              </a:ext>
            </a:extLst>
          </p:cNvPr>
          <p:cNvSpPr>
            <a:spLocks xmlns:a="http://schemas.openxmlformats.org/drawingml/2006/main" noGrp="1"/>
          </p:cNvSpPr>
          <p:nvPr/>
        </p:nvSpPr>
        <p:spPr>
          <a:xfrm xmlns:a="http://schemas.openxmlformats.org/drawingml/2006/main">
            <a:off x="6724650" y="9334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OPERATING ASSETS</a:t>
            </a:r>
          </a:p>
        </p:txBody>
      </p:sp>
      <p:sp>
        <p:nvSpPr>
          <p:cNvPr id="3" name="">
            <a:extLst xmlns:a="http://schemas.openxmlformats.org/drawingml/2006/main">
              <a:ext uri="{FF2B5EF4-FFF2-40B4-BE49-F238E27FC236}">
                <a16:creationId xmlns:a16="http://schemas.microsoft.com/office/drawing/2014/main" id="{3DB1093A-C22F-460E-A783-A13CFD11D76F}"/>
              </a:ext>
            </a:extLst>
          </p:cNvPr>
          <p:cNvSpPr>
            <a:spLocks xmlns:a="http://schemas.openxmlformats.org/drawingml/2006/main" noGrp="1"/>
          </p:cNvSpPr>
          <p:nvPr/>
        </p:nvSpPr>
        <p:spPr>
          <a:xfrm xmlns:a="http://schemas.openxmlformats.org/drawingml/2006/main" flipH="0" flipV="0">
            <a:off x="609600" y="27241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04370422-E3FA-4297-9D25-9882DEBB09C6}"/>
              </a:ext>
            </a:extLst>
          </p:cNvPr>
          <p:cNvSpPr>
            <a:spLocks xmlns:a="http://schemas.openxmlformats.org/drawingml/2006/main" noGrp="1"/>
          </p:cNvSpPr>
          <p:nvPr/>
        </p:nvSpPr>
        <p:spPr>
          <a:xfrm xmlns:a="http://schemas.openxmlformats.org/drawingml/2006/main">
            <a:off x="609600" y="3162300"/>
            <a:ext cx="10668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3600" b="1">
                <a:solidFill>
                  <a:srgbClr val="FFFFFF"/>
                </a:solidFill>
                <a:latin typeface="AppleGothic"/>
                <a:ea typeface="AppleGothic"/>
                <a:cs typeface="AppleGothic"/>
              </a:defRPr>
            </a:pPr>
            <a:r>
              <a:rPr sz="3600" b="1">
                <a:solidFill>
                  <a:srgbClr val="FFFFFF"/>
                </a:solidFill>
                <a:latin typeface="AppleGothic"/>
                <a:ea typeface="AppleGothic"/>
                <a:cs typeface="AppleGothic"/>
              </a:rPr>
              <a:t>LLM 서비스 운영에서 관리할 항목</a:t>
            </a:r>
          </a:p>
        </p:txBody>
      </p:sp>
      <p:sp>
        <p:nvSpPr>
          <p:cNvPr id="5" name="">
            <a:extLst xmlns:a="http://schemas.openxmlformats.org/drawingml/2006/main">
              <a:ext uri="{FF2B5EF4-FFF2-40B4-BE49-F238E27FC236}">
                <a16:creationId xmlns:a16="http://schemas.microsoft.com/office/drawing/2014/main" id="{835180B6-418B-41C8-BA10-DBC7740E6EFA}"/>
              </a:ext>
            </a:extLst>
          </p:cNvPr>
          <p:cNvSpPr>
            <a:spLocks xmlns:a="http://schemas.openxmlformats.org/drawingml/2006/main" noGrp="1"/>
          </p:cNvSpPr>
          <p:nvPr/>
        </p:nvSpPr>
        <p:spPr>
          <a:xfrm xmlns:a="http://schemas.openxmlformats.org/drawingml/2006/main">
            <a:off x="609600" y="47625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0">
                <a:solidFill>
                  <a:srgbClr val="98A2B3"/>
                </a:solidFill>
                <a:latin typeface="AppleGothic"/>
                <a:ea typeface="AppleGothic"/>
                <a:cs typeface="AppleGothic"/>
              </a:defRPr>
            </a:pPr>
            <a:r>
              <a:rPr sz="1800" b="0">
                <a:solidFill>
                  <a:srgbClr val="98A2B3"/>
                </a:solidFill>
                <a:latin typeface="AppleGothic"/>
                <a:ea typeface="AppleGothic"/>
                <a:cs typeface="AppleGothic"/>
              </a:rPr>
              <a:t>코드 · 데이터 · 모델 · 프롬프트 · 맥락 · 실행 추적 · 평가</a:t>
            </a:r>
          </a:p>
        </p:txBody>
      </p:sp>
      <p:sp>
        <p:nvSpPr>
          <p:cNvPr id="6" name="">
            <a:extLst xmlns:a="http://schemas.openxmlformats.org/drawingml/2006/main">
              <a:ext uri="{FF2B5EF4-FFF2-40B4-BE49-F238E27FC236}">
                <a16:creationId xmlns:a16="http://schemas.microsoft.com/office/drawing/2014/main" id="{DBAD032A-2614-4623-8FB9-F64E010682C7}"/>
              </a:ext>
            </a:extLst>
          </p:cNvPr>
          <p:cNvSpPr>
            <a:spLocks xmlns:a="http://schemas.openxmlformats.org/drawingml/2006/main" noGrp="1"/>
          </p:cNvSpPr>
          <p:nvPr/>
        </p:nvSpPr>
        <p:spPr>
          <a:xfrm xmlns:a="http://schemas.openxmlformats.org/drawingml/2006/main">
            <a:off x="609600" y="607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W01 · 46</a:t>
            </a:r>
          </a:p>
        </p:txBody>
      </p:sp>
    </p:spTree>
    <p:extLst>
      <p:ext uri="{BB962C8B-B14F-4D97-AF65-F5344CB8AC3E}">
        <p14:creationId xmlns:p14="http://schemas.microsoft.com/office/powerpoint/2010/main" val="2000249397"/>
      </p:ext>
    </p:extLst>
  </p:cSld>
</p:sld>
</file>

<file path=ppt/slides/slide4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D92B1B-A965-40C2-8D54-9F04DE5B05B3}"/>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91424D16-82C2-4BDB-99DD-505655018AC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47</a:t>
            </a:r>
          </a:p>
        </p:txBody>
      </p:sp>
      <p:sp>
        <p:nvSpPr>
          <p:cNvPr id="3" name="">
            <a:extLst xmlns:a="http://schemas.openxmlformats.org/drawingml/2006/main">
              <a:ext uri="{FF2B5EF4-FFF2-40B4-BE49-F238E27FC236}">
                <a16:creationId xmlns:a16="http://schemas.microsoft.com/office/drawing/2014/main" id="{35F62AA6-C18F-4207-9190-4A1EF5913D11}"/>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D1A834C4-29BB-4DDE-A6BB-DD825D2DD22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406C426-AC3A-4C2C-A416-42BB9002640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873418B-4E5A-46B8-8F0F-45562D739E1C}"/>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DevOps·MLOps·LLMOps 관리 대상 비교</a:t>
            </a:r>
          </a:p>
        </p:txBody>
      </p:sp>
      <p:sp>
        <p:nvSpPr>
          <p:cNvPr id="7" name="">
            <a:extLst xmlns:a="http://schemas.openxmlformats.org/drawingml/2006/main">
              <a:ext uri="{FF2B5EF4-FFF2-40B4-BE49-F238E27FC236}">
                <a16:creationId xmlns:a16="http://schemas.microsoft.com/office/drawing/2014/main" id="{81145C9C-CCBB-4E3D-A31D-D097A1DCB7EE}"/>
              </a:ext>
            </a:extLst>
          </p:cNvPr>
          <p:cNvSpPr>
            <a:spLocks xmlns:a="http://schemas.openxmlformats.org/drawingml/2006/main" noGrp="1"/>
          </p:cNvSpPr>
          <p:nvPr/>
        </p:nvSpPr>
        <p:spPr>
          <a:xfrm xmlns:a="http://schemas.openxmlformats.org/drawingml/2006/main">
            <a:off x="609600" y="167640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250" b="1">
                <a:solidFill>
                  <a:srgbClr val="FFFFFF"/>
                </a:solidFill>
                <a:latin typeface="Menlo"/>
                <a:ea typeface="Menlo"/>
                <a:cs typeface="Menlo"/>
              </a:defRPr>
            </a:pPr>
            <a:r>
              <a:rPr sz="2250" b="1">
                <a:solidFill>
                  <a:srgbClr val="FFFFFF"/>
                </a:solidFill>
                <a:latin typeface="Menlo"/>
                <a:ea typeface="Menlo"/>
                <a:cs typeface="Menlo"/>
              </a:rPr>
              <a:t>DevOps</a:t>
            </a:r>
          </a:p>
        </p:txBody>
      </p:sp>
      <p:sp>
        <p:nvSpPr>
          <p:cNvPr id="8" name="">
            <a:extLst xmlns:a="http://schemas.openxmlformats.org/drawingml/2006/main">
              <a:ext uri="{FF2B5EF4-FFF2-40B4-BE49-F238E27FC236}">
                <a16:creationId xmlns:a16="http://schemas.microsoft.com/office/drawing/2014/main" id="{193F7709-2927-4142-936C-235FE9BA1860}"/>
              </a:ext>
            </a:extLst>
          </p:cNvPr>
          <p:cNvSpPr>
            <a:spLocks xmlns:a="http://schemas.openxmlformats.org/drawingml/2006/main" noGrp="1"/>
          </p:cNvSpPr>
          <p:nvPr/>
        </p:nvSpPr>
        <p:spPr>
          <a:xfrm xmlns:a="http://schemas.openxmlformats.org/drawingml/2006/main" flipH="0" flipV="0">
            <a:off x="3219450" y="1876425"/>
            <a:ext cx="83629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9" name="">
            <a:extLst xmlns:a="http://schemas.openxmlformats.org/drawingml/2006/main">
              <a:ext uri="{FF2B5EF4-FFF2-40B4-BE49-F238E27FC236}">
                <a16:creationId xmlns:a16="http://schemas.microsoft.com/office/drawing/2014/main" id="{D03DBB68-34FE-408E-8022-9BAE741DE512}"/>
              </a:ext>
            </a:extLst>
          </p:cNvPr>
          <p:cNvSpPr>
            <a:spLocks xmlns:a="http://schemas.openxmlformats.org/drawingml/2006/main" noGrp="1"/>
          </p:cNvSpPr>
          <p:nvPr/>
        </p:nvSpPr>
        <p:spPr>
          <a:xfrm xmlns:a="http://schemas.openxmlformats.org/drawingml/2006/main">
            <a:off x="3429000" y="1638300"/>
            <a:ext cx="796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CODE  ·  BUILD  ·  RELEASE  ·  RUNTIME</a:t>
            </a:r>
          </a:p>
        </p:txBody>
      </p:sp>
      <p:sp>
        <p:nvSpPr>
          <p:cNvPr id="10" name="">
            <a:extLst xmlns:a="http://schemas.openxmlformats.org/drawingml/2006/main">
              <a:ext uri="{FF2B5EF4-FFF2-40B4-BE49-F238E27FC236}">
                <a16:creationId xmlns:a16="http://schemas.microsoft.com/office/drawing/2014/main" id="{77BDE8A9-76DC-407E-A0F4-CED5C2818284}"/>
              </a:ext>
            </a:extLst>
          </p:cNvPr>
          <p:cNvSpPr>
            <a:spLocks xmlns:a="http://schemas.openxmlformats.org/drawingml/2006/main" noGrp="1"/>
          </p:cNvSpPr>
          <p:nvPr/>
        </p:nvSpPr>
        <p:spPr>
          <a:xfrm xmlns:a="http://schemas.openxmlformats.org/drawingml/2006/main">
            <a:off x="3429000" y="2133600"/>
            <a:ext cx="796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0">
                <a:solidFill>
                  <a:srgbClr val="FFFFFF"/>
                </a:solidFill>
                <a:latin typeface="AppleGothic"/>
                <a:ea typeface="AppleGothic"/>
                <a:cs typeface="AppleGothic"/>
              </a:defRPr>
            </a:pPr>
            <a:r>
              <a:rPr sz="1425" b="0">
                <a:solidFill>
                  <a:srgbClr val="FFFFFF"/>
                </a:solidFill>
                <a:latin typeface="AppleGothic"/>
                <a:ea typeface="AppleGothic"/>
                <a:cs typeface="AppleGothic"/>
              </a:rPr>
              <a:t>Development and Operations · 코드의 빌드·테스트·배포·관찰</a:t>
            </a:r>
          </a:p>
        </p:txBody>
      </p:sp>
      <p:sp>
        <p:nvSpPr>
          <p:cNvPr id="11" name="">
            <a:extLst xmlns:a="http://schemas.openxmlformats.org/drawingml/2006/main">
              <a:ext uri="{FF2B5EF4-FFF2-40B4-BE49-F238E27FC236}">
                <a16:creationId xmlns:a16="http://schemas.microsoft.com/office/drawing/2014/main" id="{587B434D-5697-46D6-A567-F2CCBAB42D2C}"/>
              </a:ext>
            </a:extLst>
          </p:cNvPr>
          <p:cNvSpPr>
            <a:spLocks xmlns:a="http://schemas.openxmlformats.org/drawingml/2006/main" noGrp="1"/>
          </p:cNvSpPr>
          <p:nvPr/>
        </p:nvSpPr>
        <p:spPr>
          <a:xfrm xmlns:a="http://schemas.openxmlformats.org/drawingml/2006/main">
            <a:off x="609600" y="293370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250" b="1">
                <a:solidFill>
                  <a:srgbClr val="FFFFFF"/>
                </a:solidFill>
                <a:latin typeface="Menlo"/>
                <a:ea typeface="Menlo"/>
                <a:cs typeface="Menlo"/>
              </a:defRPr>
            </a:pPr>
            <a:r>
              <a:rPr sz="2250" b="1">
                <a:solidFill>
                  <a:srgbClr val="FFFFFF"/>
                </a:solidFill>
                <a:latin typeface="Menlo"/>
                <a:ea typeface="Menlo"/>
                <a:cs typeface="Menlo"/>
              </a:rPr>
              <a:t>MLOps</a:t>
            </a:r>
          </a:p>
        </p:txBody>
      </p:sp>
      <p:sp>
        <p:nvSpPr>
          <p:cNvPr id="12" name="">
            <a:extLst xmlns:a="http://schemas.openxmlformats.org/drawingml/2006/main">
              <a:ext uri="{FF2B5EF4-FFF2-40B4-BE49-F238E27FC236}">
                <a16:creationId xmlns:a16="http://schemas.microsoft.com/office/drawing/2014/main" id="{57ECE5D8-8B89-4DDE-8C18-40A9DB2792B3}"/>
              </a:ext>
            </a:extLst>
          </p:cNvPr>
          <p:cNvSpPr>
            <a:spLocks xmlns:a="http://schemas.openxmlformats.org/drawingml/2006/main" noGrp="1"/>
          </p:cNvSpPr>
          <p:nvPr/>
        </p:nvSpPr>
        <p:spPr>
          <a:xfrm xmlns:a="http://schemas.openxmlformats.org/drawingml/2006/main" flipH="0" flipV="0">
            <a:off x="3219450" y="3133725"/>
            <a:ext cx="83629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39F1DF63-3E68-4FFA-9981-9876F1BD078A}"/>
              </a:ext>
            </a:extLst>
          </p:cNvPr>
          <p:cNvSpPr>
            <a:spLocks xmlns:a="http://schemas.openxmlformats.org/drawingml/2006/main" noGrp="1"/>
          </p:cNvSpPr>
          <p:nvPr/>
        </p:nvSpPr>
        <p:spPr>
          <a:xfrm xmlns:a="http://schemas.openxmlformats.org/drawingml/2006/main">
            <a:off x="3429000" y="2895600"/>
            <a:ext cx="796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DATA  ·  FEATURE  ·  MODEL  ·  EXPERIMENT</a:t>
            </a:r>
          </a:p>
        </p:txBody>
      </p:sp>
      <p:sp>
        <p:nvSpPr>
          <p:cNvPr id="14" name="">
            <a:extLst xmlns:a="http://schemas.openxmlformats.org/drawingml/2006/main">
              <a:ext uri="{FF2B5EF4-FFF2-40B4-BE49-F238E27FC236}">
                <a16:creationId xmlns:a16="http://schemas.microsoft.com/office/drawing/2014/main" id="{4D8E4AF7-6108-42F4-81AA-3C17B2DEE4E5}"/>
              </a:ext>
            </a:extLst>
          </p:cNvPr>
          <p:cNvSpPr>
            <a:spLocks xmlns:a="http://schemas.openxmlformats.org/drawingml/2006/main" noGrp="1"/>
          </p:cNvSpPr>
          <p:nvPr/>
        </p:nvSpPr>
        <p:spPr>
          <a:xfrm xmlns:a="http://schemas.openxmlformats.org/drawingml/2006/main">
            <a:off x="3429000" y="3390900"/>
            <a:ext cx="796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0">
                <a:solidFill>
                  <a:srgbClr val="FFFFFF"/>
                </a:solidFill>
                <a:latin typeface="AppleGothic"/>
                <a:ea typeface="AppleGothic"/>
                <a:cs typeface="AppleGothic"/>
              </a:defRPr>
            </a:pPr>
            <a:r>
              <a:rPr sz="1425" b="0">
                <a:solidFill>
                  <a:srgbClr val="FFFFFF"/>
                </a:solidFill>
                <a:latin typeface="AppleGothic"/>
                <a:ea typeface="AppleGothic"/>
                <a:cs typeface="AppleGothic"/>
              </a:rPr>
              <a:t>Machine Learning Operations · 데이터·학습·모델의 버전과 품질 관문</a:t>
            </a:r>
          </a:p>
        </p:txBody>
      </p:sp>
      <p:sp>
        <p:nvSpPr>
          <p:cNvPr id="15" name="">
            <a:extLst xmlns:a="http://schemas.openxmlformats.org/drawingml/2006/main">
              <a:ext uri="{FF2B5EF4-FFF2-40B4-BE49-F238E27FC236}">
                <a16:creationId xmlns:a16="http://schemas.microsoft.com/office/drawing/2014/main" id="{64422BD8-52C9-4065-BB6B-FD15B85D86FA}"/>
              </a:ext>
            </a:extLst>
          </p:cNvPr>
          <p:cNvSpPr>
            <a:spLocks xmlns:a="http://schemas.openxmlformats.org/drawingml/2006/main" noGrp="1"/>
          </p:cNvSpPr>
          <p:nvPr/>
        </p:nvSpPr>
        <p:spPr>
          <a:xfrm xmlns:a="http://schemas.openxmlformats.org/drawingml/2006/main">
            <a:off x="609600" y="419100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250" b="1">
                <a:solidFill>
                  <a:srgbClr val="2563EB"/>
                </a:solidFill>
                <a:latin typeface="Menlo"/>
                <a:ea typeface="Menlo"/>
                <a:cs typeface="Menlo"/>
              </a:defRPr>
            </a:pPr>
            <a:r>
              <a:rPr sz="2250" b="1">
                <a:solidFill>
                  <a:srgbClr val="2563EB"/>
                </a:solidFill>
                <a:latin typeface="Menlo"/>
                <a:ea typeface="Menlo"/>
                <a:cs typeface="Menlo"/>
              </a:rPr>
              <a:t>LLMOps</a:t>
            </a:r>
          </a:p>
        </p:txBody>
      </p:sp>
      <p:sp>
        <p:nvSpPr>
          <p:cNvPr id="16" name="">
            <a:extLst xmlns:a="http://schemas.openxmlformats.org/drawingml/2006/main">
              <a:ext uri="{FF2B5EF4-FFF2-40B4-BE49-F238E27FC236}">
                <a16:creationId xmlns:a16="http://schemas.microsoft.com/office/drawing/2014/main" id="{52FDB208-F90D-423C-A750-0A38D1625FA9}"/>
              </a:ext>
            </a:extLst>
          </p:cNvPr>
          <p:cNvSpPr>
            <a:spLocks xmlns:a="http://schemas.openxmlformats.org/drawingml/2006/main" noGrp="1"/>
          </p:cNvSpPr>
          <p:nvPr/>
        </p:nvSpPr>
        <p:spPr>
          <a:xfrm xmlns:a="http://schemas.openxmlformats.org/drawingml/2006/main" flipH="0" flipV="0">
            <a:off x="3219450" y="4391025"/>
            <a:ext cx="836295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7" name="">
            <a:extLst xmlns:a="http://schemas.openxmlformats.org/drawingml/2006/main">
              <a:ext uri="{FF2B5EF4-FFF2-40B4-BE49-F238E27FC236}">
                <a16:creationId xmlns:a16="http://schemas.microsoft.com/office/drawing/2014/main" id="{3E3ED6E3-3F33-4247-B8C4-2C6A73FC1912}"/>
              </a:ext>
            </a:extLst>
          </p:cNvPr>
          <p:cNvSpPr>
            <a:spLocks xmlns:a="http://schemas.openxmlformats.org/drawingml/2006/main" noGrp="1"/>
          </p:cNvSpPr>
          <p:nvPr/>
        </p:nvSpPr>
        <p:spPr>
          <a:xfrm xmlns:a="http://schemas.openxmlformats.org/drawingml/2006/main">
            <a:off x="3429000" y="4152900"/>
            <a:ext cx="796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Menlo"/>
                <a:ea typeface="Menlo"/>
                <a:cs typeface="Menlo"/>
              </a:defRPr>
            </a:pPr>
            <a:r>
              <a:rPr sz="1275" b="1">
                <a:solidFill>
                  <a:srgbClr val="FFFFFF"/>
                </a:solidFill>
                <a:latin typeface="Menlo"/>
                <a:ea typeface="Menlo"/>
                <a:cs typeface="Menlo"/>
              </a:rPr>
              <a:t>PROMPT  ·  CONTEXT  ·  TRACE  ·  EVALUATION</a:t>
            </a:r>
          </a:p>
        </p:txBody>
      </p:sp>
      <p:sp>
        <p:nvSpPr>
          <p:cNvPr id="18" name="">
            <a:extLst xmlns:a="http://schemas.openxmlformats.org/drawingml/2006/main">
              <a:ext uri="{FF2B5EF4-FFF2-40B4-BE49-F238E27FC236}">
                <a16:creationId xmlns:a16="http://schemas.microsoft.com/office/drawing/2014/main" id="{CA06C2FD-D013-4C8A-9A7F-913115ED4F49}"/>
              </a:ext>
            </a:extLst>
          </p:cNvPr>
          <p:cNvSpPr>
            <a:spLocks xmlns:a="http://schemas.openxmlformats.org/drawingml/2006/main" noGrp="1"/>
          </p:cNvSpPr>
          <p:nvPr/>
        </p:nvSpPr>
        <p:spPr>
          <a:xfrm xmlns:a="http://schemas.openxmlformats.org/drawingml/2006/main">
            <a:off x="3429000" y="4648200"/>
            <a:ext cx="796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0">
                <a:solidFill>
                  <a:srgbClr val="FFFFFF"/>
                </a:solidFill>
                <a:latin typeface="AppleGothic"/>
                <a:ea typeface="AppleGothic"/>
                <a:cs typeface="AppleGothic"/>
              </a:defRPr>
            </a:pPr>
            <a:r>
              <a:rPr sz="1425" b="0">
                <a:solidFill>
                  <a:srgbClr val="FFFFFF"/>
                </a:solidFill>
                <a:latin typeface="AppleGothic"/>
                <a:ea typeface="AppleGothic"/>
                <a:cs typeface="AppleGothic"/>
              </a:rPr>
              <a:t>Large Language Model Operations · 맥락·응답·피드백·보호 정책</a:t>
            </a:r>
          </a:p>
        </p:txBody>
      </p:sp>
      <p:sp>
        <p:nvSpPr>
          <p:cNvPr id="19" name="">
            <a:extLst xmlns:a="http://schemas.openxmlformats.org/drawingml/2006/main">
              <a:ext uri="{FF2B5EF4-FFF2-40B4-BE49-F238E27FC236}">
                <a16:creationId xmlns:a16="http://schemas.microsoft.com/office/drawing/2014/main" id="{0115C875-92C0-454C-91FA-7CDA543E65C9}"/>
              </a:ext>
            </a:extLst>
          </p:cNvPr>
          <p:cNvSpPr>
            <a:spLocks xmlns:a="http://schemas.openxmlformats.org/drawingml/2006/main" noGrp="1"/>
          </p:cNvSpPr>
          <p:nvPr/>
        </p:nvSpPr>
        <p:spPr>
          <a:xfrm xmlns:a="http://schemas.openxmlformats.org/drawingml/2006/main">
            <a:off x="609600" y="5638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대체 관계가 아니라 운영 대상과 증거 구조의 누적</a:t>
            </a:r>
          </a:p>
        </p:txBody>
      </p:sp>
    </p:spTree>
    <p:extLst>
      <p:ext uri="{BB962C8B-B14F-4D97-AF65-F5344CB8AC3E}">
        <p14:creationId xmlns:p14="http://schemas.microsoft.com/office/powerpoint/2010/main" val="1106823890"/>
      </p:ext>
    </p:extLst>
  </p:cSld>
</p:sld>
</file>

<file path=ppt/slides/slide4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D97AF46-D538-4B67-8DD5-FB6CB16C4E7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96574095-3921-4DE3-9128-D94813D7E677}"/>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48</a:t>
            </a:r>
          </a:p>
        </p:txBody>
      </p:sp>
      <p:sp>
        <p:nvSpPr>
          <p:cNvPr id="3" name="">
            <a:extLst xmlns:a="http://schemas.openxmlformats.org/drawingml/2006/main">
              <a:ext uri="{FF2B5EF4-FFF2-40B4-BE49-F238E27FC236}">
                <a16:creationId xmlns:a16="http://schemas.microsoft.com/office/drawing/2014/main" id="{5B9989F0-4FC4-4ABD-BDE4-414CB00B169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23332D5E-8B3D-442E-860B-640E615BBAD0}"/>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F4C47DB1-8E38-4C51-9987-D9D7D7DA6FEF}"/>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B5C13077-0342-4648-BAF3-262AFFD3479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LLM 서비스에서 추가로 관리할 정보</a:t>
            </a:r>
          </a:p>
        </p:txBody>
      </p:sp>
      <p:sp>
        <p:nvSpPr>
          <p:cNvPr id="7" name="">
            <a:extLst xmlns:a="http://schemas.openxmlformats.org/drawingml/2006/main">
              <a:ext uri="{FF2B5EF4-FFF2-40B4-BE49-F238E27FC236}">
                <a16:creationId xmlns:a16="http://schemas.microsoft.com/office/drawing/2014/main" id="{F9B8EC74-4BDF-4A83-9E26-9C3CB9D15165}"/>
              </a:ext>
            </a:extLst>
          </p:cNvPr>
          <p:cNvSpPr>
            <a:spLocks xmlns:a="http://schemas.openxmlformats.org/drawingml/2006/main" noGrp="1"/>
          </p:cNvSpPr>
          <p:nvPr/>
        </p:nvSpPr>
        <p:spPr>
          <a:xfrm xmlns:a="http://schemas.openxmlformats.org/drawingml/2006/main" rot="0">
            <a:off x="609600" y="1638300"/>
            <a:ext cx="2781300" cy="39052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B4286F5A-0BEF-4A9F-93BB-302DB07D33C8}"/>
              </a:ext>
            </a:extLst>
          </p:cNvPr>
          <p:cNvSpPr>
            <a:spLocks xmlns:a="http://schemas.openxmlformats.org/drawingml/2006/main" noGrp="1"/>
          </p:cNvSpPr>
          <p:nvPr/>
        </p:nvSpPr>
        <p:spPr>
          <a:xfrm xmlns:a="http://schemas.openxmlformats.org/drawingml/2006/main">
            <a:off x="838200" y="192405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EXECUTION KEY</a:t>
            </a:r>
          </a:p>
        </p:txBody>
      </p:sp>
      <p:sp>
        <p:nvSpPr>
          <p:cNvPr id="9" name="">
            <a:extLst xmlns:a="http://schemas.openxmlformats.org/drawingml/2006/main">
              <a:ext uri="{FF2B5EF4-FFF2-40B4-BE49-F238E27FC236}">
                <a16:creationId xmlns:a16="http://schemas.microsoft.com/office/drawing/2014/main" id="{1C5143D4-4BB8-4E18-A0CF-C328B3F97221}"/>
              </a:ext>
            </a:extLst>
          </p:cNvPr>
          <p:cNvSpPr>
            <a:spLocks xmlns:a="http://schemas.openxmlformats.org/drawingml/2006/main" noGrp="1"/>
          </p:cNvSpPr>
          <p:nvPr/>
        </p:nvSpPr>
        <p:spPr>
          <a:xfrm xmlns:a="http://schemas.openxmlformats.org/drawingml/2006/main">
            <a:off x="838200" y="24193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FFFFFF"/>
                </a:solidFill>
                <a:latin typeface="Menlo"/>
                <a:ea typeface="Menlo"/>
                <a:cs typeface="Menlo"/>
              </a:defRPr>
            </a:pPr>
            <a:r>
              <a:rPr sz="1950" b="1">
                <a:solidFill>
                  <a:srgbClr val="FFFFFF"/>
                </a:solidFill>
                <a:latin typeface="Menlo"/>
                <a:ea typeface="Menlo"/>
                <a:cs typeface="Menlo"/>
              </a:rPr>
              <a:t>TRACE ID</a:t>
            </a:r>
          </a:p>
        </p:txBody>
      </p:sp>
      <p:sp>
        <p:nvSpPr>
          <p:cNvPr id="10" name="">
            <a:extLst xmlns:a="http://schemas.openxmlformats.org/drawingml/2006/main">
              <a:ext uri="{FF2B5EF4-FFF2-40B4-BE49-F238E27FC236}">
                <a16:creationId xmlns:a16="http://schemas.microsoft.com/office/drawing/2014/main" id="{BBC03D82-8DA4-4D0F-8FC8-598C7E055265}"/>
              </a:ext>
            </a:extLst>
          </p:cNvPr>
          <p:cNvSpPr>
            <a:spLocks xmlns:a="http://schemas.openxmlformats.org/drawingml/2006/main" noGrp="1"/>
          </p:cNvSpPr>
          <p:nvPr/>
        </p:nvSpPr>
        <p:spPr>
          <a:xfrm xmlns:a="http://schemas.openxmlformats.org/drawingml/2006/main">
            <a:off x="838200" y="3124200"/>
            <a:ext cx="2247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8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한 번의 실행을</a:t>
            </a:r>
          </a:p>
          <a:p xmlns:a="http://schemas.openxmlformats.org/drawingml/2006/main">
            <a:pPr algn="l">
              <a:lnSpc>
                <a:spcPct val="128000"/>
              </a:lnSpc>
              <a:buNone/>
              <a:defRPr sz="1650" b="1">
                <a:solidFill>
                  <a:srgbClr val="FFFFFF"/>
                </a:solidFill>
                <a:latin typeface="AppleGothic"/>
                <a:ea typeface="AppleGothic"/>
                <a:cs typeface="AppleGothic"/>
              </a:defRPr>
            </a:pPr>
            <a:r>
              <a:rPr sz="1650" b="1">
                <a:solidFill>
                  <a:srgbClr val="FFFFFF"/>
                </a:solidFill>
                <a:latin typeface="AppleGothic"/>
                <a:ea typeface="AppleGothic"/>
                <a:cs typeface="AppleGothic"/>
              </a:rPr>
              <a:t>다시 찾는 식별자</a:t>
            </a:r>
          </a:p>
        </p:txBody>
      </p:sp>
      <p:sp>
        <p:nvSpPr>
          <p:cNvPr id="11" name="">
            <a:extLst xmlns:a="http://schemas.openxmlformats.org/drawingml/2006/main">
              <a:ext uri="{FF2B5EF4-FFF2-40B4-BE49-F238E27FC236}">
                <a16:creationId xmlns:a16="http://schemas.microsoft.com/office/drawing/2014/main" id="{A854F0F5-8496-4949-B2F8-F1D1072DA1F2}"/>
              </a:ext>
            </a:extLst>
          </p:cNvPr>
          <p:cNvSpPr>
            <a:spLocks xmlns:a="http://schemas.openxmlformats.org/drawingml/2006/main" noGrp="1"/>
          </p:cNvSpPr>
          <p:nvPr/>
        </p:nvSpPr>
        <p:spPr>
          <a:xfrm xmlns:a="http://schemas.openxmlformats.org/drawingml/2006/main">
            <a:off x="838200" y="476250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ff2c901e8a16</a:t>
            </a:r>
          </a:p>
        </p:txBody>
      </p:sp>
      <p:sp>
        <p:nvSpPr>
          <p:cNvPr id="12" name="">
            <a:extLst xmlns:a="http://schemas.openxmlformats.org/drawingml/2006/main">
              <a:ext uri="{FF2B5EF4-FFF2-40B4-BE49-F238E27FC236}">
                <a16:creationId xmlns:a16="http://schemas.microsoft.com/office/drawing/2014/main" id="{53A64296-96AC-4F43-88A9-C45B7CD1A8BF}"/>
              </a:ext>
            </a:extLst>
          </p:cNvPr>
          <p:cNvSpPr>
            <a:spLocks xmlns:a="http://schemas.openxmlformats.org/drawingml/2006/main" noGrp="1"/>
          </p:cNvSpPr>
          <p:nvPr/>
        </p:nvSpPr>
        <p:spPr>
          <a:xfrm xmlns:a="http://schemas.openxmlformats.org/drawingml/2006/main">
            <a:off x="3905250" y="16573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01</a:t>
            </a:r>
          </a:p>
        </p:txBody>
      </p:sp>
      <p:sp>
        <p:nvSpPr>
          <p:cNvPr id="13" name="">
            <a:extLst xmlns:a="http://schemas.openxmlformats.org/drawingml/2006/main">
              <a:ext uri="{FF2B5EF4-FFF2-40B4-BE49-F238E27FC236}">
                <a16:creationId xmlns:a16="http://schemas.microsoft.com/office/drawing/2014/main" id="{AD6F6631-4C3D-4330-983B-0B4BAE3EB88A}"/>
              </a:ext>
            </a:extLst>
          </p:cNvPr>
          <p:cNvSpPr>
            <a:spLocks xmlns:a="http://schemas.openxmlformats.org/drawingml/2006/main" noGrp="1"/>
          </p:cNvSpPr>
          <p:nvPr/>
        </p:nvSpPr>
        <p:spPr>
          <a:xfrm xmlns:a="http://schemas.openxmlformats.org/drawingml/2006/main">
            <a:off x="4591050" y="1619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프롬프트 버전</a:t>
            </a:r>
          </a:p>
        </p:txBody>
      </p:sp>
      <p:sp>
        <p:nvSpPr>
          <p:cNvPr id="14" name="">
            <a:extLst xmlns:a="http://schemas.openxmlformats.org/drawingml/2006/main">
              <a:ext uri="{FF2B5EF4-FFF2-40B4-BE49-F238E27FC236}">
                <a16:creationId xmlns:a16="http://schemas.microsoft.com/office/drawing/2014/main" id="{5F4042A5-1A1F-4305-B7C2-D9EB2F356A58}"/>
              </a:ext>
            </a:extLst>
          </p:cNvPr>
          <p:cNvSpPr>
            <a:spLocks xmlns:a="http://schemas.openxmlformats.org/drawingml/2006/main" noGrp="1"/>
          </p:cNvSpPr>
          <p:nvPr/>
        </p:nvSpPr>
        <p:spPr>
          <a:xfrm xmlns:a="http://schemas.openxmlformats.org/drawingml/2006/main">
            <a:off x="7734300" y="1657350"/>
            <a:ext cx="3467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템플릿 · 예시 · 정책</a:t>
            </a:r>
          </a:p>
        </p:txBody>
      </p:sp>
      <p:sp>
        <p:nvSpPr>
          <p:cNvPr id="15" name="">
            <a:extLst xmlns:a="http://schemas.openxmlformats.org/drawingml/2006/main">
              <a:ext uri="{FF2B5EF4-FFF2-40B4-BE49-F238E27FC236}">
                <a16:creationId xmlns:a16="http://schemas.microsoft.com/office/drawing/2014/main" id="{F935CB06-43DC-409A-BE6A-B9E3E5C57874}"/>
              </a:ext>
            </a:extLst>
          </p:cNvPr>
          <p:cNvSpPr>
            <a:spLocks xmlns:a="http://schemas.openxmlformats.org/drawingml/2006/main" noGrp="1"/>
          </p:cNvSpPr>
          <p:nvPr/>
        </p:nvSpPr>
        <p:spPr>
          <a:xfrm xmlns:a="http://schemas.openxmlformats.org/drawingml/2006/main" flipH="0" flipV="0">
            <a:off x="4591050" y="2247900"/>
            <a:ext cx="66103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82920003-A07B-4504-BE82-17B3692F7785}"/>
              </a:ext>
            </a:extLst>
          </p:cNvPr>
          <p:cNvSpPr>
            <a:spLocks xmlns:a="http://schemas.openxmlformats.org/drawingml/2006/main" noGrp="1"/>
          </p:cNvSpPr>
          <p:nvPr/>
        </p:nvSpPr>
        <p:spPr>
          <a:xfrm xmlns:a="http://schemas.openxmlformats.org/drawingml/2006/main">
            <a:off x="3905250" y="260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02</a:t>
            </a:r>
          </a:p>
        </p:txBody>
      </p:sp>
      <p:sp>
        <p:nvSpPr>
          <p:cNvPr id="17" name="">
            <a:extLst xmlns:a="http://schemas.openxmlformats.org/drawingml/2006/main">
              <a:ext uri="{FF2B5EF4-FFF2-40B4-BE49-F238E27FC236}">
                <a16:creationId xmlns:a16="http://schemas.microsoft.com/office/drawing/2014/main" id="{A55286BE-0007-44E2-B6E9-AB14B9C3260F}"/>
              </a:ext>
            </a:extLst>
          </p:cNvPr>
          <p:cNvSpPr>
            <a:spLocks xmlns:a="http://schemas.openxmlformats.org/drawingml/2006/main" noGrp="1"/>
          </p:cNvSpPr>
          <p:nvPr/>
        </p:nvSpPr>
        <p:spPr>
          <a:xfrm xmlns:a="http://schemas.openxmlformats.org/drawingml/2006/main">
            <a:off x="4591050" y="2571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외부 맥락 참조</a:t>
            </a:r>
          </a:p>
        </p:txBody>
      </p:sp>
      <p:sp>
        <p:nvSpPr>
          <p:cNvPr id="18" name="">
            <a:extLst xmlns:a="http://schemas.openxmlformats.org/drawingml/2006/main">
              <a:ext uri="{FF2B5EF4-FFF2-40B4-BE49-F238E27FC236}">
                <a16:creationId xmlns:a16="http://schemas.microsoft.com/office/drawing/2014/main" id="{5C70388D-0621-4121-9F3A-3535B5C52922}"/>
              </a:ext>
            </a:extLst>
          </p:cNvPr>
          <p:cNvSpPr>
            <a:spLocks xmlns:a="http://schemas.openxmlformats.org/drawingml/2006/main" noGrp="1"/>
          </p:cNvSpPr>
          <p:nvPr/>
        </p:nvSpPr>
        <p:spPr>
          <a:xfrm xmlns:a="http://schemas.openxmlformats.org/drawingml/2006/main">
            <a:off x="7734300" y="2609850"/>
            <a:ext cx="3467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검색 문서 · 도구 반환값</a:t>
            </a:r>
          </a:p>
        </p:txBody>
      </p:sp>
      <p:sp>
        <p:nvSpPr>
          <p:cNvPr id="19" name="">
            <a:extLst xmlns:a="http://schemas.openxmlformats.org/drawingml/2006/main">
              <a:ext uri="{FF2B5EF4-FFF2-40B4-BE49-F238E27FC236}">
                <a16:creationId xmlns:a16="http://schemas.microsoft.com/office/drawing/2014/main" id="{4B8DCBBF-DC10-4A52-8D0C-17D0BDF9946D}"/>
              </a:ext>
            </a:extLst>
          </p:cNvPr>
          <p:cNvSpPr>
            <a:spLocks xmlns:a="http://schemas.openxmlformats.org/drawingml/2006/main" noGrp="1"/>
          </p:cNvSpPr>
          <p:nvPr/>
        </p:nvSpPr>
        <p:spPr>
          <a:xfrm xmlns:a="http://schemas.openxmlformats.org/drawingml/2006/main" flipH="0" flipV="0">
            <a:off x="4591050" y="3200400"/>
            <a:ext cx="66103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1BB75935-EDEC-4D51-AC0A-0555F847629E}"/>
              </a:ext>
            </a:extLst>
          </p:cNvPr>
          <p:cNvSpPr>
            <a:spLocks xmlns:a="http://schemas.openxmlformats.org/drawingml/2006/main" noGrp="1"/>
          </p:cNvSpPr>
          <p:nvPr/>
        </p:nvSpPr>
        <p:spPr>
          <a:xfrm xmlns:a="http://schemas.openxmlformats.org/drawingml/2006/main">
            <a:off x="3905250" y="35623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03</a:t>
            </a:r>
          </a:p>
        </p:txBody>
      </p:sp>
      <p:sp>
        <p:nvSpPr>
          <p:cNvPr id="21" name="">
            <a:extLst xmlns:a="http://schemas.openxmlformats.org/drawingml/2006/main">
              <a:ext uri="{FF2B5EF4-FFF2-40B4-BE49-F238E27FC236}">
                <a16:creationId xmlns:a16="http://schemas.microsoft.com/office/drawing/2014/main" id="{B753DB78-B081-4535-8707-EE451DC83FA4}"/>
              </a:ext>
            </a:extLst>
          </p:cNvPr>
          <p:cNvSpPr>
            <a:spLocks xmlns:a="http://schemas.openxmlformats.org/drawingml/2006/main" noGrp="1"/>
          </p:cNvSpPr>
          <p:nvPr/>
        </p:nvSpPr>
        <p:spPr>
          <a:xfrm xmlns:a="http://schemas.openxmlformats.org/drawingml/2006/main">
            <a:off x="4591050" y="3524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응답과 운영 값</a:t>
            </a:r>
          </a:p>
        </p:txBody>
      </p:sp>
      <p:sp>
        <p:nvSpPr>
          <p:cNvPr id="22" name="">
            <a:extLst xmlns:a="http://schemas.openxmlformats.org/drawingml/2006/main">
              <a:ext uri="{FF2B5EF4-FFF2-40B4-BE49-F238E27FC236}">
                <a16:creationId xmlns:a16="http://schemas.microsoft.com/office/drawing/2014/main" id="{D66AE166-A56B-4BA8-80A9-30885C490C65}"/>
              </a:ext>
            </a:extLst>
          </p:cNvPr>
          <p:cNvSpPr>
            <a:spLocks xmlns:a="http://schemas.openxmlformats.org/drawingml/2006/main" noGrp="1"/>
          </p:cNvSpPr>
          <p:nvPr/>
        </p:nvSpPr>
        <p:spPr>
          <a:xfrm xmlns:a="http://schemas.openxmlformats.org/drawingml/2006/main">
            <a:off x="7734300" y="3562350"/>
            <a:ext cx="3467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출력 · 상태 · 응답 지연</a:t>
            </a:r>
          </a:p>
        </p:txBody>
      </p:sp>
      <p:sp>
        <p:nvSpPr>
          <p:cNvPr id="23" name="">
            <a:extLst xmlns:a="http://schemas.openxmlformats.org/drawingml/2006/main">
              <a:ext uri="{FF2B5EF4-FFF2-40B4-BE49-F238E27FC236}">
                <a16:creationId xmlns:a16="http://schemas.microsoft.com/office/drawing/2014/main" id="{A98C59CB-A3AF-425E-9694-4A6D9A300A31}"/>
              </a:ext>
            </a:extLst>
          </p:cNvPr>
          <p:cNvSpPr>
            <a:spLocks xmlns:a="http://schemas.openxmlformats.org/drawingml/2006/main" noGrp="1"/>
          </p:cNvSpPr>
          <p:nvPr/>
        </p:nvSpPr>
        <p:spPr>
          <a:xfrm xmlns:a="http://schemas.openxmlformats.org/drawingml/2006/main" flipH="0" flipV="0">
            <a:off x="4591050" y="4152900"/>
            <a:ext cx="66103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0DE2B13B-E97D-4EA5-8C7A-3F8A2B36AD2A}"/>
              </a:ext>
            </a:extLst>
          </p:cNvPr>
          <p:cNvSpPr>
            <a:spLocks xmlns:a="http://schemas.openxmlformats.org/drawingml/2006/main" noGrp="1"/>
          </p:cNvSpPr>
          <p:nvPr/>
        </p:nvSpPr>
        <p:spPr>
          <a:xfrm xmlns:a="http://schemas.openxmlformats.org/drawingml/2006/main">
            <a:off x="3905250" y="4514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667085"/>
                </a:solidFill>
                <a:latin typeface="Menlo"/>
                <a:ea typeface="Menlo"/>
                <a:cs typeface="Menlo"/>
              </a:defRPr>
            </a:pPr>
            <a:r>
              <a:rPr sz="1275" b="1">
                <a:solidFill>
                  <a:srgbClr val="667085"/>
                </a:solidFill>
                <a:latin typeface="Menlo"/>
                <a:ea typeface="Menlo"/>
                <a:cs typeface="Menlo"/>
              </a:rPr>
              <a:t>04</a:t>
            </a:r>
          </a:p>
        </p:txBody>
      </p:sp>
      <p:sp>
        <p:nvSpPr>
          <p:cNvPr id="25" name="">
            <a:extLst xmlns:a="http://schemas.openxmlformats.org/drawingml/2006/main">
              <a:ext uri="{FF2B5EF4-FFF2-40B4-BE49-F238E27FC236}">
                <a16:creationId xmlns:a16="http://schemas.microsoft.com/office/drawing/2014/main" id="{FAC1CCAA-FFA5-42C7-A1A3-6F35663108FE}"/>
              </a:ext>
            </a:extLst>
          </p:cNvPr>
          <p:cNvSpPr>
            <a:spLocks xmlns:a="http://schemas.openxmlformats.org/drawingml/2006/main" noGrp="1"/>
          </p:cNvSpPr>
          <p:nvPr/>
        </p:nvSpPr>
        <p:spPr>
          <a:xfrm xmlns:a="http://schemas.openxmlformats.org/drawingml/2006/main">
            <a:off x="4591050" y="4476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평가와 피드백</a:t>
            </a:r>
          </a:p>
        </p:txBody>
      </p:sp>
      <p:sp>
        <p:nvSpPr>
          <p:cNvPr id="26" name="">
            <a:extLst xmlns:a="http://schemas.openxmlformats.org/drawingml/2006/main">
              <a:ext uri="{FF2B5EF4-FFF2-40B4-BE49-F238E27FC236}">
                <a16:creationId xmlns:a16="http://schemas.microsoft.com/office/drawing/2014/main" id="{5FFE73EC-2C55-46EC-9392-E816CEB11528}"/>
              </a:ext>
            </a:extLst>
          </p:cNvPr>
          <p:cNvSpPr>
            <a:spLocks xmlns:a="http://schemas.openxmlformats.org/drawingml/2006/main" noGrp="1"/>
          </p:cNvSpPr>
          <p:nvPr/>
        </p:nvSpPr>
        <p:spPr>
          <a:xfrm xmlns:a="http://schemas.openxmlformats.org/drawingml/2006/main">
            <a:off x="7734300" y="4514850"/>
            <a:ext cx="3467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점수 · 오류 유형 · 검토 결과</a:t>
            </a:r>
          </a:p>
        </p:txBody>
      </p:sp>
      <p:sp>
        <p:nvSpPr>
          <p:cNvPr id="27" name="">
            <a:extLst xmlns:a="http://schemas.openxmlformats.org/drawingml/2006/main">
              <a:ext uri="{FF2B5EF4-FFF2-40B4-BE49-F238E27FC236}">
                <a16:creationId xmlns:a16="http://schemas.microsoft.com/office/drawing/2014/main" id="{F71BB44A-04A8-4EDB-BA49-C1355795C1DD}"/>
              </a:ext>
            </a:extLst>
          </p:cNvPr>
          <p:cNvSpPr>
            <a:spLocks xmlns:a="http://schemas.openxmlformats.org/drawingml/2006/main" noGrp="1"/>
          </p:cNvSpPr>
          <p:nvPr/>
        </p:nvSpPr>
        <p:spPr>
          <a:xfrm xmlns:a="http://schemas.openxmlformats.org/drawingml/2006/main" flipH="0" flipV="0">
            <a:off x="4591050" y="5105400"/>
            <a:ext cx="66103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1228056063"/>
      </p:ext>
    </p:extLst>
  </p:cSld>
</p:sld>
</file>

<file path=ppt/slides/slide4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96C7651-86B3-41CB-B790-ADF90A0A900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2D253881-8A9F-456B-9C57-B435D8B129C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49</a:t>
            </a:r>
          </a:p>
        </p:txBody>
      </p:sp>
      <p:sp>
        <p:nvSpPr>
          <p:cNvPr id="3" name="">
            <a:extLst xmlns:a="http://schemas.openxmlformats.org/drawingml/2006/main">
              <a:ext uri="{FF2B5EF4-FFF2-40B4-BE49-F238E27FC236}">
                <a16:creationId xmlns:a16="http://schemas.microsoft.com/office/drawing/2014/main" id="{1ECCEA5B-FC29-4DF1-AE60-44DFADD4178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96A138D4-738C-4FD2-8805-8709FD22C604}"/>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2DEC5665-5037-4ED6-AD41-FAEE937BF834}"/>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174F0C6D-EDF6-4919-93C3-D6D78B35F22E}"/>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같은 코드에서도 달라지는 실행 결과</a:t>
            </a:r>
          </a:p>
        </p:txBody>
      </p:sp>
      <p:sp>
        <p:nvSpPr>
          <p:cNvPr id="7" name="">
            <a:extLst xmlns:a="http://schemas.openxmlformats.org/drawingml/2006/main">
              <a:ext uri="{FF2B5EF4-FFF2-40B4-BE49-F238E27FC236}">
                <a16:creationId xmlns:a16="http://schemas.microsoft.com/office/drawing/2014/main" id="{DC38BD19-0600-4D7E-85A3-95D840D8C996}"/>
              </a:ext>
            </a:extLst>
          </p:cNvPr>
          <p:cNvSpPr>
            <a:spLocks xmlns:a="http://schemas.openxmlformats.org/drawingml/2006/main" noGrp="1"/>
          </p:cNvSpPr>
          <p:nvPr/>
        </p:nvSpPr>
        <p:spPr>
          <a:xfrm xmlns:a="http://schemas.openxmlformats.org/drawingml/2006/main">
            <a:off x="60960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같은 코드 · SAME CODE</a:t>
            </a:r>
          </a:p>
        </p:txBody>
      </p:sp>
      <p:sp>
        <p:nvSpPr>
          <p:cNvPr id="8" name="">
            <a:extLst xmlns:a="http://schemas.openxmlformats.org/drawingml/2006/main">
              <a:ext uri="{FF2B5EF4-FFF2-40B4-BE49-F238E27FC236}">
                <a16:creationId xmlns:a16="http://schemas.microsoft.com/office/drawing/2014/main" id="{C31CE68F-B1CA-4E38-A0E7-35D64891D39A}"/>
              </a:ext>
            </a:extLst>
          </p:cNvPr>
          <p:cNvSpPr>
            <a:spLocks xmlns:a="http://schemas.openxmlformats.org/drawingml/2006/main" noGrp="1"/>
          </p:cNvSpPr>
          <p:nvPr/>
        </p:nvSpPr>
        <p:spPr>
          <a:xfrm xmlns:a="http://schemas.openxmlformats.org/drawingml/2006/main">
            <a:off x="60960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FFFFFF"/>
                </a:solidFill>
                <a:latin typeface="AppleGothic"/>
                <a:ea typeface="AppleGothic"/>
                <a:cs typeface="AppleGothic"/>
              </a:defRPr>
            </a:pPr>
            <a:r>
              <a:rPr sz="2250" b="1">
                <a:solidFill>
                  <a:srgbClr val="FFFFFF"/>
                </a:solidFill>
                <a:latin typeface="AppleGothic"/>
                <a:ea typeface="AppleGothic"/>
                <a:cs typeface="AppleGothic"/>
              </a:rPr>
              <a:t>커밋 a1b2c3</a:t>
            </a:r>
          </a:p>
        </p:txBody>
      </p:sp>
      <p:sp>
        <p:nvSpPr>
          <p:cNvPr id="9" name="">
            <a:extLst xmlns:a="http://schemas.openxmlformats.org/drawingml/2006/main">
              <a:ext uri="{FF2B5EF4-FFF2-40B4-BE49-F238E27FC236}">
                <a16:creationId xmlns:a16="http://schemas.microsoft.com/office/drawing/2014/main" id="{6E2CAD80-02B6-46ED-B8C9-A2EACBDB9B38}"/>
              </a:ext>
            </a:extLst>
          </p:cNvPr>
          <p:cNvSpPr>
            <a:spLocks xmlns:a="http://schemas.openxmlformats.org/drawingml/2006/main" noGrp="1"/>
          </p:cNvSpPr>
          <p:nvPr/>
        </p:nvSpPr>
        <p:spPr>
          <a:xfrm xmlns:a="http://schemas.openxmlformats.org/drawingml/2006/main" flipH="0" flipV="0">
            <a:off x="609600" y="3048000"/>
            <a:ext cx="49530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53624D28-F906-42DF-959C-B13AC90599AC}"/>
              </a:ext>
            </a:extLst>
          </p:cNvPr>
          <p:cNvSpPr>
            <a:spLocks xmlns:a="http://schemas.openxmlformats.org/drawingml/2006/main" noGrp="1"/>
          </p:cNvSpPr>
          <p:nvPr/>
        </p:nvSpPr>
        <p:spPr>
          <a:xfrm xmlns:a="http://schemas.openxmlformats.org/drawingml/2006/main">
            <a:off x="60960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동일 접근 경로</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동일 요청 스키마</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동일 애플리케이션 코드</a:t>
            </a:r>
          </a:p>
        </p:txBody>
      </p:sp>
      <p:sp>
        <p:nvSpPr>
          <p:cNvPr id="11" name="">
            <a:extLst xmlns:a="http://schemas.openxmlformats.org/drawingml/2006/main">
              <a:ext uri="{FF2B5EF4-FFF2-40B4-BE49-F238E27FC236}">
                <a16:creationId xmlns:a16="http://schemas.microsoft.com/office/drawing/2014/main" id="{679EACCE-B88C-44F0-8FDA-5D68326E650C}"/>
              </a:ext>
            </a:extLst>
          </p:cNvPr>
          <p:cNvSpPr>
            <a:spLocks xmlns:a="http://schemas.openxmlformats.org/drawingml/2006/main" noGrp="1"/>
          </p:cNvSpPr>
          <p:nvPr/>
        </p:nvSpPr>
        <p:spPr>
          <a:xfrm xmlns:a="http://schemas.openxmlformats.org/drawingml/2006/main">
            <a:off x="6267450" y="1657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다른 실행 · DIFFERENT RUN</a:t>
            </a:r>
          </a:p>
        </p:txBody>
      </p:sp>
      <p:sp>
        <p:nvSpPr>
          <p:cNvPr id="12" name="">
            <a:extLst xmlns:a="http://schemas.openxmlformats.org/drawingml/2006/main">
              <a:ext uri="{FF2B5EF4-FFF2-40B4-BE49-F238E27FC236}">
                <a16:creationId xmlns:a16="http://schemas.microsoft.com/office/drawing/2014/main" id="{7FF45256-6A6E-4B8F-B058-3FFB93287FB7}"/>
              </a:ext>
            </a:extLst>
          </p:cNvPr>
          <p:cNvSpPr>
            <a:spLocks xmlns:a="http://schemas.openxmlformats.org/drawingml/2006/main" noGrp="1"/>
          </p:cNvSpPr>
          <p:nvPr/>
        </p:nvSpPr>
        <p:spPr>
          <a:xfrm xmlns:a="http://schemas.openxmlformats.org/drawingml/2006/main">
            <a:off x="6267450" y="20383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2563EB"/>
                </a:solidFill>
                <a:latin typeface="AppleGothic"/>
                <a:ea typeface="AppleGothic"/>
                <a:cs typeface="AppleGothic"/>
              </a:defRPr>
            </a:pPr>
            <a:r>
              <a:rPr sz="2250" b="1">
                <a:solidFill>
                  <a:srgbClr val="2563EB"/>
                </a:solidFill>
                <a:latin typeface="AppleGothic"/>
                <a:ea typeface="AppleGothic"/>
                <a:cs typeface="AppleGothic"/>
              </a:rPr>
              <a:t>프롬프트 · 맥락 · 모델 · 설정</a:t>
            </a:r>
          </a:p>
        </p:txBody>
      </p:sp>
      <p:sp>
        <p:nvSpPr>
          <p:cNvPr id="13" name="">
            <a:extLst xmlns:a="http://schemas.openxmlformats.org/drawingml/2006/main">
              <a:ext uri="{FF2B5EF4-FFF2-40B4-BE49-F238E27FC236}">
                <a16:creationId xmlns:a16="http://schemas.microsoft.com/office/drawing/2014/main" id="{7C8512EE-A6CA-4328-96BD-14DD1AB442A3}"/>
              </a:ext>
            </a:extLst>
          </p:cNvPr>
          <p:cNvSpPr>
            <a:spLocks xmlns:a="http://schemas.openxmlformats.org/drawingml/2006/main" noGrp="1"/>
          </p:cNvSpPr>
          <p:nvPr/>
        </p:nvSpPr>
        <p:spPr>
          <a:xfrm xmlns:a="http://schemas.openxmlformats.org/drawingml/2006/main" flipH="0" flipV="0">
            <a:off x="6267450" y="3048000"/>
            <a:ext cx="49530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4" name="">
            <a:extLst xmlns:a="http://schemas.openxmlformats.org/drawingml/2006/main">
              <a:ext uri="{FF2B5EF4-FFF2-40B4-BE49-F238E27FC236}">
                <a16:creationId xmlns:a16="http://schemas.microsoft.com/office/drawing/2014/main" id="{CBA80EFB-2ECC-47C4-A9C2-14D67D1A8B47}"/>
              </a:ext>
            </a:extLst>
          </p:cNvPr>
          <p:cNvSpPr>
            <a:spLocks xmlns:a="http://schemas.openxmlformats.org/drawingml/2006/main" noGrp="1"/>
          </p:cNvSpPr>
          <p:nvPr/>
        </p:nvSpPr>
        <p:spPr>
          <a:xfrm xmlns:a="http://schemas.openxmlformats.org/drawingml/2006/main">
            <a:off x="6267450" y="3333750"/>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서로 다른 출력</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서로 다른 응답 지연·토큰·상태</a:t>
            </a:r>
          </a:p>
          <a:p xmlns:a="http://schemas.openxmlformats.org/drawingml/2006/main">
            <a:pPr algn="l">
              <a:lnSpc>
                <a:spcPct val="135000"/>
              </a:lnSpc>
              <a:buNone/>
              <a:defRPr sz="1500" b="0">
                <a:solidFill>
                  <a:srgbClr val="98A2B3"/>
                </a:solidFill>
                <a:latin typeface="AppleGothic"/>
                <a:ea typeface="AppleGothic"/>
                <a:cs typeface="AppleGothic"/>
              </a:defRPr>
            </a:pPr>
            <a:r>
              <a:rPr sz="1500" b="0">
                <a:solidFill>
                  <a:srgbClr val="98A2B3"/>
                </a:solidFill>
                <a:latin typeface="AppleGothic"/>
                <a:ea typeface="AppleGothic"/>
                <a:cs typeface="AppleGothic"/>
              </a:rPr>
              <a:t>서로 다른 품질 평가</a:t>
            </a:r>
          </a:p>
        </p:txBody>
      </p:sp>
      <p:sp>
        <p:nvSpPr>
          <p:cNvPr id="15" name="">
            <a:extLst xmlns:a="http://schemas.openxmlformats.org/drawingml/2006/main">
              <a:ext uri="{FF2B5EF4-FFF2-40B4-BE49-F238E27FC236}">
                <a16:creationId xmlns:a16="http://schemas.microsoft.com/office/drawing/2014/main" id="{7B80155C-CFB7-4A3B-96B0-0BD1E56280A9}"/>
              </a:ext>
            </a:extLst>
          </p:cNvPr>
          <p:cNvSpPr>
            <a:spLocks xmlns:a="http://schemas.openxmlformats.org/drawingml/2006/main" noGrp="1"/>
          </p:cNvSpPr>
          <p:nvPr/>
        </p:nvSpPr>
        <p:spPr>
          <a:xfrm xmlns:a="http://schemas.openxmlformats.org/drawingml/2006/main" flipH="0" flipV="0">
            <a:off x="5924550" y="1657350"/>
            <a:ext cx="0" cy="417195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2101689834"/>
      </p:ext>
    </p:extLst>
  </p:cSld>
</p:sld>
</file>

<file path=ppt/slides/slide5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03C244B-BAD2-454E-8247-CD706903DE81}"/>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F2A3E4E5-43C3-45B7-8D8A-C4FA7A169469}"/>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50</a:t>
            </a:r>
          </a:p>
        </p:txBody>
      </p:sp>
      <p:sp>
        <p:nvSpPr>
          <p:cNvPr id="3" name="">
            <a:extLst xmlns:a="http://schemas.openxmlformats.org/drawingml/2006/main">
              <a:ext uri="{FF2B5EF4-FFF2-40B4-BE49-F238E27FC236}">
                <a16:creationId xmlns:a16="http://schemas.microsoft.com/office/drawing/2014/main" id="{4C004BF9-BC92-4D01-BDE3-D216866F68F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678C2705-F8D2-4C4A-B7A0-0CC4689BB11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41ED02B5-3591-4339-BAF6-6B5C93C455B9}"/>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392FC7B-07A9-4CBC-8342-D58DD3E298ED}"/>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LLM 실행 추적의 필수 필드</a:t>
            </a:r>
          </a:p>
        </p:txBody>
      </p:sp>
      <p:sp>
        <p:nvSpPr>
          <p:cNvPr id="7" name="">
            <a:extLst xmlns:a="http://schemas.openxmlformats.org/drawingml/2006/main">
              <a:ext uri="{FF2B5EF4-FFF2-40B4-BE49-F238E27FC236}">
                <a16:creationId xmlns:a16="http://schemas.microsoft.com/office/drawing/2014/main" id="{D4F57DD6-43C6-4A05-B019-5199089D1405}"/>
              </a:ext>
            </a:extLst>
          </p:cNvPr>
          <p:cNvSpPr>
            <a:spLocks xmlns:a="http://schemas.openxmlformats.org/drawingml/2006/main" noGrp="1"/>
          </p:cNvSpPr>
          <p:nvPr/>
        </p:nvSpPr>
        <p:spPr>
          <a:xfrm xmlns:a="http://schemas.openxmlformats.org/drawingml/2006/main">
            <a:off x="609600" y="17526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추적 식별자 · TRACE ID</a:t>
            </a:r>
          </a:p>
        </p:txBody>
      </p:sp>
      <p:sp>
        <p:nvSpPr>
          <p:cNvPr id="8" name="">
            <a:extLst xmlns:a="http://schemas.openxmlformats.org/drawingml/2006/main">
              <a:ext uri="{FF2B5EF4-FFF2-40B4-BE49-F238E27FC236}">
                <a16:creationId xmlns:a16="http://schemas.microsoft.com/office/drawing/2014/main" id="{2C6917B8-0146-4144-B295-A59D7CC66469}"/>
              </a:ext>
            </a:extLst>
          </p:cNvPr>
          <p:cNvSpPr>
            <a:spLocks xmlns:a="http://schemas.openxmlformats.org/drawingml/2006/main" noGrp="1"/>
          </p:cNvSpPr>
          <p:nvPr/>
        </p:nvSpPr>
        <p:spPr>
          <a:xfrm xmlns:a="http://schemas.openxmlformats.org/drawingml/2006/main">
            <a:off x="6096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request-specific ID</a:t>
            </a:r>
          </a:p>
        </p:txBody>
      </p:sp>
      <p:sp>
        <p:nvSpPr>
          <p:cNvPr id="9" name="">
            <a:extLst xmlns:a="http://schemas.openxmlformats.org/drawingml/2006/main">
              <a:ext uri="{FF2B5EF4-FFF2-40B4-BE49-F238E27FC236}">
                <a16:creationId xmlns:a16="http://schemas.microsoft.com/office/drawing/2014/main" id="{9CCCBEE6-FC37-4AA4-A6FC-1DAC160F1C90}"/>
              </a:ext>
            </a:extLst>
          </p:cNvPr>
          <p:cNvSpPr>
            <a:spLocks xmlns:a="http://schemas.openxmlformats.org/drawingml/2006/main" noGrp="1"/>
          </p:cNvSpPr>
          <p:nvPr/>
        </p:nvSpPr>
        <p:spPr>
          <a:xfrm xmlns:a="http://schemas.openxmlformats.org/drawingml/2006/main" flipH="0" flipV="0">
            <a:off x="609600" y="2590800"/>
            <a:ext cx="32385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0" name="">
            <a:extLst xmlns:a="http://schemas.openxmlformats.org/drawingml/2006/main">
              <a:ext uri="{FF2B5EF4-FFF2-40B4-BE49-F238E27FC236}">
                <a16:creationId xmlns:a16="http://schemas.microsoft.com/office/drawing/2014/main" id="{FA22A31A-0889-45B1-8C38-61DD785AF5F9}"/>
              </a:ext>
            </a:extLst>
          </p:cNvPr>
          <p:cNvSpPr>
            <a:spLocks xmlns:a="http://schemas.openxmlformats.org/drawingml/2006/main" noGrp="1"/>
          </p:cNvSpPr>
          <p:nvPr/>
        </p:nvSpPr>
        <p:spPr>
          <a:xfrm xmlns:a="http://schemas.openxmlformats.org/drawingml/2006/main">
            <a:off x="4419600" y="17526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프롬프트 버전</a:t>
            </a:r>
          </a:p>
        </p:txBody>
      </p:sp>
      <p:sp>
        <p:nvSpPr>
          <p:cNvPr id="11" name="">
            <a:extLst xmlns:a="http://schemas.openxmlformats.org/drawingml/2006/main">
              <a:ext uri="{FF2B5EF4-FFF2-40B4-BE49-F238E27FC236}">
                <a16:creationId xmlns:a16="http://schemas.microsoft.com/office/drawing/2014/main" id="{BCC54443-E198-4F00-A834-D652E6C17C90}"/>
              </a:ext>
            </a:extLst>
          </p:cNvPr>
          <p:cNvSpPr>
            <a:spLocks xmlns:a="http://schemas.openxmlformats.org/drawingml/2006/main" noGrp="1"/>
          </p:cNvSpPr>
          <p:nvPr/>
        </p:nvSpPr>
        <p:spPr>
          <a:xfrm xmlns:a="http://schemas.openxmlformats.org/drawingml/2006/main">
            <a:off x="44196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w01.signal.v1</a:t>
            </a:r>
          </a:p>
        </p:txBody>
      </p:sp>
      <p:sp>
        <p:nvSpPr>
          <p:cNvPr id="12" name="">
            <a:extLst xmlns:a="http://schemas.openxmlformats.org/drawingml/2006/main">
              <a:ext uri="{FF2B5EF4-FFF2-40B4-BE49-F238E27FC236}">
                <a16:creationId xmlns:a16="http://schemas.microsoft.com/office/drawing/2014/main" id="{73C5F45F-AB58-402A-96E1-CCAB060A8F4E}"/>
              </a:ext>
            </a:extLst>
          </p:cNvPr>
          <p:cNvSpPr>
            <a:spLocks xmlns:a="http://schemas.openxmlformats.org/drawingml/2006/main" noGrp="1"/>
          </p:cNvSpPr>
          <p:nvPr/>
        </p:nvSpPr>
        <p:spPr>
          <a:xfrm xmlns:a="http://schemas.openxmlformats.org/drawingml/2006/main" flipH="0" flipV="0">
            <a:off x="4419600" y="25908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717FA8CB-D1B8-4DF1-866E-18FBF94B1F09}"/>
              </a:ext>
            </a:extLst>
          </p:cNvPr>
          <p:cNvSpPr>
            <a:spLocks xmlns:a="http://schemas.openxmlformats.org/drawingml/2006/main" noGrp="1"/>
          </p:cNvSpPr>
          <p:nvPr/>
        </p:nvSpPr>
        <p:spPr>
          <a:xfrm xmlns:a="http://schemas.openxmlformats.org/drawingml/2006/main">
            <a:off x="8229600" y="17526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제공자 · 모델</a:t>
            </a:r>
          </a:p>
        </p:txBody>
      </p:sp>
      <p:sp>
        <p:nvSpPr>
          <p:cNvPr id="14" name="">
            <a:extLst xmlns:a="http://schemas.openxmlformats.org/drawingml/2006/main">
              <a:ext uri="{FF2B5EF4-FFF2-40B4-BE49-F238E27FC236}">
                <a16:creationId xmlns:a16="http://schemas.microsoft.com/office/drawing/2014/main" id="{FAD97FC6-4D27-4D72-BA80-98D8E54983D0}"/>
              </a:ext>
            </a:extLst>
          </p:cNvPr>
          <p:cNvSpPr>
            <a:spLocks xmlns:a="http://schemas.openxmlformats.org/drawingml/2006/main" noGrp="1"/>
          </p:cNvSpPr>
          <p:nvPr/>
        </p:nvSpPr>
        <p:spPr>
          <a:xfrm xmlns:a="http://schemas.openxmlformats.org/drawingml/2006/main">
            <a:off x="82296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demo / trace-demo-1</a:t>
            </a:r>
          </a:p>
        </p:txBody>
      </p:sp>
      <p:sp>
        <p:nvSpPr>
          <p:cNvPr id="15" name="">
            <a:extLst xmlns:a="http://schemas.openxmlformats.org/drawingml/2006/main">
              <a:ext uri="{FF2B5EF4-FFF2-40B4-BE49-F238E27FC236}">
                <a16:creationId xmlns:a16="http://schemas.microsoft.com/office/drawing/2014/main" id="{2F4271E6-F925-4CAC-AABD-A36837912621}"/>
              </a:ext>
            </a:extLst>
          </p:cNvPr>
          <p:cNvSpPr>
            <a:spLocks xmlns:a="http://schemas.openxmlformats.org/drawingml/2006/main" noGrp="1"/>
          </p:cNvSpPr>
          <p:nvPr/>
        </p:nvSpPr>
        <p:spPr>
          <a:xfrm xmlns:a="http://schemas.openxmlformats.org/drawingml/2006/main" flipH="0" flipV="0">
            <a:off x="8229600" y="25908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A24110CC-0AD9-4B95-BA43-D30FC62FC00F}"/>
              </a:ext>
            </a:extLst>
          </p:cNvPr>
          <p:cNvSpPr>
            <a:spLocks xmlns:a="http://schemas.openxmlformats.org/drawingml/2006/main" noGrp="1"/>
          </p:cNvSpPr>
          <p:nvPr/>
        </p:nvSpPr>
        <p:spPr>
          <a:xfrm xmlns:a="http://schemas.openxmlformats.org/drawingml/2006/main">
            <a:off x="609600" y="28575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과업 · 설정</a:t>
            </a:r>
          </a:p>
        </p:txBody>
      </p:sp>
      <p:sp>
        <p:nvSpPr>
          <p:cNvPr id="17" name="">
            <a:extLst xmlns:a="http://schemas.openxmlformats.org/drawingml/2006/main">
              <a:ext uri="{FF2B5EF4-FFF2-40B4-BE49-F238E27FC236}">
                <a16:creationId xmlns:a16="http://schemas.microsoft.com/office/drawing/2014/main" id="{45E10717-F365-4A1C-A3F5-26E378D0F1B9}"/>
              </a:ext>
            </a:extLst>
          </p:cNvPr>
          <p:cNvSpPr>
            <a:spLocks xmlns:a="http://schemas.openxmlformats.org/drawingml/2006/main" noGrp="1"/>
          </p:cNvSpPr>
          <p:nvPr/>
        </p:nvSpPr>
        <p:spPr>
          <a:xfrm xmlns:a="http://schemas.openxmlformats.org/drawingml/2006/main">
            <a:off x="609600" y="32004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extract / t=0.2</a:t>
            </a:r>
          </a:p>
        </p:txBody>
      </p:sp>
      <p:sp>
        <p:nvSpPr>
          <p:cNvPr id="18" name="">
            <a:extLst xmlns:a="http://schemas.openxmlformats.org/drawingml/2006/main">
              <a:ext uri="{FF2B5EF4-FFF2-40B4-BE49-F238E27FC236}">
                <a16:creationId xmlns:a16="http://schemas.microsoft.com/office/drawing/2014/main" id="{F2B10C40-DDE7-4CF9-ACCF-88FED5FE8FE3}"/>
              </a:ext>
            </a:extLst>
          </p:cNvPr>
          <p:cNvSpPr>
            <a:spLocks xmlns:a="http://schemas.openxmlformats.org/drawingml/2006/main" noGrp="1"/>
          </p:cNvSpPr>
          <p:nvPr/>
        </p:nvSpPr>
        <p:spPr>
          <a:xfrm xmlns:a="http://schemas.openxmlformats.org/drawingml/2006/main" flipH="0" flipV="0">
            <a:off x="609600" y="36957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9" name="">
            <a:extLst xmlns:a="http://schemas.openxmlformats.org/drawingml/2006/main">
              <a:ext uri="{FF2B5EF4-FFF2-40B4-BE49-F238E27FC236}">
                <a16:creationId xmlns:a16="http://schemas.microsoft.com/office/drawing/2014/main" id="{F6A93A42-2CFF-4E76-B805-E4017050C588}"/>
              </a:ext>
            </a:extLst>
          </p:cNvPr>
          <p:cNvSpPr>
            <a:spLocks xmlns:a="http://schemas.openxmlformats.org/drawingml/2006/main" noGrp="1"/>
          </p:cNvSpPr>
          <p:nvPr/>
        </p:nvSpPr>
        <p:spPr>
          <a:xfrm xmlns:a="http://schemas.openxmlformats.org/drawingml/2006/main">
            <a:off x="4419600" y="28575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상태 · 응답 지연</a:t>
            </a:r>
          </a:p>
        </p:txBody>
      </p:sp>
      <p:sp>
        <p:nvSpPr>
          <p:cNvPr id="20" name="">
            <a:extLst xmlns:a="http://schemas.openxmlformats.org/drawingml/2006/main">
              <a:ext uri="{FF2B5EF4-FFF2-40B4-BE49-F238E27FC236}">
                <a16:creationId xmlns:a16="http://schemas.microsoft.com/office/drawing/2014/main" id="{BE0D920E-13A0-40D9-A016-5F413E255E48}"/>
              </a:ext>
            </a:extLst>
          </p:cNvPr>
          <p:cNvSpPr>
            <a:spLocks xmlns:a="http://schemas.openxmlformats.org/drawingml/2006/main" noGrp="1"/>
          </p:cNvSpPr>
          <p:nvPr/>
        </p:nvSpPr>
        <p:spPr>
          <a:xfrm xmlns:a="http://schemas.openxmlformats.org/drawingml/2006/main">
            <a:off x="4419600" y="32004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ok / runtime value</a:t>
            </a:r>
          </a:p>
        </p:txBody>
      </p:sp>
      <p:sp>
        <p:nvSpPr>
          <p:cNvPr id="21" name="">
            <a:extLst xmlns:a="http://schemas.openxmlformats.org/drawingml/2006/main">
              <a:ext uri="{FF2B5EF4-FFF2-40B4-BE49-F238E27FC236}">
                <a16:creationId xmlns:a16="http://schemas.microsoft.com/office/drawing/2014/main" id="{BC344D11-012D-4EAD-80C6-D165D22011F2}"/>
              </a:ext>
            </a:extLst>
          </p:cNvPr>
          <p:cNvSpPr>
            <a:spLocks xmlns:a="http://schemas.openxmlformats.org/drawingml/2006/main" noGrp="1"/>
          </p:cNvSpPr>
          <p:nvPr/>
        </p:nvSpPr>
        <p:spPr>
          <a:xfrm xmlns:a="http://schemas.openxmlformats.org/drawingml/2006/main" flipH="0" flipV="0">
            <a:off x="4419600" y="36957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2" name="">
            <a:extLst xmlns:a="http://schemas.openxmlformats.org/drawingml/2006/main">
              <a:ext uri="{FF2B5EF4-FFF2-40B4-BE49-F238E27FC236}">
                <a16:creationId xmlns:a16="http://schemas.microsoft.com/office/drawing/2014/main" id="{336F33AA-05AE-4C9D-92B6-643D551D7266}"/>
              </a:ext>
            </a:extLst>
          </p:cNvPr>
          <p:cNvSpPr>
            <a:spLocks xmlns:a="http://schemas.openxmlformats.org/drawingml/2006/main" noGrp="1"/>
          </p:cNvSpPr>
          <p:nvPr/>
        </p:nvSpPr>
        <p:spPr>
          <a:xfrm xmlns:a="http://schemas.openxmlformats.org/drawingml/2006/main">
            <a:off x="8229600" y="28575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콘텐츠 참조</a:t>
            </a:r>
          </a:p>
        </p:txBody>
      </p:sp>
      <p:sp>
        <p:nvSpPr>
          <p:cNvPr id="23" name="">
            <a:extLst xmlns:a="http://schemas.openxmlformats.org/drawingml/2006/main">
              <a:ext uri="{FF2B5EF4-FFF2-40B4-BE49-F238E27FC236}">
                <a16:creationId xmlns:a16="http://schemas.microsoft.com/office/drawing/2014/main" id="{084C6D45-7ECE-49A2-AF60-8B587717FCB8}"/>
              </a:ext>
            </a:extLst>
          </p:cNvPr>
          <p:cNvSpPr>
            <a:spLocks xmlns:a="http://schemas.openxmlformats.org/drawingml/2006/main" noGrp="1"/>
          </p:cNvSpPr>
          <p:nvPr/>
        </p:nvSpPr>
        <p:spPr>
          <a:xfrm xmlns:a="http://schemas.openxmlformats.org/drawingml/2006/main">
            <a:off x="8229600" y="32004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sha256:ffdf…fe72</a:t>
            </a:r>
          </a:p>
        </p:txBody>
      </p:sp>
      <p:sp>
        <p:nvSpPr>
          <p:cNvPr id="24" name="">
            <a:extLst xmlns:a="http://schemas.openxmlformats.org/drawingml/2006/main">
              <a:ext uri="{FF2B5EF4-FFF2-40B4-BE49-F238E27FC236}">
                <a16:creationId xmlns:a16="http://schemas.microsoft.com/office/drawing/2014/main" id="{06913C62-C1B1-4449-85FC-AC8AE89F0939}"/>
              </a:ext>
            </a:extLst>
          </p:cNvPr>
          <p:cNvSpPr>
            <a:spLocks xmlns:a="http://schemas.openxmlformats.org/drawingml/2006/main" noGrp="1"/>
          </p:cNvSpPr>
          <p:nvPr/>
        </p:nvSpPr>
        <p:spPr>
          <a:xfrm xmlns:a="http://schemas.openxmlformats.org/drawingml/2006/main" flipH="0" flipV="0">
            <a:off x="8229600" y="36957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5" name="">
            <a:extLst xmlns:a="http://schemas.openxmlformats.org/drawingml/2006/main">
              <a:ext uri="{FF2B5EF4-FFF2-40B4-BE49-F238E27FC236}">
                <a16:creationId xmlns:a16="http://schemas.microsoft.com/office/drawing/2014/main" id="{F540F90C-907A-4DDC-9741-298A12599DB4}"/>
              </a:ext>
            </a:extLst>
          </p:cNvPr>
          <p:cNvSpPr>
            <a:spLocks xmlns:a="http://schemas.openxmlformats.org/drawingml/2006/main" noGrp="1"/>
          </p:cNvSpPr>
          <p:nvPr/>
        </p:nvSpPr>
        <p:spPr>
          <a:xfrm xmlns:a="http://schemas.openxmlformats.org/drawingml/2006/main">
            <a:off x="609600" y="39624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출력</a:t>
            </a:r>
          </a:p>
        </p:txBody>
      </p:sp>
      <p:sp>
        <p:nvSpPr>
          <p:cNvPr id="26" name="">
            <a:extLst xmlns:a="http://schemas.openxmlformats.org/drawingml/2006/main">
              <a:ext uri="{FF2B5EF4-FFF2-40B4-BE49-F238E27FC236}">
                <a16:creationId xmlns:a16="http://schemas.microsoft.com/office/drawing/2014/main" id="{7981B374-C1FA-4419-96DC-9B89B8099A82}"/>
              </a:ext>
            </a:extLst>
          </p:cNvPr>
          <p:cNvSpPr>
            <a:spLocks xmlns:a="http://schemas.openxmlformats.org/drawingml/2006/main" noGrp="1"/>
          </p:cNvSpPr>
          <p:nvPr/>
        </p:nvSpPr>
        <p:spPr>
          <a:xfrm xmlns:a="http://schemas.openxmlformats.org/drawingml/2006/main">
            <a:off x="609600" y="43053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execution evidence</a:t>
            </a:r>
          </a:p>
        </p:txBody>
      </p:sp>
      <p:sp>
        <p:nvSpPr>
          <p:cNvPr id="27" name="">
            <a:extLst xmlns:a="http://schemas.openxmlformats.org/drawingml/2006/main">
              <a:ext uri="{FF2B5EF4-FFF2-40B4-BE49-F238E27FC236}">
                <a16:creationId xmlns:a16="http://schemas.microsoft.com/office/drawing/2014/main" id="{AF5DF6AD-B91E-4E01-84F2-1D5383087333}"/>
              </a:ext>
            </a:extLst>
          </p:cNvPr>
          <p:cNvSpPr>
            <a:spLocks xmlns:a="http://schemas.openxmlformats.org/drawingml/2006/main" noGrp="1"/>
          </p:cNvSpPr>
          <p:nvPr/>
        </p:nvSpPr>
        <p:spPr>
          <a:xfrm xmlns:a="http://schemas.openxmlformats.org/drawingml/2006/main" flipH="0" flipV="0">
            <a:off x="609600" y="48006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8" name="">
            <a:extLst xmlns:a="http://schemas.openxmlformats.org/drawingml/2006/main">
              <a:ext uri="{FF2B5EF4-FFF2-40B4-BE49-F238E27FC236}">
                <a16:creationId xmlns:a16="http://schemas.microsoft.com/office/drawing/2014/main" id="{E42A04E1-A002-4A17-80F2-F33EF508EAC9}"/>
              </a:ext>
            </a:extLst>
          </p:cNvPr>
          <p:cNvSpPr>
            <a:spLocks xmlns:a="http://schemas.openxmlformats.org/drawingml/2006/main" noGrp="1"/>
          </p:cNvSpPr>
          <p:nvPr/>
        </p:nvSpPr>
        <p:spPr>
          <a:xfrm xmlns:a="http://schemas.openxmlformats.org/drawingml/2006/main">
            <a:off x="4419600" y="39624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토큰</a:t>
            </a:r>
          </a:p>
        </p:txBody>
      </p:sp>
      <p:sp>
        <p:nvSpPr>
          <p:cNvPr id="29" name="">
            <a:extLst xmlns:a="http://schemas.openxmlformats.org/drawingml/2006/main">
              <a:ext uri="{FF2B5EF4-FFF2-40B4-BE49-F238E27FC236}">
                <a16:creationId xmlns:a16="http://schemas.microsoft.com/office/drawing/2014/main" id="{48A7A8E4-04B5-4E16-97CF-72FF2D1FAD26}"/>
              </a:ext>
            </a:extLst>
          </p:cNvPr>
          <p:cNvSpPr>
            <a:spLocks xmlns:a="http://schemas.openxmlformats.org/drawingml/2006/main" noGrp="1"/>
          </p:cNvSpPr>
          <p:nvPr/>
        </p:nvSpPr>
        <p:spPr>
          <a:xfrm xmlns:a="http://schemas.openxmlformats.org/drawingml/2006/main">
            <a:off x="4419600" y="43053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provider count / estimate</a:t>
            </a:r>
          </a:p>
        </p:txBody>
      </p:sp>
      <p:sp>
        <p:nvSpPr>
          <p:cNvPr id="30" name="">
            <a:extLst xmlns:a="http://schemas.openxmlformats.org/drawingml/2006/main">
              <a:ext uri="{FF2B5EF4-FFF2-40B4-BE49-F238E27FC236}">
                <a16:creationId xmlns:a16="http://schemas.microsoft.com/office/drawing/2014/main" id="{D6530358-4AF1-4CE2-8CF7-298FE9E71BD3}"/>
              </a:ext>
            </a:extLst>
          </p:cNvPr>
          <p:cNvSpPr>
            <a:spLocks xmlns:a="http://schemas.openxmlformats.org/drawingml/2006/main" noGrp="1"/>
          </p:cNvSpPr>
          <p:nvPr/>
        </p:nvSpPr>
        <p:spPr>
          <a:xfrm xmlns:a="http://schemas.openxmlformats.org/drawingml/2006/main" flipH="0" flipV="0">
            <a:off x="4419600" y="48006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31" name="">
            <a:extLst xmlns:a="http://schemas.openxmlformats.org/drawingml/2006/main">
              <a:ext uri="{FF2B5EF4-FFF2-40B4-BE49-F238E27FC236}">
                <a16:creationId xmlns:a16="http://schemas.microsoft.com/office/drawing/2014/main" id="{8AFFACF8-D281-41DB-B1E3-5BECB4B68ECC}"/>
              </a:ext>
            </a:extLst>
          </p:cNvPr>
          <p:cNvSpPr>
            <a:spLocks xmlns:a="http://schemas.openxmlformats.org/drawingml/2006/main" noGrp="1"/>
          </p:cNvSpPr>
          <p:nvPr/>
        </p:nvSpPr>
        <p:spPr>
          <a:xfrm xmlns:a="http://schemas.openxmlformats.org/drawingml/2006/main">
            <a:off x="8229600" y="39624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생성 시각</a:t>
            </a:r>
          </a:p>
        </p:txBody>
      </p:sp>
      <p:sp>
        <p:nvSpPr>
          <p:cNvPr id="32" name="">
            <a:extLst xmlns:a="http://schemas.openxmlformats.org/drawingml/2006/main">
              <a:ext uri="{FF2B5EF4-FFF2-40B4-BE49-F238E27FC236}">
                <a16:creationId xmlns:a16="http://schemas.microsoft.com/office/drawing/2014/main" id="{1212D30A-27B9-42B1-9D79-FDA36D4B8FC0}"/>
              </a:ext>
            </a:extLst>
          </p:cNvPr>
          <p:cNvSpPr>
            <a:spLocks xmlns:a="http://schemas.openxmlformats.org/drawingml/2006/main" noGrp="1"/>
          </p:cNvSpPr>
          <p:nvPr/>
        </p:nvSpPr>
        <p:spPr>
          <a:xfrm xmlns:a="http://schemas.openxmlformats.org/drawingml/2006/main">
            <a:off x="8229600" y="43053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FFFFFF"/>
                </a:solidFill>
                <a:latin typeface="Menlo"/>
                <a:ea typeface="Menlo"/>
                <a:cs typeface="Menlo"/>
              </a:defRPr>
            </a:pPr>
            <a:r>
              <a:rPr sz="1575" b="1">
                <a:solidFill>
                  <a:srgbClr val="FFFFFF"/>
                </a:solidFill>
                <a:latin typeface="Menlo"/>
                <a:ea typeface="Menlo"/>
                <a:cs typeface="Menlo"/>
              </a:rPr>
              <a:t>UTC timestamp</a:t>
            </a:r>
          </a:p>
        </p:txBody>
      </p:sp>
      <p:sp>
        <p:nvSpPr>
          <p:cNvPr id="33" name="">
            <a:extLst xmlns:a="http://schemas.openxmlformats.org/drawingml/2006/main">
              <a:ext uri="{FF2B5EF4-FFF2-40B4-BE49-F238E27FC236}">
                <a16:creationId xmlns:a16="http://schemas.microsoft.com/office/drawing/2014/main" id="{2B83B50C-4CD3-487E-83D4-E66D5290BBC0}"/>
              </a:ext>
            </a:extLst>
          </p:cNvPr>
          <p:cNvSpPr>
            <a:spLocks xmlns:a="http://schemas.openxmlformats.org/drawingml/2006/main" noGrp="1"/>
          </p:cNvSpPr>
          <p:nvPr/>
        </p:nvSpPr>
        <p:spPr>
          <a:xfrm xmlns:a="http://schemas.openxmlformats.org/drawingml/2006/main" flipH="0" flipV="0">
            <a:off x="8229600" y="4800600"/>
            <a:ext cx="32385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34" name="">
            <a:extLst xmlns:a="http://schemas.openxmlformats.org/drawingml/2006/main">
              <a:ext uri="{FF2B5EF4-FFF2-40B4-BE49-F238E27FC236}">
                <a16:creationId xmlns:a16="http://schemas.microsoft.com/office/drawing/2014/main" id="{08BF67A6-C63B-4C69-B7C0-1435EC40F31C}"/>
              </a:ext>
            </a:extLst>
          </p:cNvPr>
          <p:cNvSpPr>
            <a:spLocks xmlns:a="http://schemas.openxmlformats.org/drawingml/2006/main" noGrp="1"/>
          </p:cNvSpPr>
          <p:nvPr/>
        </p:nvSpPr>
        <p:spPr>
          <a:xfrm xmlns:a="http://schemas.openxmlformats.org/drawingml/2006/main" flipH="0" flipV="0">
            <a:off x="609600" y="5505450"/>
            <a:ext cx="109728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35" name="">
            <a:extLst xmlns:a="http://schemas.openxmlformats.org/drawingml/2006/main">
              <a:ext uri="{FF2B5EF4-FFF2-40B4-BE49-F238E27FC236}">
                <a16:creationId xmlns:a16="http://schemas.microsoft.com/office/drawing/2014/main" id="{2123F079-ADF8-44E2-9DED-BE140473A16C}"/>
              </a:ext>
            </a:extLst>
          </p:cNvPr>
          <p:cNvSpPr>
            <a:spLocks xmlns:a="http://schemas.openxmlformats.org/drawingml/2006/main" noGrp="1"/>
          </p:cNvSpPr>
          <p:nvPr/>
        </p:nvSpPr>
        <p:spPr>
          <a:xfrm xmlns:a="http://schemas.openxmlformats.org/drawingml/2006/main">
            <a:off x="609600" y="567690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Trace ID = 버전 정보와 실행 결과를 연결하는 공통 식별자 · UTC = Coordinated Universal Time</a:t>
            </a:r>
          </a:p>
        </p:txBody>
      </p:sp>
    </p:spTree>
    <p:extLst>
      <p:ext uri="{BB962C8B-B14F-4D97-AF65-F5344CB8AC3E}">
        <p14:creationId xmlns:p14="http://schemas.microsoft.com/office/powerpoint/2010/main" val="311273805"/>
      </p:ext>
    </p:extLst>
  </p:cSld>
</p:sld>
</file>

<file path=ppt/slides/slide5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D022055-041D-434E-8FFE-56FF490B50DB}"/>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6E2F13AE-41BD-4820-BF90-74D4DF88F954}"/>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51</a:t>
            </a:r>
          </a:p>
        </p:txBody>
      </p:sp>
      <p:sp>
        <p:nvSpPr>
          <p:cNvPr id="3" name="">
            <a:extLst xmlns:a="http://schemas.openxmlformats.org/drawingml/2006/main">
              <a:ext uri="{FF2B5EF4-FFF2-40B4-BE49-F238E27FC236}">
                <a16:creationId xmlns:a16="http://schemas.microsoft.com/office/drawing/2014/main" id="{E2805DBB-48B7-42FB-9AA0-C468BF98629B}"/>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57B34DF0-D67C-4CB4-BC74-A70823E0E26B}"/>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225FCE75-5B9C-406D-960B-8D32F6E98B0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CC86465-21CF-43E6-B17E-2A149E5DFCCA}"/>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서비스 운영의 다섯 평가 기준</a:t>
            </a:r>
          </a:p>
        </p:txBody>
      </p:sp>
      <p:sp>
        <p:nvSpPr>
          <p:cNvPr id="7" name="">
            <a:extLst xmlns:a="http://schemas.openxmlformats.org/drawingml/2006/main">
              <a:ext uri="{FF2B5EF4-FFF2-40B4-BE49-F238E27FC236}">
                <a16:creationId xmlns:a16="http://schemas.microsoft.com/office/drawing/2014/main" id="{36514427-1941-4528-8BB3-E36CAF0E70B3}"/>
              </a:ext>
            </a:extLst>
          </p:cNvPr>
          <p:cNvSpPr>
            <a:spLocks xmlns:a="http://schemas.openxmlformats.org/drawingml/2006/main" noGrp="1"/>
          </p:cNvSpPr>
          <p:nvPr/>
        </p:nvSpPr>
        <p:spPr>
          <a:xfrm xmlns:a="http://schemas.openxmlformats.org/drawingml/2006/main">
            <a:off x="609600" y="15811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8F0B6011-C153-46BB-A46A-3F5C46892BA5}"/>
              </a:ext>
            </a:extLst>
          </p:cNvPr>
          <p:cNvSpPr>
            <a:spLocks xmlns:a="http://schemas.openxmlformats.org/drawingml/2006/main" noGrp="1"/>
          </p:cNvSpPr>
          <p:nvPr/>
        </p:nvSpPr>
        <p:spPr>
          <a:xfrm xmlns:a="http://schemas.openxmlformats.org/drawingml/2006/main">
            <a:off x="1333500" y="15049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325" b="1">
                <a:solidFill>
                  <a:srgbClr val="FFFFFF"/>
                </a:solidFill>
                <a:latin typeface="Menlo"/>
                <a:ea typeface="Menlo"/>
                <a:cs typeface="Menlo"/>
              </a:defRPr>
            </a:pPr>
            <a:r>
              <a:rPr sz="2325" b="1">
                <a:solidFill>
                  <a:srgbClr val="FFFFFF"/>
                </a:solidFill>
                <a:latin typeface="Menlo"/>
                <a:ea typeface="Menlo"/>
                <a:cs typeface="Menlo"/>
              </a:rPr>
              <a:t>품질</a:t>
            </a:r>
          </a:p>
        </p:txBody>
      </p:sp>
      <p:sp>
        <p:nvSpPr>
          <p:cNvPr id="9" name="">
            <a:extLst xmlns:a="http://schemas.openxmlformats.org/drawingml/2006/main">
              <a:ext uri="{FF2B5EF4-FFF2-40B4-BE49-F238E27FC236}">
                <a16:creationId xmlns:a16="http://schemas.microsoft.com/office/drawing/2014/main" id="{A4BAEE7A-4C78-43CE-AD9C-48D6998E8F59}"/>
              </a:ext>
            </a:extLst>
          </p:cNvPr>
          <p:cNvSpPr>
            <a:spLocks xmlns:a="http://schemas.openxmlformats.org/drawingml/2006/main" noGrp="1"/>
          </p:cNvSpPr>
          <p:nvPr/>
        </p:nvSpPr>
        <p:spPr>
          <a:xfrm xmlns:a="http://schemas.openxmlformats.org/drawingml/2006/main">
            <a:off x="5219700" y="1581150"/>
            <a:ext cx="636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업무 정답 · 근거 · 형식 · 유용성</a:t>
            </a:r>
          </a:p>
        </p:txBody>
      </p:sp>
      <p:sp>
        <p:nvSpPr>
          <p:cNvPr id="10" name="">
            <a:extLst xmlns:a="http://schemas.openxmlformats.org/drawingml/2006/main">
              <a:ext uri="{FF2B5EF4-FFF2-40B4-BE49-F238E27FC236}">
                <a16:creationId xmlns:a16="http://schemas.microsoft.com/office/drawing/2014/main" id="{F6518453-37F4-4295-A71F-50BC0319A591}"/>
              </a:ext>
            </a:extLst>
          </p:cNvPr>
          <p:cNvSpPr>
            <a:spLocks xmlns:a="http://schemas.openxmlformats.org/drawingml/2006/main" noGrp="1"/>
          </p:cNvSpPr>
          <p:nvPr/>
        </p:nvSpPr>
        <p:spPr>
          <a:xfrm xmlns:a="http://schemas.openxmlformats.org/drawingml/2006/main" flipH="0" flipV="0">
            <a:off x="1333500" y="2095500"/>
            <a:ext cx="10248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1" name="">
            <a:extLst xmlns:a="http://schemas.openxmlformats.org/drawingml/2006/main">
              <a:ext uri="{FF2B5EF4-FFF2-40B4-BE49-F238E27FC236}">
                <a16:creationId xmlns:a16="http://schemas.microsoft.com/office/drawing/2014/main" id="{D87BAF95-4FD6-433A-9BA0-7EFC38AA4ACC}"/>
              </a:ext>
            </a:extLst>
          </p:cNvPr>
          <p:cNvSpPr>
            <a:spLocks xmlns:a="http://schemas.openxmlformats.org/drawingml/2006/main" noGrp="1"/>
          </p:cNvSpPr>
          <p:nvPr/>
        </p:nvSpPr>
        <p:spPr>
          <a:xfrm xmlns:a="http://schemas.openxmlformats.org/drawingml/2006/main">
            <a:off x="609600" y="24574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3912DDAE-8382-41B1-A486-2020454DAEB7}"/>
              </a:ext>
            </a:extLst>
          </p:cNvPr>
          <p:cNvSpPr>
            <a:spLocks xmlns:a="http://schemas.openxmlformats.org/drawingml/2006/main" noGrp="1"/>
          </p:cNvSpPr>
          <p:nvPr/>
        </p:nvSpPr>
        <p:spPr>
          <a:xfrm xmlns:a="http://schemas.openxmlformats.org/drawingml/2006/main">
            <a:off x="1333500" y="2381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325" b="1">
                <a:solidFill>
                  <a:srgbClr val="FFFFFF"/>
                </a:solidFill>
                <a:latin typeface="Menlo"/>
                <a:ea typeface="Menlo"/>
                <a:cs typeface="Menlo"/>
              </a:defRPr>
            </a:pPr>
            <a:r>
              <a:rPr sz="2325" b="1">
                <a:solidFill>
                  <a:srgbClr val="FFFFFF"/>
                </a:solidFill>
                <a:latin typeface="Menlo"/>
                <a:ea typeface="Menlo"/>
                <a:cs typeface="Menlo"/>
              </a:rPr>
              <a:t>응답 지연</a:t>
            </a:r>
          </a:p>
        </p:txBody>
      </p:sp>
      <p:sp>
        <p:nvSpPr>
          <p:cNvPr id="13" name="">
            <a:extLst xmlns:a="http://schemas.openxmlformats.org/drawingml/2006/main">
              <a:ext uri="{FF2B5EF4-FFF2-40B4-BE49-F238E27FC236}">
                <a16:creationId xmlns:a16="http://schemas.microsoft.com/office/drawing/2014/main" id="{54EC74CD-DA9A-44A8-9990-05EF443A7076}"/>
              </a:ext>
            </a:extLst>
          </p:cNvPr>
          <p:cNvSpPr>
            <a:spLocks xmlns:a="http://schemas.openxmlformats.org/drawingml/2006/main" noGrp="1"/>
          </p:cNvSpPr>
          <p:nvPr/>
        </p:nvSpPr>
        <p:spPr>
          <a:xfrm xmlns:a="http://schemas.openxmlformats.org/drawingml/2006/main">
            <a:off x="5219700" y="2457450"/>
            <a:ext cx="636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평균 · 50번째 백분위 · 95번째 백분위 · 시간 초과</a:t>
            </a:r>
          </a:p>
        </p:txBody>
      </p:sp>
      <p:sp>
        <p:nvSpPr>
          <p:cNvPr id="14" name="">
            <a:extLst xmlns:a="http://schemas.openxmlformats.org/drawingml/2006/main">
              <a:ext uri="{FF2B5EF4-FFF2-40B4-BE49-F238E27FC236}">
                <a16:creationId xmlns:a16="http://schemas.microsoft.com/office/drawing/2014/main" id="{0A1CE928-72DB-4C3C-BD7D-54A61DE7B814}"/>
              </a:ext>
            </a:extLst>
          </p:cNvPr>
          <p:cNvSpPr>
            <a:spLocks xmlns:a="http://schemas.openxmlformats.org/drawingml/2006/main" noGrp="1"/>
          </p:cNvSpPr>
          <p:nvPr/>
        </p:nvSpPr>
        <p:spPr>
          <a:xfrm xmlns:a="http://schemas.openxmlformats.org/drawingml/2006/main" flipH="0" flipV="0">
            <a:off x="1333500" y="2971800"/>
            <a:ext cx="10248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5" name="">
            <a:extLst xmlns:a="http://schemas.openxmlformats.org/drawingml/2006/main">
              <a:ext uri="{FF2B5EF4-FFF2-40B4-BE49-F238E27FC236}">
                <a16:creationId xmlns:a16="http://schemas.microsoft.com/office/drawing/2014/main" id="{E3EC0E64-C4DB-4DB7-B106-E87B858ED493}"/>
              </a:ext>
            </a:extLst>
          </p:cNvPr>
          <p:cNvSpPr>
            <a:spLocks xmlns:a="http://schemas.openxmlformats.org/drawingml/2006/main" noGrp="1"/>
          </p:cNvSpPr>
          <p:nvPr/>
        </p:nvSpPr>
        <p:spPr>
          <a:xfrm xmlns:a="http://schemas.openxmlformats.org/drawingml/2006/main">
            <a:off x="609600" y="33337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A111172A-8BCC-4CC9-91B8-5239D8D44E9E}"/>
              </a:ext>
            </a:extLst>
          </p:cNvPr>
          <p:cNvSpPr>
            <a:spLocks xmlns:a="http://schemas.openxmlformats.org/drawingml/2006/main" noGrp="1"/>
          </p:cNvSpPr>
          <p:nvPr/>
        </p:nvSpPr>
        <p:spPr>
          <a:xfrm xmlns:a="http://schemas.openxmlformats.org/drawingml/2006/main">
            <a:off x="1333500" y="32575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325" b="1">
                <a:solidFill>
                  <a:srgbClr val="FFFFFF"/>
                </a:solidFill>
                <a:latin typeface="Menlo"/>
                <a:ea typeface="Menlo"/>
                <a:cs typeface="Menlo"/>
              </a:defRPr>
            </a:pPr>
            <a:r>
              <a:rPr sz="2325" b="1">
                <a:solidFill>
                  <a:srgbClr val="FFFFFF"/>
                </a:solidFill>
                <a:latin typeface="Menlo"/>
                <a:ea typeface="Menlo"/>
                <a:cs typeface="Menlo"/>
              </a:rPr>
              <a:t>비용</a:t>
            </a:r>
          </a:p>
        </p:txBody>
      </p:sp>
      <p:sp>
        <p:nvSpPr>
          <p:cNvPr id="17" name="">
            <a:extLst xmlns:a="http://schemas.openxmlformats.org/drawingml/2006/main">
              <a:ext uri="{FF2B5EF4-FFF2-40B4-BE49-F238E27FC236}">
                <a16:creationId xmlns:a16="http://schemas.microsoft.com/office/drawing/2014/main" id="{086012EA-430D-49E0-98B5-DB3A4C9E06C2}"/>
              </a:ext>
            </a:extLst>
          </p:cNvPr>
          <p:cNvSpPr>
            <a:spLocks xmlns:a="http://schemas.openxmlformats.org/drawingml/2006/main" noGrp="1"/>
          </p:cNvSpPr>
          <p:nvPr/>
        </p:nvSpPr>
        <p:spPr>
          <a:xfrm xmlns:a="http://schemas.openxmlformats.org/drawingml/2006/main">
            <a:off x="5219700" y="3333750"/>
            <a:ext cx="636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토큰 · 모델 · 도구 · 캐시</a:t>
            </a:r>
          </a:p>
        </p:txBody>
      </p:sp>
      <p:sp>
        <p:nvSpPr>
          <p:cNvPr id="18" name="">
            <a:extLst xmlns:a="http://schemas.openxmlformats.org/drawingml/2006/main">
              <a:ext uri="{FF2B5EF4-FFF2-40B4-BE49-F238E27FC236}">
                <a16:creationId xmlns:a16="http://schemas.microsoft.com/office/drawing/2014/main" id="{60B9CB74-6F9A-4DE2-B9AD-A56970EDF634}"/>
              </a:ext>
            </a:extLst>
          </p:cNvPr>
          <p:cNvSpPr>
            <a:spLocks xmlns:a="http://schemas.openxmlformats.org/drawingml/2006/main" noGrp="1"/>
          </p:cNvSpPr>
          <p:nvPr/>
        </p:nvSpPr>
        <p:spPr>
          <a:xfrm xmlns:a="http://schemas.openxmlformats.org/drawingml/2006/main" flipH="0" flipV="0">
            <a:off x="1333500" y="3848100"/>
            <a:ext cx="10248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9" name="">
            <a:extLst xmlns:a="http://schemas.openxmlformats.org/drawingml/2006/main">
              <a:ext uri="{FF2B5EF4-FFF2-40B4-BE49-F238E27FC236}">
                <a16:creationId xmlns:a16="http://schemas.microsoft.com/office/drawing/2014/main" id="{9ADF435B-1D73-40EB-8904-56321A14DB1E}"/>
              </a:ext>
            </a:extLst>
          </p:cNvPr>
          <p:cNvSpPr>
            <a:spLocks xmlns:a="http://schemas.openxmlformats.org/drawingml/2006/main" noGrp="1"/>
          </p:cNvSpPr>
          <p:nvPr/>
        </p:nvSpPr>
        <p:spPr>
          <a:xfrm xmlns:a="http://schemas.openxmlformats.org/drawingml/2006/main">
            <a:off x="609600" y="42100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A2CC0A4D-2340-4617-A09D-85F29F4D0565}"/>
              </a:ext>
            </a:extLst>
          </p:cNvPr>
          <p:cNvSpPr>
            <a:spLocks xmlns:a="http://schemas.openxmlformats.org/drawingml/2006/main" noGrp="1"/>
          </p:cNvSpPr>
          <p:nvPr/>
        </p:nvSpPr>
        <p:spPr>
          <a:xfrm xmlns:a="http://schemas.openxmlformats.org/drawingml/2006/main">
            <a:off x="1333500" y="41338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325" b="1">
                <a:solidFill>
                  <a:srgbClr val="FFFFFF"/>
                </a:solidFill>
                <a:latin typeface="Menlo"/>
                <a:ea typeface="Menlo"/>
                <a:cs typeface="Menlo"/>
              </a:defRPr>
            </a:pPr>
            <a:r>
              <a:rPr sz="2325" b="1">
                <a:solidFill>
                  <a:srgbClr val="FFFFFF"/>
                </a:solidFill>
                <a:latin typeface="Menlo"/>
                <a:ea typeface="Menlo"/>
                <a:cs typeface="Menlo"/>
              </a:rPr>
              <a:t>안전성</a:t>
            </a:r>
          </a:p>
        </p:txBody>
      </p:sp>
      <p:sp>
        <p:nvSpPr>
          <p:cNvPr id="21" name="">
            <a:extLst xmlns:a="http://schemas.openxmlformats.org/drawingml/2006/main">
              <a:ext uri="{FF2B5EF4-FFF2-40B4-BE49-F238E27FC236}">
                <a16:creationId xmlns:a16="http://schemas.microsoft.com/office/drawing/2014/main" id="{B001B578-5ABD-41E6-B89D-F607D919DA5A}"/>
              </a:ext>
            </a:extLst>
          </p:cNvPr>
          <p:cNvSpPr>
            <a:spLocks xmlns:a="http://schemas.openxmlformats.org/drawingml/2006/main" noGrp="1"/>
          </p:cNvSpPr>
          <p:nvPr/>
        </p:nvSpPr>
        <p:spPr>
          <a:xfrm xmlns:a="http://schemas.openxmlformats.org/drawingml/2006/main">
            <a:off x="5219700" y="4210050"/>
            <a:ext cx="636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개인 식별 정보(Personally Identifiable Information, PII)</a:t>
            </a:r>
          </a:p>
          <a:p xmlns:a="http://schemas.openxmlformats.org/drawingml/2006/main">
            <a:pPr algn="l">
              <a:lnSpc>
                <a:spcPct val="108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프롬프트 주입 · 권한 · 감사</a:t>
            </a:r>
          </a:p>
        </p:txBody>
      </p:sp>
      <p:sp>
        <p:nvSpPr>
          <p:cNvPr id="22" name="">
            <a:extLst xmlns:a="http://schemas.openxmlformats.org/drawingml/2006/main">
              <a:ext uri="{FF2B5EF4-FFF2-40B4-BE49-F238E27FC236}">
                <a16:creationId xmlns:a16="http://schemas.microsoft.com/office/drawing/2014/main" id="{3B614912-D15B-465A-8A53-8A19B97B7A14}"/>
              </a:ext>
            </a:extLst>
          </p:cNvPr>
          <p:cNvSpPr>
            <a:spLocks xmlns:a="http://schemas.openxmlformats.org/drawingml/2006/main" noGrp="1"/>
          </p:cNvSpPr>
          <p:nvPr/>
        </p:nvSpPr>
        <p:spPr>
          <a:xfrm xmlns:a="http://schemas.openxmlformats.org/drawingml/2006/main" flipH="0" flipV="0">
            <a:off x="1333500" y="4724400"/>
            <a:ext cx="10248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3" name="">
            <a:extLst xmlns:a="http://schemas.openxmlformats.org/drawingml/2006/main">
              <a:ext uri="{FF2B5EF4-FFF2-40B4-BE49-F238E27FC236}">
                <a16:creationId xmlns:a16="http://schemas.microsoft.com/office/drawing/2014/main" id="{CE264FA3-1AD4-486B-B742-B069A09246EC}"/>
              </a:ext>
            </a:extLst>
          </p:cNvPr>
          <p:cNvSpPr>
            <a:spLocks xmlns:a="http://schemas.openxmlformats.org/drawingml/2006/main" noGrp="1"/>
          </p:cNvSpPr>
          <p:nvPr/>
        </p:nvSpPr>
        <p:spPr>
          <a:xfrm xmlns:a="http://schemas.openxmlformats.org/drawingml/2006/main">
            <a:off x="609600" y="5086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05</a:t>
            </a:r>
          </a:p>
        </p:txBody>
      </p:sp>
      <p:sp>
        <p:nvSpPr>
          <p:cNvPr id="24" name="">
            <a:extLst xmlns:a="http://schemas.openxmlformats.org/drawingml/2006/main">
              <a:ext uri="{FF2B5EF4-FFF2-40B4-BE49-F238E27FC236}">
                <a16:creationId xmlns:a16="http://schemas.microsoft.com/office/drawing/2014/main" id="{2CFE0773-56A2-462A-8C27-4AFA19DBE3B1}"/>
              </a:ext>
            </a:extLst>
          </p:cNvPr>
          <p:cNvSpPr>
            <a:spLocks xmlns:a="http://schemas.openxmlformats.org/drawingml/2006/main" noGrp="1"/>
          </p:cNvSpPr>
          <p:nvPr/>
        </p:nvSpPr>
        <p:spPr>
          <a:xfrm xmlns:a="http://schemas.openxmlformats.org/drawingml/2006/main">
            <a:off x="1333500" y="5010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325" b="1">
                <a:solidFill>
                  <a:srgbClr val="FFFFFF"/>
                </a:solidFill>
                <a:latin typeface="Menlo"/>
                <a:ea typeface="Menlo"/>
                <a:cs typeface="Menlo"/>
              </a:defRPr>
            </a:pPr>
            <a:r>
              <a:rPr sz="2325" b="1">
                <a:solidFill>
                  <a:srgbClr val="FFFFFF"/>
                </a:solidFill>
                <a:latin typeface="Menlo"/>
                <a:ea typeface="Menlo"/>
                <a:cs typeface="Menlo"/>
              </a:rPr>
              <a:t>재현성</a:t>
            </a:r>
          </a:p>
        </p:txBody>
      </p:sp>
      <p:sp>
        <p:nvSpPr>
          <p:cNvPr id="25" name="">
            <a:extLst xmlns:a="http://schemas.openxmlformats.org/drawingml/2006/main">
              <a:ext uri="{FF2B5EF4-FFF2-40B4-BE49-F238E27FC236}">
                <a16:creationId xmlns:a16="http://schemas.microsoft.com/office/drawing/2014/main" id="{590FFFDA-7A27-44DB-9B2D-A6FF806BA334}"/>
              </a:ext>
            </a:extLst>
          </p:cNvPr>
          <p:cNvSpPr>
            <a:spLocks xmlns:a="http://schemas.openxmlformats.org/drawingml/2006/main" noGrp="1"/>
          </p:cNvSpPr>
          <p:nvPr/>
        </p:nvSpPr>
        <p:spPr>
          <a:xfrm xmlns:a="http://schemas.openxmlformats.org/drawingml/2006/main">
            <a:off x="5219700" y="5086350"/>
            <a:ext cx="636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FFFFFF"/>
                </a:solidFill>
                <a:latin typeface="AppleGothic"/>
                <a:ea typeface="AppleGothic"/>
                <a:cs typeface="AppleGothic"/>
              </a:defRPr>
            </a:pPr>
            <a:r>
              <a:rPr sz="1350" b="0">
                <a:solidFill>
                  <a:srgbClr val="FFFFFF"/>
                </a:solidFill>
                <a:latin typeface="AppleGothic"/>
                <a:ea typeface="AppleGothic"/>
                <a:cs typeface="AppleGothic"/>
              </a:rPr>
              <a:t>환경 · 버전 · 실행 추적 · 커밋</a:t>
            </a:r>
          </a:p>
        </p:txBody>
      </p:sp>
      <p:sp>
        <p:nvSpPr>
          <p:cNvPr id="26" name="">
            <a:extLst xmlns:a="http://schemas.openxmlformats.org/drawingml/2006/main">
              <a:ext uri="{FF2B5EF4-FFF2-40B4-BE49-F238E27FC236}">
                <a16:creationId xmlns:a16="http://schemas.microsoft.com/office/drawing/2014/main" id="{2A1DCA4A-DF14-4195-8ED1-72EEB5728216}"/>
              </a:ext>
            </a:extLst>
          </p:cNvPr>
          <p:cNvSpPr>
            <a:spLocks xmlns:a="http://schemas.openxmlformats.org/drawingml/2006/main" noGrp="1"/>
          </p:cNvSpPr>
          <p:nvPr/>
        </p:nvSpPr>
        <p:spPr>
          <a:xfrm xmlns:a="http://schemas.openxmlformats.org/drawingml/2006/main" flipH="0" flipV="0">
            <a:off x="1333500" y="5600700"/>
            <a:ext cx="10248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2108381731"/>
      </p:ext>
    </p:extLst>
  </p:cSld>
</p:sld>
</file>

<file path=ppt/slides/slide5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54866A2-FB58-43B9-AE1F-3C342EF4146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4D3418D2-19BB-437C-9D04-4D462DB45C9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52</a:t>
            </a:r>
          </a:p>
        </p:txBody>
      </p:sp>
      <p:sp>
        <p:nvSpPr>
          <p:cNvPr id="3" name="">
            <a:extLst xmlns:a="http://schemas.openxmlformats.org/drawingml/2006/main">
              <a:ext uri="{FF2B5EF4-FFF2-40B4-BE49-F238E27FC236}">
                <a16:creationId xmlns:a16="http://schemas.microsoft.com/office/drawing/2014/main" id="{DD7D8533-D7D9-4DD3-A110-6B002353DA8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E75197C6-A96F-4675-B110-1DB0112FB6CD}"/>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EFBC34BD-6695-4DD2-B666-DBBDC9BDFE4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901C44F0-2A0C-436C-AE0E-1A8F11C1C88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운영 지표의 상충 관계</a:t>
            </a:r>
          </a:p>
        </p:txBody>
      </p:sp>
      <p:sp>
        <p:nvSpPr>
          <p:cNvPr id="7" name="">
            <a:extLst xmlns:a="http://schemas.openxmlformats.org/drawingml/2006/main">
              <a:ext uri="{FF2B5EF4-FFF2-40B4-BE49-F238E27FC236}">
                <a16:creationId xmlns:a16="http://schemas.microsoft.com/office/drawing/2014/main" id="{E1D5F226-C12A-410C-9BF6-E3D7358C6EFF}"/>
              </a:ext>
            </a:extLst>
          </p:cNvPr>
          <p:cNvSpPr>
            <a:spLocks xmlns:a="http://schemas.openxmlformats.org/drawingml/2006/main" noGrp="1"/>
          </p:cNvSpPr>
          <p:nvPr/>
        </p:nvSpPr>
        <p:spPr>
          <a:xfrm xmlns:a="http://schemas.openxmlformats.org/drawingml/2006/main">
            <a:off x="609600" y="14478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한 지표의 개선은 다른 지표의 비용을 함께 확인할 때만 운영 판단으로 완성</a:t>
            </a:r>
          </a:p>
        </p:txBody>
      </p:sp>
      <p:sp>
        <p:nvSpPr>
          <p:cNvPr id="8" name="">
            <a:extLst xmlns:a="http://schemas.openxmlformats.org/drawingml/2006/main">
              <a:ext uri="{FF2B5EF4-FFF2-40B4-BE49-F238E27FC236}">
                <a16:creationId xmlns:a16="http://schemas.microsoft.com/office/drawing/2014/main" id="{91207CA1-50B7-4405-9A80-FCAC6BAF4F21}"/>
              </a:ext>
            </a:extLst>
          </p:cNvPr>
          <p:cNvSpPr>
            <a:spLocks xmlns:a="http://schemas.openxmlformats.org/drawingml/2006/main" noGrp="1"/>
          </p:cNvSpPr>
          <p:nvPr/>
        </p:nvSpPr>
        <p:spPr>
          <a:xfrm xmlns:a="http://schemas.openxmlformats.org/drawingml/2006/main">
            <a:off x="609600" y="2038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125" b="1">
                <a:solidFill>
                  <a:srgbClr val="667085"/>
                </a:solidFill>
                <a:latin typeface="AppleGothic"/>
                <a:ea typeface="AppleGothic"/>
                <a:cs typeface="AppleGothic"/>
              </a:defRPr>
            </a:pPr>
            <a:r>
              <a:rPr sz="1125" b="1">
                <a:solidFill>
                  <a:srgbClr val="667085"/>
                </a:solidFill>
                <a:latin typeface="AppleGothic"/>
                <a:ea typeface="AppleGothic"/>
                <a:cs typeface="AppleGothic"/>
              </a:rPr>
              <a:t>판단 축</a:t>
            </a:r>
          </a:p>
        </p:txBody>
      </p:sp>
      <p:sp>
        <p:nvSpPr>
          <p:cNvPr id="9" name="">
            <a:extLst xmlns:a="http://schemas.openxmlformats.org/drawingml/2006/main">
              <a:ext uri="{FF2B5EF4-FFF2-40B4-BE49-F238E27FC236}">
                <a16:creationId xmlns:a16="http://schemas.microsoft.com/office/drawing/2014/main" id="{FD09FB9E-FA31-4555-A406-7DCF96AD00A2}"/>
              </a:ext>
            </a:extLst>
          </p:cNvPr>
          <p:cNvSpPr>
            <a:spLocks xmlns:a="http://schemas.openxmlformats.org/drawingml/2006/main" noGrp="1"/>
          </p:cNvSpPr>
          <p:nvPr/>
        </p:nvSpPr>
        <p:spPr>
          <a:xfrm xmlns:a="http://schemas.openxmlformats.org/drawingml/2006/main">
            <a:off x="3733800" y="203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125" b="1">
                <a:solidFill>
                  <a:srgbClr val="667085"/>
                </a:solidFill>
                <a:latin typeface="AppleGothic"/>
                <a:ea typeface="AppleGothic"/>
                <a:cs typeface="AppleGothic"/>
              </a:defRPr>
            </a:pPr>
            <a:r>
              <a:rPr sz="1125" b="1">
                <a:solidFill>
                  <a:srgbClr val="667085"/>
                </a:solidFill>
                <a:latin typeface="AppleGothic"/>
                <a:ea typeface="AppleGothic"/>
                <a:cs typeface="AppleGothic"/>
              </a:rPr>
              <a:t>변경 레버</a:t>
            </a:r>
          </a:p>
        </p:txBody>
      </p:sp>
      <p:sp>
        <p:nvSpPr>
          <p:cNvPr id="10" name="">
            <a:extLst xmlns:a="http://schemas.openxmlformats.org/drawingml/2006/main">
              <a:ext uri="{FF2B5EF4-FFF2-40B4-BE49-F238E27FC236}">
                <a16:creationId xmlns:a16="http://schemas.microsoft.com/office/drawing/2014/main" id="{93707FDF-EBE6-4116-8729-D7DA49D333D8}"/>
              </a:ext>
            </a:extLst>
          </p:cNvPr>
          <p:cNvSpPr>
            <a:spLocks xmlns:a="http://schemas.openxmlformats.org/drawingml/2006/main" noGrp="1"/>
          </p:cNvSpPr>
          <p:nvPr/>
        </p:nvSpPr>
        <p:spPr>
          <a:xfrm xmlns:a="http://schemas.openxmlformats.org/drawingml/2006/main">
            <a:off x="7505700" y="2038350"/>
            <a:ext cx="3695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125" b="1">
                <a:solidFill>
                  <a:srgbClr val="667085"/>
                </a:solidFill>
                <a:latin typeface="AppleGothic"/>
                <a:ea typeface="AppleGothic"/>
                <a:cs typeface="AppleGothic"/>
              </a:defRPr>
            </a:pPr>
            <a:r>
              <a:rPr sz="1125" b="1">
                <a:solidFill>
                  <a:srgbClr val="667085"/>
                </a:solidFill>
                <a:latin typeface="AppleGothic"/>
                <a:ea typeface="AppleGothic"/>
                <a:cs typeface="AppleGothic"/>
              </a:rPr>
              <a:t>함께 확인할 손실</a:t>
            </a:r>
          </a:p>
        </p:txBody>
      </p:sp>
      <p:sp>
        <p:nvSpPr>
          <p:cNvPr id="11" name="">
            <a:extLst xmlns:a="http://schemas.openxmlformats.org/drawingml/2006/main">
              <a:ext uri="{FF2B5EF4-FFF2-40B4-BE49-F238E27FC236}">
                <a16:creationId xmlns:a16="http://schemas.microsoft.com/office/drawing/2014/main" id="{6191B6C3-837D-4856-A6CB-607BC42B7758}"/>
              </a:ext>
            </a:extLst>
          </p:cNvPr>
          <p:cNvSpPr>
            <a:spLocks xmlns:a="http://schemas.openxmlformats.org/drawingml/2006/main" noGrp="1"/>
          </p:cNvSpPr>
          <p:nvPr/>
        </p:nvSpPr>
        <p:spPr>
          <a:xfrm xmlns:a="http://schemas.openxmlformats.org/drawingml/2006/main" flipH="0" flipV="0">
            <a:off x="609600" y="2400300"/>
            <a:ext cx="10972800" cy="0"/>
          </a:xfrm>
          <a:prstGeom xmlns:a="http://schemas.openxmlformats.org/drawingml/2006/main" prst="line">
            <a:avLst/>
          </a:prstGeom>
          <a:noFill xmlns:a="http://schemas.openxmlformats.org/drawingml/2006/main"/>
          <a:ln xmlns:a="http://schemas.openxmlformats.org/drawingml/2006/main" w="28575">
            <a:solidFill>
              <a:srgbClr val="0B1F3A"/>
            </a:solidFill>
            <a:prstDash val="solid"/>
          </a:ln>
        </p:spPr>
      </p:sp>
      <p:sp>
        <p:nvSpPr>
          <p:cNvPr id="12" name="">
            <a:extLst xmlns:a="http://schemas.openxmlformats.org/drawingml/2006/main">
              <a:ext uri="{FF2B5EF4-FFF2-40B4-BE49-F238E27FC236}">
                <a16:creationId xmlns:a16="http://schemas.microsoft.com/office/drawing/2014/main" id="{DCF761A5-437A-4C4B-8068-7EBFB1CB55D8}"/>
              </a:ext>
            </a:extLst>
          </p:cNvPr>
          <p:cNvSpPr>
            <a:spLocks xmlns:a="http://schemas.openxmlformats.org/drawingml/2006/main" noGrp="1"/>
          </p:cNvSpPr>
          <p:nvPr/>
        </p:nvSpPr>
        <p:spPr>
          <a:xfrm xmlns:a="http://schemas.openxmlformats.org/drawingml/2006/main">
            <a:off x="609600" y="25717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품질 ↔ 비용</a:t>
            </a:r>
          </a:p>
        </p:txBody>
      </p:sp>
      <p:sp>
        <p:nvSpPr>
          <p:cNvPr id="13" name="">
            <a:extLst xmlns:a="http://schemas.openxmlformats.org/drawingml/2006/main">
              <a:ext uri="{FF2B5EF4-FFF2-40B4-BE49-F238E27FC236}">
                <a16:creationId xmlns:a16="http://schemas.microsoft.com/office/drawing/2014/main" id="{A9192EC7-8A65-4FCF-AA7A-25DC0A008F92}"/>
              </a:ext>
            </a:extLst>
          </p:cNvPr>
          <p:cNvSpPr>
            <a:spLocks xmlns:a="http://schemas.openxmlformats.org/drawingml/2006/main" noGrp="1"/>
          </p:cNvSpPr>
          <p:nvPr/>
        </p:nvSpPr>
        <p:spPr>
          <a:xfrm xmlns:a="http://schemas.openxmlformats.org/drawingml/2006/main">
            <a:off x="3733800" y="257175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상위 모델 · 긴 맥락</a:t>
            </a:r>
          </a:p>
        </p:txBody>
      </p:sp>
      <p:sp>
        <p:nvSpPr>
          <p:cNvPr id="14" name="">
            <a:extLst xmlns:a="http://schemas.openxmlformats.org/drawingml/2006/main">
              <a:ext uri="{FF2B5EF4-FFF2-40B4-BE49-F238E27FC236}">
                <a16:creationId xmlns:a16="http://schemas.microsoft.com/office/drawing/2014/main" id="{C5841930-5890-4AC5-944E-C39466DF765F}"/>
              </a:ext>
            </a:extLst>
          </p:cNvPr>
          <p:cNvSpPr>
            <a:spLocks xmlns:a="http://schemas.openxmlformats.org/drawingml/2006/main" noGrp="1"/>
          </p:cNvSpPr>
          <p:nvPr/>
        </p:nvSpPr>
        <p:spPr>
          <a:xfrm xmlns:a="http://schemas.openxmlformats.org/drawingml/2006/main">
            <a:off x="7505700" y="257175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요청당 비용 · 처리량</a:t>
            </a:r>
          </a:p>
        </p:txBody>
      </p:sp>
      <p:sp>
        <p:nvSpPr>
          <p:cNvPr id="15" name="">
            <a:extLst xmlns:a="http://schemas.openxmlformats.org/drawingml/2006/main">
              <a:ext uri="{FF2B5EF4-FFF2-40B4-BE49-F238E27FC236}">
                <a16:creationId xmlns:a16="http://schemas.microsoft.com/office/drawing/2014/main" id="{9F37DD39-E1DD-4298-BCB3-35E229A6A84A}"/>
              </a:ext>
            </a:extLst>
          </p:cNvPr>
          <p:cNvSpPr>
            <a:spLocks xmlns:a="http://schemas.openxmlformats.org/drawingml/2006/main" noGrp="1"/>
          </p:cNvSpPr>
          <p:nvPr/>
        </p:nvSpPr>
        <p:spPr>
          <a:xfrm xmlns:a="http://schemas.openxmlformats.org/drawingml/2006/main" flipH="0" flipV="0">
            <a:off x="609600" y="312420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6EBEB4B5-EA3B-4B6A-9D96-1D13D84546DA}"/>
              </a:ext>
            </a:extLst>
          </p:cNvPr>
          <p:cNvSpPr>
            <a:spLocks xmlns:a="http://schemas.openxmlformats.org/drawingml/2006/main" noGrp="1"/>
          </p:cNvSpPr>
          <p:nvPr/>
        </p:nvSpPr>
        <p:spPr>
          <a:xfrm xmlns:a="http://schemas.openxmlformats.org/drawingml/2006/main">
            <a:off x="609600" y="33528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품질 ↔ 응답 시간</a:t>
            </a:r>
          </a:p>
        </p:txBody>
      </p:sp>
      <p:sp>
        <p:nvSpPr>
          <p:cNvPr id="17" name="">
            <a:extLst xmlns:a="http://schemas.openxmlformats.org/drawingml/2006/main">
              <a:ext uri="{FF2B5EF4-FFF2-40B4-BE49-F238E27FC236}">
                <a16:creationId xmlns:a16="http://schemas.microsoft.com/office/drawing/2014/main" id="{2B3BEF74-3257-43C3-BE59-FBD155AC2CA3}"/>
              </a:ext>
            </a:extLst>
          </p:cNvPr>
          <p:cNvSpPr>
            <a:spLocks xmlns:a="http://schemas.openxmlformats.org/drawingml/2006/main" noGrp="1"/>
          </p:cNvSpPr>
          <p:nvPr/>
        </p:nvSpPr>
        <p:spPr>
          <a:xfrm xmlns:a="http://schemas.openxmlformats.org/drawingml/2006/main">
            <a:off x="3733800" y="33528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검색 · 도구 · 검증 단계</a:t>
            </a:r>
          </a:p>
        </p:txBody>
      </p:sp>
      <p:sp>
        <p:nvSpPr>
          <p:cNvPr id="18" name="">
            <a:extLst xmlns:a="http://schemas.openxmlformats.org/drawingml/2006/main">
              <a:ext uri="{FF2B5EF4-FFF2-40B4-BE49-F238E27FC236}">
                <a16:creationId xmlns:a16="http://schemas.microsoft.com/office/drawing/2014/main" id="{E833067F-15F0-4D17-8B63-7B78016E48FE}"/>
              </a:ext>
            </a:extLst>
          </p:cNvPr>
          <p:cNvSpPr>
            <a:spLocks xmlns:a="http://schemas.openxmlformats.org/drawingml/2006/main" noGrp="1"/>
          </p:cNvSpPr>
          <p:nvPr/>
        </p:nvSpPr>
        <p:spPr>
          <a:xfrm xmlns:a="http://schemas.openxmlformats.org/drawingml/2006/main">
            <a:off x="7505700" y="335280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대기시간 · 시간 초과</a:t>
            </a:r>
          </a:p>
        </p:txBody>
      </p:sp>
      <p:sp>
        <p:nvSpPr>
          <p:cNvPr id="19" name="">
            <a:extLst xmlns:a="http://schemas.openxmlformats.org/drawingml/2006/main">
              <a:ext uri="{FF2B5EF4-FFF2-40B4-BE49-F238E27FC236}">
                <a16:creationId xmlns:a16="http://schemas.microsoft.com/office/drawing/2014/main" id="{D95B2C21-1414-4C50-A20E-ABEB31A31156}"/>
              </a:ext>
            </a:extLst>
          </p:cNvPr>
          <p:cNvSpPr>
            <a:spLocks xmlns:a="http://schemas.openxmlformats.org/drawingml/2006/main" noGrp="1"/>
          </p:cNvSpPr>
          <p:nvPr/>
        </p:nvSpPr>
        <p:spPr>
          <a:xfrm xmlns:a="http://schemas.openxmlformats.org/drawingml/2006/main" flipH="0" flipV="0">
            <a:off x="609600" y="39052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4BB61FDA-B210-4CA5-A8DC-661A64781510}"/>
              </a:ext>
            </a:extLst>
          </p:cNvPr>
          <p:cNvSpPr>
            <a:spLocks xmlns:a="http://schemas.openxmlformats.org/drawingml/2006/main" noGrp="1"/>
          </p:cNvSpPr>
          <p:nvPr/>
        </p:nvSpPr>
        <p:spPr>
          <a:xfrm xmlns:a="http://schemas.openxmlformats.org/drawingml/2006/main">
            <a:off x="609600" y="41338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안전 ↔ 처리 범위</a:t>
            </a:r>
          </a:p>
        </p:txBody>
      </p:sp>
      <p:sp>
        <p:nvSpPr>
          <p:cNvPr id="21" name="">
            <a:extLst xmlns:a="http://schemas.openxmlformats.org/drawingml/2006/main">
              <a:ext uri="{FF2B5EF4-FFF2-40B4-BE49-F238E27FC236}">
                <a16:creationId xmlns:a16="http://schemas.microsoft.com/office/drawing/2014/main" id="{0D5A2FB7-D87F-4603-B145-87C7A3D38DF0}"/>
              </a:ext>
            </a:extLst>
          </p:cNvPr>
          <p:cNvSpPr>
            <a:spLocks xmlns:a="http://schemas.openxmlformats.org/drawingml/2006/main" noGrp="1"/>
          </p:cNvSpPr>
          <p:nvPr/>
        </p:nvSpPr>
        <p:spPr>
          <a:xfrm xmlns:a="http://schemas.openxmlformats.org/drawingml/2006/main">
            <a:off x="3733800" y="413385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차단 강도 · 사람 검토</a:t>
            </a:r>
          </a:p>
        </p:txBody>
      </p:sp>
      <p:sp>
        <p:nvSpPr>
          <p:cNvPr id="22" name="">
            <a:extLst xmlns:a="http://schemas.openxmlformats.org/drawingml/2006/main">
              <a:ext uri="{FF2B5EF4-FFF2-40B4-BE49-F238E27FC236}">
                <a16:creationId xmlns:a16="http://schemas.microsoft.com/office/drawing/2014/main" id="{7FDFD53C-FBD8-4AEF-9E7A-64B1D259F8BB}"/>
              </a:ext>
            </a:extLst>
          </p:cNvPr>
          <p:cNvSpPr>
            <a:spLocks xmlns:a="http://schemas.openxmlformats.org/drawingml/2006/main" noGrp="1"/>
          </p:cNvSpPr>
          <p:nvPr/>
        </p:nvSpPr>
        <p:spPr>
          <a:xfrm xmlns:a="http://schemas.openxmlformats.org/drawingml/2006/main">
            <a:off x="7505700" y="413385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정상 요청 누락</a:t>
            </a:r>
          </a:p>
        </p:txBody>
      </p:sp>
      <p:sp>
        <p:nvSpPr>
          <p:cNvPr id="23" name="">
            <a:extLst xmlns:a="http://schemas.openxmlformats.org/drawingml/2006/main">
              <a:ext uri="{FF2B5EF4-FFF2-40B4-BE49-F238E27FC236}">
                <a16:creationId xmlns:a16="http://schemas.microsoft.com/office/drawing/2014/main" id="{87B415F8-9B4A-4463-9F9A-B1A21760F802}"/>
              </a:ext>
            </a:extLst>
          </p:cNvPr>
          <p:cNvSpPr>
            <a:spLocks xmlns:a="http://schemas.openxmlformats.org/drawingml/2006/main" noGrp="1"/>
          </p:cNvSpPr>
          <p:nvPr/>
        </p:nvSpPr>
        <p:spPr>
          <a:xfrm xmlns:a="http://schemas.openxmlformats.org/drawingml/2006/main" flipH="0" flipV="0">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8119B8EB-D18B-4E56-833E-4B22619AE550}"/>
              </a:ext>
            </a:extLst>
          </p:cNvPr>
          <p:cNvSpPr>
            <a:spLocks xmlns:a="http://schemas.openxmlformats.org/drawingml/2006/main" noGrp="1"/>
          </p:cNvSpPr>
          <p:nvPr/>
        </p:nvSpPr>
        <p:spPr>
          <a:xfrm xmlns:a="http://schemas.openxmlformats.org/drawingml/2006/main">
            <a:off x="609600" y="49149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재사용 ↔ 최신성</a:t>
            </a:r>
          </a:p>
        </p:txBody>
      </p:sp>
      <p:sp>
        <p:nvSpPr>
          <p:cNvPr id="25" name="">
            <a:extLst xmlns:a="http://schemas.openxmlformats.org/drawingml/2006/main">
              <a:ext uri="{FF2B5EF4-FFF2-40B4-BE49-F238E27FC236}">
                <a16:creationId xmlns:a16="http://schemas.microsoft.com/office/drawing/2014/main" id="{6281F166-E356-4DA5-928E-A686303F9A5A}"/>
              </a:ext>
            </a:extLst>
          </p:cNvPr>
          <p:cNvSpPr>
            <a:spLocks xmlns:a="http://schemas.openxmlformats.org/drawingml/2006/main" noGrp="1"/>
          </p:cNvSpPr>
          <p:nvPr/>
        </p:nvSpPr>
        <p:spPr>
          <a:xfrm xmlns:a="http://schemas.openxmlformats.org/drawingml/2006/main">
            <a:off x="3733800" y="49149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캐시 적중 · 응답 재사용</a:t>
            </a:r>
          </a:p>
        </p:txBody>
      </p:sp>
      <p:sp>
        <p:nvSpPr>
          <p:cNvPr id="26" name="">
            <a:extLst xmlns:a="http://schemas.openxmlformats.org/drawingml/2006/main">
              <a:ext uri="{FF2B5EF4-FFF2-40B4-BE49-F238E27FC236}">
                <a16:creationId xmlns:a16="http://schemas.microsoft.com/office/drawing/2014/main" id="{E3E144C1-8AC3-4AE3-8488-54A8CD4F09F7}"/>
              </a:ext>
            </a:extLst>
          </p:cNvPr>
          <p:cNvSpPr>
            <a:spLocks xmlns:a="http://schemas.openxmlformats.org/drawingml/2006/main" noGrp="1"/>
          </p:cNvSpPr>
          <p:nvPr/>
        </p:nvSpPr>
        <p:spPr>
          <a:xfrm xmlns:a="http://schemas.openxmlformats.org/drawingml/2006/main">
            <a:off x="7505700" y="491490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정보 노후화</a:t>
            </a:r>
          </a:p>
        </p:txBody>
      </p:sp>
      <p:sp>
        <p:nvSpPr>
          <p:cNvPr id="27" name="">
            <a:extLst xmlns:a="http://schemas.openxmlformats.org/drawingml/2006/main">
              <a:ext uri="{FF2B5EF4-FFF2-40B4-BE49-F238E27FC236}">
                <a16:creationId xmlns:a16="http://schemas.microsoft.com/office/drawing/2014/main" id="{15907C0C-C5DF-4ABE-B782-0C2E0794AC0A}"/>
              </a:ext>
            </a:extLst>
          </p:cNvPr>
          <p:cNvSpPr>
            <a:spLocks xmlns:a="http://schemas.openxmlformats.org/drawingml/2006/main" noGrp="1"/>
          </p:cNvSpPr>
          <p:nvPr/>
        </p:nvSpPr>
        <p:spPr>
          <a:xfrm xmlns:a="http://schemas.openxmlformats.org/drawingml/2006/main" flipH="0" flipV="0">
            <a:off x="609600" y="54673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39C1818E-864A-4CC4-8902-CEEE21DC8BBA}"/>
              </a:ext>
            </a:extLst>
          </p:cNvPr>
          <p:cNvSpPr>
            <a:spLocks xmlns:a="http://schemas.openxmlformats.org/drawingml/2006/main" noGrp="1"/>
          </p:cNvSpPr>
          <p:nvPr/>
        </p:nvSpPr>
        <p:spPr>
          <a:xfrm xmlns:a="http://schemas.openxmlformats.org/drawingml/2006/main">
            <a:off x="609600" y="57721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네 관계는 고정 법칙이 아니라 실험 전에 함께 관찰할 위험 가설</a:t>
            </a:r>
          </a:p>
        </p:txBody>
      </p:sp>
    </p:spTree>
    <p:extLst>
      <p:ext uri="{BB962C8B-B14F-4D97-AF65-F5344CB8AC3E}">
        <p14:creationId xmlns:p14="http://schemas.microsoft.com/office/powerpoint/2010/main" val="389448943"/>
      </p:ext>
    </p:extLst>
  </p:cSld>
</p:sld>
</file>

<file path=ppt/slides/slide5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3775055-F98E-4374-91F2-2EA7F82F13F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C9474FDC-F2E2-4911-9002-74E317925BA9}"/>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53</a:t>
            </a:r>
          </a:p>
        </p:txBody>
      </p:sp>
      <p:sp>
        <p:nvSpPr>
          <p:cNvPr id="3" name="">
            <a:extLst xmlns:a="http://schemas.openxmlformats.org/drawingml/2006/main">
              <a:ext uri="{FF2B5EF4-FFF2-40B4-BE49-F238E27FC236}">
                <a16:creationId xmlns:a16="http://schemas.microsoft.com/office/drawing/2014/main" id="{4670B984-C46D-4E76-B972-BCFD63692CF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37707FC6-4150-4FAE-989B-38D49320C751}"/>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1443DF1-3C0A-461A-88B2-44EBF0629AC0}"/>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DC7562E4-D435-4905-B75F-CDBE7FE1EDA4}"/>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업무별 품질 평가 기준</a:t>
            </a:r>
          </a:p>
        </p:txBody>
      </p:sp>
      <p:sp>
        <p:nvSpPr>
          <p:cNvPr id="7" name="">
            <a:extLst xmlns:a="http://schemas.openxmlformats.org/drawingml/2006/main">
              <a:ext uri="{FF2B5EF4-FFF2-40B4-BE49-F238E27FC236}">
                <a16:creationId xmlns:a16="http://schemas.microsoft.com/office/drawing/2014/main" id="{EE00C1F1-453E-4614-B8F7-A36F4483456C}"/>
              </a:ext>
            </a:extLst>
          </p:cNvPr>
          <p:cNvSpPr>
            <a:spLocks xmlns:a="http://schemas.openxmlformats.org/drawingml/2006/main" noGrp="1"/>
          </p:cNvSpPr>
          <p:nvPr/>
        </p:nvSpPr>
        <p:spPr>
          <a:xfrm xmlns:a="http://schemas.openxmlformats.org/drawingml/2006/main" rot="0">
            <a:off x="609600" y="1847850"/>
            <a:ext cx="266700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52E3F53D-4F01-4D66-A50A-A293369B3D31}"/>
              </a:ext>
            </a:extLst>
          </p:cNvPr>
          <p:cNvSpPr>
            <a:spLocks xmlns:a="http://schemas.openxmlformats.org/drawingml/2006/main" noGrp="1"/>
          </p:cNvSpPr>
          <p:nvPr/>
        </p:nvSpPr>
        <p:spPr>
          <a:xfrm xmlns:a="http://schemas.openxmlformats.org/drawingml/2006/main">
            <a:off x="742950" y="1847850"/>
            <a:ext cx="2400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업무</a:t>
            </a:r>
          </a:p>
        </p:txBody>
      </p:sp>
      <p:sp>
        <p:nvSpPr>
          <p:cNvPr id="9" name="">
            <a:extLst xmlns:a="http://schemas.openxmlformats.org/drawingml/2006/main">
              <a:ext uri="{FF2B5EF4-FFF2-40B4-BE49-F238E27FC236}">
                <a16:creationId xmlns:a16="http://schemas.microsoft.com/office/drawing/2014/main" id="{597912ED-13CF-4548-B5DD-00A21393B884}"/>
              </a:ext>
            </a:extLst>
          </p:cNvPr>
          <p:cNvSpPr>
            <a:spLocks xmlns:a="http://schemas.openxmlformats.org/drawingml/2006/main" noGrp="1"/>
          </p:cNvSpPr>
          <p:nvPr/>
        </p:nvSpPr>
        <p:spPr>
          <a:xfrm xmlns:a="http://schemas.openxmlformats.org/drawingml/2006/main" rot="0">
            <a:off x="3276600" y="1847850"/>
            <a:ext cx="40957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4890F74C-3E6D-4708-A773-9526AF160D86}"/>
              </a:ext>
            </a:extLst>
          </p:cNvPr>
          <p:cNvSpPr>
            <a:spLocks xmlns:a="http://schemas.openxmlformats.org/drawingml/2006/main" noGrp="1"/>
          </p:cNvSpPr>
          <p:nvPr/>
        </p:nvSpPr>
        <p:spPr>
          <a:xfrm xmlns:a="http://schemas.openxmlformats.org/drawingml/2006/main">
            <a:off x="3409950" y="1847850"/>
            <a:ext cx="3829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우선 품질 축</a:t>
            </a:r>
          </a:p>
        </p:txBody>
      </p:sp>
      <p:sp>
        <p:nvSpPr>
          <p:cNvPr id="11" name="">
            <a:extLst xmlns:a="http://schemas.openxmlformats.org/drawingml/2006/main">
              <a:ext uri="{FF2B5EF4-FFF2-40B4-BE49-F238E27FC236}">
                <a16:creationId xmlns:a16="http://schemas.microsoft.com/office/drawing/2014/main" id="{BA96026C-D444-4271-95E1-977D5B0080B3}"/>
              </a:ext>
            </a:extLst>
          </p:cNvPr>
          <p:cNvSpPr>
            <a:spLocks xmlns:a="http://schemas.openxmlformats.org/drawingml/2006/main" noGrp="1"/>
          </p:cNvSpPr>
          <p:nvPr/>
        </p:nvSpPr>
        <p:spPr>
          <a:xfrm xmlns:a="http://schemas.openxmlformats.org/drawingml/2006/main" rot="0">
            <a:off x="7372350" y="1847850"/>
            <a:ext cx="42100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49AEDE83-3EC7-42F7-BAA3-9D27AC6CE743}"/>
              </a:ext>
            </a:extLst>
          </p:cNvPr>
          <p:cNvSpPr>
            <a:spLocks xmlns:a="http://schemas.openxmlformats.org/drawingml/2006/main" noGrp="1"/>
          </p:cNvSpPr>
          <p:nvPr/>
        </p:nvSpPr>
        <p:spPr>
          <a:xfrm xmlns:a="http://schemas.openxmlformats.org/drawingml/2006/main">
            <a:off x="7505700" y="1847850"/>
            <a:ext cx="3943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대표 실패</a:t>
            </a:r>
          </a:p>
        </p:txBody>
      </p:sp>
      <p:sp>
        <p:nvSpPr>
          <p:cNvPr id="13" name="">
            <a:extLst xmlns:a="http://schemas.openxmlformats.org/drawingml/2006/main">
              <a:ext uri="{FF2B5EF4-FFF2-40B4-BE49-F238E27FC236}">
                <a16:creationId xmlns:a16="http://schemas.microsoft.com/office/drawing/2014/main" id="{69B82A0E-FC56-417D-96FC-D7C23DF4D173}"/>
              </a:ext>
            </a:extLst>
          </p:cNvPr>
          <p:cNvSpPr>
            <a:spLocks xmlns:a="http://schemas.openxmlformats.org/drawingml/2006/main" noGrp="1"/>
          </p:cNvSpPr>
          <p:nvPr/>
        </p:nvSpPr>
        <p:spPr>
          <a:xfrm xmlns:a="http://schemas.openxmlformats.org/drawingml/2006/main" rot="0">
            <a:off x="609600" y="2362200"/>
            <a:ext cx="26670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09FAC38C-3739-4C65-AF86-B832DA79FE57}"/>
              </a:ext>
            </a:extLst>
          </p:cNvPr>
          <p:cNvSpPr>
            <a:spLocks xmlns:a="http://schemas.openxmlformats.org/drawingml/2006/main" noGrp="1"/>
          </p:cNvSpPr>
          <p:nvPr/>
        </p:nvSpPr>
        <p:spPr>
          <a:xfrm xmlns:a="http://schemas.openxmlformats.org/drawingml/2006/main">
            <a:off x="742950" y="23622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요약</a:t>
            </a:r>
          </a:p>
        </p:txBody>
      </p:sp>
      <p:sp>
        <p:nvSpPr>
          <p:cNvPr id="15" name="">
            <a:extLst xmlns:a="http://schemas.openxmlformats.org/drawingml/2006/main">
              <a:ext uri="{FF2B5EF4-FFF2-40B4-BE49-F238E27FC236}">
                <a16:creationId xmlns:a16="http://schemas.microsoft.com/office/drawing/2014/main" id="{FFCA74FE-07EC-4FC2-8B94-D2659523ACE7}"/>
              </a:ext>
            </a:extLst>
          </p:cNvPr>
          <p:cNvSpPr>
            <a:spLocks xmlns:a="http://schemas.openxmlformats.org/drawingml/2006/main" noGrp="1"/>
          </p:cNvSpPr>
          <p:nvPr/>
        </p:nvSpPr>
        <p:spPr>
          <a:xfrm xmlns:a="http://schemas.openxmlformats.org/drawingml/2006/main" rot="0">
            <a:off x="3276600" y="2362200"/>
            <a:ext cx="4095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0A888D2C-7450-44A9-8F63-763B2265561A}"/>
              </a:ext>
            </a:extLst>
          </p:cNvPr>
          <p:cNvSpPr>
            <a:spLocks xmlns:a="http://schemas.openxmlformats.org/drawingml/2006/main" noGrp="1"/>
          </p:cNvSpPr>
          <p:nvPr/>
        </p:nvSpPr>
        <p:spPr>
          <a:xfrm xmlns:a="http://schemas.openxmlformats.org/drawingml/2006/main">
            <a:off x="3409950" y="2362200"/>
            <a:ext cx="3829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충실성 · 압축률 · 핵심 보존</a:t>
            </a:r>
          </a:p>
        </p:txBody>
      </p:sp>
      <p:sp>
        <p:nvSpPr>
          <p:cNvPr id="17" name="">
            <a:extLst xmlns:a="http://schemas.openxmlformats.org/drawingml/2006/main">
              <a:ext uri="{FF2B5EF4-FFF2-40B4-BE49-F238E27FC236}">
                <a16:creationId xmlns:a16="http://schemas.microsoft.com/office/drawing/2014/main" id="{EA4608DE-90F5-4C28-A913-2B45F0BDD81A}"/>
              </a:ext>
            </a:extLst>
          </p:cNvPr>
          <p:cNvSpPr>
            <a:spLocks xmlns:a="http://schemas.openxmlformats.org/drawingml/2006/main" noGrp="1"/>
          </p:cNvSpPr>
          <p:nvPr/>
        </p:nvSpPr>
        <p:spPr>
          <a:xfrm xmlns:a="http://schemas.openxmlformats.org/drawingml/2006/main" rot="0">
            <a:off x="7372350" y="2362200"/>
            <a:ext cx="42100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64DD02CC-B857-4E8B-983D-B759F9300E68}"/>
              </a:ext>
            </a:extLst>
          </p:cNvPr>
          <p:cNvSpPr>
            <a:spLocks xmlns:a="http://schemas.openxmlformats.org/drawingml/2006/main" noGrp="1"/>
          </p:cNvSpPr>
          <p:nvPr/>
        </p:nvSpPr>
        <p:spPr>
          <a:xfrm xmlns:a="http://schemas.openxmlformats.org/drawingml/2006/main">
            <a:off x="7505700" y="2362200"/>
            <a:ext cx="3943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새 사실 추가 · 중요 정보 누락</a:t>
            </a:r>
          </a:p>
        </p:txBody>
      </p:sp>
      <p:sp>
        <p:nvSpPr>
          <p:cNvPr id="19" name="">
            <a:extLst xmlns:a="http://schemas.openxmlformats.org/drawingml/2006/main">
              <a:ext uri="{FF2B5EF4-FFF2-40B4-BE49-F238E27FC236}">
                <a16:creationId xmlns:a16="http://schemas.microsoft.com/office/drawing/2014/main" id="{5584BD12-B511-4615-A011-0A7523A0E8D7}"/>
              </a:ext>
            </a:extLst>
          </p:cNvPr>
          <p:cNvSpPr>
            <a:spLocks xmlns:a="http://schemas.openxmlformats.org/drawingml/2006/main" noGrp="1"/>
          </p:cNvSpPr>
          <p:nvPr/>
        </p:nvSpPr>
        <p:spPr>
          <a:xfrm xmlns:a="http://schemas.openxmlformats.org/drawingml/2006/main" rot="0">
            <a:off x="609600" y="3200400"/>
            <a:ext cx="266700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7E38D9D6-726E-41A9-B631-8CE26FAB7A8F}"/>
              </a:ext>
            </a:extLst>
          </p:cNvPr>
          <p:cNvSpPr>
            <a:spLocks xmlns:a="http://schemas.openxmlformats.org/drawingml/2006/main" noGrp="1"/>
          </p:cNvSpPr>
          <p:nvPr/>
        </p:nvSpPr>
        <p:spPr>
          <a:xfrm xmlns:a="http://schemas.openxmlformats.org/drawingml/2006/main">
            <a:off x="742950" y="32004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정보 추출</a:t>
            </a:r>
          </a:p>
        </p:txBody>
      </p:sp>
      <p:sp>
        <p:nvSpPr>
          <p:cNvPr id="21" name="">
            <a:extLst xmlns:a="http://schemas.openxmlformats.org/drawingml/2006/main">
              <a:ext uri="{FF2B5EF4-FFF2-40B4-BE49-F238E27FC236}">
                <a16:creationId xmlns:a16="http://schemas.microsoft.com/office/drawing/2014/main" id="{50C78756-A6F7-4AAE-8095-F0692388EE68}"/>
              </a:ext>
            </a:extLst>
          </p:cNvPr>
          <p:cNvSpPr>
            <a:spLocks xmlns:a="http://schemas.openxmlformats.org/drawingml/2006/main" noGrp="1"/>
          </p:cNvSpPr>
          <p:nvPr/>
        </p:nvSpPr>
        <p:spPr>
          <a:xfrm xmlns:a="http://schemas.openxmlformats.org/drawingml/2006/main" rot="0">
            <a:off x="3276600" y="3200400"/>
            <a:ext cx="409575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D4F02513-4FD5-4CF4-B2C5-380AE28948A9}"/>
              </a:ext>
            </a:extLst>
          </p:cNvPr>
          <p:cNvSpPr>
            <a:spLocks xmlns:a="http://schemas.openxmlformats.org/drawingml/2006/main" noGrp="1"/>
          </p:cNvSpPr>
          <p:nvPr/>
        </p:nvSpPr>
        <p:spPr>
          <a:xfrm xmlns:a="http://schemas.openxmlformats.org/drawingml/2006/main">
            <a:off x="3409950" y="3200400"/>
            <a:ext cx="3829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스키마 준수 · 필드 정확성</a:t>
            </a:r>
          </a:p>
        </p:txBody>
      </p:sp>
      <p:sp>
        <p:nvSpPr>
          <p:cNvPr id="23" name="">
            <a:extLst xmlns:a="http://schemas.openxmlformats.org/drawingml/2006/main">
              <a:ext uri="{FF2B5EF4-FFF2-40B4-BE49-F238E27FC236}">
                <a16:creationId xmlns:a16="http://schemas.microsoft.com/office/drawing/2014/main" id="{1B0DE804-2DC3-4A7E-9CC9-5D71BDA81F1F}"/>
              </a:ext>
            </a:extLst>
          </p:cNvPr>
          <p:cNvSpPr>
            <a:spLocks xmlns:a="http://schemas.openxmlformats.org/drawingml/2006/main" noGrp="1"/>
          </p:cNvSpPr>
          <p:nvPr/>
        </p:nvSpPr>
        <p:spPr>
          <a:xfrm xmlns:a="http://schemas.openxmlformats.org/drawingml/2006/main" rot="0">
            <a:off x="7372350" y="3200400"/>
            <a:ext cx="421005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28DA88FB-8B53-442C-969E-C85F70977951}"/>
              </a:ext>
            </a:extLst>
          </p:cNvPr>
          <p:cNvSpPr>
            <a:spLocks xmlns:a="http://schemas.openxmlformats.org/drawingml/2006/main" noGrp="1"/>
          </p:cNvSpPr>
          <p:nvPr/>
        </p:nvSpPr>
        <p:spPr>
          <a:xfrm xmlns:a="http://schemas.openxmlformats.org/drawingml/2006/main">
            <a:off x="7505700" y="3200400"/>
            <a:ext cx="3943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필드 누락 · 근거 없는 값</a:t>
            </a:r>
          </a:p>
        </p:txBody>
      </p:sp>
      <p:sp>
        <p:nvSpPr>
          <p:cNvPr id="25" name="">
            <a:extLst xmlns:a="http://schemas.openxmlformats.org/drawingml/2006/main">
              <a:ext uri="{FF2B5EF4-FFF2-40B4-BE49-F238E27FC236}">
                <a16:creationId xmlns:a16="http://schemas.microsoft.com/office/drawing/2014/main" id="{A3357108-1688-4050-857C-53AB855EC2D7}"/>
              </a:ext>
            </a:extLst>
          </p:cNvPr>
          <p:cNvSpPr>
            <a:spLocks xmlns:a="http://schemas.openxmlformats.org/drawingml/2006/main" noGrp="1"/>
          </p:cNvSpPr>
          <p:nvPr/>
        </p:nvSpPr>
        <p:spPr>
          <a:xfrm xmlns:a="http://schemas.openxmlformats.org/drawingml/2006/main" rot="0">
            <a:off x="609600" y="4038600"/>
            <a:ext cx="26670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97046153-DF9C-47BF-B5B2-1A065983E946}"/>
              </a:ext>
            </a:extLst>
          </p:cNvPr>
          <p:cNvSpPr>
            <a:spLocks xmlns:a="http://schemas.openxmlformats.org/drawingml/2006/main" noGrp="1"/>
          </p:cNvSpPr>
          <p:nvPr/>
        </p:nvSpPr>
        <p:spPr>
          <a:xfrm xmlns:a="http://schemas.openxmlformats.org/drawingml/2006/main">
            <a:off x="742950" y="40386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검색 증강 답변</a:t>
            </a:r>
          </a:p>
        </p:txBody>
      </p:sp>
      <p:sp>
        <p:nvSpPr>
          <p:cNvPr id="27" name="">
            <a:extLst xmlns:a="http://schemas.openxmlformats.org/drawingml/2006/main">
              <a:ext uri="{FF2B5EF4-FFF2-40B4-BE49-F238E27FC236}">
                <a16:creationId xmlns:a16="http://schemas.microsoft.com/office/drawing/2014/main" id="{CCE28A6F-85A9-41C1-B473-71C5AE954859}"/>
              </a:ext>
            </a:extLst>
          </p:cNvPr>
          <p:cNvSpPr>
            <a:spLocks xmlns:a="http://schemas.openxmlformats.org/drawingml/2006/main" noGrp="1"/>
          </p:cNvSpPr>
          <p:nvPr/>
        </p:nvSpPr>
        <p:spPr>
          <a:xfrm xmlns:a="http://schemas.openxmlformats.org/drawingml/2006/main" rot="0">
            <a:off x="3276600" y="4038600"/>
            <a:ext cx="4095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7193F42A-9988-4175-B090-8CF810F0F584}"/>
              </a:ext>
            </a:extLst>
          </p:cNvPr>
          <p:cNvSpPr>
            <a:spLocks xmlns:a="http://schemas.openxmlformats.org/drawingml/2006/main" noGrp="1"/>
          </p:cNvSpPr>
          <p:nvPr/>
        </p:nvSpPr>
        <p:spPr>
          <a:xfrm xmlns:a="http://schemas.openxmlformats.org/drawingml/2006/main">
            <a:off x="3409950" y="4038600"/>
            <a:ext cx="3829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근거성 · 인용 정확도</a:t>
            </a:r>
          </a:p>
        </p:txBody>
      </p:sp>
      <p:sp>
        <p:nvSpPr>
          <p:cNvPr id="29" name="">
            <a:extLst xmlns:a="http://schemas.openxmlformats.org/drawingml/2006/main">
              <a:ext uri="{FF2B5EF4-FFF2-40B4-BE49-F238E27FC236}">
                <a16:creationId xmlns:a16="http://schemas.microsoft.com/office/drawing/2014/main" id="{EE283CD6-E59B-4B0E-8072-B34FC29797A2}"/>
              </a:ext>
            </a:extLst>
          </p:cNvPr>
          <p:cNvSpPr>
            <a:spLocks xmlns:a="http://schemas.openxmlformats.org/drawingml/2006/main" noGrp="1"/>
          </p:cNvSpPr>
          <p:nvPr/>
        </p:nvSpPr>
        <p:spPr>
          <a:xfrm xmlns:a="http://schemas.openxmlformats.org/drawingml/2006/main" rot="0">
            <a:off x="7372350" y="4038600"/>
            <a:ext cx="42100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F08C7B1E-F5C1-407A-90CD-C1BB1FA5C210}"/>
              </a:ext>
            </a:extLst>
          </p:cNvPr>
          <p:cNvSpPr>
            <a:spLocks xmlns:a="http://schemas.openxmlformats.org/drawingml/2006/main" noGrp="1"/>
          </p:cNvSpPr>
          <p:nvPr/>
        </p:nvSpPr>
        <p:spPr>
          <a:xfrm xmlns:a="http://schemas.openxmlformats.org/drawingml/2006/main">
            <a:off x="7505700" y="4038600"/>
            <a:ext cx="3943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근거 미검색 · 잘못된 인용</a:t>
            </a:r>
          </a:p>
        </p:txBody>
      </p:sp>
      <p:sp>
        <p:nvSpPr>
          <p:cNvPr id="31" name="">
            <a:extLst xmlns:a="http://schemas.openxmlformats.org/drawingml/2006/main">
              <a:ext uri="{FF2B5EF4-FFF2-40B4-BE49-F238E27FC236}">
                <a16:creationId xmlns:a16="http://schemas.microsoft.com/office/drawing/2014/main" id="{AF91E5E1-E0DC-4072-B61A-8F6945EE2BCE}"/>
              </a:ext>
            </a:extLst>
          </p:cNvPr>
          <p:cNvSpPr>
            <a:spLocks xmlns:a="http://schemas.openxmlformats.org/drawingml/2006/main" noGrp="1"/>
          </p:cNvSpPr>
          <p:nvPr/>
        </p:nvSpPr>
        <p:spPr>
          <a:xfrm xmlns:a="http://schemas.openxmlformats.org/drawingml/2006/main" rot="0">
            <a:off x="609600" y="4876800"/>
            <a:ext cx="266700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7A5DE834-55C4-4098-A162-E56DB455CE57}"/>
              </a:ext>
            </a:extLst>
          </p:cNvPr>
          <p:cNvSpPr>
            <a:spLocks xmlns:a="http://schemas.openxmlformats.org/drawingml/2006/main" noGrp="1"/>
          </p:cNvSpPr>
          <p:nvPr/>
        </p:nvSpPr>
        <p:spPr>
          <a:xfrm xmlns:a="http://schemas.openxmlformats.org/drawingml/2006/main">
            <a:off x="742950" y="48768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에이전트 행동</a:t>
            </a:r>
          </a:p>
        </p:txBody>
      </p:sp>
      <p:sp>
        <p:nvSpPr>
          <p:cNvPr id="33" name="">
            <a:extLst xmlns:a="http://schemas.openxmlformats.org/drawingml/2006/main">
              <a:ext uri="{FF2B5EF4-FFF2-40B4-BE49-F238E27FC236}">
                <a16:creationId xmlns:a16="http://schemas.microsoft.com/office/drawing/2014/main" id="{DA2F5EED-B91E-406A-A8D9-3FFDB3738036}"/>
              </a:ext>
            </a:extLst>
          </p:cNvPr>
          <p:cNvSpPr>
            <a:spLocks xmlns:a="http://schemas.openxmlformats.org/drawingml/2006/main" noGrp="1"/>
          </p:cNvSpPr>
          <p:nvPr/>
        </p:nvSpPr>
        <p:spPr>
          <a:xfrm xmlns:a="http://schemas.openxmlformats.org/drawingml/2006/main" rot="0">
            <a:off x="3276600" y="4876800"/>
            <a:ext cx="409575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88E1579F-0488-42CE-A0AB-B1ED7D297E57}"/>
              </a:ext>
            </a:extLst>
          </p:cNvPr>
          <p:cNvSpPr>
            <a:spLocks xmlns:a="http://schemas.openxmlformats.org/drawingml/2006/main" noGrp="1"/>
          </p:cNvSpPr>
          <p:nvPr/>
        </p:nvSpPr>
        <p:spPr>
          <a:xfrm xmlns:a="http://schemas.openxmlformats.org/drawingml/2006/main">
            <a:off x="3409950" y="4876800"/>
            <a:ext cx="3829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과업 성공 · 정책 준수</a:t>
            </a:r>
          </a:p>
        </p:txBody>
      </p:sp>
      <p:sp>
        <p:nvSpPr>
          <p:cNvPr id="35" name="">
            <a:extLst xmlns:a="http://schemas.openxmlformats.org/drawingml/2006/main">
              <a:ext uri="{FF2B5EF4-FFF2-40B4-BE49-F238E27FC236}">
                <a16:creationId xmlns:a16="http://schemas.microsoft.com/office/drawing/2014/main" id="{288E95F3-3FC5-4CC5-8554-7563D46F02A2}"/>
              </a:ext>
            </a:extLst>
          </p:cNvPr>
          <p:cNvSpPr>
            <a:spLocks xmlns:a="http://schemas.openxmlformats.org/drawingml/2006/main" noGrp="1"/>
          </p:cNvSpPr>
          <p:nvPr/>
        </p:nvSpPr>
        <p:spPr>
          <a:xfrm xmlns:a="http://schemas.openxmlformats.org/drawingml/2006/main" rot="0">
            <a:off x="7372350" y="4876800"/>
            <a:ext cx="4210050" cy="8382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E94D7CAF-00FA-48BA-A46C-8AE4545B8BD6}"/>
              </a:ext>
            </a:extLst>
          </p:cNvPr>
          <p:cNvSpPr>
            <a:spLocks xmlns:a="http://schemas.openxmlformats.org/drawingml/2006/main" noGrp="1"/>
          </p:cNvSpPr>
          <p:nvPr/>
        </p:nvSpPr>
        <p:spPr>
          <a:xfrm xmlns:a="http://schemas.openxmlformats.org/drawingml/2006/main">
            <a:off x="7505700" y="4876800"/>
            <a:ext cx="3943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권한 없는 실행 · 중복 행동</a:t>
            </a:r>
          </a:p>
        </p:txBody>
      </p:sp>
    </p:spTree>
    <p:extLst>
      <p:ext uri="{BB962C8B-B14F-4D97-AF65-F5344CB8AC3E}">
        <p14:creationId xmlns:p14="http://schemas.microsoft.com/office/powerpoint/2010/main" val="712099201"/>
      </p:ext>
    </p:extLst>
  </p:cSld>
</p:sld>
</file>

<file path=ppt/slides/slide5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9E32FE7-1A44-4B69-AA83-4A4DE59B0EEF}"/>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ABF7CED4-B005-48CC-80A3-BE9EA2985568}"/>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54</a:t>
            </a:r>
          </a:p>
        </p:txBody>
      </p:sp>
      <p:sp>
        <p:nvSpPr>
          <p:cNvPr id="3" name="">
            <a:extLst xmlns:a="http://schemas.openxmlformats.org/drawingml/2006/main">
              <a:ext uri="{FF2B5EF4-FFF2-40B4-BE49-F238E27FC236}">
                <a16:creationId xmlns:a16="http://schemas.microsoft.com/office/drawing/2014/main" id="{B9DD315A-24F6-4B3E-BF9F-2A385C5F368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B7A11815-6806-4637-90B3-87E21173E0D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2B65612-39B7-491D-9D3D-64EF8B36796E}"/>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96AE463A-D754-4689-AD26-6B77B1EA9F1B}"/>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평균과 꼬리 지연시간</a:t>
            </a:r>
          </a:p>
        </p:txBody>
      </p:sp>
      <p:sp>
        <p:nvSpPr>
          <p:cNvPr id="7" name="">
            <a:extLst xmlns:a="http://schemas.openxmlformats.org/drawingml/2006/main">
              <a:ext uri="{FF2B5EF4-FFF2-40B4-BE49-F238E27FC236}">
                <a16:creationId xmlns:a16="http://schemas.microsoft.com/office/drawing/2014/main" id="{91D361C2-DF7E-4087-9585-4E1F5BA96BC3}"/>
              </a:ext>
            </a:extLst>
          </p:cNvPr>
          <p:cNvSpPr>
            <a:spLocks xmlns:a="http://schemas.openxmlformats.org/drawingml/2006/main" noGrp="1"/>
          </p:cNvSpPr>
          <p:nvPr/>
        </p:nvSpPr>
        <p:spPr>
          <a:xfrm xmlns:a="http://schemas.openxmlformats.org/drawingml/2006/main" flipH="0" flipV="0">
            <a:off x="1066800" y="5086350"/>
            <a:ext cx="952500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8" name="">
            <a:extLst xmlns:a="http://schemas.openxmlformats.org/drawingml/2006/main">
              <a:ext uri="{FF2B5EF4-FFF2-40B4-BE49-F238E27FC236}">
                <a16:creationId xmlns:a16="http://schemas.microsoft.com/office/drawing/2014/main" id="{8F49C395-F2AD-4E71-9C9F-F529F27E389E}"/>
              </a:ext>
            </a:extLst>
          </p:cNvPr>
          <p:cNvSpPr>
            <a:spLocks xmlns:a="http://schemas.openxmlformats.org/drawingml/2006/main" noGrp="1"/>
          </p:cNvSpPr>
          <p:nvPr/>
        </p:nvSpPr>
        <p:spPr>
          <a:xfrm xmlns:a="http://schemas.openxmlformats.org/drawingml/2006/main" flipH="0" flipV="1">
            <a:off x="1066800" y="2038350"/>
            <a:ext cx="0" cy="304800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9" name="">
            <a:extLst xmlns:a="http://schemas.openxmlformats.org/drawingml/2006/main">
              <a:ext uri="{FF2B5EF4-FFF2-40B4-BE49-F238E27FC236}">
                <a16:creationId xmlns:a16="http://schemas.microsoft.com/office/drawing/2014/main" id="{45E5A133-ED4A-47ED-A4EC-A163AD1AB5BD}"/>
              </a:ext>
            </a:extLst>
          </p:cNvPr>
          <p:cNvSpPr>
            <a:spLocks xmlns:a="http://schemas.openxmlformats.org/drawingml/2006/main" noGrp="1"/>
          </p:cNvSpPr>
          <p:nvPr/>
        </p:nvSpPr>
        <p:spPr>
          <a:xfrm xmlns:a="http://schemas.openxmlformats.org/drawingml/2006/main" rot="0">
            <a:off x="1352550" y="4743450"/>
            <a:ext cx="457200" cy="3429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4816502E-DF95-4461-AB8A-3153A5252294}"/>
              </a:ext>
            </a:extLst>
          </p:cNvPr>
          <p:cNvSpPr>
            <a:spLocks xmlns:a="http://schemas.openxmlformats.org/drawingml/2006/main" noGrp="1"/>
          </p:cNvSpPr>
          <p:nvPr/>
        </p:nvSpPr>
        <p:spPr>
          <a:xfrm xmlns:a="http://schemas.openxmlformats.org/drawingml/2006/main" rot="0">
            <a:off x="2019300" y="4343400"/>
            <a:ext cx="457200" cy="7429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1" name="">
            <a:extLst xmlns:a="http://schemas.openxmlformats.org/drawingml/2006/main">
              <a:ext uri="{FF2B5EF4-FFF2-40B4-BE49-F238E27FC236}">
                <a16:creationId xmlns:a16="http://schemas.microsoft.com/office/drawing/2014/main" id="{96637C76-4D43-49B6-A36B-4A54F6897532}"/>
              </a:ext>
            </a:extLst>
          </p:cNvPr>
          <p:cNvSpPr>
            <a:spLocks xmlns:a="http://schemas.openxmlformats.org/drawingml/2006/main" noGrp="1"/>
          </p:cNvSpPr>
          <p:nvPr/>
        </p:nvSpPr>
        <p:spPr>
          <a:xfrm xmlns:a="http://schemas.openxmlformats.org/drawingml/2006/main" rot="0">
            <a:off x="2686050" y="3733800"/>
            <a:ext cx="457200" cy="13525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9C1D29C3-9DF9-4CE8-906C-2510BAA75BE9}"/>
              </a:ext>
            </a:extLst>
          </p:cNvPr>
          <p:cNvSpPr>
            <a:spLocks xmlns:a="http://schemas.openxmlformats.org/drawingml/2006/main" noGrp="1"/>
          </p:cNvSpPr>
          <p:nvPr/>
        </p:nvSpPr>
        <p:spPr>
          <a:xfrm xmlns:a="http://schemas.openxmlformats.org/drawingml/2006/main" rot="0">
            <a:off x="3352800" y="2990850"/>
            <a:ext cx="457200" cy="20955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3" name="">
            <a:extLst xmlns:a="http://schemas.openxmlformats.org/drawingml/2006/main">
              <a:ext uri="{FF2B5EF4-FFF2-40B4-BE49-F238E27FC236}">
                <a16:creationId xmlns:a16="http://schemas.microsoft.com/office/drawing/2014/main" id="{61E4960B-6F98-42CD-ACBB-9B782BA32323}"/>
              </a:ext>
            </a:extLst>
          </p:cNvPr>
          <p:cNvSpPr>
            <a:spLocks xmlns:a="http://schemas.openxmlformats.org/drawingml/2006/main" noGrp="1"/>
          </p:cNvSpPr>
          <p:nvPr/>
        </p:nvSpPr>
        <p:spPr>
          <a:xfrm xmlns:a="http://schemas.openxmlformats.org/drawingml/2006/main" rot="0">
            <a:off x="4019550" y="2324100"/>
            <a:ext cx="457200" cy="27622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4" name="">
            <a:extLst xmlns:a="http://schemas.openxmlformats.org/drawingml/2006/main">
              <a:ext uri="{FF2B5EF4-FFF2-40B4-BE49-F238E27FC236}">
                <a16:creationId xmlns:a16="http://schemas.microsoft.com/office/drawing/2014/main" id="{31A41100-CEE1-4B74-89A7-F95896BF9000}"/>
              </a:ext>
            </a:extLst>
          </p:cNvPr>
          <p:cNvSpPr>
            <a:spLocks xmlns:a="http://schemas.openxmlformats.org/drawingml/2006/main" noGrp="1"/>
          </p:cNvSpPr>
          <p:nvPr/>
        </p:nvSpPr>
        <p:spPr>
          <a:xfrm xmlns:a="http://schemas.openxmlformats.org/drawingml/2006/main" rot="0">
            <a:off x="4686300" y="2667000"/>
            <a:ext cx="457200" cy="2419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5" name="">
            <a:extLst xmlns:a="http://schemas.openxmlformats.org/drawingml/2006/main">
              <a:ext uri="{FF2B5EF4-FFF2-40B4-BE49-F238E27FC236}">
                <a16:creationId xmlns:a16="http://schemas.microsoft.com/office/drawing/2014/main" id="{D8B69CAC-929E-41FC-9C1D-D110F6F9B5BB}"/>
              </a:ext>
            </a:extLst>
          </p:cNvPr>
          <p:cNvSpPr>
            <a:spLocks xmlns:a="http://schemas.openxmlformats.org/drawingml/2006/main" noGrp="1"/>
          </p:cNvSpPr>
          <p:nvPr/>
        </p:nvSpPr>
        <p:spPr>
          <a:xfrm xmlns:a="http://schemas.openxmlformats.org/drawingml/2006/main" rot="0">
            <a:off x="5353050" y="3314700"/>
            <a:ext cx="457200" cy="17716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6" name="">
            <a:extLst xmlns:a="http://schemas.openxmlformats.org/drawingml/2006/main">
              <a:ext uri="{FF2B5EF4-FFF2-40B4-BE49-F238E27FC236}">
                <a16:creationId xmlns:a16="http://schemas.microsoft.com/office/drawing/2014/main" id="{4BCDC3D3-12EE-4D0A-8E32-D06CA750AC6B}"/>
              </a:ext>
            </a:extLst>
          </p:cNvPr>
          <p:cNvSpPr>
            <a:spLocks xmlns:a="http://schemas.openxmlformats.org/drawingml/2006/main" noGrp="1"/>
          </p:cNvSpPr>
          <p:nvPr/>
        </p:nvSpPr>
        <p:spPr>
          <a:xfrm xmlns:a="http://schemas.openxmlformats.org/drawingml/2006/main" rot="0">
            <a:off x="6019800" y="3943350"/>
            <a:ext cx="457200" cy="11430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7" name="">
            <a:extLst xmlns:a="http://schemas.openxmlformats.org/drawingml/2006/main">
              <a:ext uri="{FF2B5EF4-FFF2-40B4-BE49-F238E27FC236}">
                <a16:creationId xmlns:a16="http://schemas.microsoft.com/office/drawing/2014/main" id="{8A5B2466-A815-463B-959B-A6FA5423F9FF}"/>
              </a:ext>
            </a:extLst>
          </p:cNvPr>
          <p:cNvSpPr>
            <a:spLocks xmlns:a="http://schemas.openxmlformats.org/drawingml/2006/main" noGrp="1"/>
          </p:cNvSpPr>
          <p:nvPr/>
        </p:nvSpPr>
        <p:spPr>
          <a:xfrm xmlns:a="http://schemas.openxmlformats.org/drawingml/2006/main" rot="0">
            <a:off x="6686550" y="4343400"/>
            <a:ext cx="457200" cy="7429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8" name="">
            <a:extLst xmlns:a="http://schemas.openxmlformats.org/drawingml/2006/main">
              <a:ext uri="{FF2B5EF4-FFF2-40B4-BE49-F238E27FC236}">
                <a16:creationId xmlns:a16="http://schemas.microsoft.com/office/drawing/2014/main" id="{E00DD6E9-FC37-4101-B42F-3BB0173BECA8}"/>
              </a:ext>
            </a:extLst>
          </p:cNvPr>
          <p:cNvSpPr>
            <a:spLocks xmlns:a="http://schemas.openxmlformats.org/drawingml/2006/main" noGrp="1"/>
          </p:cNvSpPr>
          <p:nvPr/>
        </p:nvSpPr>
        <p:spPr>
          <a:xfrm xmlns:a="http://schemas.openxmlformats.org/drawingml/2006/main" rot="0">
            <a:off x="7353300" y="4572000"/>
            <a:ext cx="457200" cy="5143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9" name="">
            <a:extLst xmlns:a="http://schemas.openxmlformats.org/drawingml/2006/main">
              <a:ext uri="{FF2B5EF4-FFF2-40B4-BE49-F238E27FC236}">
                <a16:creationId xmlns:a16="http://schemas.microsoft.com/office/drawing/2014/main" id="{DE139453-6D35-40F0-BA36-72869BB4E027}"/>
              </a:ext>
            </a:extLst>
          </p:cNvPr>
          <p:cNvSpPr>
            <a:spLocks xmlns:a="http://schemas.openxmlformats.org/drawingml/2006/main" noGrp="1"/>
          </p:cNvSpPr>
          <p:nvPr/>
        </p:nvSpPr>
        <p:spPr>
          <a:xfrm xmlns:a="http://schemas.openxmlformats.org/drawingml/2006/main" rot="0">
            <a:off x="8020050" y="4705350"/>
            <a:ext cx="457200" cy="381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9C85E709-FEDC-46CD-8B24-BAE12764AD47}"/>
              </a:ext>
            </a:extLst>
          </p:cNvPr>
          <p:cNvSpPr>
            <a:spLocks xmlns:a="http://schemas.openxmlformats.org/drawingml/2006/main" noGrp="1"/>
          </p:cNvSpPr>
          <p:nvPr/>
        </p:nvSpPr>
        <p:spPr>
          <a:xfrm xmlns:a="http://schemas.openxmlformats.org/drawingml/2006/main" rot="0">
            <a:off x="8686800" y="4819650"/>
            <a:ext cx="457200" cy="2667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E3562535-EBC5-4474-AD10-F7045D20610B}"/>
              </a:ext>
            </a:extLst>
          </p:cNvPr>
          <p:cNvSpPr>
            <a:spLocks xmlns:a="http://schemas.openxmlformats.org/drawingml/2006/main" noGrp="1"/>
          </p:cNvSpPr>
          <p:nvPr/>
        </p:nvSpPr>
        <p:spPr>
          <a:xfrm xmlns:a="http://schemas.openxmlformats.org/drawingml/2006/main">
            <a:off x="3638550" y="52959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667085"/>
                </a:solidFill>
                <a:latin typeface="Menlo"/>
                <a:ea typeface="Menlo"/>
                <a:cs typeface="Menlo"/>
              </a:defRPr>
            </a:pPr>
            <a:r>
              <a:rPr sz="1200" b="1">
                <a:solidFill>
                  <a:srgbClr val="667085"/>
                </a:solidFill>
                <a:latin typeface="Menlo"/>
                <a:ea typeface="Menlo"/>
                <a:cs typeface="Menlo"/>
              </a:rPr>
              <a:t>p50</a:t>
            </a:r>
          </a:p>
        </p:txBody>
      </p:sp>
      <p:sp>
        <p:nvSpPr>
          <p:cNvPr id="22" name="">
            <a:extLst xmlns:a="http://schemas.openxmlformats.org/drawingml/2006/main">
              <a:ext uri="{FF2B5EF4-FFF2-40B4-BE49-F238E27FC236}">
                <a16:creationId xmlns:a16="http://schemas.microsoft.com/office/drawing/2014/main" id="{B3998DDA-3D3F-4303-8D68-4975A6F4777E}"/>
              </a:ext>
            </a:extLst>
          </p:cNvPr>
          <p:cNvSpPr>
            <a:spLocks xmlns:a="http://schemas.openxmlformats.org/drawingml/2006/main" noGrp="1"/>
          </p:cNvSpPr>
          <p:nvPr/>
        </p:nvSpPr>
        <p:spPr>
          <a:xfrm xmlns:a="http://schemas.openxmlformats.org/drawingml/2006/main">
            <a:off x="7639050" y="52959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2563EB"/>
                </a:solidFill>
                <a:latin typeface="Menlo"/>
                <a:ea typeface="Menlo"/>
                <a:cs typeface="Menlo"/>
              </a:defRPr>
            </a:pPr>
            <a:r>
              <a:rPr sz="1200" b="1">
                <a:solidFill>
                  <a:srgbClr val="2563EB"/>
                </a:solidFill>
                <a:latin typeface="Menlo"/>
                <a:ea typeface="Menlo"/>
                <a:cs typeface="Menlo"/>
              </a:rPr>
              <a:t>p95</a:t>
            </a:r>
          </a:p>
        </p:txBody>
      </p:sp>
      <p:sp>
        <p:nvSpPr>
          <p:cNvPr id="23" name="">
            <a:extLst xmlns:a="http://schemas.openxmlformats.org/drawingml/2006/main">
              <a:ext uri="{FF2B5EF4-FFF2-40B4-BE49-F238E27FC236}">
                <a16:creationId xmlns:a16="http://schemas.microsoft.com/office/drawing/2014/main" id="{97677FD1-5A4F-42A5-96AC-C4B3CDB006FC}"/>
              </a:ext>
            </a:extLst>
          </p:cNvPr>
          <p:cNvSpPr>
            <a:spLocks xmlns:a="http://schemas.openxmlformats.org/drawingml/2006/main" noGrp="1"/>
          </p:cNvSpPr>
          <p:nvPr/>
        </p:nvSpPr>
        <p:spPr>
          <a:xfrm xmlns:a="http://schemas.openxmlformats.org/drawingml/2006/main">
            <a:off x="9639300" y="52959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00" b="1">
                <a:solidFill>
                  <a:srgbClr val="2563EB"/>
                </a:solidFill>
                <a:latin typeface="Menlo"/>
                <a:ea typeface="Menlo"/>
                <a:cs typeface="Menlo"/>
              </a:defRPr>
            </a:pPr>
            <a:r>
              <a:rPr sz="1200" b="1">
                <a:solidFill>
                  <a:srgbClr val="2563EB"/>
                </a:solidFill>
                <a:latin typeface="Menlo"/>
                <a:ea typeface="Menlo"/>
                <a:cs typeface="Menlo"/>
              </a:rPr>
              <a:t>p99</a:t>
            </a:r>
          </a:p>
        </p:txBody>
      </p:sp>
      <p:sp>
        <p:nvSpPr>
          <p:cNvPr id="24" name="">
            <a:extLst xmlns:a="http://schemas.openxmlformats.org/drawingml/2006/main">
              <a:ext uri="{FF2B5EF4-FFF2-40B4-BE49-F238E27FC236}">
                <a16:creationId xmlns:a16="http://schemas.microsoft.com/office/drawing/2014/main" id="{5171E91E-FD14-4E4F-8255-2064CDB1764C}"/>
              </a:ext>
            </a:extLst>
          </p:cNvPr>
          <p:cNvSpPr>
            <a:spLocks xmlns:a="http://schemas.openxmlformats.org/drawingml/2006/main" noGrp="1"/>
          </p:cNvSpPr>
          <p:nvPr/>
        </p:nvSpPr>
        <p:spPr>
          <a:xfrm xmlns:a="http://schemas.openxmlformats.org/drawingml/2006/main">
            <a:off x="5905500" y="16383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설명용 분포 · 실제 측정값 아님</a:t>
            </a:r>
          </a:p>
        </p:txBody>
      </p:sp>
      <p:sp>
        <p:nvSpPr>
          <p:cNvPr id="25" name="">
            <a:extLst xmlns:a="http://schemas.openxmlformats.org/drawingml/2006/main">
              <a:ext uri="{FF2B5EF4-FFF2-40B4-BE49-F238E27FC236}">
                <a16:creationId xmlns:a16="http://schemas.microsoft.com/office/drawing/2014/main" id="{AC262463-0E9D-40DF-B127-1A4455349152}"/>
              </a:ext>
            </a:extLst>
          </p:cNvPr>
          <p:cNvSpPr>
            <a:spLocks xmlns:a="http://schemas.openxmlformats.org/drawingml/2006/main" noGrp="1"/>
          </p:cNvSpPr>
          <p:nvPr/>
        </p:nvSpPr>
        <p:spPr>
          <a:xfrm xmlns:a="http://schemas.openxmlformats.org/drawingml/2006/main">
            <a:off x="5905500" y="209550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평균만으로는</a:t>
            </a:r>
          </a:p>
          <a:p xmlns:a="http://schemas.openxmlformats.org/drawingml/2006/main">
            <a:pPr algn="r">
              <a:lnSpc>
                <a:spcPct val="10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느린 꼬리 구간의 사용자 경험을 설명할 수 없음</a:t>
            </a:r>
          </a:p>
        </p:txBody>
      </p:sp>
      <p:sp>
        <p:nvSpPr>
          <p:cNvPr id="26" name="">
            <a:extLst xmlns:a="http://schemas.openxmlformats.org/drawingml/2006/main">
              <a:ext uri="{FF2B5EF4-FFF2-40B4-BE49-F238E27FC236}">
                <a16:creationId xmlns:a16="http://schemas.microsoft.com/office/drawing/2014/main" id="{3671A8DA-1747-4E9B-A6DD-E2074C32D1D5}"/>
              </a:ext>
            </a:extLst>
          </p:cNvPr>
          <p:cNvSpPr>
            <a:spLocks xmlns:a="http://schemas.openxmlformats.org/drawingml/2006/main" noGrp="1"/>
          </p:cNvSpPr>
          <p:nvPr/>
        </p:nvSpPr>
        <p:spPr>
          <a:xfrm xmlns:a="http://schemas.openxmlformats.org/drawingml/2006/main">
            <a:off x="5905500" y="27622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3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50번째 백분위 = 일반 경험 · 95/99번째 백분위 = 느린 꼬리 · 시간 초과 = 명시적 실패</a:t>
            </a:r>
          </a:p>
        </p:txBody>
      </p:sp>
    </p:spTree>
    <p:extLst>
      <p:ext uri="{BB962C8B-B14F-4D97-AF65-F5344CB8AC3E}">
        <p14:creationId xmlns:p14="http://schemas.microsoft.com/office/powerpoint/2010/main" val="366559057"/>
      </p:ext>
    </p:extLst>
  </p:cSld>
</p:sld>
</file>

<file path=ppt/slides/slide5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CD59C38-0715-4C07-B69B-A5FDA3B31F5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589D4373-2B43-41E6-BD62-7C899E48189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55</a:t>
            </a:r>
          </a:p>
        </p:txBody>
      </p:sp>
      <p:sp>
        <p:nvSpPr>
          <p:cNvPr id="3" name="">
            <a:extLst xmlns:a="http://schemas.openxmlformats.org/drawingml/2006/main">
              <a:ext uri="{FF2B5EF4-FFF2-40B4-BE49-F238E27FC236}">
                <a16:creationId xmlns:a16="http://schemas.microsoft.com/office/drawing/2014/main" id="{15DF4132-908D-4B8E-B270-21B646B57A39}"/>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7722ABA5-B8FC-4E95-8F91-CEC26C0AC6C8}"/>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13D3686B-ECF4-4067-9AE6-C88602217FF8}"/>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9CD12CE-FD0C-4FD2-ADB4-282317FC3859}"/>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LLM 요청 비용의 구성</a:t>
            </a:r>
          </a:p>
        </p:txBody>
      </p:sp>
      <p:sp>
        <p:nvSpPr>
          <p:cNvPr id="7" name="">
            <a:extLst xmlns:a="http://schemas.openxmlformats.org/drawingml/2006/main">
              <a:ext uri="{FF2B5EF4-FFF2-40B4-BE49-F238E27FC236}">
                <a16:creationId xmlns:a16="http://schemas.microsoft.com/office/drawing/2014/main" id="{56886877-4C1E-4220-95A8-9121F040E54A}"/>
              </a:ext>
            </a:extLst>
          </p:cNvPr>
          <p:cNvSpPr>
            <a:spLocks xmlns:a="http://schemas.openxmlformats.org/drawingml/2006/main" noGrp="1"/>
          </p:cNvSpPr>
          <p:nvPr/>
        </p:nvSpPr>
        <p:spPr>
          <a:xfrm xmlns:a="http://schemas.openxmlformats.org/drawingml/2006/main">
            <a:off x="609600" y="196215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2700" b="1">
                <a:solidFill>
                  <a:srgbClr val="2563EB"/>
                </a:solidFill>
                <a:latin typeface="Menlo"/>
                <a:ea typeface="Menlo"/>
                <a:cs typeface="Menlo"/>
              </a:defRPr>
            </a:pPr>
            <a:r>
              <a:rPr sz="2700" b="1">
                <a:solidFill>
                  <a:srgbClr val="2563EB"/>
                </a:solidFill>
                <a:latin typeface="Menlo"/>
                <a:ea typeface="Menlo"/>
                <a:cs typeface="Menlo"/>
              </a:rPr>
              <a:t>요청 비용 = 생성 + 워크플로 + 실패 − 재사용</a:t>
            </a:r>
          </a:p>
        </p:txBody>
      </p:sp>
      <p:sp>
        <p:nvSpPr>
          <p:cNvPr id="8" name="">
            <a:extLst xmlns:a="http://schemas.openxmlformats.org/drawingml/2006/main">
              <a:ext uri="{FF2B5EF4-FFF2-40B4-BE49-F238E27FC236}">
                <a16:creationId xmlns:a16="http://schemas.microsoft.com/office/drawing/2014/main" id="{0BE692C1-5DE7-48EF-A9CC-91BA1206AFE1}"/>
              </a:ext>
            </a:extLst>
          </p:cNvPr>
          <p:cNvSpPr>
            <a:spLocks xmlns:a="http://schemas.openxmlformats.org/drawingml/2006/main" noGrp="1"/>
          </p:cNvSpPr>
          <p:nvPr/>
        </p:nvSpPr>
        <p:spPr>
          <a:xfrm xmlns:a="http://schemas.openxmlformats.org/drawingml/2006/main" flipH="0" flipV="0">
            <a:off x="1733550" y="3371850"/>
            <a:ext cx="87249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9" name="">
            <a:extLst xmlns:a="http://schemas.openxmlformats.org/drawingml/2006/main">
              <a:ext uri="{FF2B5EF4-FFF2-40B4-BE49-F238E27FC236}">
                <a16:creationId xmlns:a16="http://schemas.microsoft.com/office/drawing/2014/main" id="{B64458D1-F89D-4511-9405-8845FC5C5ABE}"/>
              </a:ext>
            </a:extLst>
          </p:cNvPr>
          <p:cNvSpPr>
            <a:spLocks xmlns:a="http://schemas.openxmlformats.org/drawingml/2006/main" noGrp="1"/>
          </p:cNvSpPr>
          <p:nvPr/>
        </p:nvSpPr>
        <p:spPr>
          <a:xfrm xmlns:a="http://schemas.openxmlformats.org/drawingml/2006/main">
            <a:off x="1733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생성</a:t>
            </a:r>
          </a:p>
        </p:txBody>
      </p:sp>
      <p:sp>
        <p:nvSpPr>
          <p:cNvPr id="10" name="">
            <a:extLst xmlns:a="http://schemas.openxmlformats.org/drawingml/2006/main">
              <a:ext uri="{FF2B5EF4-FFF2-40B4-BE49-F238E27FC236}">
                <a16:creationId xmlns:a16="http://schemas.microsoft.com/office/drawing/2014/main" id="{412F8DCD-F076-4C5D-9FCE-86B3AE9AACC9}"/>
              </a:ext>
            </a:extLst>
          </p:cNvPr>
          <p:cNvSpPr>
            <a:spLocks xmlns:a="http://schemas.openxmlformats.org/drawingml/2006/main" noGrp="1"/>
          </p:cNvSpPr>
          <p:nvPr/>
        </p:nvSpPr>
        <p:spPr>
          <a:xfrm xmlns:a="http://schemas.openxmlformats.org/drawingml/2006/main">
            <a:off x="1733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입력·맥락·출력 토큰</a:t>
            </a:r>
          </a:p>
        </p:txBody>
      </p:sp>
      <p:sp>
        <p:nvSpPr>
          <p:cNvPr id="11" name="">
            <a:extLst xmlns:a="http://schemas.openxmlformats.org/drawingml/2006/main">
              <a:ext uri="{FF2B5EF4-FFF2-40B4-BE49-F238E27FC236}">
                <a16:creationId xmlns:a16="http://schemas.microsoft.com/office/drawing/2014/main" id="{AD9835F8-FCC2-4064-8486-85323C7B7A44}"/>
              </a:ext>
            </a:extLst>
          </p:cNvPr>
          <p:cNvSpPr>
            <a:spLocks xmlns:a="http://schemas.openxmlformats.org/drawingml/2006/main" noGrp="1"/>
          </p:cNvSpPr>
          <p:nvPr/>
        </p:nvSpPr>
        <p:spPr>
          <a:xfrm xmlns:a="http://schemas.openxmlformats.org/drawingml/2006/main">
            <a:off x="4019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워크플로</a:t>
            </a:r>
          </a:p>
        </p:txBody>
      </p:sp>
      <p:sp>
        <p:nvSpPr>
          <p:cNvPr id="12" name="">
            <a:extLst xmlns:a="http://schemas.openxmlformats.org/drawingml/2006/main">
              <a:ext uri="{FF2B5EF4-FFF2-40B4-BE49-F238E27FC236}">
                <a16:creationId xmlns:a16="http://schemas.microsoft.com/office/drawing/2014/main" id="{AC3D45CE-4A10-4AEB-AB63-25B00BAEF36E}"/>
              </a:ext>
            </a:extLst>
          </p:cNvPr>
          <p:cNvSpPr>
            <a:spLocks xmlns:a="http://schemas.openxmlformats.org/drawingml/2006/main" noGrp="1"/>
          </p:cNvSpPr>
          <p:nvPr/>
        </p:nvSpPr>
        <p:spPr>
          <a:xfrm xmlns:a="http://schemas.openxmlformats.org/drawingml/2006/main">
            <a:off x="4019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검색·재순위·검증·도구</a:t>
            </a:r>
          </a:p>
        </p:txBody>
      </p:sp>
      <p:sp>
        <p:nvSpPr>
          <p:cNvPr id="13" name="">
            <a:extLst xmlns:a="http://schemas.openxmlformats.org/drawingml/2006/main">
              <a:ext uri="{FF2B5EF4-FFF2-40B4-BE49-F238E27FC236}">
                <a16:creationId xmlns:a16="http://schemas.microsoft.com/office/drawing/2014/main" id="{4C654D71-A212-444D-9E72-4EFF5C75019B}"/>
              </a:ext>
            </a:extLst>
          </p:cNvPr>
          <p:cNvSpPr>
            <a:spLocks xmlns:a="http://schemas.openxmlformats.org/drawingml/2006/main" noGrp="1"/>
          </p:cNvSpPr>
          <p:nvPr/>
        </p:nvSpPr>
        <p:spPr>
          <a:xfrm xmlns:a="http://schemas.openxmlformats.org/drawingml/2006/main">
            <a:off x="6305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실패</a:t>
            </a:r>
          </a:p>
        </p:txBody>
      </p:sp>
      <p:sp>
        <p:nvSpPr>
          <p:cNvPr id="14" name="">
            <a:extLst xmlns:a="http://schemas.openxmlformats.org/drawingml/2006/main">
              <a:ext uri="{FF2B5EF4-FFF2-40B4-BE49-F238E27FC236}">
                <a16:creationId xmlns:a16="http://schemas.microsoft.com/office/drawing/2014/main" id="{0F1F3CC9-8C2A-46EB-B895-A199CCA0FC37}"/>
              </a:ext>
            </a:extLst>
          </p:cNvPr>
          <p:cNvSpPr>
            <a:spLocks xmlns:a="http://schemas.openxmlformats.org/drawingml/2006/main" noGrp="1"/>
          </p:cNvSpPr>
          <p:nvPr/>
        </p:nvSpPr>
        <p:spPr>
          <a:xfrm xmlns:a="http://schemas.openxmlformats.org/drawingml/2006/main">
            <a:off x="6305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재시도·대체 경로</a:t>
            </a:r>
          </a:p>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시간 초과</a:t>
            </a:r>
          </a:p>
        </p:txBody>
      </p:sp>
      <p:sp>
        <p:nvSpPr>
          <p:cNvPr id="15" name="">
            <a:extLst xmlns:a="http://schemas.openxmlformats.org/drawingml/2006/main">
              <a:ext uri="{FF2B5EF4-FFF2-40B4-BE49-F238E27FC236}">
                <a16:creationId xmlns:a16="http://schemas.microsoft.com/office/drawing/2014/main" id="{3629A054-BA2B-4221-B1E2-6780E9DE7E81}"/>
              </a:ext>
            </a:extLst>
          </p:cNvPr>
          <p:cNvSpPr>
            <a:spLocks xmlns:a="http://schemas.openxmlformats.org/drawingml/2006/main" noGrp="1"/>
          </p:cNvSpPr>
          <p:nvPr/>
        </p:nvSpPr>
        <p:spPr>
          <a:xfrm xmlns:a="http://schemas.openxmlformats.org/drawingml/2006/main">
            <a:off x="8591550" y="3733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재사용</a:t>
            </a:r>
          </a:p>
        </p:txBody>
      </p:sp>
      <p:sp>
        <p:nvSpPr>
          <p:cNvPr id="16" name="">
            <a:extLst xmlns:a="http://schemas.openxmlformats.org/drawingml/2006/main">
              <a:ext uri="{FF2B5EF4-FFF2-40B4-BE49-F238E27FC236}">
                <a16:creationId xmlns:a16="http://schemas.microsoft.com/office/drawing/2014/main" id="{9D38D388-3CA0-43C0-BADD-D8EECE388279}"/>
              </a:ext>
            </a:extLst>
          </p:cNvPr>
          <p:cNvSpPr>
            <a:spLocks xmlns:a="http://schemas.openxmlformats.org/drawingml/2006/main" noGrp="1"/>
          </p:cNvSpPr>
          <p:nvPr/>
        </p:nvSpPr>
        <p:spPr>
          <a:xfrm xmlns:a="http://schemas.openxmlformats.org/drawingml/2006/main">
            <a:off x="8591550" y="42481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20000"/>
              </a:lnSpc>
              <a:buNone/>
              <a:defRPr sz="1275" b="0">
                <a:solidFill>
                  <a:srgbClr val="98A2B3"/>
                </a:solidFill>
                <a:latin typeface="AppleGothic"/>
                <a:ea typeface="AppleGothic"/>
                <a:cs typeface="AppleGothic"/>
              </a:defRPr>
            </a:pPr>
            <a:r>
              <a:rPr sz="1275" b="0">
                <a:solidFill>
                  <a:srgbClr val="98A2B3"/>
                </a:solidFill>
                <a:latin typeface="AppleGothic"/>
                <a:ea typeface="AppleGothic"/>
                <a:cs typeface="AppleGothic"/>
              </a:rPr>
              <a:t>캐시·일괄 처리·모델 선택</a:t>
            </a:r>
          </a:p>
        </p:txBody>
      </p:sp>
      <p:sp>
        <p:nvSpPr>
          <p:cNvPr id="17" name="">
            <a:extLst xmlns:a="http://schemas.openxmlformats.org/drawingml/2006/main">
              <a:ext uri="{FF2B5EF4-FFF2-40B4-BE49-F238E27FC236}">
                <a16:creationId xmlns:a16="http://schemas.microsoft.com/office/drawing/2014/main" id="{36BD336C-B047-4D32-BB04-2EA40B6ADB58}"/>
              </a:ext>
            </a:extLst>
          </p:cNvPr>
          <p:cNvSpPr>
            <a:spLocks xmlns:a="http://schemas.openxmlformats.org/drawingml/2006/main" noGrp="1"/>
          </p:cNvSpPr>
          <p:nvPr/>
        </p:nvSpPr>
        <p:spPr>
          <a:xfrm xmlns:a="http://schemas.openxmlformats.org/drawingml/2006/main">
            <a:off x="609600" y="55816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425" b="1">
                <a:solidFill>
                  <a:srgbClr val="FFFFFF"/>
                </a:solidFill>
                <a:latin typeface="AppleGothic"/>
                <a:ea typeface="AppleGothic"/>
                <a:cs typeface="AppleGothic"/>
              </a:defRPr>
            </a:pPr>
            <a:r>
              <a:rPr sz="1425" b="1">
                <a:solidFill>
                  <a:srgbClr val="FFFFFF"/>
                </a:solidFill>
                <a:latin typeface="AppleGothic"/>
                <a:ea typeface="AppleGothic"/>
                <a:cs typeface="AppleGothic"/>
              </a:rPr>
              <a:t>모델 단가만이 아니라 한 요청이 실제로 거치는 전체 경로</a:t>
            </a:r>
          </a:p>
        </p:txBody>
      </p:sp>
    </p:spTree>
    <p:extLst>
      <p:ext uri="{BB962C8B-B14F-4D97-AF65-F5344CB8AC3E}">
        <p14:creationId xmlns:p14="http://schemas.microsoft.com/office/powerpoint/2010/main" val="1035545603"/>
      </p:ext>
    </p:extLst>
  </p:cSld>
</p:sld>
</file>

<file path=ppt/slides/slide5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4BD913D-BEFF-48D3-B67A-E995EEF73CEF}"/>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E010EC47-FE42-40B1-B3EA-8566890A6D9F}"/>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56</a:t>
            </a:r>
          </a:p>
        </p:txBody>
      </p:sp>
      <p:sp>
        <p:nvSpPr>
          <p:cNvPr id="3" name="">
            <a:extLst xmlns:a="http://schemas.openxmlformats.org/drawingml/2006/main">
              <a:ext uri="{FF2B5EF4-FFF2-40B4-BE49-F238E27FC236}">
                <a16:creationId xmlns:a16="http://schemas.microsoft.com/office/drawing/2014/main" id="{6BC740DD-93ED-4D33-B63C-CDFECEAA8D0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C0C429FE-977F-40BD-B01D-413F1E74CF1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8333A8A-3C29-4B1D-845A-E3FFF866A7A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682B82E6-8E86-4711-BDA4-98527B14B08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입력부터 저장까지의 보안·안전 기준</a:t>
            </a:r>
          </a:p>
        </p:txBody>
      </p:sp>
      <p:sp>
        <p:nvSpPr>
          <p:cNvPr id="7" name="">
            <a:extLst xmlns:a="http://schemas.openxmlformats.org/drawingml/2006/main">
              <a:ext uri="{FF2B5EF4-FFF2-40B4-BE49-F238E27FC236}">
                <a16:creationId xmlns:a16="http://schemas.microsoft.com/office/drawing/2014/main" id="{0514B685-6EFD-4709-B0C7-79FCADBA2B4C}"/>
              </a:ext>
            </a:extLst>
          </p:cNvPr>
          <p:cNvSpPr>
            <a:spLocks xmlns:a="http://schemas.openxmlformats.org/drawingml/2006/main" noGrp="1"/>
          </p:cNvSpPr>
          <p:nvPr/>
        </p:nvSpPr>
        <p:spPr>
          <a:xfrm xmlns:a="http://schemas.openxmlformats.org/drawingml/2006/main">
            <a:off x="609600" y="196215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입력</a:t>
            </a:r>
          </a:p>
        </p:txBody>
      </p:sp>
      <p:sp>
        <p:nvSpPr>
          <p:cNvPr id="8" name="">
            <a:extLst xmlns:a="http://schemas.openxmlformats.org/drawingml/2006/main">
              <a:ext uri="{FF2B5EF4-FFF2-40B4-BE49-F238E27FC236}">
                <a16:creationId xmlns:a16="http://schemas.microsoft.com/office/drawing/2014/main" id="{92D1ADE1-4246-4C4A-B534-E61198D63819}"/>
              </a:ext>
            </a:extLst>
          </p:cNvPr>
          <p:cNvSpPr>
            <a:spLocks xmlns:a="http://schemas.openxmlformats.org/drawingml/2006/main" noGrp="1"/>
          </p:cNvSpPr>
          <p:nvPr/>
        </p:nvSpPr>
        <p:spPr>
          <a:xfrm xmlns:a="http://schemas.openxmlformats.org/drawingml/2006/main" flipH="0" flipV="0">
            <a:off x="2495550" y="2190750"/>
            <a:ext cx="9086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77569D2D-E9B3-4755-951E-235477ED4016}"/>
              </a:ext>
            </a:extLst>
          </p:cNvPr>
          <p:cNvSpPr>
            <a:spLocks xmlns:a="http://schemas.openxmlformats.org/drawingml/2006/main" noGrp="1"/>
          </p:cNvSpPr>
          <p:nvPr/>
        </p:nvSpPr>
        <p:spPr>
          <a:xfrm xmlns:a="http://schemas.openxmlformats.org/drawingml/2006/main" rot="0">
            <a:off x="2724150" y="1866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3BC6EF89-582B-4285-9F72-9BFDDF48CE7F}"/>
              </a:ext>
            </a:extLst>
          </p:cNvPr>
          <p:cNvSpPr>
            <a:spLocks xmlns:a="http://schemas.openxmlformats.org/drawingml/2006/main" noGrp="1"/>
          </p:cNvSpPr>
          <p:nvPr/>
        </p:nvSpPr>
        <p:spPr>
          <a:xfrm xmlns:a="http://schemas.openxmlformats.org/drawingml/2006/main">
            <a:off x="2819400" y="1866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개인 식별 정보</a:t>
            </a:r>
          </a:p>
        </p:txBody>
      </p:sp>
      <p:sp>
        <p:nvSpPr>
          <p:cNvPr id="11" name="">
            <a:extLst xmlns:a="http://schemas.openxmlformats.org/drawingml/2006/main">
              <a:ext uri="{FF2B5EF4-FFF2-40B4-BE49-F238E27FC236}">
                <a16:creationId xmlns:a16="http://schemas.microsoft.com/office/drawing/2014/main" id="{90FABB52-A944-4637-B98F-EB9461586AC4}"/>
              </a:ext>
            </a:extLst>
          </p:cNvPr>
          <p:cNvSpPr>
            <a:spLocks xmlns:a="http://schemas.openxmlformats.org/drawingml/2006/main" noGrp="1"/>
          </p:cNvSpPr>
          <p:nvPr/>
        </p:nvSpPr>
        <p:spPr>
          <a:xfrm xmlns:a="http://schemas.openxmlformats.org/drawingml/2006/main" rot="0">
            <a:off x="4838700" y="1866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0CA6D799-C231-4A86-854D-9E7FC9C86812}"/>
              </a:ext>
            </a:extLst>
          </p:cNvPr>
          <p:cNvSpPr>
            <a:spLocks xmlns:a="http://schemas.openxmlformats.org/drawingml/2006/main" noGrp="1"/>
          </p:cNvSpPr>
          <p:nvPr/>
        </p:nvSpPr>
        <p:spPr>
          <a:xfrm xmlns:a="http://schemas.openxmlformats.org/drawingml/2006/main">
            <a:off x="4933950" y="1866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정책 분류</a:t>
            </a:r>
          </a:p>
        </p:txBody>
      </p:sp>
      <p:sp>
        <p:nvSpPr>
          <p:cNvPr id="13" name="">
            <a:extLst xmlns:a="http://schemas.openxmlformats.org/drawingml/2006/main">
              <a:ext uri="{FF2B5EF4-FFF2-40B4-BE49-F238E27FC236}">
                <a16:creationId xmlns:a16="http://schemas.microsoft.com/office/drawing/2014/main" id="{A2A0AB62-A0FF-47B9-B1C1-81BCFBDFFC85}"/>
              </a:ext>
            </a:extLst>
          </p:cNvPr>
          <p:cNvSpPr>
            <a:spLocks xmlns:a="http://schemas.openxmlformats.org/drawingml/2006/main" noGrp="1"/>
          </p:cNvSpPr>
          <p:nvPr/>
        </p:nvSpPr>
        <p:spPr>
          <a:xfrm xmlns:a="http://schemas.openxmlformats.org/drawingml/2006/main" rot="0">
            <a:off x="6953250" y="1866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3E887A8D-A8AB-413B-A81B-9D04260DF4CF}"/>
              </a:ext>
            </a:extLst>
          </p:cNvPr>
          <p:cNvSpPr>
            <a:spLocks xmlns:a="http://schemas.openxmlformats.org/drawingml/2006/main" noGrp="1"/>
          </p:cNvSpPr>
          <p:nvPr/>
        </p:nvSpPr>
        <p:spPr>
          <a:xfrm xmlns:a="http://schemas.openxmlformats.org/drawingml/2006/main">
            <a:off x="7048500" y="1866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프롬프트 주입</a:t>
            </a:r>
          </a:p>
        </p:txBody>
      </p:sp>
      <p:sp>
        <p:nvSpPr>
          <p:cNvPr id="15" name="">
            <a:extLst xmlns:a="http://schemas.openxmlformats.org/drawingml/2006/main">
              <a:ext uri="{FF2B5EF4-FFF2-40B4-BE49-F238E27FC236}">
                <a16:creationId xmlns:a16="http://schemas.microsoft.com/office/drawing/2014/main" id="{5A28DFB9-9A34-4D1F-AF54-8681BCD2B454}"/>
              </a:ext>
            </a:extLst>
          </p:cNvPr>
          <p:cNvSpPr>
            <a:spLocks xmlns:a="http://schemas.openxmlformats.org/drawingml/2006/main" noGrp="1"/>
          </p:cNvSpPr>
          <p:nvPr/>
        </p:nvSpPr>
        <p:spPr>
          <a:xfrm xmlns:a="http://schemas.openxmlformats.org/drawingml/2006/main">
            <a:off x="609600" y="310515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실행</a:t>
            </a:r>
          </a:p>
        </p:txBody>
      </p:sp>
      <p:sp>
        <p:nvSpPr>
          <p:cNvPr id="16" name="">
            <a:extLst xmlns:a="http://schemas.openxmlformats.org/drawingml/2006/main">
              <a:ext uri="{FF2B5EF4-FFF2-40B4-BE49-F238E27FC236}">
                <a16:creationId xmlns:a16="http://schemas.microsoft.com/office/drawing/2014/main" id="{8E5DA641-50B2-4309-99DD-4FB6769AB78A}"/>
              </a:ext>
            </a:extLst>
          </p:cNvPr>
          <p:cNvSpPr>
            <a:spLocks xmlns:a="http://schemas.openxmlformats.org/drawingml/2006/main" noGrp="1"/>
          </p:cNvSpPr>
          <p:nvPr/>
        </p:nvSpPr>
        <p:spPr>
          <a:xfrm xmlns:a="http://schemas.openxmlformats.org/drawingml/2006/main" flipH="0" flipV="0">
            <a:off x="2495550" y="3333750"/>
            <a:ext cx="9086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259070BF-0BC0-494D-BB9A-09CECFED8EBA}"/>
              </a:ext>
            </a:extLst>
          </p:cNvPr>
          <p:cNvSpPr>
            <a:spLocks xmlns:a="http://schemas.openxmlformats.org/drawingml/2006/main" noGrp="1"/>
          </p:cNvSpPr>
          <p:nvPr/>
        </p:nvSpPr>
        <p:spPr>
          <a:xfrm xmlns:a="http://schemas.openxmlformats.org/drawingml/2006/main" rot="0">
            <a:off x="2724150" y="3009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85E17CA5-108F-4F80-9972-AFE69C0900EB}"/>
              </a:ext>
            </a:extLst>
          </p:cNvPr>
          <p:cNvSpPr>
            <a:spLocks xmlns:a="http://schemas.openxmlformats.org/drawingml/2006/main" noGrp="1"/>
          </p:cNvSpPr>
          <p:nvPr/>
        </p:nvSpPr>
        <p:spPr>
          <a:xfrm xmlns:a="http://schemas.openxmlformats.org/drawingml/2006/main">
            <a:off x="2819400" y="3009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도구 허용목록</a:t>
            </a:r>
          </a:p>
        </p:txBody>
      </p:sp>
      <p:sp>
        <p:nvSpPr>
          <p:cNvPr id="19" name="">
            <a:extLst xmlns:a="http://schemas.openxmlformats.org/drawingml/2006/main">
              <a:ext uri="{FF2B5EF4-FFF2-40B4-BE49-F238E27FC236}">
                <a16:creationId xmlns:a16="http://schemas.microsoft.com/office/drawing/2014/main" id="{E87750D6-DEBB-44F8-991E-552A13AB5808}"/>
              </a:ext>
            </a:extLst>
          </p:cNvPr>
          <p:cNvSpPr>
            <a:spLocks xmlns:a="http://schemas.openxmlformats.org/drawingml/2006/main" noGrp="1"/>
          </p:cNvSpPr>
          <p:nvPr/>
        </p:nvSpPr>
        <p:spPr>
          <a:xfrm xmlns:a="http://schemas.openxmlformats.org/drawingml/2006/main" rot="0">
            <a:off x="4838700" y="3009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E3CFC8B5-52B6-4CB8-AEAA-A901DA46673B}"/>
              </a:ext>
            </a:extLst>
          </p:cNvPr>
          <p:cNvSpPr>
            <a:spLocks xmlns:a="http://schemas.openxmlformats.org/drawingml/2006/main" noGrp="1"/>
          </p:cNvSpPr>
          <p:nvPr/>
        </p:nvSpPr>
        <p:spPr>
          <a:xfrm xmlns:a="http://schemas.openxmlformats.org/drawingml/2006/main">
            <a:off x="4933950" y="3009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시간 초과</a:t>
            </a:r>
          </a:p>
        </p:txBody>
      </p:sp>
      <p:sp>
        <p:nvSpPr>
          <p:cNvPr id="21" name="">
            <a:extLst xmlns:a="http://schemas.openxmlformats.org/drawingml/2006/main">
              <a:ext uri="{FF2B5EF4-FFF2-40B4-BE49-F238E27FC236}">
                <a16:creationId xmlns:a16="http://schemas.microsoft.com/office/drawing/2014/main" id="{38F72B35-B477-462A-9859-AFD65E381E81}"/>
              </a:ext>
            </a:extLst>
          </p:cNvPr>
          <p:cNvSpPr>
            <a:spLocks xmlns:a="http://schemas.openxmlformats.org/drawingml/2006/main" noGrp="1"/>
          </p:cNvSpPr>
          <p:nvPr/>
        </p:nvSpPr>
        <p:spPr>
          <a:xfrm xmlns:a="http://schemas.openxmlformats.org/drawingml/2006/main" rot="0">
            <a:off x="6953250" y="3009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5CE3CC2F-3BD5-4D45-BE2F-F431166D2913}"/>
              </a:ext>
            </a:extLst>
          </p:cNvPr>
          <p:cNvSpPr>
            <a:spLocks xmlns:a="http://schemas.openxmlformats.org/drawingml/2006/main" noGrp="1"/>
          </p:cNvSpPr>
          <p:nvPr/>
        </p:nvSpPr>
        <p:spPr>
          <a:xfrm xmlns:a="http://schemas.openxmlformats.org/drawingml/2006/main">
            <a:off x="7048500" y="3009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사람 검토</a:t>
            </a:r>
          </a:p>
        </p:txBody>
      </p:sp>
      <p:sp>
        <p:nvSpPr>
          <p:cNvPr id="23" name="">
            <a:extLst xmlns:a="http://schemas.openxmlformats.org/drawingml/2006/main">
              <a:ext uri="{FF2B5EF4-FFF2-40B4-BE49-F238E27FC236}">
                <a16:creationId xmlns:a16="http://schemas.microsoft.com/office/drawing/2014/main" id="{CC65564C-8F71-4BD0-BD78-650FDCB0DCA0}"/>
              </a:ext>
            </a:extLst>
          </p:cNvPr>
          <p:cNvSpPr>
            <a:spLocks xmlns:a="http://schemas.openxmlformats.org/drawingml/2006/main" noGrp="1"/>
          </p:cNvSpPr>
          <p:nvPr/>
        </p:nvSpPr>
        <p:spPr>
          <a:xfrm xmlns:a="http://schemas.openxmlformats.org/drawingml/2006/main">
            <a:off x="609600" y="424815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출력</a:t>
            </a:r>
          </a:p>
        </p:txBody>
      </p:sp>
      <p:sp>
        <p:nvSpPr>
          <p:cNvPr id="24" name="">
            <a:extLst xmlns:a="http://schemas.openxmlformats.org/drawingml/2006/main">
              <a:ext uri="{FF2B5EF4-FFF2-40B4-BE49-F238E27FC236}">
                <a16:creationId xmlns:a16="http://schemas.microsoft.com/office/drawing/2014/main" id="{CA77C853-6CD7-422F-86AC-DD669CF3D18D}"/>
              </a:ext>
            </a:extLst>
          </p:cNvPr>
          <p:cNvSpPr>
            <a:spLocks xmlns:a="http://schemas.openxmlformats.org/drawingml/2006/main" noGrp="1"/>
          </p:cNvSpPr>
          <p:nvPr/>
        </p:nvSpPr>
        <p:spPr>
          <a:xfrm xmlns:a="http://schemas.openxmlformats.org/drawingml/2006/main" flipH="0" flipV="0">
            <a:off x="2495550" y="4476750"/>
            <a:ext cx="9086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E3CEB66A-E12C-41C4-A2D8-68EE94A55E82}"/>
              </a:ext>
            </a:extLst>
          </p:cNvPr>
          <p:cNvSpPr>
            <a:spLocks xmlns:a="http://schemas.openxmlformats.org/drawingml/2006/main" noGrp="1"/>
          </p:cNvSpPr>
          <p:nvPr/>
        </p:nvSpPr>
        <p:spPr>
          <a:xfrm xmlns:a="http://schemas.openxmlformats.org/drawingml/2006/main" rot="0">
            <a:off x="2724150" y="4152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038A0099-2336-496D-B81C-0BB01499BD51}"/>
              </a:ext>
            </a:extLst>
          </p:cNvPr>
          <p:cNvSpPr>
            <a:spLocks xmlns:a="http://schemas.openxmlformats.org/drawingml/2006/main" noGrp="1"/>
          </p:cNvSpPr>
          <p:nvPr/>
        </p:nvSpPr>
        <p:spPr>
          <a:xfrm xmlns:a="http://schemas.openxmlformats.org/drawingml/2006/main">
            <a:off x="2819400" y="4152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근거 연결</a:t>
            </a:r>
          </a:p>
        </p:txBody>
      </p:sp>
      <p:sp>
        <p:nvSpPr>
          <p:cNvPr id="27" name="">
            <a:extLst xmlns:a="http://schemas.openxmlformats.org/drawingml/2006/main">
              <a:ext uri="{FF2B5EF4-FFF2-40B4-BE49-F238E27FC236}">
                <a16:creationId xmlns:a16="http://schemas.microsoft.com/office/drawing/2014/main" id="{73499096-7D80-4B99-9478-B617DF085E24}"/>
              </a:ext>
            </a:extLst>
          </p:cNvPr>
          <p:cNvSpPr>
            <a:spLocks xmlns:a="http://schemas.openxmlformats.org/drawingml/2006/main" noGrp="1"/>
          </p:cNvSpPr>
          <p:nvPr/>
        </p:nvSpPr>
        <p:spPr>
          <a:xfrm xmlns:a="http://schemas.openxmlformats.org/drawingml/2006/main" rot="0">
            <a:off x="4838700" y="4152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22CEB222-D57A-4E4E-A4CB-C7AB6C09F979}"/>
              </a:ext>
            </a:extLst>
          </p:cNvPr>
          <p:cNvSpPr>
            <a:spLocks xmlns:a="http://schemas.openxmlformats.org/drawingml/2006/main" noGrp="1"/>
          </p:cNvSpPr>
          <p:nvPr/>
        </p:nvSpPr>
        <p:spPr>
          <a:xfrm xmlns:a="http://schemas.openxmlformats.org/drawingml/2006/main">
            <a:off x="4933950" y="4152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금지 표현</a:t>
            </a:r>
          </a:p>
        </p:txBody>
      </p:sp>
      <p:sp>
        <p:nvSpPr>
          <p:cNvPr id="29" name="">
            <a:extLst xmlns:a="http://schemas.openxmlformats.org/drawingml/2006/main">
              <a:ext uri="{FF2B5EF4-FFF2-40B4-BE49-F238E27FC236}">
                <a16:creationId xmlns:a16="http://schemas.microsoft.com/office/drawing/2014/main" id="{C7D1252E-D79B-4C89-8D1B-ADF18B6C5607}"/>
              </a:ext>
            </a:extLst>
          </p:cNvPr>
          <p:cNvSpPr>
            <a:spLocks xmlns:a="http://schemas.openxmlformats.org/drawingml/2006/main" noGrp="1"/>
          </p:cNvSpPr>
          <p:nvPr/>
        </p:nvSpPr>
        <p:spPr>
          <a:xfrm xmlns:a="http://schemas.openxmlformats.org/drawingml/2006/main" rot="0">
            <a:off x="6953250" y="4152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D603EE12-4CB7-48AE-B7D6-8532158B5CC3}"/>
              </a:ext>
            </a:extLst>
          </p:cNvPr>
          <p:cNvSpPr>
            <a:spLocks xmlns:a="http://schemas.openxmlformats.org/drawingml/2006/main" noGrp="1"/>
          </p:cNvSpPr>
          <p:nvPr/>
        </p:nvSpPr>
        <p:spPr>
          <a:xfrm xmlns:a="http://schemas.openxmlformats.org/drawingml/2006/main">
            <a:off x="7048500" y="4152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감사 로그</a:t>
            </a:r>
          </a:p>
        </p:txBody>
      </p:sp>
      <p:sp>
        <p:nvSpPr>
          <p:cNvPr id="31" name="">
            <a:extLst xmlns:a="http://schemas.openxmlformats.org/drawingml/2006/main">
              <a:ext uri="{FF2B5EF4-FFF2-40B4-BE49-F238E27FC236}">
                <a16:creationId xmlns:a16="http://schemas.microsoft.com/office/drawing/2014/main" id="{400D9D54-CB02-46CB-8206-B5F496A60973}"/>
              </a:ext>
            </a:extLst>
          </p:cNvPr>
          <p:cNvSpPr>
            <a:spLocks xmlns:a="http://schemas.openxmlformats.org/drawingml/2006/main" noGrp="1"/>
          </p:cNvSpPr>
          <p:nvPr/>
        </p:nvSpPr>
        <p:spPr>
          <a:xfrm xmlns:a="http://schemas.openxmlformats.org/drawingml/2006/main">
            <a:off x="609600" y="539115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저장</a:t>
            </a:r>
          </a:p>
        </p:txBody>
      </p:sp>
      <p:sp>
        <p:nvSpPr>
          <p:cNvPr id="32" name="">
            <a:extLst xmlns:a="http://schemas.openxmlformats.org/drawingml/2006/main">
              <a:ext uri="{FF2B5EF4-FFF2-40B4-BE49-F238E27FC236}">
                <a16:creationId xmlns:a16="http://schemas.microsoft.com/office/drawing/2014/main" id="{74D24815-7795-48CE-92C7-3C714FAB7CF9}"/>
              </a:ext>
            </a:extLst>
          </p:cNvPr>
          <p:cNvSpPr>
            <a:spLocks xmlns:a="http://schemas.openxmlformats.org/drawingml/2006/main" noGrp="1"/>
          </p:cNvSpPr>
          <p:nvPr/>
        </p:nvSpPr>
        <p:spPr>
          <a:xfrm xmlns:a="http://schemas.openxmlformats.org/drawingml/2006/main" flipH="0" flipV="0">
            <a:off x="2495550" y="5619750"/>
            <a:ext cx="90868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3" name="">
            <a:extLst xmlns:a="http://schemas.openxmlformats.org/drawingml/2006/main">
              <a:ext uri="{FF2B5EF4-FFF2-40B4-BE49-F238E27FC236}">
                <a16:creationId xmlns:a16="http://schemas.microsoft.com/office/drawing/2014/main" id="{C2AC6E6C-CF9C-46BC-8ED1-55150BFACD01}"/>
              </a:ext>
            </a:extLst>
          </p:cNvPr>
          <p:cNvSpPr>
            <a:spLocks xmlns:a="http://schemas.openxmlformats.org/drawingml/2006/main" noGrp="1"/>
          </p:cNvSpPr>
          <p:nvPr/>
        </p:nvSpPr>
        <p:spPr>
          <a:xfrm xmlns:a="http://schemas.openxmlformats.org/drawingml/2006/main" rot="0">
            <a:off x="2724150" y="5295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3EF6E3A4-B68B-44AC-9337-747C9EC91B2B}"/>
              </a:ext>
            </a:extLst>
          </p:cNvPr>
          <p:cNvSpPr>
            <a:spLocks xmlns:a="http://schemas.openxmlformats.org/drawingml/2006/main" noGrp="1"/>
          </p:cNvSpPr>
          <p:nvPr/>
        </p:nvSpPr>
        <p:spPr>
          <a:xfrm xmlns:a="http://schemas.openxmlformats.org/drawingml/2006/main">
            <a:off x="2819400" y="5295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원문 최소화</a:t>
            </a:r>
          </a:p>
        </p:txBody>
      </p:sp>
      <p:sp>
        <p:nvSpPr>
          <p:cNvPr id="35" name="">
            <a:extLst xmlns:a="http://schemas.openxmlformats.org/drawingml/2006/main">
              <a:ext uri="{FF2B5EF4-FFF2-40B4-BE49-F238E27FC236}">
                <a16:creationId xmlns:a16="http://schemas.microsoft.com/office/drawing/2014/main" id="{E87FA92B-37CE-46E6-9EDD-DEA62FBEF09F}"/>
              </a:ext>
            </a:extLst>
          </p:cNvPr>
          <p:cNvSpPr>
            <a:spLocks xmlns:a="http://schemas.openxmlformats.org/drawingml/2006/main" noGrp="1"/>
          </p:cNvSpPr>
          <p:nvPr/>
        </p:nvSpPr>
        <p:spPr>
          <a:xfrm xmlns:a="http://schemas.openxmlformats.org/drawingml/2006/main" rot="0">
            <a:off x="4838700" y="5295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4AB5533B-158B-4298-BE05-F7FBFAE13078}"/>
              </a:ext>
            </a:extLst>
          </p:cNvPr>
          <p:cNvSpPr>
            <a:spLocks xmlns:a="http://schemas.openxmlformats.org/drawingml/2006/main" noGrp="1"/>
          </p:cNvSpPr>
          <p:nvPr/>
        </p:nvSpPr>
        <p:spPr>
          <a:xfrm xmlns:a="http://schemas.openxmlformats.org/drawingml/2006/main">
            <a:off x="4933950" y="5295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보존 기간</a:t>
            </a:r>
          </a:p>
        </p:txBody>
      </p:sp>
      <p:sp>
        <p:nvSpPr>
          <p:cNvPr id="37" name="">
            <a:extLst xmlns:a="http://schemas.openxmlformats.org/drawingml/2006/main">
              <a:ext uri="{FF2B5EF4-FFF2-40B4-BE49-F238E27FC236}">
                <a16:creationId xmlns:a16="http://schemas.microsoft.com/office/drawing/2014/main" id="{C67ED37A-C495-49D1-AEB6-2CA7475BE575}"/>
              </a:ext>
            </a:extLst>
          </p:cNvPr>
          <p:cNvSpPr>
            <a:spLocks xmlns:a="http://schemas.openxmlformats.org/drawingml/2006/main" noGrp="1"/>
          </p:cNvSpPr>
          <p:nvPr/>
        </p:nvSpPr>
        <p:spPr>
          <a:xfrm xmlns:a="http://schemas.openxmlformats.org/drawingml/2006/main" rot="0">
            <a:off x="6953250" y="5295900"/>
            <a:ext cx="17526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8" name="">
            <a:extLst xmlns:a="http://schemas.openxmlformats.org/drawingml/2006/main">
              <a:ext uri="{FF2B5EF4-FFF2-40B4-BE49-F238E27FC236}">
                <a16:creationId xmlns:a16="http://schemas.microsoft.com/office/drawing/2014/main" id="{4FCD3949-90CA-4865-A596-23D69DFDAF96}"/>
              </a:ext>
            </a:extLst>
          </p:cNvPr>
          <p:cNvSpPr>
            <a:spLocks xmlns:a="http://schemas.openxmlformats.org/drawingml/2006/main" noGrp="1"/>
          </p:cNvSpPr>
          <p:nvPr/>
        </p:nvSpPr>
        <p:spPr>
          <a:xfrm xmlns:a="http://schemas.openxmlformats.org/drawingml/2006/main">
            <a:off x="7048500" y="5295900"/>
            <a:ext cx="1562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접근 통제</a:t>
            </a:r>
          </a:p>
        </p:txBody>
      </p:sp>
    </p:spTree>
    <p:extLst>
      <p:ext uri="{BB962C8B-B14F-4D97-AF65-F5344CB8AC3E}">
        <p14:creationId xmlns:p14="http://schemas.microsoft.com/office/powerpoint/2010/main" val="1431630329"/>
      </p:ext>
    </p:extLst>
  </p:cSld>
</p:sld>
</file>

<file path=ppt/slides/slide5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B6D9AFE-2673-4A93-9487-12814A1BC928}"/>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OPS</a:t>
            </a:r>
          </a:p>
        </p:txBody>
      </p:sp>
      <p:sp>
        <p:nvSpPr>
          <p:cNvPr id="2" name="">
            <a:extLst xmlns:a="http://schemas.openxmlformats.org/drawingml/2006/main">
              <a:ext uri="{FF2B5EF4-FFF2-40B4-BE49-F238E27FC236}">
                <a16:creationId xmlns:a16="http://schemas.microsoft.com/office/drawing/2014/main" id="{D2281CC8-CF93-497D-B3E6-D29ABCC5CE35}"/>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57</a:t>
            </a:r>
          </a:p>
        </p:txBody>
      </p:sp>
      <p:sp>
        <p:nvSpPr>
          <p:cNvPr id="3" name="">
            <a:extLst xmlns:a="http://schemas.openxmlformats.org/drawingml/2006/main">
              <a:ext uri="{FF2B5EF4-FFF2-40B4-BE49-F238E27FC236}">
                <a16:creationId xmlns:a16="http://schemas.microsoft.com/office/drawing/2014/main" id="{0ABBC99A-082B-4741-AAA2-ABC9CF6948B4}"/>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89B00527-5170-4B21-A4F7-047FD7B0E502}"/>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5E32AF79-AFD0-4157-AD5C-06E01C4E93D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EAB79A4B-524F-498C-BBE9-7FE338F69D2D}"/>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실행 결과 재현에 필요한 다섯 가지 정보</a:t>
            </a:r>
          </a:p>
        </p:txBody>
      </p:sp>
      <p:sp>
        <p:nvSpPr>
          <p:cNvPr id="7" name="">
            <a:extLst xmlns:a="http://schemas.openxmlformats.org/drawingml/2006/main">
              <a:ext uri="{FF2B5EF4-FFF2-40B4-BE49-F238E27FC236}">
                <a16:creationId xmlns:a16="http://schemas.microsoft.com/office/drawing/2014/main" id="{AA955BBF-B493-49EE-A861-0F4A252623F6}"/>
              </a:ext>
            </a:extLst>
          </p:cNvPr>
          <p:cNvSpPr>
            <a:spLocks xmlns:a="http://schemas.openxmlformats.org/drawingml/2006/main" noGrp="1"/>
          </p:cNvSpPr>
          <p:nvPr/>
        </p:nvSpPr>
        <p:spPr>
          <a:xfrm xmlns:a="http://schemas.openxmlformats.org/drawingml/2006/main" rot="0">
            <a:off x="666750" y="16192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8" name="">
            <a:extLst xmlns:a="http://schemas.openxmlformats.org/drawingml/2006/main">
              <a:ext uri="{FF2B5EF4-FFF2-40B4-BE49-F238E27FC236}">
                <a16:creationId xmlns:a16="http://schemas.microsoft.com/office/drawing/2014/main" id="{152EBBB9-0119-48E2-B95E-5A61BCCFD861}"/>
              </a:ext>
            </a:extLst>
          </p:cNvPr>
          <p:cNvSpPr>
            <a:spLocks xmlns:a="http://schemas.openxmlformats.org/drawingml/2006/main" noGrp="1"/>
          </p:cNvSpPr>
          <p:nvPr/>
        </p:nvSpPr>
        <p:spPr>
          <a:xfrm xmlns:a="http://schemas.openxmlformats.org/drawingml/2006/main">
            <a:off x="666750" y="16192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FC84AB8A-C49A-45C7-BAEA-E717EED33313}"/>
              </a:ext>
            </a:extLst>
          </p:cNvPr>
          <p:cNvSpPr>
            <a:spLocks xmlns:a="http://schemas.openxmlformats.org/drawingml/2006/main" noGrp="1"/>
          </p:cNvSpPr>
          <p:nvPr/>
        </p:nvSpPr>
        <p:spPr>
          <a:xfrm xmlns:a="http://schemas.openxmlformats.org/drawingml/2006/main">
            <a:off x="1295400" y="15621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환경</a:t>
            </a:r>
          </a:p>
        </p:txBody>
      </p:sp>
      <p:sp>
        <p:nvSpPr>
          <p:cNvPr id="10" name="">
            <a:extLst xmlns:a="http://schemas.openxmlformats.org/drawingml/2006/main">
              <a:ext uri="{FF2B5EF4-FFF2-40B4-BE49-F238E27FC236}">
                <a16:creationId xmlns:a16="http://schemas.microsoft.com/office/drawing/2014/main" id="{71ADBDDF-32B5-4808-9686-35B85676B7D0}"/>
              </a:ext>
            </a:extLst>
          </p:cNvPr>
          <p:cNvSpPr>
            <a:spLocks xmlns:a="http://schemas.openxmlformats.org/drawingml/2006/main" noGrp="1"/>
          </p:cNvSpPr>
          <p:nvPr/>
        </p:nvSpPr>
        <p:spPr>
          <a:xfrm xmlns:a="http://schemas.openxmlformats.org/drawingml/2006/main">
            <a:off x="5657850" y="16002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Python · 패키지 · 운영체제 · 가속기</a:t>
            </a:r>
          </a:p>
        </p:txBody>
      </p:sp>
      <p:sp>
        <p:nvSpPr>
          <p:cNvPr id="11" name="">
            <a:extLst xmlns:a="http://schemas.openxmlformats.org/drawingml/2006/main">
              <a:ext uri="{FF2B5EF4-FFF2-40B4-BE49-F238E27FC236}">
                <a16:creationId xmlns:a16="http://schemas.microsoft.com/office/drawing/2014/main" id="{EA41CF0E-FE12-401F-957A-D86A39C8E488}"/>
              </a:ext>
            </a:extLst>
          </p:cNvPr>
          <p:cNvSpPr>
            <a:spLocks xmlns:a="http://schemas.openxmlformats.org/drawingml/2006/main" noGrp="1"/>
          </p:cNvSpPr>
          <p:nvPr/>
        </p:nvSpPr>
        <p:spPr>
          <a:xfrm xmlns:a="http://schemas.openxmlformats.org/drawingml/2006/main" flipH="0" flipV="0">
            <a:off x="1295400" y="21526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D901ED71-66A4-4E41-9C0E-E98F940096A2}"/>
              </a:ext>
            </a:extLst>
          </p:cNvPr>
          <p:cNvSpPr>
            <a:spLocks xmlns:a="http://schemas.openxmlformats.org/drawingml/2006/main" noGrp="1"/>
          </p:cNvSpPr>
          <p:nvPr/>
        </p:nvSpPr>
        <p:spPr>
          <a:xfrm xmlns:a="http://schemas.openxmlformats.org/drawingml/2006/main" rot="0">
            <a:off x="666750" y="24955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13" name="">
            <a:extLst xmlns:a="http://schemas.openxmlformats.org/drawingml/2006/main">
              <a:ext uri="{FF2B5EF4-FFF2-40B4-BE49-F238E27FC236}">
                <a16:creationId xmlns:a16="http://schemas.microsoft.com/office/drawing/2014/main" id="{70E8A851-3FEC-44EA-B5E7-E8167F4E9623}"/>
              </a:ext>
            </a:extLst>
          </p:cNvPr>
          <p:cNvSpPr>
            <a:spLocks xmlns:a="http://schemas.openxmlformats.org/drawingml/2006/main" noGrp="1"/>
          </p:cNvSpPr>
          <p:nvPr/>
        </p:nvSpPr>
        <p:spPr>
          <a:xfrm xmlns:a="http://schemas.openxmlformats.org/drawingml/2006/main">
            <a:off x="666750" y="2495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4" name="">
            <a:extLst xmlns:a="http://schemas.openxmlformats.org/drawingml/2006/main">
              <a:ext uri="{FF2B5EF4-FFF2-40B4-BE49-F238E27FC236}">
                <a16:creationId xmlns:a16="http://schemas.microsoft.com/office/drawing/2014/main" id="{309C1D68-71BA-4656-AD11-7C54E6F10ADA}"/>
              </a:ext>
            </a:extLst>
          </p:cNvPr>
          <p:cNvSpPr>
            <a:spLocks xmlns:a="http://schemas.openxmlformats.org/drawingml/2006/main" noGrp="1"/>
          </p:cNvSpPr>
          <p:nvPr/>
        </p:nvSpPr>
        <p:spPr>
          <a:xfrm xmlns:a="http://schemas.openxmlformats.org/drawingml/2006/main">
            <a:off x="1295400" y="24384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입력</a:t>
            </a:r>
          </a:p>
        </p:txBody>
      </p:sp>
      <p:sp>
        <p:nvSpPr>
          <p:cNvPr id="15" name="">
            <a:extLst xmlns:a="http://schemas.openxmlformats.org/drawingml/2006/main">
              <a:ext uri="{FF2B5EF4-FFF2-40B4-BE49-F238E27FC236}">
                <a16:creationId xmlns:a16="http://schemas.microsoft.com/office/drawing/2014/main" id="{5E89AD3B-22A8-4435-8CE6-B491C5296F67}"/>
              </a:ext>
            </a:extLst>
          </p:cNvPr>
          <p:cNvSpPr>
            <a:spLocks xmlns:a="http://schemas.openxmlformats.org/drawingml/2006/main" noGrp="1"/>
          </p:cNvSpPr>
          <p:nvPr/>
        </p:nvSpPr>
        <p:spPr>
          <a:xfrm xmlns:a="http://schemas.openxmlformats.org/drawingml/2006/main">
            <a:off x="5657850" y="24765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평가 데이터 개정 · 콘텐츠 지문</a:t>
            </a:r>
          </a:p>
        </p:txBody>
      </p:sp>
      <p:sp>
        <p:nvSpPr>
          <p:cNvPr id="16" name="">
            <a:extLst xmlns:a="http://schemas.openxmlformats.org/drawingml/2006/main">
              <a:ext uri="{FF2B5EF4-FFF2-40B4-BE49-F238E27FC236}">
                <a16:creationId xmlns:a16="http://schemas.microsoft.com/office/drawing/2014/main" id="{17A72F8B-DD7D-49F2-852F-C4BD1939951A}"/>
              </a:ext>
            </a:extLst>
          </p:cNvPr>
          <p:cNvSpPr>
            <a:spLocks xmlns:a="http://schemas.openxmlformats.org/drawingml/2006/main" noGrp="1"/>
          </p:cNvSpPr>
          <p:nvPr/>
        </p:nvSpPr>
        <p:spPr>
          <a:xfrm xmlns:a="http://schemas.openxmlformats.org/drawingml/2006/main" flipH="0" flipV="0">
            <a:off x="1295400" y="30289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6F08BC43-DCDF-4CD9-95E5-B9181D17CBF2}"/>
              </a:ext>
            </a:extLst>
          </p:cNvPr>
          <p:cNvSpPr>
            <a:spLocks xmlns:a="http://schemas.openxmlformats.org/drawingml/2006/main" noGrp="1"/>
          </p:cNvSpPr>
          <p:nvPr/>
        </p:nvSpPr>
        <p:spPr>
          <a:xfrm xmlns:a="http://schemas.openxmlformats.org/drawingml/2006/main" rot="0">
            <a:off x="666750" y="33718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18" name="">
            <a:extLst xmlns:a="http://schemas.openxmlformats.org/drawingml/2006/main">
              <a:ext uri="{FF2B5EF4-FFF2-40B4-BE49-F238E27FC236}">
                <a16:creationId xmlns:a16="http://schemas.microsoft.com/office/drawing/2014/main" id="{11936DC0-CE41-49EF-B15C-1816D5870752}"/>
              </a:ext>
            </a:extLst>
          </p:cNvPr>
          <p:cNvSpPr>
            <a:spLocks xmlns:a="http://schemas.openxmlformats.org/drawingml/2006/main" noGrp="1"/>
          </p:cNvSpPr>
          <p:nvPr/>
        </p:nvSpPr>
        <p:spPr>
          <a:xfrm xmlns:a="http://schemas.openxmlformats.org/drawingml/2006/main">
            <a:off x="666750" y="3371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BC7FA601-C36E-4947-8DB2-7B525440E0C8}"/>
              </a:ext>
            </a:extLst>
          </p:cNvPr>
          <p:cNvSpPr>
            <a:spLocks xmlns:a="http://schemas.openxmlformats.org/drawingml/2006/main" noGrp="1"/>
          </p:cNvSpPr>
          <p:nvPr/>
        </p:nvSpPr>
        <p:spPr>
          <a:xfrm xmlns:a="http://schemas.openxmlformats.org/drawingml/2006/main">
            <a:off x="1295400" y="33147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지시</a:t>
            </a:r>
          </a:p>
        </p:txBody>
      </p:sp>
      <p:sp>
        <p:nvSpPr>
          <p:cNvPr id="20" name="">
            <a:extLst xmlns:a="http://schemas.openxmlformats.org/drawingml/2006/main">
              <a:ext uri="{FF2B5EF4-FFF2-40B4-BE49-F238E27FC236}">
                <a16:creationId xmlns:a16="http://schemas.microsoft.com/office/drawing/2014/main" id="{20921F2B-7F89-4DC5-9F3E-30BA7259F661}"/>
              </a:ext>
            </a:extLst>
          </p:cNvPr>
          <p:cNvSpPr>
            <a:spLocks xmlns:a="http://schemas.openxmlformats.org/drawingml/2006/main" noGrp="1"/>
          </p:cNvSpPr>
          <p:nvPr/>
        </p:nvSpPr>
        <p:spPr>
          <a:xfrm xmlns:a="http://schemas.openxmlformats.org/drawingml/2006/main">
            <a:off x="5657850" y="33528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프롬프트 식별자 · 버전 · 스키마</a:t>
            </a:r>
          </a:p>
        </p:txBody>
      </p:sp>
      <p:sp>
        <p:nvSpPr>
          <p:cNvPr id="21" name="">
            <a:extLst xmlns:a="http://schemas.openxmlformats.org/drawingml/2006/main">
              <a:ext uri="{FF2B5EF4-FFF2-40B4-BE49-F238E27FC236}">
                <a16:creationId xmlns:a16="http://schemas.microsoft.com/office/drawing/2014/main" id="{A440E205-E444-4E2F-B088-CE8B236E6B2A}"/>
              </a:ext>
            </a:extLst>
          </p:cNvPr>
          <p:cNvSpPr>
            <a:spLocks xmlns:a="http://schemas.openxmlformats.org/drawingml/2006/main" noGrp="1"/>
          </p:cNvSpPr>
          <p:nvPr/>
        </p:nvSpPr>
        <p:spPr>
          <a:xfrm xmlns:a="http://schemas.openxmlformats.org/drawingml/2006/main" flipH="0" flipV="0">
            <a:off x="1295400" y="39052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4F579C15-E84B-4755-B7CF-500E7B6B8EF1}"/>
              </a:ext>
            </a:extLst>
          </p:cNvPr>
          <p:cNvSpPr>
            <a:spLocks xmlns:a="http://schemas.openxmlformats.org/drawingml/2006/main" noGrp="1"/>
          </p:cNvSpPr>
          <p:nvPr/>
        </p:nvSpPr>
        <p:spPr>
          <a:xfrm xmlns:a="http://schemas.openxmlformats.org/drawingml/2006/main" rot="0">
            <a:off x="666750" y="42481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23" name="">
            <a:extLst xmlns:a="http://schemas.openxmlformats.org/drawingml/2006/main">
              <a:ext uri="{FF2B5EF4-FFF2-40B4-BE49-F238E27FC236}">
                <a16:creationId xmlns:a16="http://schemas.microsoft.com/office/drawing/2014/main" id="{EDEB591A-F101-43D7-B94C-E19D1DA0300A}"/>
              </a:ext>
            </a:extLst>
          </p:cNvPr>
          <p:cNvSpPr>
            <a:spLocks xmlns:a="http://schemas.openxmlformats.org/drawingml/2006/main" noGrp="1"/>
          </p:cNvSpPr>
          <p:nvPr/>
        </p:nvSpPr>
        <p:spPr>
          <a:xfrm xmlns:a="http://schemas.openxmlformats.org/drawingml/2006/main">
            <a:off x="666750" y="4248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4" name="">
            <a:extLst xmlns:a="http://schemas.openxmlformats.org/drawingml/2006/main">
              <a:ext uri="{FF2B5EF4-FFF2-40B4-BE49-F238E27FC236}">
                <a16:creationId xmlns:a16="http://schemas.microsoft.com/office/drawing/2014/main" id="{A5CC3400-D6D3-4670-8DC0-FAAB6ABB3505}"/>
              </a:ext>
            </a:extLst>
          </p:cNvPr>
          <p:cNvSpPr>
            <a:spLocks xmlns:a="http://schemas.openxmlformats.org/drawingml/2006/main" noGrp="1"/>
          </p:cNvSpPr>
          <p:nvPr/>
        </p:nvSpPr>
        <p:spPr>
          <a:xfrm xmlns:a="http://schemas.openxmlformats.org/drawingml/2006/main">
            <a:off x="1295400" y="4191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실행</a:t>
            </a:r>
          </a:p>
        </p:txBody>
      </p:sp>
      <p:sp>
        <p:nvSpPr>
          <p:cNvPr id="25" name="">
            <a:extLst xmlns:a="http://schemas.openxmlformats.org/drawingml/2006/main">
              <a:ext uri="{FF2B5EF4-FFF2-40B4-BE49-F238E27FC236}">
                <a16:creationId xmlns:a16="http://schemas.microsoft.com/office/drawing/2014/main" id="{D51D146A-3228-4DCC-AA4E-22E43F6BF6E7}"/>
              </a:ext>
            </a:extLst>
          </p:cNvPr>
          <p:cNvSpPr>
            <a:spLocks xmlns:a="http://schemas.openxmlformats.org/drawingml/2006/main" noGrp="1"/>
          </p:cNvSpPr>
          <p:nvPr/>
        </p:nvSpPr>
        <p:spPr>
          <a:xfrm xmlns:a="http://schemas.openxmlformats.org/drawingml/2006/main">
            <a:off x="5657850" y="42291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제공자 · 모델 · 설정</a:t>
            </a:r>
          </a:p>
        </p:txBody>
      </p:sp>
      <p:sp>
        <p:nvSpPr>
          <p:cNvPr id="26" name="">
            <a:extLst xmlns:a="http://schemas.openxmlformats.org/drawingml/2006/main">
              <a:ext uri="{FF2B5EF4-FFF2-40B4-BE49-F238E27FC236}">
                <a16:creationId xmlns:a16="http://schemas.microsoft.com/office/drawing/2014/main" id="{FFFC46E4-365B-4BEA-8B7D-3ECE61994D67}"/>
              </a:ext>
            </a:extLst>
          </p:cNvPr>
          <p:cNvSpPr>
            <a:spLocks xmlns:a="http://schemas.openxmlformats.org/drawingml/2006/main" noGrp="1"/>
          </p:cNvSpPr>
          <p:nvPr/>
        </p:nvSpPr>
        <p:spPr>
          <a:xfrm xmlns:a="http://schemas.openxmlformats.org/drawingml/2006/main" flipH="0" flipV="0">
            <a:off x="1295400" y="47815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7" name="">
            <a:extLst xmlns:a="http://schemas.openxmlformats.org/drawingml/2006/main">
              <a:ext uri="{FF2B5EF4-FFF2-40B4-BE49-F238E27FC236}">
                <a16:creationId xmlns:a16="http://schemas.microsoft.com/office/drawing/2014/main" id="{A3CF4633-4911-4EAB-8ECC-58D36734F704}"/>
              </a:ext>
            </a:extLst>
          </p:cNvPr>
          <p:cNvSpPr>
            <a:spLocks xmlns:a="http://schemas.openxmlformats.org/drawingml/2006/main" noGrp="1"/>
          </p:cNvSpPr>
          <p:nvPr/>
        </p:nvSpPr>
        <p:spPr>
          <a:xfrm xmlns:a="http://schemas.openxmlformats.org/drawingml/2006/main" rot="0">
            <a:off x="666750" y="51244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28" name="">
            <a:extLst xmlns:a="http://schemas.openxmlformats.org/drawingml/2006/main">
              <a:ext uri="{FF2B5EF4-FFF2-40B4-BE49-F238E27FC236}">
                <a16:creationId xmlns:a16="http://schemas.microsoft.com/office/drawing/2014/main" id="{2A04483F-C084-4039-85C0-8AD018AE38B3}"/>
              </a:ext>
            </a:extLst>
          </p:cNvPr>
          <p:cNvSpPr>
            <a:spLocks xmlns:a="http://schemas.openxmlformats.org/drawingml/2006/main" noGrp="1"/>
          </p:cNvSpPr>
          <p:nvPr/>
        </p:nvSpPr>
        <p:spPr>
          <a:xfrm xmlns:a="http://schemas.openxmlformats.org/drawingml/2006/main">
            <a:off x="666750" y="51244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E715AA3D-1DDC-4F29-9F0A-9AA5C2AA569F}"/>
              </a:ext>
            </a:extLst>
          </p:cNvPr>
          <p:cNvSpPr>
            <a:spLocks xmlns:a="http://schemas.openxmlformats.org/drawingml/2006/main" noGrp="1"/>
          </p:cNvSpPr>
          <p:nvPr/>
        </p:nvSpPr>
        <p:spPr>
          <a:xfrm xmlns:a="http://schemas.openxmlformats.org/drawingml/2006/main">
            <a:off x="1295400" y="50673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코드</a:t>
            </a:r>
          </a:p>
        </p:txBody>
      </p:sp>
      <p:sp>
        <p:nvSpPr>
          <p:cNvPr id="30" name="">
            <a:extLst xmlns:a="http://schemas.openxmlformats.org/drawingml/2006/main">
              <a:ext uri="{FF2B5EF4-FFF2-40B4-BE49-F238E27FC236}">
                <a16:creationId xmlns:a16="http://schemas.microsoft.com/office/drawing/2014/main" id="{0C893288-221E-48F0-AA40-6D4C4D669642}"/>
              </a:ext>
            </a:extLst>
          </p:cNvPr>
          <p:cNvSpPr>
            <a:spLocks xmlns:a="http://schemas.openxmlformats.org/drawingml/2006/main" noGrp="1"/>
          </p:cNvSpPr>
          <p:nvPr/>
        </p:nvSpPr>
        <p:spPr>
          <a:xfrm xmlns:a="http://schemas.openxmlformats.org/drawingml/2006/main">
            <a:off x="5657850" y="51054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커밋 · 접근 경로 · 정책</a:t>
            </a:r>
          </a:p>
        </p:txBody>
      </p:sp>
      <p:sp>
        <p:nvSpPr>
          <p:cNvPr id="31" name="">
            <a:extLst xmlns:a="http://schemas.openxmlformats.org/drawingml/2006/main">
              <a:ext uri="{FF2B5EF4-FFF2-40B4-BE49-F238E27FC236}">
                <a16:creationId xmlns:a16="http://schemas.microsoft.com/office/drawing/2014/main" id="{C8E6E838-1713-465A-860E-1FBA09BD63C9}"/>
              </a:ext>
            </a:extLst>
          </p:cNvPr>
          <p:cNvSpPr>
            <a:spLocks xmlns:a="http://schemas.openxmlformats.org/drawingml/2006/main" noGrp="1"/>
          </p:cNvSpPr>
          <p:nvPr/>
        </p:nvSpPr>
        <p:spPr>
          <a:xfrm xmlns:a="http://schemas.openxmlformats.org/drawingml/2006/main" flipH="0" flipV="0">
            <a:off x="1295400" y="56578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1310936909"/>
      </p:ext>
    </p:extLst>
  </p:cSld>
</p:sld>
</file>

<file path=ppt/slides/slide5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419952-1217-42D1-8CAD-39347317D70C}"/>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F864BC68-48CA-4248-950C-ADA9ADD8ABF5}"/>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58</a:t>
            </a:r>
          </a:p>
        </p:txBody>
      </p:sp>
      <p:sp>
        <p:nvSpPr>
          <p:cNvPr id="3" name="">
            <a:extLst xmlns:a="http://schemas.openxmlformats.org/drawingml/2006/main">
              <a:ext uri="{FF2B5EF4-FFF2-40B4-BE49-F238E27FC236}">
                <a16:creationId xmlns:a16="http://schemas.microsoft.com/office/drawing/2014/main" id="{538E538F-76EC-4568-BA28-1391D2DB8BB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2A480E67-F33C-4D30-B8C1-D9065D7F387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B3045CA-8E12-45C4-AC38-DE7622DC75B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E96F96E1-0456-4DF2-ADC2-A8BAC692D5B4}"/>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LLM 서비스 개선 사이클</a:t>
            </a:r>
          </a:p>
        </p:txBody>
      </p:sp>
      <p:sp>
        <p:nvSpPr>
          <p:cNvPr id="7" name="">
            <a:extLst xmlns:a="http://schemas.openxmlformats.org/drawingml/2006/main">
              <a:ext uri="{FF2B5EF4-FFF2-40B4-BE49-F238E27FC236}">
                <a16:creationId xmlns:a16="http://schemas.microsoft.com/office/drawing/2014/main" id="{54592FA6-EFE3-400C-9A6B-C7EE9E5F4F50}"/>
              </a:ext>
            </a:extLst>
          </p:cNvPr>
          <p:cNvSpPr>
            <a:spLocks xmlns:a="http://schemas.openxmlformats.org/drawingml/2006/main" noGrp="1"/>
          </p:cNvSpPr>
          <p:nvPr/>
        </p:nvSpPr>
        <p:spPr>
          <a:xfrm xmlns:a="http://schemas.openxmlformats.org/drawingml/2006/main" flipH="0" flipV="0">
            <a:off x="4315941" y="2192966"/>
            <a:ext cx="769240" cy="55888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8" name="">
            <a:extLst xmlns:a="http://schemas.openxmlformats.org/drawingml/2006/main">
              <a:ext uri="{FF2B5EF4-FFF2-40B4-BE49-F238E27FC236}">
                <a16:creationId xmlns:a16="http://schemas.microsoft.com/office/drawing/2014/main" id="{D4234427-FBD5-45B9-8FCB-4F9D41623909}"/>
              </a:ext>
            </a:extLst>
          </p:cNvPr>
          <p:cNvSpPr>
            <a:spLocks xmlns:a="http://schemas.openxmlformats.org/drawingml/2006/main" noGrp="1"/>
          </p:cNvSpPr>
          <p:nvPr/>
        </p:nvSpPr>
        <p:spPr>
          <a:xfrm xmlns:a="http://schemas.openxmlformats.org/drawingml/2006/main" flipH="1" flipV="0">
            <a:off x="5068725" y="3605502"/>
            <a:ext cx="293824" cy="90429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9" name="">
            <a:extLst xmlns:a="http://schemas.openxmlformats.org/drawingml/2006/main">
              <a:ext uri="{FF2B5EF4-FFF2-40B4-BE49-F238E27FC236}">
                <a16:creationId xmlns:a16="http://schemas.microsoft.com/office/drawing/2014/main" id="{1A6B0FCC-0B65-4CB5-B08C-5D01514DC69C}"/>
              </a:ext>
            </a:extLst>
          </p:cNvPr>
          <p:cNvSpPr>
            <a:spLocks xmlns:a="http://schemas.openxmlformats.org/drawingml/2006/main" noGrp="1"/>
          </p:cNvSpPr>
          <p:nvPr/>
        </p:nvSpPr>
        <p:spPr>
          <a:xfrm xmlns:a="http://schemas.openxmlformats.org/drawingml/2006/main" flipH="1" flipV="0">
            <a:off x="3391734" y="5037383"/>
            <a:ext cx="950833"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0" name="">
            <a:extLst xmlns:a="http://schemas.openxmlformats.org/drawingml/2006/main">
              <a:ext uri="{FF2B5EF4-FFF2-40B4-BE49-F238E27FC236}">
                <a16:creationId xmlns:a16="http://schemas.microsoft.com/office/drawing/2014/main" id="{C1355BE1-3CAC-43BB-A559-9D7DB888A6D1}"/>
              </a:ext>
            </a:extLst>
          </p:cNvPr>
          <p:cNvSpPr>
            <a:spLocks xmlns:a="http://schemas.openxmlformats.org/drawingml/2006/main" noGrp="1"/>
          </p:cNvSpPr>
          <p:nvPr/>
        </p:nvSpPr>
        <p:spPr>
          <a:xfrm xmlns:a="http://schemas.openxmlformats.org/drawingml/2006/main" flipH="1" flipV="1">
            <a:off x="2371751" y="3605502"/>
            <a:ext cx="293824" cy="90429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1" name="">
            <a:extLst xmlns:a="http://schemas.openxmlformats.org/drawingml/2006/main">
              <a:ext uri="{FF2B5EF4-FFF2-40B4-BE49-F238E27FC236}">
                <a16:creationId xmlns:a16="http://schemas.microsoft.com/office/drawing/2014/main" id="{775E7649-9114-4ADD-A798-7F613295C6BB}"/>
              </a:ext>
            </a:extLst>
          </p:cNvPr>
          <p:cNvSpPr>
            <a:spLocks xmlns:a="http://schemas.openxmlformats.org/drawingml/2006/main" noGrp="1"/>
          </p:cNvSpPr>
          <p:nvPr/>
        </p:nvSpPr>
        <p:spPr>
          <a:xfrm xmlns:a="http://schemas.openxmlformats.org/drawingml/2006/main" flipH="0" flipV="1">
            <a:off x="2649119" y="2192966"/>
            <a:ext cx="769240" cy="558886"/>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2" name="">
            <a:extLst xmlns:a="http://schemas.openxmlformats.org/drawingml/2006/main">
              <a:ext uri="{FF2B5EF4-FFF2-40B4-BE49-F238E27FC236}">
                <a16:creationId xmlns:a16="http://schemas.microsoft.com/office/drawing/2014/main" id="{5A22B229-EC50-4914-B450-566D0F2F6206}"/>
              </a:ext>
            </a:extLst>
          </p:cNvPr>
          <p:cNvSpPr>
            <a:spLocks xmlns:a="http://schemas.openxmlformats.org/drawingml/2006/main" noGrp="1"/>
          </p:cNvSpPr>
          <p:nvPr/>
        </p:nvSpPr>
        <p:spPr>
          <a:xfrm xmlns:a="http://schemas.openxmlformats.org/drawingml/2006/main" rot="0">
            <a:off x="3333750" y="1333500"/>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1</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기획</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데이터</a:t>
            </a:r>
          </a:p>
        </p:txBody>
      </p:sp>
      <p:sp>
        <p:nvSpPr>
          <p:cNvPr id="13" name="">
            <a:extLst xmlns:a="http://schemas.openxmlformats.org/drawingml/2006/main">
              <a:ext uri="{FF2B5EF4-FFF2-40B4-BE49-F238E27FC236}">
                <a16:creationId xmlns:a16="http://schemas.microsoft.com/office/drawing/2014/main" id="{0152BB6B-B243-47B1-88F4-05A38954F1DD}"/>
              </a:ext>
            </a:extLst>
          </p:cNvPr>
          <p:cNvSpPr>
            <a:spLocks xmlns:a="http://schemas.openxmlformats.org/drawingml/2006/main" noGrp="1"/>
          </p:cNvSpPr>
          <p:nvPr/>
        </p:nvSpPr>
        <p:spPr>
          <a:xfrm xmlns:a="http://schemas.openxmlformats.org/drawingml/2006/main" rot="0">
            <a:off x="5000572" y="2544517"/>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2</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프롬프트</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맥락</a:t>
            </a:r>
          </a:p>
        </p:txBody>
      </p:sp>
      <p:sp>
        <p:nvSpPr>
          <p:cNvPr id="14" name="">
            <a:extLst xmlns:a="http://schemas.openxmlformats.org/drawingml/2006/main">
              <a:ext uri="{FF2B5EF4-FFF2-40B4-BE49-F238E27FC236}">
                <a16:creationId xmlns:a16="http://schemas.microsoft.com/office/drawing/2014/main" id="{295CA8A1-A266-4CC8-91EB-9B7319DF833D}"/>
              </a:ext>
            </a:extLst>
          </p:cNvPr>
          <p:cNvSpPr>
            <a:spLocks xmlns:a="http://schemas.openxmlformats.org/drawingml/2006/main" noGrp="1"/>
          </p:cNvSpPr>
          <p:nvPr/>
        </p:nvSpPr>
        <p:spPr>
          <a:xfrm xmlns:a="http://schemas.openxmlformats.org/drawingml/2006/main" rot="0">
            <a:off x="4363902" y="4503983"/>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3</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실행</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배포</a:t>
            </a:r>
          </a:p>
        </p:txBody>
      </p:sp>
      <p:sp>
        <p:nvSpPr>
          <p:cNvPr id="15" name="">
            <a:extLst xmlns:a="http://schemas.openxmlformats.org/drawingml/2006/main">
              <a:ext uri="{FF2B5EF4-FFF2-40B4-BE49-F238E27FC236}">
                <a16:creationId xmlns:a16="http://schemas.microsoft.com/office/drawing/2014/main" id="{5E346208-DAA0-46CB-B899-5F0FB0EE5454}"/>
              </a:ext>
            </a:extLst>
          </p:cNvPr>
          <p:cNvSpPr>
            <a:spLocks xmlns:a="http://schemas.openxmlformats.org/drawingml/2006/main" noGrp="1"/>
          </p:cNvSpPr>
          <p:nvPr/>
        </p:nvSpPr>
        <p:spPr>
          <a:xfrm xmlns:a="http://schemas.openxmlformats.org/drawingml/2006/main" rot="0">
            <a:off x="2303598" y="4503983"/>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4</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평가</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관찰</a:t>
            </a:r>
          </a:p>
        </p:txBody>
      </p:sp>
      <p:sp>
        <p:nvSpPr>
          <p:cNvPr id="16" name="">
            <a:extLst xmlns:a="http://schemas.openxmlformats.org/drawingml/2006/main">
              <a:ext uri="{FF2B5EF4-FFF2-40B4-BE49-F238E27FC236}">
                <a16:creationId xmlns:a16="http://schemas.microsoft.com/office/drawing/2014/main" id="{A9B18700-010B-4E19-B25F-B4FBE2155441}"/>
              </a:ext>
            </a:extLst>
          </p:cNvPr>
          <p:cNvSpPr>
            <a:spLocks xmlns:a="http://schemas.openxmlformats.org/drawingml/2006/main" noGrp="1"/>
          </p:cNvSpPr>
          <p:nvPr/>
        </p:nvSpPr>
        <p:spPr>
          <a:xfrm xmlns:a="http://schemas.openxmlformats.org/drawingml/2006/main" rot="0">
            <a:off x="1666928" y="2544517"/>
            <a:ext cx="1066800" cy="10668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9050" tIns="57150" rIns="19050" bIns="57150" anchor="ctr">
            <a:noAutofit/>
          </a:bodyPr>
          <a:lstStyle xmlns:a="http://schemas.openxmlformats.org/drawingml/2006/main"/>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5</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개선</a:t>
            </a:r>
          </a:p>
          <a:p xmlns:a="http://schemas.openxmlformats.org/drawingml/2006/main">
            <a:pPr algn="ctr">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버전</a:t>
            </a:r>
          </a:p>
        </p:txBody>
      </p:sp>
      <p:sp>
        <p:nvSpPr>
          <p:cNvPr id="17" name="">
            <a:extLst xmlns:a="http://schemas.openxmlformats.org/drawingml/2006/main">
              <a:ext uri="{FF2B5EF4-FFF2-40B4-BE49-F238E27FC236}">
                <a16:creationId xmlns:a16="http://schemas.microsoft.com/office/drawing/2014/main" id="{63F31F9A-9162-45A8-AC20-1AAA7E4E1F1C}"/>
              </a:ext>
            </a:extLst>
          </p:cNvPr>
          <p:cNvSpPr>
            <a:spLocks xmlns:a="http://schemas.openxmlformats.org/drawingml/2006/main" noGrp="1"/>
          </p:cNvSpPr>
          <p:nvPr/>
        </p:nvSpPr>
        <p:spPr>
          <a:xfrm xmlns:a="http://schemas.openxmlformats.org/drawingml/2006/main" rot="0">
            <a:off x="3314700" y="3067050"/>
            <a:ext cx="1104900" cy="1104900"/>
          </a:xfrm>
          <a:prstGeom xmlns:a="http://schemas.openxmlformats.org/drawingml/2006/main" prst="ellipse">
            <a:avLst/>
          </a:prstGeom>
          <a:solidFill xmlns:a="http://schemas.openxmlformats.org/drawingml/2006/main">
            <a:srgbClr val="050505"/>
          </a:solidFill>
          <a:ln xmlns:a="http://schemas.openxmlformats.org/drawingml/2006/main" w="28575">
            <a:solidFill>
              <a:srgbClr val="2563EB"/>
            </a:solidFill>
            <a:prstDash val="solid"/>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200" b="1">
                <a:solidFill>
                  <a:srgbClr val="2563EB"/>
                </a:solidFill>
                <a:latin typeface="Menlo"/>
                <a:ea typeface="Menlo"/>
                <a:cs typeface="Menlo"/>
              </a:defRPr>
            </a:pPr>
            <a:r>
              <a:rPr sz="1200" b="1">
                <a:solidFill>
                  <a:srgbClr val="2563EB"/>
                </a:solidFill>
                <a:latin typeface="Menlo"/>
                <a:ea typeface="Menlo"/>
                <a:cs typeface="Menlo"/>
              </a:rPr>
              <a:t>SERVICE</a:t>
            </a:r>
          </a:p>
          <a:p xmlns:a="http://schemas.openxmlformats.org/drawingml/2006/main">
            <a:pPr algn="ctr">
              <a:defRPr sz="1200" b="1">
                <a:solidFill>
                  <a:srgbClr val="2563EB"/>
                </a:solidFill>
                <a:latin typeface="Menlo"/>
                <a:ea typeface="Menlo"/>
                <a:cs typeface="Menlo"/>
              </a:defRPr>
            </a:pPr>
            <a:r>
              <a:rPr sz="1200" b="1">
                <a:solidFill>
                  <a:srgbClr val="2563EB"/>
                </a:solidFill>
                <a:latin typeface="Menlo"/>
                <a:ea typeface="Menlo"/>
                <a:cs typeface="Menlo"/>
              </a:rPr>
              <a:t>LOOP</a:t>
            </a:r>
          </a:p>
        </p:txBody>
      </p:sp>
      <p:sp>
        <p:nvSpPr>
          <p:cNvPr id="18" name="">
            <a:extLst xmlns:a="http://schemas.openxmlformats.org/drawingml/2006/main">
              <a:ext uri="{FF2B5EF4-FFF2-40B4-BE49-F238E27FC236}">
                <a16:creationId xmlns:a16="http://schemas.microsoft.com/office/drawing/2014/main" id="{4F9CC6AC-894E-4644-929C-BA501F6C87BE}"/>
              </a:ext>
            </a:extLst>
          </p:cNvPr>
          <p:cNvSpPr>
            <a:spLocks xmlns:a="http://schemas.openxmlformats.org/drawingml/2006/main" noGrp="1"/>
          </p:cNvSpPr>
          <p:nvPr/>
        </p:nvSpPr>
        <p:spPr>
          <a:xfrm xmlns:a="http://schemas.openxmlformats.org/drawingml/2006/main">
            <a:off x="7486650" y="17526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COURSE STANDARD</a:t>
            </a:r>
          </a:p>
        </p:txBody>
      </p:sp>
      <p:sp>
        <p:nvSpPr>
          <p:cNvPr id="19" name="">
            <a:extLst xmlns:a="http://schemas.openxmlformats.org/drawingml/2006/main">
              <a:ext uri="{FF2B5EF4-FFF2-40B4-BE49-F238E27FC236}">
                <a16:creationId xmlns:a16="http://schemas.microsoft.com/office/drawing/2014/main" id="{E56D1A45-D280-407E-ABE1-E8EB64D7B354}"/>
              </a:ext>
            </a:extLst>
          </p:cNvPr>
          <p:cNvSpPr>
            <a:spLocks xmlns:a="http://schemas.openxmlformats.org/drawingml/2006/main" noGrp="1"/>
          </p:cNvSpPr>
          <p:nvPr/>
        </p:nvSpPr>
        <p:spPr>
          <a:xfrm xmlns:a="http://schemas.openxmlformats.org/drawingml/2006/main">
            <a:off x="7486650" y="2133600"/>
            <a:ext cx="371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관찰 결과가 다음 기획과 변경 가설의 입력</a:t>
            </a:r>
          </a:p>
        </p:txBody>
      </p:sp>
      <p:sp>
        <p:nvSpPr>
          <p:cNvPr id="20" name="">
            <a:extLst xmlns:a="http://schemas.openxmlformats.org/drawingml/2006/main">
              <a:ext uri="{FF2B5EF4-FFF2-40B4-BE49-F238E27FC236}">
                <a16:creationId xmlns:a16="http://schemas.microsoft.com/office/drawing/2014/main" id="{B27F40E2-7E7C-494D-A3E5-1F005CF6DC1E}"/>
              </a:ext>
            </a:extLst>
          </p:cNvPr>
          <p:cNvSpPr>
            <a:spLocks xmlns:a="http://schemas.openxmlformats.org/drawingml/2006/main" noGrp="1"/>
          </p:cNvSpPr>
          <p:nvPr/>
        </p:nvSpPr>
        <p:spPr>
          <a:xfrm xmlns:a="http://schemas.openxmlformats.org/drawingml/2006/main" flipH="0" flipV="0">
            <a:off x="7486650" y="3429000"/>
            <a:ext cx="3714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1" name="">
            <a:extLst xmlns:a="http://schemas.openxmlformats.org/drawingml/2006/main">
              <a:ext uri="{FF2B5EF4-FFF2-40B4-BE49-F238E27FC236}">
                <a16:creationId xmlns:a16="http://schemas.microsoft.com/office/drawing/2014/main" id="{298872FB-727E-4843-9CE3-962FD5A73778}"/>
              </a:ext>
            </a:extLst>
          </p:cNvPr>
          <p:cNvSpPr>
            <a:spLocks xmlns:a="http://schemas.openxmlformats.org/drawingml/2006/main" noGrp="1"/>
          </p:cNvSpPr>
          <p:nvPr/>
        </p:nvSpPr>
        <p:spPr>
          <a:xfrm xmlns:a="http://schemas.openxmlformats.org/drawingml/2006/main">
            <a:off x="7486650" y="373380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425" b="0">
                <a:solidFill>
                  <a:srgbClr val="98A2B3"/>
                </a:solidFill>
                <a:latin typeface="AppleGothic"/>
                <a:ea typeface="AppleGothic"/>
                <a:cs typeface="AppleGothic"/>
              </a:defRPr>
            </a:pPr>
            <a:r>
              <a:rPr sz="1425" b="0">
                <a:solidFill>
                  <a:srgbClr val="98A2B3"/>
                </a:solidFill>
                <a:latin typeface="AppleGothic"/>
                <a:ea typeface="AppleGothic"/>
                <a:cs typeface="AppleGothic"/>
              </a:rPr>
              <a:t>품질·지연·비용·안전·재현성은 한 단계가 아니라 전 단계를 가로지르는 판단 축이다. 특정 마지막 노드는 없다.</a:t>
            </a:r>
          </a:p>
        </p:txBody>
      </p:sp>
      <p:sp>
        <p:nvSpPr>
          <p:cNvPr id="22" name="">
            <a:extLst xmlns:a="http://schemas.openxmlformats.org/drawingml/2006/main">
              <a:ext uri="{FF2B5EF4-FFF2-40B4-BE49-F238E27FC236}">
                <a16:creationId xmlns:a16="http://schemas.microsoft.com/office/drawing/2014/main" id="{952ACDCF-34AB-458D-92F5-D2FF6E915261}"/>
              </a:ext>
            </a:extLst>
          </p:cNvPr>
          <p:cNvSpPr>
            <a:spLocks xmlns:a="http://schemas.openxmlformats.org/drawingml/2006/main" noGrp="1"/>
          </p:cNvSpPr>
          <p:nvPr/>
        </p:nvSpPr>
        <p:spPr>
          <a:xfrm xmlns:a="http://schemas.openxmlformats.org/drawingml/2006/main">
            <a:off x="7486650" y="5391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2563EB"/>
                </a:solidFill>
                <a:latin typeface="AppleGothic"/>
                <a:ea typeface="AppleGothic"/>
                <a:cs typeface="AppleGothic"/>
              </a:defRPr>
            </a:pPr>
            <a:r>
              <a:rPr sz="1200" b="1">
                <a:solidFill>
                  <a:srgbClr val="2563EB"/>
                </a:solidFill>
                <a:latin typeface="AppleGothic"/>
                <a:ea typeface="AppleGothic"/>
                <a:cs typeface="AppleGothic"/>
              </a:rPr>
              <a:t>의사결정 기준</a:t>
            </a:r>
          </a:p>
        </p:txBody>
      </p:sp>
      <p:sp>
        <p:nvSpPr>
          <p:cNvPr id="23" name="">
            <a:extLst xmlns:a="http://schemas.openxmlformats.org/drawingml/2006/main">
              <a:ext uri="{FF2B5EF4-FFF2-40B4-BE49-F238E27FC236}">
                <a16:creationId xmlns:a16="http://schemas.microsoft.com/office/drawing/2014/main" id="{CF7304FB-02C5-4E75-9E90-DE296691FA49}"/>
              </a:ext>
            </a:extLst>
          </p:cNvPr>
          <p:cNvSpPr>
            <a:spLocks xmlns:a="http://schemas.openxmlformats.org/drawingml/2006/main" noGrp="1"/>
          </p:cNvSpPr>
          <p:nvPr/>
        </p:nvSpPr>
        <p:spPr>
          <a:xfrm xmlns:a="http://schemas.openxmlformats.org/drawingml/2006/main">
            <a:off x="8667750" y="539115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계속 · 교체 · 종료</a:t>
            </a:r>
          </a:p>
        </p:txBody>
      </p:sp>
    </p:spTree>
    <p:extLst>
      <p:ext uri="{BB962C8B-B14F-4D97-AF65-F5344CB8AC3E}">
        <p14:creationId xmlns:p14="http://schemas.microsoft.com/office/powerpoint/2010/main" val="888524126"/>
      </p:ext>
    </p:extLst>
  </p:cSld>
</p:sld>
</file>

<file path=ppt/slides/slide5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9CE89A-37BF-483A-ADAD-CE80B9AA406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FB89AE5F-9402-4FC9-8624-63FE2C0F8B5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59</a:t>
            </a:r>
          </a:p>
        </p:txBody>
      </p:sp>
      <p:sp>
        <p:nvSpPr>
          <p:cNvPr id="3" name="">
            <a:extLst xmlns:a="http://schemas.openxmlformats.org/drawingml/2006/main">
              <a:ext uri="{FF2B5EF4-FFF2-40B4-BE49-F238E27FC236}">
                <a16:creationId xmlns:a16="http://schemas.microsoft.com/office/drawing/2014/main" id="{0A0FC9DF-312F-4F69-8E85-8ADBCF0C6846}"/>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FBA30E70-1355-452F-9F46-A75842D7E1AF}"/>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F562EA84-7A1B-47AE-82CA-C5FDFC20977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17CB1538-8D5D-49D3-926E-3866D519BFF1}"/>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1단계 / 기획·데이터의 성공 기준</a:t>
            </a:r>
          </a:p>
        </p:txBody>
      </p:sp>
      <p:sp>
        <p:nvSpPr>
          <p:cNvPr id="7" name="">
            <a:extLst xmlns:a="http://schemas.openxmlformats.org/drawingml/2006/main">
              <a:ext uri="{FF2B5EF4-FFF2-40B4-BE49-F238E27FC236}">
                <a16:creationId xmlns:a16="http://schemas.microsoft.com/office/drawing/2014/main" id="{64CC8923-6C77-49BF-BAE6-8FC341C491B5}"/>
              </a:ext>
            </a:extLst>
          </p:cNvPr>
          <p:cNvSpPr>
            <a:spLocks xmlns:a="http://schemas.openxmlformats.org/drawingml/2006/main" noGrp="1"/>
          </p:cNvSpPr>
          <p:nvPr/>
        </p:nvSpPr>
        <p:spPr>
          <a:xfrm xmlns:a="http://schemas.openxmlformats.org/drawingml/2006/main">
            <a:off x="609600" y="15621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2563EB"/>
                </a:solidFill>
                <a:latin typeface="Menlo"/>
                <a:ea typeface="Menlo"/>
                <a:cs typeface="Menlo"/>
              </a:defRPr>
            </a:pPr>
            <a:r>
              <a:rPr sz="1200" b="1">
                <a:solidFill>
                  <a:srgbClr val="2563EB"/>
                </a:solidFill>
                <a:latin typeface="Menlo"/>
                <a:ea typeface="Menlo"/>
                <a:cs typeface="Menlo"/>
              </a:rPr>
              <a:t>PROJECT BRIEF</a:t>
            </a:r>
          </a:p>
        </p:txBody>
      </p:sp>
      <p:sp>
        <p:nvSpPr>
          <p:cNvPr id="8" name="">
            <a:extLst xmlns:a="http://schemas.openxmlformats.org/drawingml/2006/main">
              <a:ext uri="{FF2B5EF4-FFF2-40B4-BE49-F238E27FC236}">
                <a16:creationId xmlns:a16="http://schemas.microsoft.com/office/drawing/2014/main" id="{F81EF59C-5248-4D61-AEFF-7AD7745168E4}"/>
              </a:ext>
            </a:extLst>
          </p:cNvPr>
          <p:cNvSpPr>
            <a:spLocks xmlns:a="http://schemas.openxmlformats.org/drawingml/2006/main" noGrp="1"/>
          </p:cNvSpPr>
          <p:nvPr/>
        </p:nvSpPr>
        <p:spPr>
          <a:xfrm xmlns:a="http://schemas.openxmlformats.org/drawingml/2006/main">
            <a:off x="609600" y="2019300"/>
            <a:ext cx="4000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누구의 어떤 결정을 돕는가?</a:t>
            </a:r>
          </a:p>
        </p:txBody>
      </p:sp>
      <p:sp>
        <p:nvSpPr>
          <p:cNvPr id="9" name="">
            <a:extLst xmlns:a="http://schemas.openxmlformats.org/drawingml/2006/main">
              <a:ext uri="{FF2B5EF4-FFF2-40B4-BE49-F238E27FC236}">
                <a16:creationId xmlns:a16="http://schemas.microsoft.com/office/drawing/2014/main" id="{E7986239-18C6-4F60-B427-F4475721873E}"/>
              </a:ext>
            </a:extLst>
          </p:cNvPr>
          <p:cNvSpPr>
            <a:spLocks xmlns:a="http://schemas.openxmlformats.org/drawingml/2006/main" noGrp="1"/>
          </p:cNvSpPr>
          <p:nvPr/>
        </p:nvSpPr>
        <p:spPr>
          <a:xfrm xmlns:a="http://schemas.openxmlformats.org/drawingml/2006/main">
            <a:off x="609600" y="3467100"/>
            <a:ext cx="4000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425" b="0">
                <a:solidFill>
                  <a:srgbClr val="667085"/>
                </a:solidFill>
                <a:latin typeface="AppleGothic"/>
                <a:ea typeface="AppleGothic"/>
                <a:cs typeface="AppleGothic"/>
              </a:defRPr>
            </a:pPr>
            <a:r>
              <a:rPr sz="1425" b="0">
                <a:solidFill>
                  <a:srgbClr val="667085"/>
                </a:solidFill>
                <a:latin typeface="AppleGothic"/>
                <a:ea typeface="AppleGothic"/>
                <a:cs typeface="AppleGothic"/>
              </a:rPr>
              <a:t>모델 선택보다 먼저 문제·데이터·평가의 범위를 프로젝트 브리프로 고정</a:t>
            </a:r>
          </a:p>
        </p:txBody>
      </p:sp>
      <p:sp>
        <p:nvSpPr>
          <p:cNvPr id="10" name="">
            <a:extLst xmlns:a="http://schemas.openxmlformats.org/drawingml/2006/main">
              <a:ext uri="{FF2B5EF4-FFF2-40B4-BE49-F238E27FC236}">
                <a16:creationId xmlns:a16="http://schemas.microsoft.com/office/drawing/2014/main" id="{88A569D8-BD11-4665-A60F-B9A6A2E64EC8}"/>
              </a:ext>
            </a:extLst>
          </p:cNvPr>
          <p:cNvSpPr>
            <a:spLocks xmlns:a="http://schemas.openxmlformats.org/drawingml/2006/main" noGrp="1"/>
          </p:cNvSpPr>
          <p:nvPr/>
        </p:nvSpPr>
        <p:spPr>
          <a:xfrm xmlns:a="http://schemas.openxmlformats.org/drawingml/2006/main">
            <a:off x="521970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01</a:t>
            </a:r>
          </a:p>
        </p:txBody>
      </p:sp>
      <p:sp>
        <p:nvSpPr>
          <p:cNvPr id="11" name="">
            <a:extLst xmlns:a="http://schemas.openxmlformats.org/drawingml/2006/main">
              <a:ext uri="{FF2B5EF4-FFF2-40B4-BE49-F238E27FC236}">
                <a16:creationId xmlns:a16="http://schemas.microsoft.com/office/drawing/2014/main" id="{88DAE2DC-C859-4BBC-A65D-E098095CC7DC}"/>
              </a:ext>
            </a:extLst>
          </p:cNvPr>
          <p:cNvSpPr>
            <a:spLocks xmlns:a="http://schemas.openxmlformats.org/drawingml/2006/main" noGrp="1"/>
          </p:cNvSpPr>
          <p:nvPr/>
        </p:nvSpPr>
        <p:spPr>
          <a:xfrm xmlns:a="http://schemas.openxmlformats.org/drawingml/2006/main" rot="0">
            <a:off x="5219700" y="2019300"/>
            <a:ext cx="27813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23E402E6-00A3-41A1-8325-AEEDC3085439}"/>
              </a:ext>
            </a:extLst>
          </p:cNvPr>
          <p:cNvSpPr>
            <a:spLocks xmlns:a="http://schemas.openxmlformats.org/drawingml/2006/main" noGrp="1"/>
          </p:cNvSpPr>
          <p:nvPr/>
        </p:nvSpPr>
        <p:spPr>
          <a:xfrm xmlns:a="http://schemas.openxmlformats.org/drawingml/2006/main">
            <a:off x="5391150" y="2019300"/>
            <a:ext cx="24384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대상 사용자와</a:t>
            </a:r>
          </a:p>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지원할 의사결정</a:t>
            </a:r>
          </a:p>
        </p:txBody>
      </p:sp>
      <p:sp>
        <p:nvSpPr>
          <p:cNvPr id="13" name="">
            <a:extLst xmlns:a="http://schemas.openxmlformats.org/drawingml/2006/main">
              <a:ext uri="{FF2B5EF4-FFF2-40B4-BE49-F238E27FC236}">
                <a16:creationId xmlns:a16="http://schemas.microsoft.com/office/drawing/2014/main" id="{7A5C9683-78ED-471F-BCF3-E600327B4883}"/>
              </a:ext>
            </a:extLst>
          </p:cNvPr>
          <p:cNvSpPr>
            <a:spLocks xmlns:a="http://schemas.openxmlformats.org/drawingml/2006/main" noGrp="1"/>
          </p:cNvSpPr>
          <p:nvPr/>
        </p:nvSpPr>
        <p:spPr>
          <a:xfrm xmlns:a="http://schemas.openxmlformats.org/drawingml/2006/main">
            <a:off x="845820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02</a:t>
            </a:r>
          </a:p>
        </p:txBody>
      </p:sp>
      <p:sp>
        <p:nvSpPr>
          <p:cNvPr id="14" name="">
            <a:extLst xmlns:a="http://schemas.openxmlformats.org/drawingml/2006/main">
              <a:ext uri="{FF2B5EF4-FFF2-40B4-BE49-F238E27FC236}">
                <a16:creationId xmlns:a16="http://schemas.microsoft.com/office/drawing/2014/main" id="{61E75A8F-5457-46D9-A3DD-F13F6E8625B9}"/>
              </a:ext>
            </a:extLst>
          </p:cNvPr>
          <p:cNvSpPr>
            <a:spLocks xmlns:a="http://schemas.openxmlformats.org/drawingml/2006/main" noGrp="1"/>
          </p:cNvSpPr>
          <p:nvPr/>
        </p:nvSpPr>
        <p:spPr>
          <a:xfrm xmlns:a="http://schemas.openxmlformats.org/drawingml/2006/main" rot="0">
            <a:off x="8458200" y="2019300"/>
            <a:ext cx="27813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87E54FF7-0C7D-470C-A78A-4283CF8DD045}"/>
              </a:ext>
            </a:extLst>
          </p:cNvPr>
          <p:cNvSpPr>
            <a:spLocks xmlns:a="http://schemas.openxmlformats.org/drawingml/2006/main" noGrp="1"/>
          </p:cNvSpPr>
          <p:nvPr/>
        </p:nvSpPr>
        <p:spPr>
          <a:xfrm xmlns:a="http://schemas.openxmlformats.org/drawingml/2006/main">
            <a:off x="8629650" y="2019300"/>
            <a:ext cx="24384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대표 입력과</a:t>
            </a:r>
          </a:p>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기대 행동</a:t>
            </a:r>
          </a:p>
        </p:txBody>
      </p:sp>
      <p:sp>
        <p:nvSpPr>
          <p:cNvPr id="16" name="">
            <a:extLst xmlns:a="http://schemas.openxmlformats.org/drawingml/2006/main">
              <a:ext uri="{FF2B5EF4-FFF2-40B4-BE49-F238E27FC236}">
                <a16:creationId xmlns:a16="http://schemas.microsoft.com/office/drawing/2014/main" id="{C679A255-B54A-4279-9813-56E6C47B334A}"/>
              </a:ext>
            </a:extLst>
          </p:cNvPr>
          <p:cNvSpPr>
            <a:spLocks xmlns:a="http://schemas.openxmlformats.org/drawingml/2006/main" noGrp="1"/>
          </p:cNvSpPr>
          <p:nvPr/>
        </p:nvSpPr>
        <p:spPr>
          <a:xfrm xmlns:a="http://schemas.openxmlformats.org/drawingml/2006/main">
            <a:off x="5219700" y="36766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0AF40405-626C-4E71-B4F3-E0934B1DAD52}"/>
              </a:ext>
            </a:extLst>
          </p:cNvPr>
          <p:cNvSpPr>
            <a:spLocks xmlns:a="http://schemas.openxmlformats.org/drawingml/2006/main" noGrp="1"/>
          </p:cNvSpPr>
          <p:nvPr/>
        </p:nvSpPr>
        <p:spPr>
          <a:xfrm xmlns:a="http://schemas.openxmlformats.org/drawingml/2006/main" rot="0">
            <a:off x="5219700" y="4076700"/>
            <a:ext cx="27813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95098AA2-6CFD-44E8-BEF7-257A29B30476}"/>
              </a:ext>
            </a:extLst>
          </p:cNvPr>
          <p:cNvSpPr>
            <a:spLocks xmlns:a="http://schemas.openxmlformats.org/drawingml/2006/main" noGrp="1"/>
          </p:cNvSpPr>
          <p:nvPr/>
        </p:nvSpPr>
        <p:spPr>
          <a:xfrm xmlns:a="http://schemas.openxmlformats.org/drawingml/2006/main">
            <a:off x="5391150" y="4076700"/>
            <a:ext cx="24384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성공·금지 조건과</a:t>
            </a:r>
          </a:p>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평가 데이터</a:t>
            </a:r>
          </a:p>
        </p:txBody>
      </p:sp>
      <p:sp>
        <p:nvSpPr>
          <p:cNvPr id="19" name="">
            <a:extLst xmlns:a="http://schemas.openxmlformats.org/drawingml/2006/main">
              <a:ext uri="{FF2B5EF4-FFF2-40B4-BE49-F238E27FC236}">
                <a16:creationId xmlns:a16="http://schemas.microsoft.com/office/drawing/2014/main" id="{B2724564-EEB4-40DC-8144-1F648466F25C}"/>
              </a:ext>
            </a:extLst>
          </p:cNvPr>
          <p:cNvSpPr>
            <a:spLocks xmlns:a="http://schemas.openxmlformats.org/drawingml/2006/main" noGrp="1"/>
          </p:cNvSpPr>
          <p:nvPr/>
        </p:nvSpPr>
        <p:spPr>
          <a:xfrm xmlns:a="http://schemas.openxmlformats.org/drawingml/2006/main">
            <a:off x="8458200" y="36766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4F934F22-58BA-4507-B52D-220EA6A934B3}"/>
              </a:ext>
            </a:extLst>
          </p:cNvPr>
          <p:cNvSpPr>
            <a:spLocks xmlns:a="http://schemas.openxmlformats.org/drawingml/2006/main" noGrp="1"/>
          </p:cNvSpPr>
          <p:nvPr/>
        </p:nvSpPr>
        <p:spPr>
          <a:xfrm xmlns:a="http://schemas.openxmlformats.org/drawingml/2006/main" rot="0">
            <a:off x="8458200" y="4076700"/>
            <a:ext cx="27813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1" name="">
            <a:extLst xmlns:a="http://schemas.openxmlformats.org/drawingml/2006/main">
              <a:ext uri="{FF2B5EF4-FFF2-40B4-BE49-F238E27FC236}">
                <a16:creationId xmlns:a16="http://schemas.microsoft.com/office/drawing/2014/main" id="{EBB51BC7-F347-4B8F-8DFD-87584DC496D8}"/>
              </a:ext>
            </a:extLst>
          </p:cNvPr>
          <p:cNvSpPr>
            <a:spLocks xmlns:a="http://schemas.openxmlformats.org/drawingml/2006/main" noGrp="1"/>
          </p:cNvSpPr>
          <p:nvPr/>
        </p:nvSpPr>
        <p:spPr>
          <a:xfrm xmlns:a="http://schemas.openxmlformats.org/drawingml/2006/main">
            <a:off x="8629650" y="4076700"/>
            <a:ext cx="24384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데이터 권한·개인정보·</a:t>
            </a:r>
          </a:p>
          <a:p xmlns:a="http://schemas.openxmlformats.org/drawingml/2006/main">
            <a:pPr algn="l">
              <a:lnSpc>
                <a:spcPct val="122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보존 경계</a:t>
            </a:r>
          </a:p>
        </p:txBody>
      </p:sp>
    </p:spTree>
    <p:extLst>
      <p:ext uri="{BB962C8B-B14F-4D97-AF65-F5344CB8AC3E}">
        <p14:creationId xmlns:p14="http://schemas.microsoft.com/office/powerpoint/2010/main" val="1113564016"/>
      </p:ext>
    </p:extLst>
  </p:cSld>
</p:sld>
</file>

<file path=ppt/slides/slide6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C2F7ED-B168-4760-A29B-EEEBF2721CFD}"/>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315CF434-8023-4823-B0DF-9CC710472788}"/>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60</a:t>
            </a:r>
          </a:p>
        </p:txBody>
      </p:sp>
      <p:sp>
        <p:nvSpPr>
          <p:cNvPr id="3" name="">
            <a:extLst xmlns:a="http://schemas.openxmlformats.org/drawingml/2006/main">
              <a:ext uri="{FF2B5EF4-FFF2-40B4-BE49-F238E27FC236}">
                <a16:creationId xmlns:a16="http://schemas.microsoft.com/office/drawing/2014/main" id="{94AFAE03-07C0-4777-98B2-3B6A3DB3A6E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11042844-DC9C-44A6-906C-BFC05B449D08}"/>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99E6C64-E64D-4AA6-9CC0-1F53BE55041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54E3364A-AC33-46EE-BBC6-BC9E90BD8408}"/>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2단계 / 프롬프트·맥락의 버전 관리</a:t>
            </a:r>
          </a:p>
        </p:txBody>
      </p:sp>
      <p:sp>
        <p:nvSpPr>
          <p:cNvPr id="7" name="">
            <a:extLst xmlns:a="http://schemas.openxmlformats.org/drawingml/2006/main">
              <a:ext uri="{FF2B5EF4-FFF2-40B4-BE49-F238E27FC236}">
                <a16:creationId xmlns:a16="http://schemas.microsoft.com/office/drawing/2014/main" id="{DB4D5FB6-2E73-4603-AEBD-450E6715F007}"/>
              </a:ext>
            </a:extLst>
          </p:cNvPr>
          <p:cNvSpPr>
            <a:spLocks xmlns:a="http://schemas.openxmlformats.org/drawingml/2006/main" noGrp="1"/>
          </p:cNvSpPr>
          <p:nvPr/>
        </p:nvSpPr>
        <p:spPr>
          <a:xfrm xmlns:a="http://schemas.openxmlformats.org/drawingml/2006/main">
            <a:off x="609600" y="1600200"/>
            <a:ext cx="2000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6900" b="1">
                <a:solidFill>
                  <a:srgbClr val="2563EB"/>
                </a:solidFill>
                <a:latin typeface="Menlo"/>
                <a:ea typeface="Menlo"/>
                <a:cs typeface="Menlo"/>
              </a:defRPr>
            </a:pPr>
            <a:r>
              <a:rPr sz="6900" b="1">
                <a:solidFill>
                  <a:srgbClr val="2563EB"/>
                </a:solidFill>
                <a:latin typeface="Menlo"/>
                <a:ea typeface="Menlo"/>
                <a:cs typeface="Menlo"/>
              </a:rPr>
              <a:t>02</a:t>
            </a:r>
          </a:p>
        </p:txBody>
      </p:sp>
      <p:sp>
        <p:nvSpPr>
          <p:cNvPr id="8" name="">
            <a:extLst xmlns:a="http://schemas.openxmlformats.org/drawingml/2006/main">
              <a:ext uri="{FF2B5EF4-FFF2-40B4-BE49-F238E27FC236}">
                <a16:creationId xmlns:a16="http://schemas.microsoft.com/office/drawing/2014/main" id="{FF4A42E7-0A38-4BC1-A83B-AE14D9F8408C}"/>
              </a:ext>
            </a:extLst>
          </p:cNvPr>
          <p:cNvSpPr>
            <a:spLocks xmlns:a="http://schemas.openxmlformats.org/drawingml/2006/main" noGrp="1"/>
          </p:cNvSpPr>
          <p:nvPr/>
        </p:nvSpPr>
        <p:spPr>
          <a:xfrm xmlns:a="http://schemas.openxmlformats.org/drawingml/2006/main">
            <a:off x="3028950" y="1752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OPERATING QUESTION</a:t>
            </a:r>
          </a:p>
        </p:txBody>
      </p:sp>
      <p:sp>
        <p:nvSpPr>
          <p:cNvPr id="9" name="">
            <a:extLst xmlns:a="http://schemas.openxmlformats.org/drawingml/2006/main">
              <a:ext uri="{FF2B5EF4-FFF2-40B4-BE49-F238E27FC236}">
                <a16:creationId xmlns:a16="http://schemas.microsoft.com/office/drawing/2014/main" id="{F3955279-7C69-4D15-80E3-199166D53AB4}"/>
              </a:ext>
            </a:extLst>
          </p:cNvPr>
          <p:cNvSpPr>
            <a:spLocks xmlns:a="http://schemas.openxmlformats.org/drawingml/2006/main" noGrp="1"/>
          </p:cNvSpPr>
          <p:nvPr/>
        </p:nvSpPr>
        <p:spPr>
          <a:xfrm xmlns:a="http://schemas.openxmlformats.org/drawingml/2006/main">
            <a:off x="3028950" y="2152650"/>
            <a:ext cx="809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250" b="1">
                <a:solidFill>
                  <a:srgbClr val="191919"/>
                </a:solidFill>
                <a:latin typeface="AppleGothic"/>
                <a:ea typeface="AppleGothic"/>
                <a:cs typeface="AppleGothic"/>
              </a:defRPr>
            </a:pPr>
            <a:r>
              <a:rPr sz="2250" b="1">
                <a:solidFill>
                  <a:srgbClr val="191919"/>
                </a:solidFill>
                <a:latin typeface="AppleGothic"/>
                <a:ea typeface="AppleGothic"/>
                <a:cs typeface="AppleGothic"/>
              </a:rPr>
              <a:t>무엇이 바뀌었고 왜 바뀌었는가?</a:t>
            </a:r>
          </a:p>
        </p:txBody>
      </p:sp>
      <p:sp>
        <p:nvSpPr>
          <p:cNvPr id="10" name="">
            <a:extLst xmlns:a="http://schemas.openxmlformats.org/drawingml/2006/main">
              <a:ext uri="{FF2B5EF4-FFF2-40B4-BE49-F238E27FC236}">
                <a16:creationId xmlns:a16="http://schemas.microsoft.com/office/drawing/2014/main" id="{C001B800-CC93-4543-AF2A-C4D3C6DB7FD1}"/>
              </a:ext>
            </a:extLst>
          </p:cNvPr>
          <p:cNvSpPr>
            <a:spLocks xmlns:a="http://schemas.openxmlformats.org/drawingml/2006/main" noGrp="1"/>
          </p:cNvSpPr>
          <p:nvPr/>
        </p:nvSpPr>
        <p:spPr>
          <a:xfrm xmlns:a="http://schemas.openxmlformats.org/drawingml/2006/main">
            <a:off x="609600" y="32956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2563EB"/>
                </a:solidFill>
                <a:latin typeface="Menlo"/>
                <a:ea typeface="Menlo"/>
                <a:cs typeface="Menlo"/>
              </a:defRPr>
            </a:pPr>
            <a:r>
              <a:rPr sz="1350" b="1">
                <a:solidFill>
                  <a:srgbClr val="2563EB"/>
                </a:solidFill>
                <a:latin typeface="Menlo"/>
                <a:ea typeface="Menlo"/>
                <a:cs typeface="Menlo"/>
              </a:rPr>
              <a:t>01</a:t>
            </a:r>
          </a:p>
        </p:txBody>
      </p:sp>
      <p:sp>
        <p:nvSpPr>
          <p:cNvPr id="11" name="">
            <a:extLst xmlns:a="http://schemas.openxmlformats.org/drawingml/2006/main">
              <a:ext uri="{FF2B5EF4-FFF2-40B4-BE49-F238E27FC236}">
                <a16:creationId xmlns:a16="http://schemas.microsoft.com/office/drawing/2014/main" id="{548D2B5A-6BC4-4876-8D33-66200EF1248A}"/>
              </a:ext>
            </a:extLst>
          </p:cNvPr>
          <p:cNvSpPr>
            <a:spLocks xmlns:a="http://schemas.openxmlformats.org/drawingml/2006/main" noGrp="1"/>
          </p:cNvSpPr>
          <p:nvPr/>
        </p:nvSpPr>
        <p:spPr>
          <a:xfrm xmlns:a="http://schemas.openxmlformats.org/drawingml/2006/main" rot="0">
            <a:off x="609600" y="3752850"/>
            <a:ext cx="3505200" cy="1200150"/>
          </a:xfrm>
          <a:prstGeom xmlns:a="http://schemas.openxmlformats.org/drawingml/2006/main" prst="rect">
            <a:avLst/>
          </a:prstGeom>
          <a:solidFill xmlns:a="http://schemas.openxmlformats.org/drawingml/2006/main">
            <a:srgbClr val="FFFFFF"/>
          </a:solidFill>
          <a:ln xmlns:a="http://schemas.openxmlformats.org/drawingml/2006/main" w="28575">
            <a:solidFill>
              <a:srgbClr val="2563EB"/>
            </a:solidFill>
            <a:prstDash val="solid"/>
          </a:ln>
        </p:spPr>
      </p:sp>
      <p:sp>
        <p:nvSpPr>
          <p:cNvPr id="12" name="">
            <a:extLst xmlns:a="http://schemas.openxmlformats.org/drawingml/2006/main">
              <a:ext uri="{FF2B5EF4-FFF2-40B4-BE49-F238E27FC236}">
                <a16:creationId xmlns:a16="http://schemas.microsoft.com/office/drawing/2014/main" id="{671AAE84-D3CD-4EF3-A008-F7F896887842}"/>
              </a:ext>
            </a:extLst>
          </p:cNvPr>
          <p:cNvSpPr>
            <a:spLocks xmlns:a="http://schemas.openxmlformats.org/drawingml/2006/main" noGrp="1"/>
          </p:cNvSpPr>
          <p:nvPr/>
        </p:nvSpPr>
        <p:spPr>
          <a:xfrm xmlns:a="http://schemas.openxmlformats.org/drawingml/2006/main">
            <a:off x="781050" y="3752850"/>
            <a:ext cx="3162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5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프롬프트 식별자·버전·책임자</a:t>
            </a:r>
          </a:p>
        </p:txBody>
      </p:sp>
      <p:sp>
        <p:nvSpPr>
          <p:cNvPr id="13" name="">
            <a:extLst xmlns:a="http://schemas.openxmlformats.org/drawingml/2006/main">
              <a:ext uri="{FF2B5EF4-FFF2-40B4-BE49-F238E27FC236}">
                <a16:creationId xmlns:a16="http://schemas.microsoft.com/office/drawing/2014/main" id="{6662981A-2C2F-4809-8C7D-527F5F45C135}"/>
              </a:ext>
            </a:extLst>
          </p:cNvPr>
          <p:cNvSpPr>
            <a:spLocks xmlns:a="http://schemas.openxmlformats.org/drawingml/2006/main" noGrp="1"/>
          </p:cNvSpPr>
          <p:nvPr/>
        </p:nvSpPr>
        <p:spPr>
          <a:xfrm xmlns:a="http://schemas.openxmlformats.org/drawingml/2006/main">
            <a:off x="4343400" y="32956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02</a:t>
            </a:r>
          </a:p>
        </p:txBody>
      </p:sp>
      <p:sp>
        <p:nvSpPr>
          <p:cNvPr id="14" name="">
            <a:extLst xmlns:a="http://schemas.openxmlformats.org/drawingml/2006/main">
              <a:ext uri="{FF2B5EF4-FFF2-40B4-BE49-F238E27FC236}">
                <a16:creationId xmlns:a16="http://schemas.microsoft.com/office/drawing/2014/main" id="{0F0A279B-91F2-4295-B114-5FFF024A0F0A}"/>
              </a:ext>
            </a:extLst>
          </p:cNvPr>
          <p:cNvSpPr>
            <a:spLocks xmlns:a="http://schemas.openxmlformats.org/drawingml/2006/main" noGrp="1"/>
          </p:cNvSpPr>
          <p:nvPr/>
        </p:nvSpPr>
        <p:spPr>
          <a:xfrm xmlns:a="http://schemas.openxmlformats.org/drawingml/2006/main" rot="0">
            <a:off x="4343400" y="3752850"/>
            <a:ext cx="35052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7FB94134-559D-41ED-B110-41E2C5CB6E35}"/>
              </a:ext>
            </a:extLst>
          </p:cNvPr>
          <p:cNvSpPr>
            <a:spLocks xmlns:a="http://schemas.openxmlformats.org/drawingml/2006/main" noGrp="1"/>
          </p:cNvSpPr>
          <p:nvPr/>
        </p:nvSpPr>
        <p:spPr>
          <a:xfrm xmlns:a="http://schemas.openxmlformats.org/drawingml/2006/main">
            <a:off x="4514850" y="3752850"/>
            <a:ext cx="3162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5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입출력 스키마·예시</a:t>
            </a:r>
          </a:p>
        </p:txBody>
      </p:sp>
      <p:sp>
        <p:nvSpPr>
          <p:cNvPr id="16" name="">
            <a:extLst xmlns:a="http://schemas.openxmlformats.org/drawingml/2006/main">
              <a:ext uri="{FF2B5EF4-FFF2-40B4-BE49-F238E27FC236}">
                <a16:creationId xmlns:a16="http://schemas.microsoft.com/office/drawing/2014/main" id="{F48D20EE-CA30-461D-B6CD-7F84DB4127A1}"/>
              </a:ext>
            </a:extLst>
          </p:cNvPr>
          <p:cNvSpPr>
            <a:spLocks xmlns:a="http://schemas.openxmlformats.org/drawingml/2006/main" noGrp="1"/>
          </p:cNvSpPr>
          <p:nvPr/>
        </p:nvSpPr>
        <p:spPr>
          <a:xfrm xmlns:a="http://schemas.openxmlformats.org/drawingml/2006/main">
            <a:off x="8077200" y="32956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667085"/>
                </a:solidFill>
                <a:latin typeface="Menlo"/>
                <a:ea typeface="Menlo"/>
                <a:cs typeface="Menlo"/>
              </a:defRPr>
            </a:pPr>
            <a:r>
              <a:rPr sz="1350" b="1">
                <a:solidFill>
                  <a:srgbClr val="667085"/>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C84AD692-D724-483F-AB1E-F2DF9A93ECFB}"/>
              </a:ext>
            </a:extLst>
          </p:cNvPr>
          <p:cNvSpPr>
            <a:spLocks xmlns:a="http://schemas.openxmlformats.org/drawingml/2006/main" noGrp="1"/>
          </p:cNvSpPr>
          <p:nvPr/>
        </p:nvSpPr>
        <p:spPr>
          <a:xfrm xmlns:a="http://schemas.openxmlformats.org/drawingml/2006/main" rot="0">
            <a:off x="8077200" y="3752850"/>
            <a:ext cx="35052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01AE5073-39A8-4685-B609-7E0CC544542A}"/>
              </a:ext>
            </a:extLst>
          </p:cNvPr>
          <p:cNvSpPr>
            <a:spLocks xmlns:a="http://schemas.openxmlformats.org/drawingml/2006/main" noGrp="1"/>
          </p:cNvSpPr>
          <p:nvPr/>
        </p:nvSpPr>
        <p:spPr>
          <a:xfrm xmlns:a="http://schemas.openxmlformats.org/drawingml/2006/main">
            <a:off x="8248650" y="3752850"/>
            <a:ext cx="3162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5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검색·도구 맥락 참조</a:t>
            </a:r>
          </a:p>
        </p:txBody>
      </p:sp>
      <p:sp>
        <p:nvSpPr>
          <p:cNvPr id="19" name="">
            <a:extLst xmlns:a="http://schemas.openxmlformats.org/drawingml/2006/main">
              <a:ext uri="{FF2B5EF4-FFF2-40B4-BE49-F238E27FC236}">
                <a16:creationId xmlns:a16="http://schemas.microsoft.com/office/drawing/2014/main" id="{A474032D-894F-47CE-891F-5C7771CD6DE8}"/>
              </a:ext>
            </a:extLst>
          </p:cNvPr>
          <p:cNvSpPr>
            <a:spLocks xmlns:a="http://schemas.openxmlformats.org/drawingml/2006/main" noGrp="1"/>
          </p:cNvSpPr>
          <p:nvPr/>
        </p:nvSpPr>
        <p:spPr>
          <a:xfrm xmlns:a="http://schemas.openxmlformats.org/drawingml/2006/main">
            <a:off x="609600" y="5257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읽기 좋은 프롬프트보다 고정 평가 데이터에서 비교 가능한 프롬프트</a:t>
            </a:r>
          </a:p>
        </p:txBody>
      </p:sp>
      <p:sp>
        <p:nvSpPr>
          <p:cNvPr id="20" name="">
            <a:extLst xmlns:a="http://schemas.openxmlformats.org/drawingml/2006/main">
              <a:ext uri="{FF2B5EF4-FFF2-40B4-BE49-F238E27FC236}">
                <a16:creationId xmlns:a16="http://schemas.microsoft.com/office/drawing/2014/main" id="{054A146D-BE67-41A5-95BA-719C9B1E0BB3}"/>
              </a:ext>
            </a:extLst>
          </p:cNvPr>
          <p:cNvSpPr>
            <a:spLocks xmlns:a="http://schemas.openxmlformats.org/drawingml/2006/main" noGrp="1"/>
          </p:cNvSpPr>
          <p:nvPr/>
        </p:nvSpPr>
        <p:spPr>
          <a:xfrm xmlns:a="http://schemas.openxmlformats.org/drawingml/2006/main" flipH="0" flipV="0">
            <a:off x="1085850" y="5924550"/>
            <a:ext cx="1828800" cy="0"/>
          </a:xfrm>
          <a:prstGeom xmlns:a="http://schemas.openxmlformats.org/drawingml/2006/main" prst="line">
            <a:avLst/>
          </a:prstGeom>
          <a:noFill xmlns:a="http://schemas.openxmlformats.org/drawingml/2006/main"/>
          <a:ln xmlns:a="http://schemas.openxmlformats.org/drawingml/2006/main" w="19050">
            <a:solidFill>
              <a:srgbClr val="D0D5DD"/>
            </a:solidFill>
            <a:prstDash val="solid"/>
          </a:ln>
        </p:spPr>
      </p:sp>
      <p:sp>
        <p:nvSpPr>
          <p:cNvPr id="21" name="">
            <a:extLst xmlns:a="http://schemas.openxmlformats.org/drawingml/2006/main">
              <a:ext uri="{FF2B5EF4-FFF2-40B4-BE49-F238E27FC236}">
                <a16:creationId xmlns:a16="http://schemas.microsoft.com/office/drawing/2014/main" id="{2E921499-D3E2-4498-B519-0EDCFFE9DD6D}"/>
              </a:ext>
            </a:extLst>
          </p:cNvPr>
          <p:cNvSpPr>
            <a:spLocks xmlns:a="http://schemas.openxmlformats.org/drawingml/2006/main" noGrp="1"/>
          </p:cNvSpPr>
          <p:nvPr/>
        </p:nvSpPr>
        <p:spPr>
          <a:xfrm xmlns:a="http://schemas.openxmlformats.org/drawingml/2006/main">
            <a:off x="1085850" y="60388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1 기획·데이터</a:t>
            </a:r>
          </a:p>
        </p:txBody>
      </p:sp>
      <p:sp>
        <p:nvSpPr>
          <p:cNvPr id="22" name="">
            <a:extLst xmlns:a="http://schemas.openxmlformats.org/drawingml/2006/main">
              <a:ext uri="{FF2B5EF4-FFF2-40B4-BE49-F238E27FC236}">
                <a16:creationId xmlns:a16="http://schemas.microsoft.com/office/drawing/2014/main" id="{CDD8BB6A-04C1-4B46-A5FA-5B7989FFB038}"/>
              </a:ext>
            </a:extLst>
          </p:cNvPr>
          <p:cNvSpPr>
            <a:spLocks xmlns:a="http://schemas.openxmlformats.org/drawingml/2006/main" noGrp="1"/>
          </p:cNvSpPr>
          <p:nvPr/>
        </p:nvSpPr>
        <p:spPr>
          <a:xfrm xmlns:a="http://schemas.openxmlformats.org/drawingml/2006/main" flipH="0" flipV="0">
            <a:off x="3086100" y="5924550"/>
            <a:ext cx="1828800" cy="0"/>
          </a:xfrm>
          <a:prstGeom xmlns:a="http://schemas.openxmlformats.org/drawingml/2006/main" prst="line">
            <a:avLst/>
          </a:prstGeom>
          <a:noFill xmlns:a="http://schemas.openxmlformats.org/drawingml/2006/main"/>
          <a:ln xmlns:a="http://schemas.openxmlformats.org/drawingml/2006/main" w="47625">
            <a:solidFill>
              <a:srgbClr val="2563EB"/>
            </a:solidFill>
            <a:prstDash val="solid"/>
          </a:ln>
        </p:spPr>
      </p:sp>
      <p:sp>
        <p:nvSpPr>
          <p:cNvPr id="23" name="">
            <a:extLst xmlns:a="http://schemas.openxmlformats.org/drawingml/2006/main">
              <a:ext uri="{FF2B5EF4-FFF2-40B4-BE49-F238E27FC236}">
                <a16:creationId xmlns:a16="http://schemas.microsoft.com/office/drawing/2014/main" id="{AD4ED525-3697-4531-8142-05D14652811B}"/>
              </a:ext>
            </a:extLst>
          </p:cNvPr>
          <p:cNvSpPr>
            <a:spLocks xmlns:a="http://schemas.openxmlformats.org/drawingml/2006/main" noGrp="1"/>
          </p:cNvSpPr>
          <p:nvPr/>
        </p:nvSpPr>
        <p:spPr>
          <a:xfrm xmlns:a="http://schemas.openxmlformats.org/drawingml/2006/main">
            <a:off x="3086100" y="60388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2 프롬프트·컨텍스트</a:t>
            </a:r>
          </a:p>
        </p:txBody>
      </p:sp>
      <p:sp>
        <p:nvSpPr>
          <p:cNvPr id="24" name="">
            <a:extLst xmlns:a="http://schemas.openxmlformats.org/drawingml/2006/main">
              <a:ext uri="{FF2B5EF4-FFF2-40B4-BE49-F238E27FC236}">
                <a16:creationId xmlns:a16="http://schemas.microsoft.com/office/drawing/2014/main" id="{1293D9B9-581C-44E9-B29C-4E17EE8B4D9A}"/>
              </a:ext>
            </a:extLst>
          </p:cNvPr>
          <p:cNvSpPr>
            <a:spLocks xmlns:a="http://schemas.openxmlformats.org/drawingml/2006/main" noGrp="1"/>
          </p:cNvSpPr>
          <p:nvPr/>
        </p:nvSpPr>
        <p:spPr>
          <a:xfrm xmlns:a="http://schemas.openxmlformats.org/drawingml/2006/main" flipH="0" flipV="0">
            <a:off x="5086350" y="5924550"/>
            <a:ext cx="1828800" cy="0"/>
          </a:xfrm>
          <a:prstGeom xmlns:a="http://schemas.openxmlformats.org/drawingml/2006/main" prst="line">
            <a:avLst/>
          </a:prstGeom>
          <a:noFill xmlns:a="http://schemas.openxmlformats.org/drawingml/2006/main"/>
          <a:ln xmlns:a="http://schemas.openxmlformats.org/drawingml/2006/main" w="19050">
            <a:solidFill>
              <a:srgbClr val="D0D5DD"/>
            </a:solidFill>
            <a:prstDash val="solid"/>
          </a:ln>
        </p:spPr>
      </p:sp>
      <p:sp>
        <p:nvSpPr>
          <p:cNvPr id="25" name="">
            <a:extLst xmlns:a="http://schemas.openxmlformats.org/drawingml/2006/main">
              <a:ext uri="{FF2B5EF4-FFF2-40B4-BE49-F238E27FC236}">
                <a16:creationId xmlns:a16="http://schemas.microsoft.com/office/drawing/2014/main" id="{A12B17A1-2BD8-42FB-93AC-86DA1C4B795E}"/>
              </a:ext>
            </a:extLst>
          </p:cNvPr>
          <p:cNvSpPr>
            <a:spLocks xmlns:a="http://schemas.openxmlformats.org/drawingml/2006/main" noGrp="1"/>
          </p:cNvSpPr>
          <p:nvPr/>
        </p:nvSpPr>
        <p:spPr>
          <a:xfrm xmlns:a="http://schemas.openxmlformats.org/drawingml/2006/main">
            <a:off x="5086350" y="60388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3 실행·배포</a:t>
            </a:r>
          </a:p>
        </p:txBody>
      </p:sp>
      <p:sp>
        <p:nvSpPr>
          <p:cNvPr id="26" name="">
            <a:extLst xmlns:a="http://schemas.openxmlformats.org/drawingml/2006/main">
              <a:ext uri="{FF2B5EF4-FFF2-40B4-BE49-F238E27FC236}">
                <a16:creationId xmlns:a16="http://schemas.microsoft.com/office/drawing/2014/main" id="{94BB72EC-40B2-47DE-A0BE-9AD2FBEA94A5}"/>
              </a:ext>
            </a:extLst>
          </p:cNvPr>
          <p:cNvSpPr>
            <a:spLocks xmlns:a="http://schemas.openxmlformats.org/drawingml/2006/main" noGrp="1"/>
          </p:cNvSpPr>
          <p:nvPr/>
        </p:nvSpPr>
        <p:spPr>
          <a:xfrm xmlns:a="http://schemas.openxmlformats.org/drawingml/2006/main" flipH="0" flipV="0">
            <a:off x="7086600" y="5924550"/>
            <a:ext cx="1828800" cy="0"/>
          </a:xfrm>
          <a:prstGeom xmlns:a="http://schemas.openxmlformats.org/drawingml/2006/main" prst="line">
            <a:avLst/>
          </a:prstGeom>
          <a:noFill xmlns:a="http://schemas.openxmlformats.org/drawingml/2006/main"/>
          <a:ln xmlns:a="http://schemas.openxmlformats.org/drawingml/2006/main" w="19050">
            <a:solidFill>
              <a:srgbClr val="D0D5DD"/>
            </a:solidFill>
            <a:prstDash val="solid"/>
          </a:ln>
        </p:spPr>
      </p:sp>
      <p:sp>
        <p:nvSpPr>
          <p:cNvPr id="27" name="">
            <a:extLst xmlns:a="http://schemas.openxmlformats.org/drawingml/2006/main">
              <a:ext uri="{FF2B5EF4-FFF2-40B4-BE49-F238E27FC236}">
                <a16:creationId xmlns:a16="http://schemas.microsoft.com/office/drawing/2014/main" id="{D24A9A06-9697-43FB-ACF3-C4BE27FCAD09}"/>
              </a:ext>
            </a:extLst>
          </p:cNvPr>
          <p:cNvSpPr>
            <a:spLocks xmlns:a="http://schemas.openxmlformats.org/drawingml/2006/main" noGrp="1"/>
          </p:cNvSpPr>
          <p:nvPr/>
        </p:nvSpPr>
        <p:spPr>
          <a:xfrm xmlns:a="http://schemas.openxmlformats.org/drawingml/2006/main">
            <a:off x="7086600" y="60388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4 평가·관찰</a:t>
            </a:r>
          </a:p>
        </p:txBody>
      </p:sp>
      <p:sp>
        <p:nvSpPr>
          <p:cNvPr id="28" name="">
            <a:extLst xmlns:a="http://schemas.openxmlformats.org/drawingml/2006/main">
              <a:ext uri="{FF2B5EF4-FFF2-40B4-BE49-F238E27FC236}">
                <a16:creationId xmlns:a16="http://schemas.microsoft.com/office/drawing/2014/main" id="{2683D076-E848-427E-8E74-2F0BCBB69C3C}"/>
              </a:ext>
            </a:extLst>
          </p:cNvPr>
          <p:cNvSpPr>
            <a:spLocks xmlns:a="http://schemas.openxmlformats.org/drawingml/2006/main" noGrp="1"/>
          </p:cNvSpPr>
          <p:nvPr/>
        </p:nvSpPr>
        <p:spPr>
          <a:xfrm xmlns:a="http://schemas.openxmlformats.org/drawingml/2006/main" flipH="0" flipV="0">
            <a:off x="9086850" y="5924550"/>
            <a:ext cx="1828800" cy="0"/>
          </a:xfrm>
          <a:prstGeom xmlns:a="http://schemas.openxmlformats.org/drawingml/2006/main" prst="line">
            <a:avLst/>
          </a:prstGeom>
          <a:noFill xmlns:a="http://schemas.openxmlformats.org/drawingml/2006/main"/>
          <a:ln xmlns:a="http://schemas.openxmlformats.org/drawingml/2006/main" w="19050">
            <a:solidFill>
              <a:srgbClr val="D0D5DD"/>
            </a:solidFill>
            <a:prstDash val="solid"/>
          </a:ln>
        </p:spPr>
      </p:sp>
      <p:sp>
        <p:nvSpPr>
          <p:cNvPr id="29" name="">
            <a:extLst xmlns:a="http://schemas.openxmlformats.org/drawingml/2006/main">
              <a:ext uri="{FF2B5EF4-FFF2-40B4-BE49-F238E27FC236}">
                <a16:creationId xmlns:a16="http://schemas.microsoft.com/office/drawing/2014/main" id="{49270164-A70F-4980-BBE4-FD07B46FC820}"/>
              </a:ext>
            </a:extLst>
          </p:cNvPr>
          <p:cNvSpPr>
            <a:spLocks xmlns:a="http://schemas.openxmlformats.org/drawingml/2006/main" noGrp="1"/>
          </p:cNvSpPr>
          <p:nvPr/>
        </p:nvSpPr>
        <p:spPr>
          <a:xfrm xmlns:a="http://schemas.openxmlformats.org/drawingml/2006/main">
            <a:off x="9086850" y="6038850"/>
            <a:ext cx="182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5 개선·버전</a:t>
            </a:r>
          </a:p>
        </p:txBody>
      </p:sp>
    </p:spTree>
    <p:extLst>
      <p:ext uri="{BB962C8B-B14F-4D97-AF65-F5344CB8AC3E}">
        <p14:creationId xmlns:p14="http://schemas.microsoft.com/office/powerpoint/2010/main" val="599374249"/>
      </p:ext>
    </p:extLst>
  </p:cSld>
</p:sld>
</file>

<file path=ppt/slides/slide6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9B0A87C-C831-45A9-9E07-DB931A022CC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71A1E5CA-8B8A-4F77-AAC1-8E7EBCC972D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61</a:t>
            </a:r>
          </a:p>
        </p:txBody>
      </p:sp>
      <p:sp>
        <p:nvSpPr>
          <p:cNvPr id="3" name="">
            <a:extLst xmlns:a="http://schemas.openxmlformats.org/drawingml/2006/main">
              <a:ext uri="{FF2B5EF4-FFF2-40B4-BE49-F238E27FC236}">
                <a16:creationId xmlns:a16="http://schemas.microsoft.com/office/drawing/2014/main" id="{DCDC82BC-AFD3-4761-9258-445DB1E179BA}"/>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033B234C-823B-4DDC-A6E1-21F3C03F0E8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942CD99-A17E-4CC1-941A-F1D1A3F7AA0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55CA5EE-E204-4A57-B9A1-0FBD7796523E}"/>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3단계 / 실행·배포의 실패 경로</a:t>
            </a:r>
          </a:p>
        </p:txBody>
      </p:sp>
      <p:sp>
        <p:nvSpPr>
          <p:cNvPr id="7" name="">
            <a:extLst xmlns:a="http://schemas.openxmlformats.org/drawingml/2006/main">
              <a:ext uri="{FF2B5EF4-FFF2-40B4-BE49-F238E27FC236}">
                <a16:creationId xmlns:a16="http://schemas.microsoft.com/office/drawing/2014/main" id="{5DABCB1E-B97F-4FEB-A9F3-F74573875925}"/>
              </a:ext>
            </a:extLst>
          </p:cNvPr>
          <p:cNvSpPr>
            <a:spLocks xmlns:a="http://schemas.openxmlformats.org/drawingml/2006/main" noGrp="1"/>
          </p:cNvSpPr>
          <p:nvPr/>
        </p:nvSpPr>
        <p:spPr>
          <a:xfrm xmlns:a="http://schemas.openxmlformats.org/drawingml/2006/main">
            <a:off x="609600" y="14668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실패했을 때 어디로 흐르는가?</a:t>
            </a:r>
          </a:p>
        </p:txBody>
      </p:sp>
      <p:sp>
        <p:nvSpPr>
          <p:cNvPr id="8" name="">
            <a:extLst xmlns:a="http://schemas.openxmlformats.org/drawingml/2006/main">
              <a:ext uri="{FF2B5EF4-FFF2-40B4-BE49-F238E27FC236}">
                <a16:creationId xmlns:a16="http://schemas.microsoft.com/office/drawing/2014/main" id="{347A0771-CF77-4DB4-B927-89E0D7830356}"/>
              </a:ext>
            </a:extLst>
          </p:cNvPr>
          <p:cNvSpPr>
            <a:spLocks xmlns:a="http://schemas.openxmlformats.org/drawingml/2006/main" noGrp="1"/>
          </p:cNvSpPr>
          <p:nvPr/>
        </p:nvSpPr>
        <p:spPr>
          <a:xfrm xmlns:a="http://schemas.openxmlformats.org/drawingml/2006/main">
            <a:off x="609600" y="23050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정상 경로</a:t>
            </a:r>
          </a:p>
        </p:txBody>
      </p:sp>
      <p:sp>
        <p:nvSpPr>
          <p:cNvPr id="9" name="">
            <a:extLst xmlns:a="http://schemas.openxmlformats.org/drawingml/2006/main">
              <a:ext uri="{FF2B5EF4-FFF2-40B4-BE49-F238E27FC236}">
                <a16:creationId xmlns:a16="http://schemas.microsoft.com/office/drawing/2014/main" id="{4C77FA14-7A69-4A94-8367-107214D3332D}"/>
              </a:ext>
            </a:extLst>
          </p:cNvPr>
          <p:cNvSpPr>
            <a:spLocks xmlns:a="http://schemas.openxmlformats.org/drawingml/2006/main" noGrp="1"/>
          </p:cNvSpPr>
          <p:nvPr/>
        </p:nvSpPr>
        <p:spPr>
          <a:xfrm xmlns:a="http://schemas.openxmlformats.org/drawingml/2006/main" rot="0">
            <a:off x="2724150" y="224790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0" name="">
            <a:extLst xmlns:a="http://schemas.openxmlformats.org/drawingml/2006/main">
              <a:ext uri="{FF2B5EF4-FFF2-40B4-BE49-F238E27FC236}">
                <a16:creationId xmlns:a16="http://schemas.microsoft.com/office/drawing/2014/main" id="{B801B539-EA01-4C1D-A49A-000A0F547589}"/>
              </a:ext>
            </a:extLst>
          </p:cNvPr>
          <p:cNvSpPr>
            <a:spLocks xmlns:a="http://schemas.openxmlformats.org/drawingml/2006/main" noGrp="1"/>
          </p:cNvSpPr>
          <p:nvPr/>
        </p:nvSpPr>
        <p:spPr>
          <a:xfrm xmlns:a="http://schemas.openxmlformats.org/drawingml/2006/main">
            <a:off x="2819400" y="224790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요청 검증</a:t>
            </a:r>
          </a:p>
        </p:txBody>
      </p:sp>
      <p:sp>
        <p:nvSpPr>
          <p:cNvPr id="11" name="">
            <a:extLst xmlns:a="http://schemas.openxmlformats.org/drawingml/2006/main">
              <a:ext uri="{FF2B5EF4-FFF2-40B4-BE49-F238E27FC236}">
                <a16:creationId xmlns:a16="http://schemas.microsoft.com/office/drawing/2014/main" id="{C4772C14-6E79-442E-8B3A-6F46E3B128E0}"/>
              </a:ext>
            </a:extLst>
          </p:cNvPr>
          <p:cNvSpPr>
            <a:spLocks xmlns:a="http://schemas.openxmlformats.org/drawingml/2006/main" noGrp="1"/>
          </p:cNvSpPr>
          <p:nvPr/>
        </p:nvSpPr>
        <p:spPr>
          <a:xfrm xmlns:a="http://schemas.openxmlformats.org/drawingml/2006/main">
            <a:off x="4476750" y="2438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12" name="">
            <a:extLst xmlns:a="http://schemas.openxmlformats.org/drawingml/2006/main">
              <a:ext uri="{FF2B5EF4-FFF2-40B4-BE49-F238E27FC236}">
                <a16:creationId xmlns:a16="http://schemas.microsoft.com/office/drawing/2014/main" id="{5DFBC889-269D-48AA-9D64-86B580535F9E}"/>
              </a:ext>
            </a:extLst>
          </p:cNvPr>
          <p:cNvSpPr>
            <a:spLocks xmlns:a="http://schemas.openxmlformats.org/drawingml/2006/main" noGrp="1"/>
          </p:cNvSpPr>
          <p:nvPr/>
        </p:nvSpPr>
        <p:spPr>
          <a:xfrm xmlns:a="http://schemas.openxmlformats.org/drawingml/2006/main" rot="0">
            <a:off x="4819650" y="224790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4A384E7C-0278-46A8-AE44-0A7B8A318AE4}"/>
              </a:ext>
            </a:extLst>
          </p:cNvPr>
          <p:cNvSpPr>
            <a:spLocks xmlns:a="http://schemas.openxmlformats.org/drawingml/2006/main" noGrp="1"/>
          </p:cNvSpPr>
          <p:nvPr/>
        </p:nvSpPr>
        <p:spPr>
          <a:xfrm xmlns:a="http://schemas.openxmlformats.org/drawingml/2006/main">
            <a:off x="4914900" y="224790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모델·도구 실행</a:t>
            </a:r>
          </a:p>
        </p:txBody>
      </p:sp>
      <p:sp>
        <p:nvSpPr>
          <p:cNvPr id="14" name="">
            <a:extLst xmlns:a="http://schemas.openxmlformats.org/drawingml/2006/main">
              <a:ext uri="{FF2B5EF4-FFF2-40B4-BE49-F238E27FC236}">
                <a16:creationId xmlns:a16="http://schemas.microsoft.com/office/drawing/2014/main" id="{EAE17D5E-7725-4A9B-A06A-3ACDC86CB06E}"/>
              </a:ext>
            </a:extLst>
          </p:cNvPr>
          <p:cNvSpPr>
            <a:spLocks xmlns:a="http://schemas.openxmlformats.org/drawingml/2006/main" noGrp="1"/>
          </p:cNvSpPr>
          <p:nvPr/>
        </p:nvSpPr>
        <p:spPr>
          <a:xfrm xmlns:a="http://schemas.openxmlformats.org/drawingml/2006/main">
            <a:off x="6572250" y="2438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2045C9C4-8574-4B1A-A38B-2D27273151FC}"/>
              </a:ext>
            </a:extLst>
          </p:cNvPr>
          <p:cNvSpPr>
            <a:spLocks xmlns:a="http://schemas.openxmlformats.org/drawingml/2006/main" noGrp="1"/>
          </p:cNvSpPr>
          <p:nvPr/>
        </p:nvSpPr>
        <p:spPr>
          <a:xfrm xmlns:a="http://schemas.openxmlformats.org/drawingml/2006/main" rot="0">
            <a:off x="6915150" y="224790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B63C9873-FCEC-4ECE-AAED-F970BF76982E}"/>
              </a:ext>
            </a:extLst>
          </p:cNvPr>
          <p:cNvSpPr>
            <a:spLocks xmlns:a="http://schemas.openxmlformats.org/drawingml/2006/main" noGrp="1"/>
          </p:cNvSpPr>
          <p:nvPr/>
        </p:nvSpPr>
        <p:spPr>
          <a:xfrm xmlns:a="http://schemas.openxmlformats.org/drawingml/2006/main">
            <a:off x="7010400" y="224790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응답 생성</a:t>
            </a:r>
          </a:p>
        </p:txBody>
      </p:sp>
      <p:sp>
        <p:nvSpPr>
          <p:cNvPr id="17" name="">
            <a:extLst xmlns:a="http://schemas.openxmlformats.org/drawingml/2006/main">
              <a:ext uri="{FF2B5EF4-FFF2-40B4-BE49-F238E27FC236}">
                <a16:creationId xmlns:a16="http://schemas.microsoft.com/office/drawing/2014/main" id="{56823BC9-5525-4312-B778-56E62D8B615B}"/>
              </a:ext>
            </a:extLst>
          </p:cNvPr>
          <p:cNvSpPr>
            <a:spLocks xmlns:a="http://schemas.openxmlformats.org/drawingml/2006/main" noGrp="1"/>
          </p:cNvSpPr>
          <p:nvPr/>
        </p:nvSpPr>
        <p:spPr>
          <a:xfrm xmlns:a="http://schemas.openxmlformats.org/drawingml/2006/main">
            <a:off x="8667750" y="24384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909D0C80-8C86-4D82-A413-3D4E7F34BD4F}"/>
              </a:ext>
            </a:extLst>
          </p:cNvPr>
          <p:cNvSpPr>
            <a:spLocks xmlns:a="http://schemas.openxmlformats.org/drawingml/2006/main" noGrp="1"/>
          </p:cNvSpPr>
          <p:nvPr/>
        </p:nvSpPr>
        <p:spPr>
          <a:xfrm xmlns:a="http://schemas.openxmlformats.org/drawingml/2006/main" rot="0">
            <a:off x="9010650" y="224790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19" name="">
            <a:extLst xmlns:a="http://schemas.openxmlformats.org/drawingml/2006/main">
              <a:ext uri="{FF2B5EF4-FFF2-40B4-BE49-F238E27FC236}">
                <a16:creationId xmlns:a16="http://schemas.microsoft.com/office/drawing/2014/main" id="{6E0FB2ED-1CDE-4533-AF90-C6A44A08B596}"/>
              </a:ext>
            </a:extLst>
          </p:cNvPr>
          <p:cNvSpPr>
            <a:spLocks xmlns:a="http://schemas.openxmlformats.org/drawingml/2006/main" noGrp="1"/>
          </p:cNvSpPr>
          <p:nvPr/>
        </p:nvSpPr>
        <p:spPr>
          <a:xfrm xmlns:a="http://schemas.openxmlformats.org/drawingml/2006/main">
            <a:off x="9105900" y="224790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추적 저장</a:t>
            </a:r>
          </a:p>
        </p:txBody>
      </p:sp>
      <p:sp>
        <p:nvSpPr>
          <p:cNvPr id="20" name="">
            <a:extLst xmlns:a="http://schemas.openxmlformats.org/drawingml/2006/main">
              <a:ext uri="{FF2B5EF4-FFF2-40B4-BE49-F238E27FC236}">
                <a16:creationId xmlns:a16="http://schemas.microsoft.com/office/drawing/2014/main" id="{5C1ABB7B-7BD4-4D36-B9E1-5680C4AAA764}"/>
              </a:ext>
            </a:extLst>
          </p:cNvPr>
          <p:cNvSpPr>
            <a:spLocks xmlns:a="http://schemas.openxmlformats.org/drawingml/2006/main" noGrp="1"/>
          </p:cNvSpPr>
          <p:nvPr/>
        </p:nvSpPr>
        <p:spPr>
          <a:xfrm xmlns:a="http://schemas.openxmlformats.org/drawingml/2006/main">
            <a:off x="609600" y="3733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실패 경로</a:t>
            </a:r>
          </a:p>
        </p:txBody>
      </p:sp>
      <p:sp>
        <p:nvSpPr>
          <p:cNvPr id="21" name="">
            <a:extLst xmlns:a="http://schemas.openxmlformats.org/drawingml/2006/main">
              <a:ext uri="{FF2B5EF4-FFF2-40B4-BE49-F238E27FC236}">
                <a16:creationId xmlns:a16="http://schemas.microsoft.com/office/drawing/2014/main" id="{2389A2AC-7D5A-4A55-84D8-459797C83F16}"/>
              </a:ext>
            </a:extLst>
          </p:cNvPr>
          <p:cNvSpPr>
            <a:spLocks xmlns:a="http://schemas.openxmlformats.org/drawingml/2006/main" noGrp="1"/>
          </p:cNvSpPr>
          <p:nvPr/>
        </p:nvSpPr>
        <p:spPr>
          <a:xfrm xmlns:a="http://schemas.openxmlformats.org/drawingml/2006/main" rot="0">
            <a:off x="2724150" y="367665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2" name="">
            <a:extLst xmlns:a="http://schemas.openxmlformats.org/drawingml/2006/main">
              <a:ext uri="{FF2B5EF4-FFF2-40B4-BE49-F238E27FC236}">
                <a16:creationId xmlns:a16="http://schemas.microsoft.com/office/drawing/2014/main" id="{5F64A564-4230-4A62-BFCE-D3226D26726B}"/>
              </a:ext>
            </a:extLst>
          </p:cNvPr>
          <p:cNvSpPr>
            <a:spLocks xmlns:a="http://schemas.openxmlformats.org/drawingml/2006/main" noGrp="1"/>
          </p:cNvSpPr>
          <p:nvPr/>
        </p:nvSpPr>
        <p:spPr>
          <a:xfrm xmlns:a="http://schemas.openxmlformats.org/drawingml/2006/main">
            <a:off x="2819400" y="367665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오류 분류</a:t>
            </a:r>
          </a:p>
        </p:txBody>
      </p:sp>
      <p:sp>
        <p:nvSpPr>
          <p:cNvPr id="23" name="">
            <a:extLst xmlns:a="http://schemas.openxmlformats.org/drawingml/2006/main">
              <a:ext uri="{FF2B5EF4-FFF2-40B4-BE49-F238E27FC236}">
                <a16:creationId xmlns:a16="http://schemas.microsoft.com/office/drawing/2014/main" id="{329B721B-3203-4203-A834-E1C743C68A2C}"/>
              </a:ext>
            </a:extLst>
          </p:cNvPr>
          <p:cNvSpPr>
            <a:spLocks xmlns:a="http://schemas.openxmlformats.org/drawingml/2006/main" noGrp="1"/>
          </p:cNvSpPr>
          <p:nvPr/>
        </p:nvSpPr>
        <p:spPr>
          <a:xfrm xmlns:a="http://schemas.openxmlformats.org/drawingml/2006/main">
            <a:off x="4476750" y="3867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24" name="">
            <a:extLst xmlns:a="http://schemas.openxmlformats.org/drawingml/2006/main">
              <a:ext uri="{FF2B5EF4-FFF2-40B4-BE49-F238E27FC236}">
                <a16:creationId xmlns:a16="http://schemas.microsoft.com/office/drawing/2014/main" id="{927708B1-CEAF-49C8-94F0-6626E4FB532C}"/>
              </a:ext>
            </a:extLst>
          </p:cNvPr>
          <p:cNvSpPr>
            <a:spLocks xmlns:a="http://schemas.openxmlformats.org/drawingml/2006/main" noGrp="1"/>
          </p:cNvSpPr>
          <p:nvPr/>
        </p:nvSpPr>
        <p:spPr>
          <a:xfrm xmlns:a="http://schemas.openxmlformats.org/drawingml/2006/main" rot="0">
            <a:off x="4819650" y="3676650"/>
            <a:ext cx="1752600" cy="666750"/>
          </a:xfrm>
          <a:prstGeom xmlns:a="http://schemas.openxmlformats.org/drawingml/2006/main" prst="rect">
            <a:avLst/>
          </a:prstGeom>
          <a:solidFill xmlns:a="http://schemas.openxmlformats.org/drawingml/2006/main">
            <a:srgbClr val="0B1F3A"/>
          </a:solidFill>
          <a:ln xmlns:a="http://schemas.openxmlformats.org/drawingml/2006/main" w="28575">
            <a:solidFill>
              <a:srgbClr val="2563EB"/>
            </a:solidFill>
            <a:prstDash val="solid"/>
          </a:ln>
        </p:spPr>
      </p:sp>
      <p:sp>
        <p:nvSpPr>
          <p:cNvPr id="25" name="">
            <a:extLst xmlns:a="http://schemas.openxmlformats.org/drawingml/2006/main">
              <a:ext uri="{FF2B5EF4-FFF2-40B4-BE49-F238E27FC236}">
                <a16:creationId xmlns:a16="http://schemas.microsoft.com/office/drawing/2014/main" id="{EF9566E1-8A2A-4919-BDFF-E34E30B7CC28}"/>
              </a:ext>
            </a:extLst>
          </p:cNvPr>
          <p:cNvSpPr>
            <a:spLocks xmlns:a="http://schemas.openxmlformats.org/drawingml/2006/main" noGrp="1"/>
          </p:cNvSpPr>
          <p:nvPr/>
        </p:nvSpPr>
        <p:spPr>
          <a:xfrm xmlns:a="http://schemas.openxmlformats.org/drawingml/2006/main">
            <a:off x="4914900" y="367665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재시도·대체</a:t>
            </a:r>
          </a:p>
        </p:txBody>
      </p:sp>
      <p:sp>
        <p:nvSpPr>
          <p:cNvPr id="26" name="">
            <a:extLst xmlns:a="http://schemas.openxmlformats.org/drawingml/2006/main">
              <a:ext uri="{FF2B5EF4-FFF2-40B4-BE49-F238E27FC236}">
                <a16:creationId xmlns:a16="http://schemas.microsoft.com/office/drawing/2014/main" id="{6EF177F6-B10B-4185-91B5-EFFFF38303EB}"/>
              </a:ext>
            </a:extLst>
          </p:cNvPr>
          <p:cNvSpPr>
            <a:spLocks xmlns:a="http://schemas.openxmlformats.org/drawingml/2006/main" noGrp="1"/>
          </p:cNvSpPr>
          <p:nvPr/>
        </p:nvSpPr>
        <p:spPr>
          <a:xfrm xmlns:a="http://schemas.openxmlformats.org/drawingml/2006/main">
            <a:off x="6572250" y="3867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9EA469F-2C5F-42E1-8503-39200EC5F24D}"/>
              </a:ext>
            </a:extLst>
          </p:cNvPr>
          <p:cNvSpPr>
            <a:spLocks xmlns:a="http://schemas.openxmlformats.org/drawingml/2006/main" noGrp="1"/>
          </p:cNvSpPr>
          <p:nvPr/>
        </p:nvSpPr>
        <p:spPr>
          <a:xfrm xmlns:a="http://schemas.openxmlformats.org/drawingml/2006/main" rot="0">
            <a:off x="6915150" y="367665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28" name="">
            <a:extLst xmlns:a="http://schemas.openxmlformats.org/drawingml/2006/main">
              <a:ext uri="{FF2B5EF4-FFF2-40B4-BE49-F238E27FC236}">
                <a16:creationId xmlns:a16="http://schemas.microsoft.com/office/drawing/2014/main" id="{E8833445-B610-4335-B777-C627BE4BC2AD}"/>
              </a:ext>
            </a:extLst>
          </p:cNvPr>
          <p:cNvSpPr>
            <a:spLocks xmlns:a="http://schemas.openxmlformats.org/drawingml/2006/main" noGrp="1"/>
          </p:cNvSpPr>
          <p:nvPr/>
        </p:nvSpPr>
        <p:spPr>
          <a:xfrm xmlns:a="http://schemas.openxmlformats.org/drawingml/2006/main">
            <a:off x="7010400" y="367665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안전한 응답</a:t>
            </a:r>
          </a:p>
        </p:txBody>
      </p:sp>
      <p:sp>
        <p:nvSpPr>
          <p:cNvPr id="29" name="">
            <a:extLst xmlns:a="http://schemas.openxmlformats.org/drawingml/2006/main">
              <a:ext uri="{FF2B5EF4-FFF2-40B4-BE49-F238E27FC236}">
                <a16:creationId xmlns:a16="http://schemas.microsoft.com/office/drawing/2014/main" id="{5A5BF73E-34D5-4D0C-8E9A-6E992C44A994}"/>
              </a:ext>
            </a:extLst>
          </p:cNvPr>
          <p:cNvSpPr>
            <a:spLocks xmlns:a="http://schemas.openxmlformats.org/drawingml/2006/main" noGrp="1"/>
          </p:cNvSpPr>
          <p:nvPr/>
        </p:nvSpPr>
        <p:spPr>
          <a:xfrm xmlns:a="http://schemas.openxmlformats.org/drawingml/2006/main">
            <a:off x="8667750" y="38671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98A2B3"/>
                </a:solidFill>
                <a:latin typeface="Menlo"/>
                <a:ea typeface="Menlo"/>
                <a:cs typeface="Menlo"/>
              </a:defRPr>
            </a:pPr>
            <a:r>
              <a:rPr sz="1350" b="1">
                <a:solidFill>
                  <a:srgbClr val="98A2B3"/>
                </a:solidFill>
                <a:latin typeface="Menlo"/>
                <a:ea typeface="Menlo"/>
                <a:cs typeface="Menlo"/>
              </a:rPr>
              <a:t>→</a:t>
            </a:r>
          </a:p>
        </p:txBody>
      </p:sp>
      <p:sp>
        <p:nvSpPr>
          <p:cNvPr id="30" name="">
            <a:extLst xmlns:a="http://schemas.openxmlformats.org/drawingml/2006/main">
              <a:ext uri="{FF2B5EF4-FFF2-40B4-BE49-F238E27FC236}">
                <a16:creationId xmlns:a16="http://schemas.microsoft.com/office/drawing/2014/main" id="{BFE30305-2C96-4D2A-88C2-D5C82B5273DE}"/>
              </a:ext>
            </a:extLst>
          </p:cNvPr>
          <p:cNvSpPr>
            <a:spLocks xmlns:a="http://schemas.openxmlformats.org/drawingml/2006/main" noGrp="1"/>
          </p:cNvSpPr>
          <p:nvPr/>
        </p:nvSpPr>
        <p:spPr>
          <a:xfrm xmlns:a="http://schemas.openxmlformats.org/drawingml/2006/main" rot="0">
            <a:off x="9010650" y="3676650"/>
            <a:ext cx="1752600" cy="666750"/>
          </a:xfrm>
          <a:prstGeom xmlns:a="http://schemas.openxmlformats.org/drawingml/2006/main" prst="rect">
            <a:avLst/>
          </a:prstGeom>
          <a:solidFill xmlns:a="http://schemas.openxmlformats.org/drawingml/2006/main">
            <a:srgbClr val="0B1F3A"/>
          </a:solidFill>
          <a:ln xmlns:a="http://schemas.openxmlformats.org/drawingml/2006/main" w="9525">
            <a:solidFill>
              <a:srgbClr val="25324A"/>
            </a:solidFill>
            <a:prstDash val="solid"/>
          </a:ln>
        </p:spPr>
      </p:sp>
      <p:sp>
        <p:nvSpPr>
          <p:cNvPr id="31" name="">
            <a:extLst xmlns:a="http://schemas.openxmlformats.org/drawingml/2006/main">
              <a:ext uri="{FF2B5EF4-FFF2-40B4-BE49-F238E27FC236}">
                <a16:creationId xmlns:a16="http://schemas.microsoft.com/office/drawing/2014/main" id="{3B03FD38-747B-4B66-8E5C-F0FD38E9B4B8}"/>
              </a:ext>
            </a:extLst>
          </p:cNvPr>
          <p:cNvSpPr>
            <a:spLocks xmlns:a="http://schemas.openxmlformats.org/drawingml/2006/main" noGrp="1"/>
          </p:cNvSpPr>
          <p:nvPr/>
        </p:nvSpPr>
        <p:spPr>
          <a:xfrm xmlns:a="http://schemas.openxmlformats.org/drawingml/2006/main">
            <a:off x="9105900" y="3676650"/>
            <a:ext cx="1562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담당자 확인</a:t>
            </a:r>
          </a:p>
        </p:txBody>
      </p:sp>
      <p:sp>
        <p:nvSpPr>
          <p:cNvPr id="32" name="">
            <a:extLst xmlns:a="http://schemas.openxmlformats.org/drawingml/2006/main">
              <a:ext uri="{FF2B5EF4-FFF2-40B4-BE49-F238E27FC236}">
                <a16:creationId xmlns:a16="http://schemas.microsoft.com/office/drawing/2014/main" id="{645E249C-F314-4513-81BD-400A3DFC08EC}"/>
              </a:ext>
            </a:extLst>
          </p:cNvPr>
          <p:cNvSpPr>
            <a:spLocks xmlns:a="http://schemas.openxmlformats.org/drawingml/2006/main" noGrp="1"/>
          </p:cNvSpPr>
          <p:nvPr/>
        </p:nvSpPr>
        <p:spPr>
          <a:xfrm xmlns:a="http://schemas.openxmlformats.org/drawingml/2006/main">
            <a:off x="609600" y="54483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운영 문서에는 정상 흐름과 오류·재시도·대체 경로를 함께 기록</a:t>
            </a:r>
          </a:p>
        </p:txBody>
      </p:sp>
    </p:spTree>
    <p:extLst>
      <p:ext uri="{BB962C8B-B14F-4D97-AF65-F5344CB8AC3E}">
        <p14:creationId xmlns:p14="http://schemas.microsoft.com/office/powerpoint/2010/main" val="281175522"/>
      </p:ext>
    </p:extLst>
  </p:cSld>
</p:sld>
</file>

<file path=ppt/slides/slide6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46F77A8-30A0-4BDF-A2A5-A71C70860D0A}"/>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24E8F630-6A50-4A15-8664-3460F1A0445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62</a:t>
            </a:r>
          </a:p>
        </p:txBody>
      </p:sp>
      <p:sp>
        <p:nvSpPr>
          <p:cNvPr id="3" name="">
            <a:extLst xmlns:a="http://schemas.openxmlformats.org/drawingml/2006/main">
              <a:ext uri="{FF2B5EF4-FFF2-40B4-BE49-F238E27FC236}">
                <a16:creationId xmlns:a16="http://schemas.microsoft.com/office/drawing/2014/main" id="{8930C912-8A26-4508-80D2-9F0F888A42A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2DE14446-EA64-43F9-A23D-C0B4C54F783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7347580-5D9E-42DC-886A-00E1A5A33C7B}"/>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5034C74E-AF7A-497B-BC0C-F4F74FF66DD7}"/>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4단계 / 오프라인 평가와 운영 모니터링</a:t>
            </a:r>
          </a:p>
        </p:txBody>
      </p:sp>
      <p:sp>
        <p:nvSpPr>
          <p:cNvPr id="7" name="">
            <a:extLst xmlns:a="http://schemas.openxmlformats.org/drawingml/2006/main">
              <a:ext uri="{FF2B5EF4-FFF2-40B4-BE49-F238E27FC236}">
                <a16:creationId xmlns:a16="http://schemas.microsoft.com/office/drawing/2014/main" id="{F1DE8A8E-685B-4996-911C-EB1704D647F7}"/>
              </a:ext>
            </a:extLst>
          </p:cNvPr>
          <p:cNvSpPr>
            <a:spLocks xmlns:a="http://schemas.openxmlformats.org/drawingml/2006/main" noGrp="1"/>
          </p:cNvSpPr>
          <p:nvPr/>
        </p:nvSpPr>
        <p:spPr>
          <a:xfrm xmlns:a="http://schemas.openxmlformats.org/drawingml/2006/main">
            <a:off x="609600" y="14668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누가, 언제, 어떻게 실패하는가?</a:t>
            </a:r>
          </a:p>
        </p:txBody>
      </p:sp>
      <p:sp>
        <p:nvSpPr>
          <p:cNvPr id="8" name="">
            <a:extLst xmlns:a="http://schemas.openxmlformats.org/drawingml/2006/main">
              <a:ext uri="{FF2B5EF4-FFF2-40B4-BE49-F238E27FC236}">
                <a16:creationId xmlns:a16="http://schemas.microsoft.com/office/drawing/2014/main" id="{1675C61F-49FE-4039-9081-95C584C8ECC6}"/>
              </a:ext>
            </a:extLst>
          </p:cNvPr>
          <p:cNvSpPr>
            <a:spLocks xmlns:a="http://schemas.openxmlformats.org/drawingml/2006/main" noGrp="1"/>
          </p:cNvSpPr>
          <p:nvPr/>
        </p:nvSpPr>
        <p:spPr>
          <a:xfrm xmlns:a="http://schemas.openxmlformats.org/drawingml/2006/main" rot="0">
            <a:off x="609600" y="2095500"/>
            <a:ext cx="6191250" cy="32194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E8AB7258-0FDF-4BBE-8823-72DBB24E1878}"/>
              </a:ext>
            </a:extLst>
          </p:cNvPr>
          <p:cNvSpPr>
            <a:spLocks xmlns:a="http://schemas.openxmlformats.org/drawingml/2006/main" noGrp="1"/>
          </p:cNvSpPr>
          <p:nvPr/>
        </p:nvSpPr>
        <p:spPr>
          <a:xfrm xmlns:a="http://schemas.openxmlformats.org/drawingml/2006/main">
            <a:off x="838200" y="2343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설명용 응답 지연 분포 · 실제 측정값 아님</a:t>
            </a:r>
          </a:p>
        </p:txBody>
      </p:sp>
      <p:sp>
        <p:nvSpPr>
          <p:cNvPr id="10" name="">
            <a:extLst xmlns:a="http://schemas.openxmlformats.org/drawingml/2006/main">
              <a:ext uri="{FF2B5EF4-FFF2-40B4-BE49-F238E27FC236}">
                <a16:creationId xmlns:a16="http://schemas.microsoft.com/office/drawing/2014/main" id="{C5B8A612-65A4-4F73-9414-C333A5465AE6}"/>
              </a:ext>
            </a:extLst>
          </p:cNvPr>
          <p:cNvSpPr>
            <a:spLocks xmlns:a="http://schemas.openxmlformats.org/drawingml/2006/main" noGrp="1"/>
          </p:cNvSpPr>
          <p:nvPr/>
        </p:nvSpPr>
        <p:spPr>
          <a:xfrm xmlns:a="http://schemas.openxmlformats.org/drawingml/2006/main" flipH="0" flipV="0">
            <a:off x="1047750" y="4724400"/>
            <a:ext cx="4953000" cy="0"/>
          </a:xfrm>
          <a:prstGeom xmlns:a="http://schemas.openxmlformats.org/drawingml/2006/main" prst="line">
            <a:avLst/>
          </a:prstGeom>
          <a:noFill xmlns:a="http://schemas.openxmlformats.org/drawingml/2006/main"/>
          <a:ln xmlns:a="http://schemas.openxmlformats.org/drawingml/2006/main" w="19050">
            <a:solidFill>
              <a:srgbClr val="191919"/>
            </a:solidFill>
            <a:prstDash val="solid"/>
          </a:ln>
        </p:spPr>
      </p:sp>
      <p:sp>
        <p:nvSpPr>
          <p:cNvPr id="11" name="">
            <a:extLst xmlns:a="http://schemas.openxmlformats.org/drawingml/2006/main">
              <a:ext uri="{FF2B5EF4-FFF2-40B4-BE49-F238E27FC236}">
                <a16:creationId xmlns:a16="http://schemas.microsoft.com/office/drawing/2014/main" id="{8F0F8D4B-4620-4C9A-B467-041A15AD10A3}"/>
              </a:ext>
            </a:extLst>
          </p:cNvPr>
          <p:cNvSpPr>
            <a:spLocks xmlns:a="http://schemas.openxmlformats.org/drawingml/2006/main" noGrp="1"/>
          </p:cNvSpPr>
          <p:nvPr/>
        </p:nvSpPr>
        <p:spPr>
          <a:xfrm xmlns:a="http://schemas.openxmlformats.org/drawingml/2006/main" rot="0">
            <a:off x="1257300" y="4305300"/>
            <a:ext cx="323850" cy="4191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6C9641DD-B473-4C5A-A2DD-5B6FA0D51D4B}"/>
              </a:ext>
            </a:extLst>
          </p:cNvPr>
          <p:cNvSpPr>
            <a:spLocks xmlns:a="http://schemas.openxmlformats.org/drawingml/2006/main" noGrp="1"/>
          </p:cNvSpPr>
          <p:nvPr/>
        </p:nvSpPr>
        <p:spPr>
          <a:xfrm xmlns:a="http://schemas.openxmlformats.org/drawingml/2006/main" rot="0">
            <a:off x="1771650" y="3848100"/>
            <a:ext cx="323850" cy="8763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3" name="">
            <a:extLst xmlns:a="http://schemas.openxmlformats.org/drawingml/2006/main">
              <a:ext uri="{FF2B5EF4-FFF2-40B4-BE49-F238E27FC236}">
                <a16:creationId xmlns:a16="http://schemas.microsoft.com/office/drawing/2014/main" id="{5750872A-A5E4-4053-BF51-2B6FA176EDE1}"/>
              </a:ext>
            </a:extLst>
          </p:cNvPr>
          <p:cNvSpPr>
            <a:spLocks xmlns:a="http://schemas.openxmlformats.org/drawingml/2006/main" noGrp="1"/>
          </p:cNvSpPr>
          <p:nvPr/>
        </p:nvSpPr>
        <p:spPr>
          <a:xfrm xmlns:a="http://schemas.openxmlformats.org/drawingml/2006/main" rot="0">
            <a:off x="2286000" y="3219450"/>
            <a:ext cx="323850" cy="15049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4" name="">
            <a:extLst xmlns:a="http://schemas.openxmlformats.org/drawingml/2006/main">
              <a:ext uri="{FF2B5EF4-FFF2-40B4-BE49-F238E27FC236}">
                <a16:creationId xmlns:a16="http://schemas.microsoft.com/office/drawing/2014/main" id="{ACC6A1D8-A6B6-4406-8DF1-135022E10D68}"/>
              </a:ext>
            </a:extLst>
          </p:cNvPr>
          <p:cNvSpPr>
            <a:spLocks xmlns:a="http://schemas.openxmlformats.org/drawingml/2006/main" noGrp="1"/>
          </p:cNvSpPr>
          <p:nvPr/>
        </p:nvSpPr>
        <p:spPr>
          <a:xfrm xmlns:a="http://schemas.openxmlformats.org/drawingml/2006/main" rot="0">
            <a:off x="2800350" y="2743200"/>
            <a:ext cx="323850" cy="19812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5" name="">
            <a:extLst xmlns:a="http://schemas.openxmlformats.org/drawingml/2006/main">
              <a:ext uri="{FF2B5EF4-FFF2-40B4-BE49-F238E27FC236}">
                <a16:creationId xmlns:a16="http://schemas.microsoft.com/office/drawing/2014/main" id="{59C4DB99-48F6-4106-8CBA-FF154D744D52}"/>
              </a:ext>
            </a:extLst>
          </p:cNvPr>
          <p:cNvSpPr>
            <a:spLocks xmlns:a="http://schemas.openxmlformats.org/drawingml/2006/main" noGrp="1"/>
          </p:cNvSpPr>
          <p:nvPr/>
        </p:nvSpPr>
        <p:spPr>
          <a:xfrm xmlns:a="http://schemas.openxmlformats.org/drawingml/2006/main" rot="0">
            <a:off x="3314700" y="3028950"/>
            <a:ext cx="323850" cy="16954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6" name="">
            <a:extLst xmlns:a="http://schemas.openxmlformats.org/drawingml/2006/main">
              <a:ext uri="{FF2B5EF4-FFF2-40B4-BE49-F238E27FC236}">
                <a16:creationId xmlns:a16="http://schemas.microsoft.com/office/drawing/2014/main" id="{09837DFB-BDE9-4126-BD87-2969ED8743E8}"/>
              </a:ext>
            </a:extLst>
          </p:cNvPr>
          <p:cNvSpPr>
            <a:spLocks xmlns:a="http://schemas.openxmlformats.org/drawingml/2006/main" noGrp="1"/>
          </p:cNvSpPr>
          <p:nvPr/>
        </p:nvSpPr>
        <p:spPr>
          <a:xfrm xmlns:a="http://schemas.openxmlformats.org/drawingml/2006/main" rot="0">
            <a:off x="3829050" y="3524250"/>
            <a:ext cx="323850" cy="12001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7" name="">
            <a:extLst xmlns:a="http://schemas.openxmlformats.org/drawingml/2006/main">
              <a:ext uri="{FF2B5EF4-FFF2-40B4-BE49-F238E27FC236}">
                <a16:creationId xmlns:a16="http://schemas.microsoft.com/office/drawing/2014/main" id="{179266CE-30B4-4E71-974E-2978C7F5F7EF}"/>
              </a:ext>
            </a:extLst>
          </p:cNvPr>
          <p:cNvSpPr>
            <a:spLocks xmlns:a="http://schemas.openxmlformats.org/drawingml/2006/main" noGrp="1"/>
          </p:cNvSpPr>
          <p:nvPr/>
        </p:nvSpPr>
        <p:spPr>
          <a:xfrm xmlns:a="http://schemas.openxmlformats.org/drawingml/2006/main" rot="0">
            <a:off x="4343400" y="3943350"/>
            <a:ext cx="323850" cy="7810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8" name="">
            <a:extLst xmlns:a="http://schemas.openxmlformats.org/drawingml/2006/main">
              <a:ext uri="{FF2B5EF4-FFF2-40B4-BE49-F238E27FC236}">
                <a16:creationId xmlns:a16="http://schemas.microsoft.com/office/drawing/2014/main" id="{1DF39E7E-DB65-441C-8973-0DCE8E1AF5F3}"/>
              </a:ext>
            </a:extLst>
          </p:cNvPr>
          <p:cNvSpPr>
            <a:spLocks xmlns:a="http://schemas.openxmlformats.org/drawingml/2006/main" noGrp="1"/>
          </p:cNvSpPr>
          <p:nvPr/>
        </p:nvSpPr>
        <p:spPr>
          <a:xfrm xmlns:a="http://schemas.openxmlformats.org/drawingml/2006/main" rot="0">
            <a:off x="4857750" y="4210050"/>
            <a:ext cx="323850" cy="5143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9" name="">
            <a:extLst xmlns:a="http://schemas.openxmlformats.org/drawingml/2006/main">
              <a:ext uri="{FF2B5EF4-FFF2-40B4-BE49-F238E27FC236}">
                <a16:creationId xmlns:a16="http://schemas.microsoft.com/office/drawing/2014/main" id="{E719633E-0574-4CFA-98B0-E27F7E632A37}"/>
              </a:ext>
            </a:extLst>
          </p:cNvPr>
          <p:cNvSpPr>
            <a:spLocks xmlns:a="http://schemas.openxmlformats.org/drawingml/2006/main" noGrp="1"/>
          </p:cNvSpPr>
          <p:nvPr/>
        </p:nvSpPr>
        <p:spPr>
          <a:xfrm xmlns:a="http://schemas.openxmlformats.org/drawingml/2006/main" rot="0">
            <a:off x="5372100" y="4400550"/>
            <a:ext cx="3238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2790C992-0E8C-4E29-A3A4-34B654F2C732}"/>
              </a:ext>
            </a:extLst>
          </p:cNvPr>
          <p:cNvSpPr>
            <a:spLocks xmlns:a="http://schemas.openxmlformats.org/drawingml/2006/main" noGrp="1"/>
          </p:cNvSpPr>
          <p:nvPr/>
        </p:nvSpPr>
        <p:spPr>
          <a:xfrm xmlns:a="http://schemas.openxmlformats.org/drawingml/2006/main">
            <a:off x="1828800" y="4876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0">
                <a:solidFill>
                  <a:srgbClr val="667085"/>
                </a:solidFill>
                <a:latin typeface="Menlo"/>
                <a:ea typeface="Menlo"/>
                <a:cs typeface="Menlo"/>
              </a:defRPr>
            </a:pPr>
            <a:r>
              <a:rPr sz="1050" b="0">
                <a:solidFill>
                  <a:srgbClr val="667085"/>
                </a:solidFill>
                <a:latin typeface="Menlo"/>
                <a:ea typeface="Menlo"/>
                <a:cs typeface="Menlo"/>
              </a:rPr>
              <a:t>50번째 백분위</a:t>
            </a:r>
          </a:p>
        </p:txBody>
      </p:sp>
      <p:sp>
        <p:nvSpPr>
          <p:cNvPr id="21" name="">
            <a:extLst xmlns:a="http://schemas.openxmlformats.org/drawingml/2006/main">
              <a:ext uri="{FF2B5EF4-FFF2-40B4-BE49-F238E27FC236}">
                <a16:creationId xmlns:a16="http://schemas.microsoft.com/office/drawing/2014/main" id="{253B41E3-FEB0-413A-ACE9-BCB72F251AB4}"/>
              </a:ext>
            </a:extLst>
          </p:cNvPr>
          <p:cNvSpPr>
            <a:spLocks xmlns:a="http://schemas.openxmlformats.org/drawingml/2006/main" noGrp="1"/>
          </p:cNvSpPr>
          <p:nvPr/>
        </p:nvSpPr>
        <p:spPr>
          <a:xfrm xmlns:a="http://schemas.openxmlformats.org/drawingml/2006/main">
            <a:off x="4648200" y="4876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0">
                <a:solidFill>
                  <a:srgbClr val="2563EB"/>
                </a:solidFill>
                <a:latin typeface="Menlo"/>
                <a:ea typeface="Menlo"/>
                <a:cs typeface="Menlo"/>
              </a:defRPr>
            </a:pPr>
            <a:r>
              <a:rPr sz="1050" b="0">
                <a:solidFill>
                  <a:srgbClr val="2563EB"/>
                </a:solidFill>
                <a:latin typeface="Menlo"/>
                <a:ea typeface="Menlo"/>
                <a:cs typeface="Menlo"/>
              </a:rPr>
              <a:t>95번째 백분위</a:t>
            </a:r>
          </a:p>
        </p:txBody>
      </p:sp>
      <p:sp>
        <p:nvSpPr>
          <p:cNvPr id="22" name="">
            <a:extLst xmlns:a="http://schemas.openxmlformats.org/drawingml/2006/main">
              <a:ext uri="{FF2B5EF4-FFF2-40B4-BE49-F238E27FC236}">
                <a16:creationId xmlns:a16="http://schemas.microsoft.com/office/drawing/2014/main" id="{48982D51-C68F-43DE-9960-0EBEBBF6303A}"/>
              </a:ext>
            </a:extLst>
          </p:cNvPr>
          <p:cNvSpPr>
            <a:spLocks xmlns:a="http://schemas.openxmlformats.org/drawingml/2006/main" noGrp="1"/>
          </p:cNvSpPr>
          <p:nvPr/>
        </p:nvSpPr>
        <p:spPr>
          <a:xfrm xmlns:a="http://schemas.openxmlformats.org/drawingml/2006/main">
            <a:off x="7372350" y="2133600"/>
            <a:ext cx="3829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품질</a:t>
            </a:r>
          </a:p>
        </p:txBody>
      </p:sp>
      <p:sp>
        <p:nvSpPr>
          <p:cNvPr id="23" name="">
            <a:extLst xmlns:a="http://schemas.openxmlformats.org/drawingml/2006/main">
              <a:ext uri="{FF2B5EF4-FFF2-40B4-BE49-F238E27FC236}">
                <a16:creationId xmlns:a16="http://schemas.microsoft.com/office/drawing/2014/main" id="{74250C7D-21F4-4BD7-98A7-FFFE301B0737}"/>
              </a:ext>
            </a:extLst>
          </p:cNvPr>
          <p:cNvSpPr>
            <a:spLocks xmlns:a="http://schemas.openxmlformats.org/drawingml/2006/main" noGrp="1"/>
          </p:cNvSpPr>
          <p:nvPr/>
        </p:nvSpPr>
        <p:spPr>
          <a:xfrm xmlns:a="http://schemas.openxmlformats.org/drawingml/2006/main">
            <a:off x="7372350" y="24574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025" b="1">
                <a:solidFill>
                  <a:srgbClr val="191919"/>
                </a:solidFill>
                <a:latin typeface="AppleGothic"/>
                <a:ea typeface="AppleGothic"/>
                <a:cs typeface="AppleGothic"/>
              </a:defRPr>
            </a:pPr>
            <a:r>
              <a:rPr sz="2025" b="1">
                <a:solidFill>
                  <a:srgbClr val="191919"/>
                </a:solidFill>
                <a:latin typeface="AppleGothic"/>
                <a:ea typeface="AppleGothic"/>
                <a:cs typeface="AppleGothic"/>
              </a:rPr>
              <a:t>대표 성공·실패</a:t>
            </a:r>
          </a:p>
        </p:txBody>
      </p:sp>
      <p:sp>
        <p:nvSpPr>
          <p:cNvPr id="24" name="">
            <a:extLst xmlns:a="http://schemas.openxmlformats.org/drawingml/2006/main">
              <a:ext uri="{FF2B5EF4-FFF2-40B4-BE49-F238E27FC236}">
                <a16:creationId xmlns:a16="http://schemas.microsoft.com/office/drawing/2014/main" id="{154977F4-E0B6-47AB-A769-F086352EF4B2}"/>
              </a:ext>
            </a:extLst>
          </p:cNvPr>
          <p:cNvSpPr>
            <a:spLocks xmlns:a="http://schemas.openxmlformats.org/drawingml/2006/main" noGrp="1"/>
          </p:cNvSpPr>
          <p:nvPr/>
        </p:nvSpPr>
        <p:spPr>
          <a:xfrm xmlns:a="http://schemas.openxmlformats.org/drawingml/2006/main" flipH="0" flipV="0">
            <a:off x="7372350" y="3009900"/>
            <a:ext cx="38290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E68B7C85-89C6-4A57-8A38-F2DDA652FE62}"/>
              </a:ext>
            </a:extLst>
          </p:cNvPr>
          <p:cNvSpPr>
            <a:spLocks xmlns:a="http://schemas.openxmlformats.org/drawingml/2006/main" noGrp="1"/>
          </p:cNvSpPr>
          <p:nvPr/>
        </p:nvSpPr>
        <p:spPr>
          <a:xfrm xmlns:a="http://schemas.openxmlformats.org/drawingml/2006/main">
            <a:off x="7372350" y="3181350"/>
            <a:ext cx="3829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운영</a:t>
            </a:r>
          </a:p>
        </p:txBody>
      </p:sp>
      <p:sp>
        <p:nvSpPr>
          <p:cNvPr id="26" name="">
            <a:extLst xmlns:a="http://schemas.openxmlformats.org/drawingml/2006/main">
              <a:ext uri="{FF2B5EF4-FFF2-40B4-BE49-F238E27FC236}">
                <a16:creationId xmlns:a16="http://schemas.microsoft.com/office/drawing/2014/main" id="{91B900CB-2966-49ED-B83A-72EE3F32F1FB}"/>
              </a:ext>
            </a:extLst>
          </p:cNvPr>
          <p:cNvSpPr>
            <a:spLocks xmlns:a="http://schemas.openxmlformats.org/drawingml/2006/main" noGrp="1"/>
          </p:cNvSpPr>
          <p:nvPr/>
        </p:nvSpPr>
        <p:spPr>
          <a:xfrm xmlns:a="http://schemas.openxmlformats.org/drawingml/2006/main">
            <a:off x="7372350" y="350520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025" b="1">
                <a:solidFill>
                  <a:srgbClr val="191919"/>
                </a:solidFill>
                <a:latin typeface="AppleGothic"/>
                <a:ea typeface="AppleGothic"/>
                <a:cs typeface="AppleGothic"/>
              </a:defRPr>
            </a:pPr>
            <a:r>
              <a:rPr sz="2025" b="1">
                <a:solidFill>
                  <a:srgbClr val="191919"/>
                </a:solidFill>
                <a:latin typeface="AppleGothic"/>
                <a:ea typeface="AppleGothic"/>
                <a:cs typeface="AppleGothic"/>
              </a:rPr>
              <a:t>95번째 백분위 · 오류율</a:t>
            </a:r>
          </a:p>
        </p:txBody>
      </p:sp>
      <p:sp>
        <p:nvSpPr>
          <p:cNvPr id="27" name="">
            <a:extLst xmlns:a="http://schemas.openxmlformats.org/drawingml/2006/main">
              <a:ext uri="{FF2B5EF4-FFF2-40B4-BE49-F238E27FC236}">
                <a16:creationId xmlns:a16="http://schemas.microsoft.com/office/drawing/2014/main" id="{5C1DF760-A7C2-4264-8DE4-C970DF2AAD14}"/>
              </a:ext>
            </a:extLst>
          </p:cNvPr>
          <p:cNvSpPr>
            <a:spLocks xmlns:a="http://schemas.openxmlformats.org/drawingml/2006/main" noGrp="1"/>
          </p:cNvSpPr>
          <p:nvPr/>
        </p:nvSpPr>
        <p:spPr>
          <a:xfrm xmlns:a="http://schemas.openxmlformats.org/drawingml/2006/main" flipH="0" flipV="0">
            <a:off x="7372350" y="4057650"/>
            <a:ext cx="38290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7431185B-C9C8-4A12-A676-E510220D6652}"/>
              </a:ext>
            </a:extLst>
          </p:cNvPr>
          <p:cNvSpPr>
            <a:spLocks xmlns:a="http://schemas.openxmlformats.org/drawingml/2006/main" noGrp="1"/>
          </p:cNvSpPr>
          <p:nvPr/>
        </p:nvSpPr>
        <p:spPr>
          <a:xfrm xmlns:a="http://schemas.openxmlformats.org/drawingml/2006/main">
            <a:off x="7372350" y="4229100"/>
            <a:ext cx="3829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자원·안전</a:t>
            </a:r>
          </a:p>
        </p:txBody>
      </p:sp>
      <p:sp>
        <p:nvSpPr>
          <p:cNvPr id="29" name="">
            <a:extLst xmlns:a="http://schemas.openxmlformats.org/drawingml/2006/main">
              <a:ext uri="{FF2B5EF4-FFF2-40B4-BE49-F238E27FC236}">
                <a16:creationId xmlns:a16="http://schemas.microsoft.com/office/drawing/2014/main" id="{6719ABC3-8975-4146-9D07-6DFC3E72E4CE}"/>
              </a:ext>
            </a:extLst>
          </p:cNvPr>
          <p:cNvSpPr>
            <a:spLocks xmlns:a="http://schemas.openxmlformats.org/drawingml/2006/main" noGrp="1"/>
          </p:cNvSpPr>
          <p:nvPr/>
        </p:nvSpPr>
        <p:spPr>
          <a:xfrm xmlns:a="http://schemas.openxmlformats.org/drawingml/2006/main">
            <a:off x="7372350" y="45529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025" b="1">
                <a:solidFill>
                  <a:srgbClr val="191919"/>
                </a:solidFill>
                <a:latin typeface="AppleGothic"/>
                <a:ea typeface="AppleGothic"/>
                <a:cs typeface="AppleGothic"/>
              </a:defRPr>
            </a:pPr>
            <a:r>
              <a:rPr sz="2025" b="1">
                <a:solidFill>
                  <a:srgbClr val="191919"/>
                </a:solidFill>
                <a:latin typeface="AppleGothic"/>
                <a:ea typeface="AppleGothic"/>
                <a:cs typeface="AppleGothic"/>
              </a:rPr>
              <a:t>토큰 · 비용 · 위험 신호</a:t>
            </a:r>
          </a:p>
        </p:txBody>
      </p:sp>
      <p:sp>
        <p:nvSpPr>
          <p:cNvPr id="30" name="">
            <a:extLst xmlns:a="http://schemas.openxmlformats.org/drawingml/2006/main">
              <a:ext uri="{FF2B5EF4-FFF2-40B4-BE49-F238E27FC236}">
                <a16:creationId xmlns:a16="http://schemas.microsoft.com/office/drawing/2014/main" id="{7D22A73D-9113-414A-BD18-89E13E272C68}"/>
              </a:ext>
            </a:extLst>
          </p:cNvPr>
          <p:cNvSpPr>
            <a:spLocks xmlns:a="http://schemas.openxmlformats.org/drawingml/2006/main" noGrp="1"/>
          </p:cNvSpPr>
          <p:nvPr/>
        </p:nvSpPr>
        <p:spPr>
          <a:xfrm xmlns:a="http://schemas.openxmlformats.org/drawingml/2006/main" flipH="0" flipV="0">
            <a:off x="7372350" y="5105400"/>
            <a:ext cx="38290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1" name="">
            <a:extLst xmlns:a="http://schemas.openxmlformats.org/drawingml/2006/main">
              <a:ext uri="{FF2B5EF4-FFF2-40B4-BE49-F238E27FC236}">
                <a16:creationId xmlns:a16="http://schemas.microsoft.com/office/drawing/2014/main" id="{9C1457A5-27B7-4B64-AF31-0E694C3255EA}"/>
              </a:ext>
            </a:extLst>
          </p:cNvPr>
          <p:cNvSpPr>
            <a:spLocks xmlns:a="http://schemas.openxmlformats.org/drawingml/2006/main" noGrp="1"/>
          </p:cNvSpPr>
          <p:nvPr/>
        </p:nvSpPr>
        <p:spPr>
          <a:xfrm xmlns:a="http://schemas.openxmlformats.org/drawingml/2006/main">
            <a:off x="609600" y="55816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평균 점수와 함께 실패 분포·하위 집단·원본 실행 추적 확인</a:t>
            </a:r>
          </a:p>
        </p:txBody>
      </p:sp>
    </p:spTree>
    <p:extLst>
      <p:ext uri="{BB962C8B-B14F-4D97-AF65-F5344CB8AC3E}">
        <p14:creationId xmlns:p14="http://schemas.microsoft.com/office/powerpoint/2010/main" val="597693985"/>
      </p:ext>
    </p:extLst>
  </p:cSld>
</p:sld>
</file>

<file path=ppt/slides/slide6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63D75A7-660A-4BE2-BAB3-BDBA95400B07}"/>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F2D7CFB2-8874-4AE2-B44C-3490B0453997}"/>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63</a:t>
            </a:r>
          </a:p>
        </p:txBody>
      </p:sp>
      <p:sp>
        <p:nvSpPr>
          <p:cNvPr id="3" name="">
            <a:extLst xmlns:a="http://schemas.openxmlformats.org/drawingml/2006/main">
              <a:ext uri="{FF2B5EF4-FFF2-40B4-BE49-F238E27FC236}">
                <a16:creationId xmlns:a16="http://schemas.microsoft.com/office/drawing/2014/main" id="{0E71BCCF-2430-49EE-946D-8BEC1BC9D989}"/>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8D5D1E6B-2579-4C24-8A67-19A97DECCDAD}"/>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3D23D7D5-2714-496A-B0FF-CA93CACCC13E}"/>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7241C9E-10FA-4775-B4B7-10CBC316A07A}"/>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5단계 / 버전 변경 의사결정 기록</a:t>
            </a:r>
          </a:p>
        </p:txBody>
      </p:sp>
      <p:sp>
        <p:nvSpPr>
          <p:cNvPr id="7" name="">
            <a:extLst xmlns:a="http://schemas.openxmlformats.org/drawingml/2006/main">
              <a:ext uri="{FF2B5EF4-FFF2-40B4-BE49-F238E27FC236}">
                <a16:creationId xmlns:a16="http://schemas.microsoft.com/office/drawing/2014/main" id="{8B6EDE5D-9B56-4DB4-BEA6-84D5E1277B4A}"/>
              </a:ext>
            </a:extLst>
          </p:cNvPr>
          <p:cNvSpPr>
            <a:spLocks xmlns:a="http://schemas.openxmlformats.org/drawingml/2006/main" noGrp="1"/>
          </p:cNvSpPr>
          <p:nvPr/>
        </p:nvSpPr>
        <p:spPr>
          <a:xfrm xmlns:a="http://schemas.openxmlformats.org/drawingml/2006/main">
            <a:off x="609600" y="14668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FFFFFF"/>
                </a:solidFill>
                <a:latin typeface="AppleGothic"/>
                <a:ea typeface="AppleGothic"/>
                <a:cs typeface="AppleGothic"/>
              </a:defRPr>
            </a:pPr>
            <a:r>
              <a:rPr sz="1725" b="1">
                <a:solidFill>
                  <a:srgbClr val="FFFFFF"/>
                </a:solidFill>
                <a:latin typeface="AppleGothic"/>
                <a:ea typeface="AppleGothic"/>
                <a:cs typeface="AppleGothic"/>
              </a:rPr>
              <a:t>다음 버전은 무엇을 검증하는가?</a:t>
            </a:r>
          </a:p>
        </p:txBody>
      </p:sp>
      <p:sp>
        <p:nvSpPr>
          <p:cNvPr id="8" name="">
            <a:extLst xmlns:a="http://schemas.openxmlformats.org/drawingml/2006/main">
              <a:ext uri="{FF2B5EF4-FFF2-40B4-BE49-F238E27FC236}">
                <a16:creationId xmlns:a16="http://schemas.microsoft.com/office/drawing/2014/main" id="{B7FB0DC3-421F-4FBA-9794-ABD563FE4758}"/>
              </a:ext>
            </a:extLst>
          </p:cNvPr>
          <p:cNvSpPr>
            <a:spLocks xmlns:a="http://schemas.openxmlformats.org/drawingml/2006/main" noGrp="1"/>
          </p:cNvSpPr>
          <p:nvPr/>
        </p:nvSpPr>
        <p:spPr>
          <a:xfrm xmlns:a="http://schemas.openxmlformats.org/drawingml/2006/main">
            <a:off x="609600" y="22098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01</a:t>
            </a:r>
          </a:p>
        </p:txBody>
      </p:sp>
      <p:sp>
        <p:nvSpPr>
          <p:cNvPr id="9" name="">
            <a:extLst xmlns:a="http://schemas.openxmlformats.org/drawingml/2006/main">
              <a:ext uri="{FF2B5EF4-FFF2-40B4-BE49-F238E27FC236}">
                <a16:creationId xmlns:a16="http://schemas.microsoft.com/office/drawing/2014/main" id="{40163F83-BFD2-4735-8D37-91A95891D770}"/>
              </a:ext>
            </a:extLst>
          </p:cNvPr>
          <p:cNvSpPr>
            <a:spLocks xmlns:a="http://schemas.openxmlformats.org/drawingml/2006/main" noGrp="1"/>
          </p:cNvSpPr>
          <p:nvPr/>
        </p:nvSpPr>
        <p:spPr>
          <a:xfrm xmlns:a="http://schemas.openxmlformats.org/drawingml/2006/main">
            <a:off x="609600" y="26670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725" b="1">
                <a:solidFill>
                  <a:srgbClr val="FFFFFF"/>
                </a:solidFill>
                <a:latin typeface="AppleGothic"/>
                <a:ea typeface="AppleGothic"/>
                <a:cs typeface="AppleGothic"/>
              </a:defRPr>
            </a:pPr>
            <a:r>
              <a:rPr sz="1725" b="1">
                <a:solidFill>
                  <a:srgbClr val="FFFFFF"/>
                </a:solidFill>
                <a:latin typeface="AppleGothic"/>
                <a:ea typeface="AppleGothic"/>
                <a:cs typeface="AppleGothic"/>
              </a:rPr>
              <a:t>이전 기준선</a:t>
            </a:r>
          </a:p>
        </p:txBody>
      </p:sp>
      <p:sp>
        <p:nvSpPr>
          <p:cNvPr id="10" name="">
            <a:extLst xmlns:a="http://schemas.openxmlformats.org/drawingml/2006/main">
              <a:ext uri="{FF2B5EF4-FFF2-40B4-BE49-F238E27FC236}">
                <a16:creationId xmlns:a16="http://schemas.microsoft.com/office/drawing/2014/main" id="{846742C9-283E-4E63-B9DC-345C57CBF1A3}"/>
              </a:ext>
            </a:extLst>
          </p:cNvPr>
          <p:cNvSpPr>
            <a:spLocks xmlns:a="http://schemas.openxmlformats.org/drawingml/2006/main" noGrp="1"/>
          </p:cNvSpPr>
          <p:nvPr/>
        </p:nvSpPr>
        <p:spPr>
          <a:xfrm xmlns:a="http://schemas.openxmlformats.org/drawingml/2006/main" flipH="0" flipV="0">
            <a:off x="609600" y="3448050"/>
            <a:ext cx="23241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1" name="">
            <a:extLst xmlns:a="http://schemas.openxmlformats.org/drawingml/2006/main">
              <a:ext uri="{FF2B5EF4-FFF2-40B4-BE49-F238E27FC236}">
                <a16:creationId xmlns:a16="http://schemas.microsoft.com/office/drawing/2014/main" id="{D3FA6A44-89C8-4CF6-8287-BB0CD467236F}"/>
              </a:ext>
            </a:extLst>
          </p:cNvPr>
          <p:cNvSpPr>
            <a:spLocks xmlns:a="http://schemas.openxmlformats.org/drawingml/2006/main" noGrp="1"/>
          </p:cNvSpPr>
          <p:nvPr/>
        </p:nvSpPr>
        <p:spPr>
          <a:xfrm xmlns:a="http://schemas.openxmlformats.org/drawingml/2006/main">
            <a:off x="609600" y="3752850"/>
            <a:ext cx="2324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현재 실패와</a:t>
            </a:r>
          </a:p>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고정 조건</a:t>
            </a:r>
          </a:p>
        </p:txBody>
      </p:sp>
      <p:sp>
        <p:nvSpPr>
          <p:cNvPr id="12" name="">
            <a:extLst xmlns:a="http://schemas.openxmlformats.org/drawingml/2006/main">
              <a:ext uri="{FF2B5EF4-FFF2-40B4-BE49-F238E27FC236}">
                <a16:creationId xmlns:a16="http://schemas.microsoft.com/office/drawing/2014/main" id="{231BCFE3-3951-43A7-9EE1-ED2CFD2B507D}"/>
              </a:ext>
            </a:extLst>
          </p:cNvPr>
          <p:cNvSpPr>
            <a:spLocks xmlns:a="http://schemas.openxmlformats.org/drawingml/2006/main" noGrp="1"/>
          </p:cNvSpPr>
          <p:nvPr/>
        </p:nvSpPr>
        <p:spPr>
          <a:xfrm xmlns:a="http://schemas.openxmlformats.org/drawingml/2006/main">
            <a:off x="3352800" y="22098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02</a:t>
            </a:r>
          </a:p>
        </p:txBody>
      </p:sp>
      <p:sp>
        <p:nvSpPr>
          <p:cNvPr id="13" name="">
            <a:extLst xmlns:a="http://schemas.openxmlformats.org/drawingml/2006/main">
              <a:ext uri="{FF2B5EF4-FFF2-40B4-BE49-F238E27FC236}">
                <a16:creationId xmlns:a16="http://schemas.microsoft.com/office/drawing/2014/main" id="{2E6CF9D0-9268-4AB2-BDC5-E725BA7FC526}"/>
              </a:ext>
            </a:extLst>
          </p:cNvPr>
          <p:cNvSpPr>
            <a:spLocks xmlns:a="http://schemas.openxmlformats.org/drawingml/2006/main" noGrp="1"/>
          </p:cNvSpPr>
          <p:nvPr/>
        </p:nvSpPr>
        <p:spPr>
          <a:xfrm xmlns:a="http://schemas.openxmlformats.org/drawingml/2006/main">
            <a:off x="3352800" y="26670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725" b="1">
                <a:solidFill>
                  <a:srgbClr val="FFFFFF"/>
                </a:solidFill>
                <a:latin typeface="AppleGothic"/>
                <a:ea typeface="AppleGothic"/>
                <a:cs typeface="AppleGothic"/>
              </a:defRPr>
            </a:pPr>
            <a:r>
              <a:rPr sz="1725" b="1">
                <a:solidFill>
                  <a:srgbClr val="FFFFFF"/>
                </a:solidFill>
                <a:latin typeface="AppleGothic"/>
                <a:ea typeface="AppleGothic"/>
                <a:cs typeface="AppleGothic"/>
              </a:rPr>
              <a:t>새 가설과 변경</a:t>
            </a:r>
          </a:p>
        </p:txBody>
      </p:sp>
      <p:sp>
        <p:nvSpPr>
          <p:cNvPr id="14" name="">
            <a:extLst xmlns:a="http://schemas.openxmlformats.org/drawingml/2006/main">
              <a:ext uri="{FF2B5EF4-FFF2-40B4-BE49-F238E27FC236}">
                <a16:creationId xmlns:a16="http://schemas.microsoft.com/office/drawing/2014/main" id="{1086485D-12C4-4539-AEFB-9EEE4B5A5338}"/>
              </a:ext>
            </a:extLst>
          </p:cNvPr>
          <p:cNvSpPr>
            <a:spLocks xmlns:a="http://schemas.openxmlformats.org/drawingml/2006/main" noGrp="1"/>
          </p:cNvSpPr>
          <p:nvPr/>
        </p:nvSpPr>
        <p:spPr>
          <a:xfrm xmlns:a="http://schemas.openxmlformats.org/drawingml/2006/main" flipH="0" flipV="0">
            <a:off x="3352800" y="3448050"/>
            <a:ext cx="23241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5" name="">
            <a:extLst xmlns:a="http://schemas.openxmlformats.org/drawingml/2006/main">
              <a:ext uri="{FF2B5EF4-FFF2-40B4-BE49-F238E27FC236}">
                <a16:creationId xmlns:a16="http://schemas.microsoft.com/office/drawing/2014/main" id="{F4BAB9CA-E0DF-4B18-97F9-554FA751FFE8}"/>
              </a:ext>
            </a:extLst>
          </p:cNvPr>
          <p:cNvSpPr>
            <a:spLocks xmlns:a="http://schemas.openxmlformats.org/drawingml/2006/main" noGrp="1"/>
          </p:cNvSpPr>
          <p:nvPr/>
        </p:nvSpPr>
        <p:spPr>
          <a:xfrm xmlns:a="http://schemas.openxmlformats.org/drawingml/2006/main">
            <a:off x="3352800" y="3752850"/>
            <a:ext cx="2324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검증할 가설과</a:t>
            </a:r>
          </a:p>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바꿀 한 가지</a:t>
            </a:r>
          </a:p>
        </p:txBody>
      </p:sp>
      <p:sp>
        <p:nvSpPr>
          <p:cNvPr id="16" name="">
            <a:extLst xmlns:a="http://schemas.openxmlformats.org/drawingml/2006/main">
              <a:ext uri="{FF2B5EF4-FFF2-40B4-BE49-F238E27FC236}">
                <a16:creationId xmlns:a16="http://schemas.microsoft.com/office/drawing/2014/main" id="{612B3EC8-79AD-444E-8165-2BC15B79FF05}"/>
              </a:ext>
            </a:extLst>
          </p:cNvPr>
          <p:cNvSpPr>
            <a:spLocks xmlns:a="http://schemas.openxmlformats.org/drawingml/2006/main" noGrp="1"/>
          </p:cNvSpPr>
          <p:nvPr/>
        </p:nvSpPr>
        <p:spPr>
          <a:xfrm xmlns:a="http://schemas.openxmlformats.org/drawingml/2006/main">
            <a:off x="6096000" y="22098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03</a:t>
            </a:r>
          </a:p>
        </p:txBody>
      </p:sp>
      <p:sp>
        <p:nvSpPr>
          <p:cNvPr id="17" name="">
            <a:extLst xmlns:a="http://schemas.openxmlformats.org/drawingml/2006/main">
              <a:ext uri="{FF2B5EF4-FFF2-40B4-BE49-F238E27FC236}">
                <a16:creationId xmlns:a16="http://schemas.microsoft.com/office/drawing/2014/main" id="{B3FAE17F-CA12-47DF-B415-DCCA4CF318FA}"/>
              </a:ext>
            </a:extLst>
          </p:cNvPr>
          <p:cNvSpPr>
            <a:spLocks xmlns:a="http://schemas.openxmlformats.org/drawingml/2006/main" noGrp="1"/>
          </p:cNvSpPr>
          <p:nvPr/>
        </p:nvSpPr>
        <p:spPr>
          <a:xfrm xmlns:a="http://schemas.openxmlformats.org/drawingml/2006/main">
            <a:off x="6096000" y="26670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725" b="1">
                <a:solidFill>
                  <a:srgbClr val="FFFFFF"/>
                </a:solidFill>
                <a:latin typeface="AppleGothic"/>
                <a:ea typeface="AppleGothic"/>
                <a:cs typeface="AppleGothic"/>
              </a:defRPr>
            </a:pPr>
            <a:r>
              <a:rPr sz="1725" b="1">
                <a:solidFill>
                  <a:srgbClr val="FFFFFF"/>
                </a:solidFill>
                <a:latin typeface="AppleGothic"/>
                <a:ea typeface="AppleGothic"/>
                <a:cs typeface="AppleGothic"/>
              </a:rPr>
              <a:t>실행 증거</a:t>
            </a:r>
          </a:p>
        </p:txBody>
      </p:sp>
      <p:sp>
        <p:nvSpPr>
          <p:cNvPr id="18" name="">
            <a:extLst xmlns:a="http://schemas.openxmlformats.org/drawingml/2006/main">
              <a:ext uri="{FF2B5EF4-FFF2-40B4-BE49-F238E27FC236}">
                <a16:creationId xmlns:a16="http://schemas.microsoft.com/office/drawing/2014/main" id="{7DEB300B-D729-43E3-A808-D6351125A6D5}"/>
              </a:ext>
            </a:extLst>
          </p:cNvPr>
          <p:cNvSpPr>
            <a:spLocks xmlns:a="http://schemas.openxmlformats.org/drawingml/2006/main" noGrp="1"/>
          </p:cNvSpPr>
          <p:nvPr/>
        </p:nvSpPr>
        <p:spPr>
          <a:xfrm xmlns:a="http://schemas.openxmlformats.org/drawingml/2006/main" flipH="0" flipV="0">
            <a:off x="6096000" y="3448050"/>
            <a:ext cx="23241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9" name="">
            <a:extLst xmlns:a="http://schemas.openxmlformats.org/drawingml/2006/main">
              <a:ext uri="{FF2B5EF4-FFF2-40B4-BE49-F238E27FC236}">
                <a16:creationId xmlns:a16="http://schemas.microsoft.com/office/drawing/2014/main" id="{4B398246-530C-478F-B0E9-2D62804E134A}"/>
              </a:ext>
            </a:extLst>
          </p:cNvPr>
          <p:cNvSpPr>
            <a:spLocks xmlns:a="http://schemas.openxmlformats.org/drawingml/2006/main" noGrp="1"/>
          </p:cNvSpPr>
          <p:nvPr/>
        </p:nvSpPr>
        <p:spPr>
          <a:xfrm xmlns:a="http://schemas.openxmlformats.org/drawingml/2006/main">
            <a:off x="6096000" y="3752850"/>
            <a:ext cx="2324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비교 가능한</a:t>
            </a:r>
          </a:p>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실행 추적</a:t>
            </a:r>
          </a:p>
        </p:txBody>
      </p:sp>
      <p:sp>
        <p:nvSpPr>
          <p:cNvPr id="20" name="">
            <a:extLst xmlns:a="http://schemas.openxmlformats.org/drawingml/2006/main">
              <a:ext uri="{FF2B5EF4-FFF2-40B4-BE49-F238E27FC236}">
                <a16:creationId xmlns:a16="http://schemas.microsoft.com/office/drawing/2014/main" id="{58C0AA39-4312-4912-88F6-006EA2AD25BA}"/>
              </a:ext>
            </a:extLst>
          </p:cNvPr>
          <p:cNvSpPr>
            <a:spLocks xmlns:a="http://schemas.openxmlformats.org/drawingml/2006/main" noGrp="1"/>
          </p:cNvSpPr>
          <p:nvPr/>
        </p:nvSpPr>
        <p:spPr>
          <a:xfrm xmlns:a="http://schemas.openxmlformats.org/drawingml/2006/main">
            <a:off x="8839200" y="22098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98A2B3"/>
                </a:solidFill>
                <a:latin typeface="Menlo"/>
                <a:ea typeface="Menlo"/>
                <a:cs typeface="Menlo"/>
              </a:defRPr>
            </a:pPr>
            <a:r>
              <a:rPr sz="1275" b="1">
                <a:solidFill>
                  <a:srgbClr val="98A2B3"/>
                </a:solidFill>
                <a:latin typeface="Menlo"/>
                <a:ea typeface="Menlo"/>
                <a:cs typeface="Menlo"/>
              </a:rPr>
              <a:t>04</a:t>
            </a:r>
          </a:p>
        </p:txBody>
      </p:sp>
      <p:sp>
        <p:nvSpPr>
          <p:cNvPr id="21" name="">
            <a:extLst xmlns:a="http://schemas.openxmlformats.org/drawingml/2006/main">
              <a:ext uri="{FF2B5EF4-FFF2-40B4-BE49-F238E27FC236}">
                <a16:creationId xmlns:a16="http://schemas.microsoft.com/office/drawing/2014/main" id="{962D9DF7-E3A8-4598-886C-BE2CFC92BC1C}"/>
              </a:ext>
            </a:extLst>
          </p:cNvPr>
          <p:cNvSpPr>
            <a:spLocks xmlns:a="http://schemas.openxmlformats.org/drawingml/2006/main" noGrp="1"/>
          </p:cNvSpPr>
          <p:nvPr/>
        </p:nvSpPr>
        <p:spPr>
          <a:xfrm xmlns:a="http://schemas.openxmlformats.org/drawingml/2006/main">
            <a:off x="8839200" y="26670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725" b="1">
                <a:solidFill>
                  <a:srgbClr val="FFFFFF"/>
                </a:solidFill>
                <a:latin typeface="AppleGothic"/>
                <a:ea typeface="AppleGothic"/>
                <a:cs typeface="AppleGothic"/>
              </a:defRPr>
            </a:pPr>
            <a:r>
              <a:rPr sz="1725" b="1">
                <a:solidFill>
                  <a:srgbClr val="FFFFFF"/>
                </a:solidFill>
                <a:latin typeface="AppleGothic"/>
                <a:ea typeface="AppleGothic"/>
                <a:cs typeface="AppleGothic"/>
              </a:rPr>
              <a:t>평가와 다음 버전</a:t>
            </a:r>
          </a:p>
        </p:txBody>
      </p:sp>
      <p:sp>
        <p:nvSpPr>
          <p:cNvPr id="22" name="">
            <a:extLst xmlns:a="http://schemas.openxmlformats.org/drawingml/2006/main">
              <a:ext uri="{FF2B5EF4-FFF2-40B4-BE49-F238E27FC236}">
                <a16:creationId xmlns:a16="http://schemas.microsoft.com/office/drawing/2014/main" id="{C6175DCD-4014-4A12-B208-C4D8401D976F}"/>
              </a:ext>
            </a:extLst>
          </p:cNvPr>
          <p:cNvSpPr>
            <a:spLocks xmlns:a="http://schemas.openxmlformats.org/drawingml/2006/main" noGrp="1"/>
          </p:cNvSpPr>
          <p:nvPr/>
        </p:nvSpPr>
        <p:spPr>
          <a:xfrm xmlns:a="http://schemas.openxmlformats.org/drawingml/2006/main" flipH="0" flipV="0">
            <a:off x="8839200" y="3448050"/>
            <a:ext cx="23241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3" name="">
            <a:extLst xmlns:a="http://schemas.openxmlformats.org/drawingml/2006/main">
              <a:ext uri="{FF2B5EF4-FFF2-40B4-BE49-F238E27FC236}">
                <a16:creationId xmlns:a16="http://schemas.microsoft.com/office/drawing/2014/main" id="{0FF47580-44BD-4B4B-8A6C-90EDDF8C064A}"/>
              </a:ext>
            </a:extLst>
          </p:cNvPr>
          <p:cNvSpPr>
            <a:spLocks xmlns:a="http://schemas.openxmlformats.org/drawingml/2006/main" noGrp="1"/>
          </p:cNvSpPr>
          <p:nvPr/>
        </p:nvSpPr>
        <p:spPr>
          <a:xfrm xmlns:a="http://schemas.openxmlformats.org/drawingml/2006/main">
            <a:off x="8839200" y="3752850"/>
            <a:ext cx="2324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승격·보류·되돌리기와</a:t>
            </a:r>
          </a:p>
          <a:p xmlns:a="http://schemas.openxmlformats.org/drawingml/2006/main">
            <a:pPr algn="l">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다음 질문</a:t>
            </a:r>
          </a:p>
        </p:txBody>
      </p:sp>
      <p:sp>
        <p:nvSpPr>
          <p:cNvPr id="24" name="">
            <a:extLst xmlns:a="http://schemas.openxmlformats.org/drawingml/2006/main">
              <a:ext uri="{FF2B5EF4-FFF2-40B4-BE49-F238E27FC236}">
                <a16:creationId xmlns:a16="http://schemas.microsoft.com/office/drawing/2014/main" id="{CD38CB7E-DF61-422B-8115-F0A88997C2D5}"/>
              </a:ext>
            </a:extLst>
          </p:cNvPr>
          <p:cNvSpPr>
            <a:spLocks xmlns:a="http://schemas.openxmlformats.org/drawingml/2006/main" noGrp="1"/>
          </p:cNvSpPr>
          <p:nvPr/>
        </p:nvSpPr>
        <p:spPr>
          <a:xfrm xmlns:a="http://schemas.openxmlformats.org/drawingml/2006/main">
            <a:off x="609600" y="54673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‘더 좋아 보임’이 아닌 변경 이유·결과·결정의 연결</a:t>
            </a:r>
          </a:p>
        </p:txBody>
      </p:sp>
    </p:spTree>
    <p:extLst>
      <p:ext uri="{BB962C8B-B14F-4D97-AF65-F5344CB8AC3E}">
        <p14:creationId xmlns:p14="http://schemas.microsoft.com/office/powerpoint/2010/main" val="560876067"/>
      </p:ext>
    </p:extLst>
  </p:cSld>
</p:sld>
</file>

<file path=ppt/slides/slide6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A6E28DA-22E4-4FC1-9236-B0C76D19015B}"/>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D48D8A04-3DA6-46F4-8A84-939C7E76AB7C}"/>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64</a:t>
            </a:r>
          </a:p>
        </p:txBody>
      </p:sp>
      <p:sp>
        <p:nvSpPr>
          <p:cNvPr id="3" name="">
            <a:extLst xmlns:a="http://schemas.openxmlformats.org/drawingml/2006/main">
              <a:ext uri="{FF2B5EF4-FFF2-40B4-BE49-F238E27FC236}">
                <a16:creationId xmlns:a16="http://schemas.microsoft.com/office/drawing/2014/main" id="{B33A6FFC-BD98-45B3-919E-EF9D56EAEABC}"/>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66CE39F0-9DAC-4BDE-AD8D-50281D6D142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EF2FD34-1EC4-4199-85A6-AE4258A0E0C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828874D6-B104-491E-8376-C7358D6BD06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버전 변경의 최소 기록</a:t>
            </a:r>
          </a:p>
        </p:txBody>
      </p:sp>
      <p:sp>
        <p:nvSpPr>
          <p:cNvPr id="7" name="">
            <a:extLst xmlns:a="http://schemas.openxmlformats.org/drawingml/2006/main">
              <a:ext uri="{FF2B5EF4-FFF2-40B4-BE49-F238E27FC236}">
                <a16:creationId xmlns:a16="http://schemas.microsoft.com/office/drawing/2014/main" id="{A8ADFB87-045D-4C12-BF15-5E5E0C48C701}"/>
              </a:ext>
            </a:extLst>
          </p:cNvPr>
          <p:cNvSpPr>
            <a:spLocks xmlns:a="http://schemas.openxmlformats.org/drawingml/2006/main" noGrp="1"/>
          </p:cNvSpPr>
          <p:nvPr/>
        </p:nvSpPr>
        <p:spPr>
          <a:xfrm xmlns:a="http://schemas.openxmlformats.org/drawingml/2006/main" rot="0">
            <a:off x="609600" y="1809750"/>
            <a:ext cx="160020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9483C9CD-EE00-4F60-A3F9-DA555308AAF5}"/>
              </a:ext>
            </a:extLst>
          </p:cNvPr>
          <p:cNvSpPr>
            <a:spLocks xmlns:a="http://schemas.openxmlformats.org/drawingml/2006/main" noGrp="1"/>
          </p:cNvSpPr>
          <p:nvPr/>
        </p:nvSpPr>
        <p:spPr>
          <a:xfrm xmlns:a="http://schemas.openxmlformats.org/drawingml/2006/main">
            <a:off x="742950" y="1809750"/>
            <a:ext cx="133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VERSION</a:t>
            </a:r>
          </a:p>
        </p:txBody>
      </p:sp>
      <p:sp>
        <p:nvSpPr>
          <p:cNvPr id="9" name="">
            <a:extLst xmlns:a="http://schemas.openxmlformats.org/drawingml/2006/main">
              <a:ext uri="{FF2B5EF4-FFF2-40B4-BE49-F238E27FC236}">
                <a16:creationId xmlns:a16="http://schemas.microsoft.com/office/drawing/2014/main" id="{723A46E2-3EB9-4F50-AF9B-798E72E5E374}"/>
              </a:ext>
            </a:extLst>
          </p:cNvPr>
          <p:cNvSpPr>
            <a:spLocks xmlns:a="http://schemas.openxmlformats.org/drawingml/2006/main" noGrp="1"/>
          </p:cNvSpPr>
          <p:nvPr/>
        </p:nvSpPr>
        <p:spPr>
          <a:xfrm xmlns:a="http://schemas.openxmlformats.org/drawingml/2006/main" rot="0">
            <a:off x="2209800" y="1809750"/>
            <a:ext cx="323850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6A64C41D-EC77-4130-9B66-E5014B05F493}"/>
              </a:ext>
            </a:extLst>
          </p:cNvPr>
          <p:cNvSpPr>
            <a:spLocks xmlns:a="http://schemas.openxmlformats.org/drawingml/2006/main" noGrp="1"/>
          </p:cNvSpPr>
          <p:nvPr/>
        </p:nvSpPr>
        <p:spPr>
          <a:xfrm xmlns:a="http://schemas.openxmlformats.org/drawingml/2006/main">
            <a:off x="2343150" y="1809750"/>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HYPOTHESIS</a:t>
            </a:r>
          </a:p>
        </p:txBody>
      </p:sp>
      <p:sp>
        <p:nvSpPr>
          <p:cNvPr id="11" name="">
            <a:extLst xmlns:a="http://schemas.openxmlformats.org/drawingml/2006/main">
              <a:ext uri="{FF2B5EF4-FFF2-40B4-BE49-F238E27FC236}">
                <a16:creationId xmlns:a16="http://schemas.microsoft.com/office/drawing/2014/main" id="{7D42178D-48B8-4DA1-A548-2F7D6C1537E7}"/>
              </a:ext>
            </a:extLst>
          </p:cNvPr>
          <p:cNvSpPr>
            <a:spLocks xmlns:a="http://schemas.openxmlformats.org/drawingml/2006/main" noGrp="1"/>
          </p:cNvSpPr>
          <p:nvPr/>
        </p:nvSpPr>
        <p:spPr>
          <a:xfrm xmlns:a="http://schemas.openxmlformats.org/drawingml/2006/main" rot="0">
            <a:off x="5448300" y="1809750"/>
            <a:ext cx="323850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653F3629-66DE-4B62-80DA-D33C22BD46F4}"/>
              </a:ext>
            </a:extLst>
          </p:cNvPr>
          <p:cNvSpPr>
            <a:spLocks xmlns:a="http://schemas.openxmlformats.org/drawingml/2006/main" noGrp="1"/>
          </p:cNvSpPr>
          <p:nvPr/>
        </p:nvSpPr>
        <p:spPr>
          <a:xfrm xmlns:a="http://schemas.openxmlformats.org/drawingml/2006/main">
            <a:off x="5581650" y="1809750"/>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CHANGE</a:t>
            </a:r>
          </a:p>
        </p:txBody>
      </p:sp>
      <p:sp>
        <p:nvSpPr>
          <p:cNvPr id="13" name="">
            <a:extLst xmlns:a="http://schemas.openxmlformats.org/drawingml/2006/main">
              <a:ext uri="{FF2B5EF4-FFF2-40B4-BE49-F238E27FC236}">
                <a16:creationId xmlns:a16="http://schemas.microsoft.com/office/drawing/2014/main" id="{8AE66B8D-4A6C-4D6E-9FEA-0C039E95C0F6}"/>
              </a:ext>
            </a:extLst>
          </p:cNvPr>
          <p:cNvSpPr>
            <a:spLocks xmlns:a="http://schemas.openxmlformats.org/drawingml/2006/main" noGrp="1"/>
          </p:cNvSpPr>
          <p:nvPr/>
        </p:nvSpPr>
        <p:spPr>
          <a:xfrm xmlns:a="http://schemas.openxmlformats.org/drawingml/2006/main" rot="0">
            <a:off x="8686800" y="1809750"/>
            <a:ext cx="289560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4" name="">
            <a:extLst xmlns:a="http://schemas.openxmlformats.org/drawingml/2006/main">
              <a:ext uri="{FF2B5EF4-FFF2-40B4-BE49-F238E27FC236}">
                <a16:creationId xmlns:a16="http://schemas.microsoft.com/office/drawing/2014/main" id="{9E841C59-AC26-40EA-8B59-D4746E8C95C0}"/>
              </a:ext>
            </a:extLst>
          </p:cNvPr>
          <p:cNvSpPr>
            <a:spLocks xmlns:a="http://schemas.openxmlformats.org/drawingml/2006/main" noGrp="1"/>
          </p:cNvSpPr>
          <p:nvPr/>
        </p:nvSpPr>
        <p:spPr>
          <a:xfrm xmlns:a="http://schemas.openxmlformats.org/drawingml/2006/main">
            <a:off x="8820150" y="18097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DECISION</a:t>
            </a:r>
          </a:p>
        </p:txBody>
      </p:sp>
      <p:sp>
        <p:nvSpPr>
          <p:cNvPr id="15" name="">
            <a:extLst xmlns:a="http://schemas.openxmlformats.org/drawingml/2006/main">
              <a:ext uri="{FF2B5EF4-FFF2-40B4-BE49-F238E27FC236}">
                <a16:creationId xmlns:a16="http://schemas.microsoft.com/office/drawing/2014/main" id="{ACF948B4-36A7-4CF4-AF6C-C6D854D6EF66}"/>
              </a:ext>
            </a:extLst>
          </p:cNvPr>
          <p:cNvSpPr>
            <a:spLocks xmlns:a="http://schemas.openxmlformats.org/drawingml/2006/main" noGrp="1"/>
          </p:cNvSpPr>
          <p:nvPr/>
        </p:nvSpPr>
        <p:spPr>
          <a:xfrm xmlns:a="http://schemas.openxmlformats.org/drawingml/2006/main" rot="0">
            <a:off x="609600" y="2343150"/>
            <a:ext cx="16002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B7474FE7-07B1-49A0-8226-83C29E59A9FC}"/>
              </a:ext>
            </a:extLst>
          </p:cNvPr>
          <p:cNvSpPr>
            <a:spLocks xmlns:a="http://schemas.openxmlformats.org/drawingml/2006/main" noGrp="1"/>
          </p:cNvSpPr>
          <p:nvPr/>
        </p:nvSpPr>
        <p:spPr>
          <a:xfrm xmlns:a="http://schemas.openxmlformats.org/drawingml/2006/main">
            <a:off x="742950" y="2343150"/>
            <a:ext cx="1333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1">
                <a:solidFill>
                  <a:srgbClr val="191919"/>
                </a:solidFill>
                <a:latin typeface="Menlo"/>
                <a:ea typeface="Menlo"/>
                <a:cs typeface="Menlo"/>
              </a:defRPr>
            </a:pPr>
            <a:r>
              <a:rPr sz="1350" b="1">
                <a:solidFill>
                  <a:srgbClr val="191919"/>
                </a:solidFill>
                <a:latin typeface="Menlo"/>
                <a:ea typeface="Menlo"/>
                <a:cs typeface="Menlo"/>
              </a:rPr>
              <a:t>v0.1.0</a:t>
            </a:r>
          </a:p>
        </p:txBody>
      </p:sp>
      <p:sp>
        <p:nvSpPr>
          <p:cNvPr id="17" name="">
            <a:extLst xmlns:a="http://schemas.openxmlformats.org/drawingml/2006/main">
              <a:ext uri="{FF2B5EF4-FFF2-40B4-BE49-F238E27FC236}">
                <a16:creationId xmlns:a16="http://schemas.microsoft.com/office/drawing/2014/main" id="{F163A45C-9AC6-4A71-B833-538933C96B5A}"/>
              </a:ext>
            </a:extLst>
          </p:cNvPr>
          <p:cNvSpPr>
            <a:spLocks xmlns:a="http://schemas.openxmlformats.org/drawingml/2006/main" noGrp="1"/>
          </p:cNvSpPr>
          <p:nvPr/>
        </p:nvSpPr>
        <p:spPr>
          <a:xfrm xmlns:a="http://schemas.openxmlformats.org/drawingml/2006/main" rot="0">
            <a:off x="2209800" y="2343150"/>
            <a:ext cx="3238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8335909C-46EE-448D-BC35-C0F9A8BC8887}"/>
              </a:ext>
            </a:extLst>
          </p:cNvPr>
          <p:cNvSpPr>
            <a:spLocks xmlns:a="http://schemas.openxmlformats.org/drawingml/2006/main" noGrp="1"/>
          </p:cNvSpPr>
          <p:nvPr/>
        </p:nvSpPr>
        <p:spPr>
          <a:xfrm xmlns:a="http://schemas.openxmlformats.org/drawingml/2006/main">
            <a:off x="2343150" y="23431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교환 절차 누락 감소</a:t>
            </a:r>
          </a:p>
        </p:txBody>
      </p:sp>
      <p:sp>
        <p:nvSpPr>
          <p:cNvPr id="19" name="">
            <a:extLst xmlns:a="http://schemas.openxmlformats.org/drawingml/2006/main">
              <a:ext uri="{FF2B5EF4-FFF2-40B4-BE49-F238E27FC236}">
                <a16:creationId xmlns:a16="http://schemas.microsoft.com/office/drawing/2014/main" id="{D4A15C8B-645B-489A-9084-E39F810B1769}"/>
              </a:ext>
            </a:extLst>
          </p:cNvPr>
          <p:cNvSpPr>
            <a:spLocks xmlns:a="http://schemas.openxmlformats.org/drawingml/2006/main" noGrp="1"/>
          </p:cNvSpPr>
          <p:nvPr/>
        </p:nvSpPr>
        <p:spPr>
          <a:xfrm xmlns:a="http://schemas.openxmlformats.org/drawingml/2006/main" rot="0">
            <a:off x="5448300" y="2343150"/>
            <a:ext cx="3238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B25D1A0C-D81A-4687-B859-9899D99BADFA}"/>
              </a:ext>
            </a:extLst>
          </p:cNvPr>
          <p:cNvSpPr>
            <a:spLocks xmlns:a="http://schemas.openxmlformats.org/drawingml/2006/main" noGrp="1"/>
          </p:cNvSpPr>
          <p:nvPr/>
        </p:nvSpPr>
        <p:spPr>
          <a:xfrm xmlns:a="http://schemas.openxmlformats.org/drawingml/2006/main">
            <a:off x="5581650" y="23431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스키마와 예시 추가</a:t>
            </a:r>
          </a:p>
        </p:txBody>
      </p:sp>
      <p:sp>
        <p:nvSpPr>
          <p:cNvPr id="21" name="">
            <a:extLst xmlns:a="http://schemas.openxmlformats.org/drawingml/2006/main">
              <a:ext uri="{FF2B5EF4-FFF2-40B4-BE49-F238E27FC236}">
                <a16:creationId xmlns:a16="http://schemas.microsoft.com/office/drawing/2014/main" id="{28C84EC1-6D88-4D97-B7BD-3DB6352D3601}"/>
              </a:ext>
            </a:extLst>
          </p:cNvPr>
          <p:cNvSpPr>
            <a:spLocks xmlns:a="http://schemas.openxmlformats.org/drawingml/2006/main" noGrp="1"/>
          </p:cNvSpPr>
          <p:nvPr/>
        </p:nvSpPr>
        <p:spPr>
          <a:xfrm xmlns:a="http://schemas.openxmlformats.org/drawingml/2006/main" rot="0">
            <a:off x="8686800" y="2343150"/>
            <a:ext cx="28956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DA3DB40B-511C-4991-9E13-F2ABE0A7147E}"/>
              </a:ext>
            </a:extLst>
          </p:cNvPr>
          <p:cNvSpPr>
            <a:spLocks xmlns:a="http://schemas.openxmlformats.org/drawingml/2006/main" noGrp="1"/>
          </p:cNvSpPr>
          <p:nvPr/>
        </p:nvSpPr>
        <p:spPr>
          <a:xfrm xmlns:a="http://schemas.openxmlformats.org/drawingml/2006/main">
            <a:off x="8820150" y="2343150"/>
            <a:ext cx="26289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기준선</a:t>
            </a:r>
          </a:p>
        </p:txBody>
      </p:sp>
      <p:sp>
        <p:nvSpPr>
          <p:cNvPr id="23" name="">
            <a:extLst xmlns:a="http://schemas.openxmlformats.org/drawingml/2006/main">
              <a:ext uri="{FF2B5EF4-FFF2-40B4-BE49-F238E27FC236}">
                <a16:creationId xmlns:a16="http://schemas.microsoft.com/office/drawing/2014/main" id="{F318D0C6-0C0A-4A73-AF34-E5F1AC73B67F}"/>
              </a:ext>
            </a:extLst>
          </p:cNvPr>
          <p:cNvSpPr>
            <a:spLocks xmlns:a="http://schemas.openxmlformats.org/drawingml/2006/main" noGrp="1"/>
          </p:cNvSpPr>
          <p:nvPr/>
        </p:nvSpPr>
        <p:spPr>
          <a:xfrm xmlns:a="http://schemas.openxmlformats.org/drawingml/2006/main" rot="0">
            <a:off x="609600" y="3371850"/>
            <a:ext cx="1600200" cy="10287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491F2333-79E5-49E3-957A-291B2A6B47FA}"/>
              </a:ext>
            </a:extLst>
          </p:cNvPr>
          <p:cNvSpPr>
            <a:spLocks xmlns:a="http://schemas.openxmlformats.org/drawingml/2006/main" noGrp="1"/>
          </p:cNvSpPr>
          <p:nvPr/>
        </p:nvSpPr>
        <p:spPr>
          <a:xfrm xmlns:a="http://schemas.openxmlformats.org/drawingml/2006/main">
            <a:off x="742950" y="3371850"/>
            <a:ext cx="1333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1">
                <a:solidFill>
                  <a:srgbClr val="191919"/>
                </a:solidFill>
                <a:latin typeface="Menlo"/>
                <a:ea typeface="Menlo"/>
                <a:cs typeface="Menlo"/>
              </a:defRPr>
            </a:pPr>
            <a:r>
              <a:rPr sz="1350" b="1">
                <a:solidFill>
                  <a:srgbClr val="191919"/>
                </a:solidFill>
                <a:latin typeface="Menlo"/>
                <a:ea typeface="Menlo"/>
                <a:cs typeface="Menlo"/>
              </a:rPr>
              <a:t>v0.2.0</a:t>
            </a:r>
          </a:p>
        </p:txBody>
      </p:sp>
      <p:sp>
        <p:nvSpPr>
          <p:cNvPr id="25" name="">
            <a:extLst xmlns:a="http://schemas.openxmlformats.org/drawingml/2006/main">
              <a:ext uri="{FF2B5EF4-FFF2-40B4-BE49-F238E27FC236}">
                <a16:creationId xmlns:a16="http://schemas.microsoft.com/office/drawing/2014/main" id="{496CAA7B-E5AC-46D8-8DA6-CD127CFA2827}"/>
              </a:ext>
            </a:extLst>
          </p:cNvPr>
          <p:cNvSpPr>
            <a:spLocks xmlns:a="http://schemas.openxmlformats.org/drawingml/2006/main" noGrp="1"/>
          </p:cNvSpPr>
          <p:nvPr/>
        </p:nvSpPr>
        <p:spPr>
          <a:xfrm xmlns:a="http://schemas.openxmlformats.org/drawingml/2006/main" rot="0">
            <a:off x="2209800" y="3371850"/>
            <a:ext cx="3238500" cy="10287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F79868DD-B93B-4E5A-89BF-86DF41696D94}"/>
              </a:ext>
            </a:extLst>
          </p:cNvPr>
          <p:cNvSpPr>
            <a:spLocks xmlns:a="http://schemas.openxmlformats.org/drawingml/2006/main" noGrp="1"/>
          </p:cNvSpPr>
          <p:nvPr/>
        </p:nvSpPr>
        <p:spPr>
          <a:xfrm xmlns:a="http://schemas.openxmlformats.org/drawingml/2006/main">
            <a:off x="2343150" y="33718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마찰 필드 완전성 향상</a:t>
            </a:r>
          </a:p>
        </p:txBody>
      </p:sp>
      <p:sp>
        <p:nvSpPr>
          <p:cNvPr id="27" name="">
            <a:extLst xmlns:a="http://schemas.openxmlformats.org/drawingml/2006/main">
              <a:ext uri="{FF2B5EF4-FFF2-40B4-BE49-F238E27FC236}">
                <a16:creationId xmlns:a16="http://schemas.microsoft.com/office/drawing/2014/main" id="{9FCEF490-86F5-489B-9E7D-331BC52BD4D5}"/>
              </a:ext>
            </a:extLst>
          </p:cNvPr>
          <p:cNvSpPr>
            <a:spLocks xmlns:a="http://schemas.openxmlformats.org/drawingml/2006/main" noGrp="1"/>
          </p:cNvSpPr>
          <p:nvPr/>
        </p:nvSpPr>
        <p:spPr>
          <a:xfrm xmlns:a="http://schemas.openxmlformats.org/drawingml/2006/main" rot="0">
            <a:off x="5448300" y="3371850"/>
            <a:ext cx="3238500" cy="10287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DC07EFB1-FC1E-4AF2-AEB0-1DA85F0A1B8F}"/>
              </a:ext>
            </a:extLst>
          </p:cNvPr>
          <p:cNvSpPr>
            <a:spLocks xmlns:a="http://schemas.openxmlformats.org/drawingml/2006/main" noGrp="1"/>
          </p:cNvSpPr>
          <p:nvPr/>
        </p:nvSpPr>
        <p:spPr>
          <a:xfrm xmlns:a="http://schemas.openxmlformats.org/drawingml/2006/main">
            <a:off x="5581650" y="33718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프롬프트 버전만 변경</a:t>
            </a:r>
          </a:p>
        </p:txBody>
      </p:sp>
      <p:sp>
        <p:nvSpPr>
          <p:cNvPr id="29" name="">
            <a:extLst xmlns:a="http://schemas.openxmlformats.org/drawingml/2006/main">
              <a:ext uri="{FF2B5EF4-FFF2-40B4-BE49-F238E27FC236}">
                <a16:creationId xmlns:a16="http://schemas.microsoft.com/office/drawing/2014/main" id="{C8461051-B36B-4FC2-AF8C-2B7E0D1C4965}"/>
              </a:ext>
            </a:extLst>
          </p:cNvPr>
          <p:cNvSpPr>
            <a:spLocks xmlns:a="http://schemas.openxmlformats.org/drawingml/2006/main" noGrp="1"/>
          </p:cNvSpPr>
          <p:nvPr/>
        </p:nvSpPr>
        <p:spPr>
          <a:xfrm xmlns:a="http://schemas.openxmlformats.org/drawingml/2006/main" rot="0">
            <a:off x="8686800" y="3371850"/>
            <a:ext cx="2895600" cy="10287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1C0C67FF-2ABF-4303-9BDD-FCA4A0261E95}"/>
              </a:ext>
            </a:extLst>
          </p:cNvPr>
          <p:cNvSpPr>
            <a:spLocks xmlns:a="http://schemas.openxmlformats.org/drawingml/2006/main" noGrp="1"/>
          </p:cNvSpPr>
          <p:nvPr/>
        </p:nvSpPr>
        <p:spPr>
          <a:xfrm xmlns:a="http://schemas.openxmlformats.org/drawingml/2006/main">
            <a:off x="8820150" y="3371850"/>
            <a:ext cx="26289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1">
                <a:solidFill>
                  <a:srgbClr val="2563EB"/>
                </a:solidFill>
                <a:latin typeface="AppleGothic"/>
                <a:ea typeface="AppleGothic"/>
                <a:cs typeface="AppleGothic"/>
              </a:defRPr>
            </a:pPr>
            <a:r>
              <a:rPr sz="1275" b="1">
                <a:solidFill>
                  <a:srgbClr val="2563EB"/>
                </a:solidFill>
                <a:latin typeface="AppleGothic"/>
                <a:ea typeface="AppleGothic"/>
                <a:cs typeface="AppleGothic"/>
              </a:rPr>
              <a:t>승격</a:t>
            </a:r>
          </a:p>
        </p:txBody>
      </p:sp>
      <p:sp>
        <p:nvSpPr>
          <p:cNvPr id="31" name="">
            <a:extLst xmlns:a="http://schemas.openxmlformats.org/drawingml/2006/main">
              <a:ext uri="{FF2B5EF4-FFF2-40B4-BE49-F238E27FC236}">
                <a16:creationId xmlns:a16="http://schemas.microsoft.com/office/drawing/2014/main" id="{2EF8306D-7EC2-417F-BDB9-5E8FE8A11DB0}"/>
              </a:ext>
            </a:extLst>
          </p:cNvPr>
          <p:cNvSpPr>
            <a:spLocks xmlns:a="http://schemas.openxmlformats.org/drawingml/2006/main" noGrp="1"/>
          </p:cNvSpPr>
          <p:nvPr/>
        </p:nvSpPr>
        <p:spPr>
          <a:xfrm xmlns:a="http://schemas.openxmlformats.org/drawingml/2006/main" rot="0">
            <a:off x="609600" y="4400550"/>
            <a:ext cx="16002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9D5D9365-A338-4DCC-B614-B6534F685711}"/>
              </a:ext>
            </a:extLst>
          </p:cNvPr>
          <p:cNvSpPr>
            <a:spLocks xmlns:a="http://schemas.openxmlformats.org/drawingml/2006/main" noGrp="1"/>
          </p:cNvSpPr>
          <p:nvPr/>
        </p:nvSpPr>
        <p:spPr>
          <a:xfrm xmlns:a="http://schemas.openxmlformats.org/drawingml/2006/main">
            <a:off x="742950" y="4400550"/>
            <a:ext cx="1333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1">
                <a:solidFill>
                  <a:srgbClr val="191919"/>
                </a:solidFill>
                <a:latin typeface="Menlo"/>
                <a:ea typeface="Menlo"/>
                <a:cs typeface="Menlo"/>
              </a:defRPr>
            </a:pPr>
            <a:r>
              <a:rPr sz="1350" b="1">
                <a:solidFill>
                  <a:srgbClr val="191919"/>
                </a:solidFill>
                <a:latin typeface="Menlo"/>
                <a:ea typeface="Menlo"/>
                <a:cs typeface="Menlo"/>
              </a:rPr>
              <a:t>v0.2.1</a:t>
            </a:r>
          </a:p>
        </p:txBody>
      </p:sp>
      <p:sp>
        <p:nvSpPr>
          <p:cNvPr id="33" name="">
            <a:extLst xmlns:a="http://schemas.openxmlformats.org/drawingml/2006/main">
              <a:ext uri="{FF2B5EF4-FFF2-40B4-BE49-F238E27FC236}">
                <a16:creationId xmlns:a16="http://schemas.microsoft.com/office/drawing/2014/main" id="{DBC6098F-837B-40D3-BE1E-C36CA9423A9A}"/>
              </a:ext>
            </a:extLst>
          </p:cNvPr>
          <p:cNvSpPr>
            <a:spLocks xmlns:a="http://schemas.openxmlformats.org/drawingml/2006/main" noGrp="1"/>
          </p:cNvSpPr>
          <p:nvPr/>
        </p:nvSpPr>
        <p:spPr>
          <a:xfrm xmlns:a="http://schemas.openxmlformats.org/drawingml/2006/main" rot="0">
            <a:off x="2209800" y="4400550"/>
            <a:ext cx="3238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C8AEF434-6371-4682-BFA6-B85DB160EFEA}"/>
              </a:ext>
            </a:extLst>
          </p:cNvPr>
          <p:cNvSpPr>
            <a:spLocks xmlns:a="http://schemas.openxmlformats.org/drawingml/2006/main" noGrp="1"/>
          </p:cNvSpPr>
          <p:nvPr/>
        </p:nvSpPr>
        <p:spPr>
          <a:xfrm xmlns:a="http://schemas.openxmlformats.org/drawingml/2006/main">
            <a:off x="2343150" y="44005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지연 증가 없는 표현 축약</a:t>
            </a:r>
          </a:p>
        </p:txBody>
      </p:sp>
      <p:sp>
        <p:nvSpPr>
          <p:cNvPr id="35" name="">
            <a:extLst xmlns:a="http://schemas.openxmlformats.org/drawingml/2006/main">
              <a:ext uri="{FF2B5EF4-FFF2-40B4-BE49-F238E27FC236}">
                <a16:creationId xmlns:a16="http://schemas.microsoft.com/office/drawing/2014/main" id="{4BDFCE8D-0143-41E2-9C90-36C53D46AE46}"/>
              </a:ext>
            </a:extLst>
          </p:cNvPr>
          <p:cNvSpPr>
            <a:spLocks xmlns:a="http://schemas.openxmlformats.org/drawingml/2006/main" noGrp="1"/>
          </p:cNvSpPr>
          <p:nvPr/>
        </p:nvSpPr>
        <p:spPr>
          <a:xfrm xmlns:a="http://schemas.openxmlformats.org/drawingml/2006/main" rot="0">
            <a:off x="5448300" y="4400550"/>
            <a:ext cx="3238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E87738C5-5EDE-4028-B8C3-F4BEC1864A1A}"/>
              </a:ext>
            </a:extLst>
          </p:cNvPr>
          <p:cNvSpPr>
            <a:spLocks xmlns:a="http://schemas.openxmlformats.org/drawingml/2006/main" noGrp="1"/>
          </p:cNvSpPr>
          <p:nvPr/>
        </p:nvSpPr>
        <p:spPr>
          <a:xfrm xmlns:a="http://schemas.openxmlformats.org/drawingml/2006/main">
            <a:off x="5581650" y="4400550"/>
            <a:ext cx="2971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0">
                <a:solidFill>
                  <a:srgbClr val="191919"/>
                </a:solidFill>
                <a:latin typeface="AppleGothic"/>
                <a:ea typeface="AppleGothic"/>
                <a:cs typeface="AppleGothic"/>
              </a:defRPr>
            </a:pPr>
            <a:r>
              <a:rPr sz="1275" b="0">
                <a:solidFill>
                  <a:srgbClr val="191919"/>
                </a:solidFill>
                <a:latin typeface="AppleGothic"/>
                <a:ea typeface="AppleGothic"/>
                <a:cs typeface="AppleGothic"/>
              </a:rPr>
              <a:t>최대 길이 조정</a:t>
            </a:r>
          </a:p>
        </p:txBody>
      </p:sp>
      <p:sp>
        <p:nvSpPr>
          <p:cNvPr id="37" name="">
            <a:extLst xmlns:a="http://schemas.openxmlformats.org/drawingml/2006/main">
              <a:ext uri="{FF2B5EF4-FFF2-40B4-BE49-F238E27FC236}">
                <a16:creationId xmlns:a16="http://schemas.microsoft.com/office/drawing/2014/main" id="{D88CA5CB-B762-4D02-B3E9-1323DF71B173}"/>
              </a:ext>
            </a:extLst>
          </p:cNvPr>
          <p:cNvSpPr>
            <a:spLocks xmlns:a="http://schemas.openxmlformats.org/drawingml/2006/main" noGrp="1"/>
          </p:cNvSpPr>
          <p:nvPr/>
        </p:nvSpPr>
        <p:spPr>
          <a:xfrm xmlns:a="http://schemas.openxmlformats.org/drawingml/2006/main" rot="0">
            <a:off x="8686800" y="4400550"/>
            <a:ext cx="28956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8" name="">
            <a:extLst xmlns:a="http://schemas.openxmlformats.org/drawingml/2006/main">
              <a:ext uri="{FF2B5EF4-FFF2-40B4-BE49-F238E27FC236}">
                <a16:creationId xmlns:a16="http://schemas.microsoft.com/office/drawing/2014/main" id="{D3ACDAD9-BB08-4FD6-A0B5-E08585F82CB1}"/>
              </a:ext>
            </a:extLst>
          </p:cNvPr>
          <p:cNvSpPr>
            <a:spLocks xmlns:a="http://schemas.openxmlformats.org/drawingml/2006/main" noGrp="1"/>
          </p:cNvSpPr>
          <p:nvPr/>
        </p:nvSpPr>
        <p:spPr>
          <a:xfrm xmlns:a="http://schemas.openxmlformats.org/drawingml/2006/main">
            <a:off x="8820150" y="4400550"/>
            <a:ext cx="26289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275" b="1">
                <a:solidFill>
                  <a:srgbClr val="191919"/>
                </a:solidFill>
                <a:latin typeface="AppleGothic"/>
                <a:ea typeface="AppleGothic"/>
                <a:cs typeface="AppleGothic"/>
              </a:defRPr>
            </a:pPr>
            <a:r>
              <a:rPr sz="1275" b="1">
                <a:solidFill>
                  <a:srgbClr val="191919"/>
                </a:solidFill>
                <a:latin typeface="AppleGothic"/>
                <a:ea typeface="AppleGothic"/>
                <a:cs typeface="AppleGothic"/>
              </a:rPr>
              <a:t>보류</a:t>
            </a:r>
          </a:p>
        </p:txBody>
      </p:sp>
      <p:sp>
        <p:nvSpPr>
          <p:cNvPr id="39" name="">
            <a:extLst xmlns:a="http://schemas.openxmlformats.org/drawingml/2006/main">
              <a:ext uri="{FF2B5EF4-FFF2-40B4-BE49-F238E27FC236}">
                <a16:creationId xmlns:a16="http://schemas.microsoft.com/office/drawing/2014/main" id="{13A9406A-D528-405B-A23D-A8FF61B9CBCF}"/>
              </a:ext>
            </a:extLst>
          </p:cNvPr>
          <p:cNvSpPr>
            <a:spLocks xmlns:a="http://schemas.openxmlformats.org/drawingml/2006/main" noGrp="1"/>
          </p:cNvSpPr>
          <p:nvPr/>
        </p:nvSpPr>
        <p:spPr>
          <a:xfrm xmlns:a="http://schemas.openxmlformats.org/drawingml/2006/main">
            <a:off x="609600" y="56197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425" b="1">
                <a:solidFill>
                  <a:srgbClr val="191919"/>
                </a:solidFill>
                <a:latin typeface="AppleGothic"/>
                <a:ea typeface="AppleGothic"/>
                <a:cs typeface="AppleGothic"/>
              </a:defRPr>
            </a:pPr>
            <a:r>
              <a:rPr sz="1425" b="1">
                <a:solidFill>
                  <a:srgbClr val="191919"/>
                </a:solidFill>
                <a:latin typeface="AppleGothic"/>
                <a:ea typeface="AppleGothic"/>
                <a:cs typeface="AppleGothic"/>
              </a:rPr>
              <a:t>버전 번호보다 중요한 연결: 가설 → 변경 → 실행 추적 → 의사결정</a:t>
            </a:r>
          </a:p>
        </p:txBody>
      </p:sp>
    </p:spTree>
    <p:extLst>
      <p:ext uri="{BB962C8B-B14F-4D97-AF65-F5344CB8AC3E}">
        <p14:creationId xmlns:p14="http://schemas.microsoft.com/office/powerpoint/2010/main" val="161668374"/>
      </p:ext>
    </p:extLst>
  </p:cSld>
</p:sld>
</file>

<file path=ppt/slides/slide6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CE1F935-F6AF-438F-9057-A02DF98B9944}"/>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LIFECYCLE</a:t>
            </a:r>
          </a:p>
        </p:txBody>
      </p:sp>
      <p:sp>
        <p:nvSpPr>
          <p:cNvPr id="2" name="">
            <a:extLst xmlns:a="http://schemas.openxmlformats.org/drawingml/2006/main">
              <a:ext uri="{FF2B5EF4-FFF2-40B4-BE49-F238E27FC236}">
                <a16:creationId xmlns:a16="http://schemas.microsoft.com/office/drawing/2014/main" id="{12BBA60F-B0AB-47EF-A3B6-88A3F92AD683}"/>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65</a:t>
            </a:r>
          </a:p>
        </p:txBody>
      </p:sp>
      <p:sp>
        <p:nvSpPr>
          <p:cNvPr id="3" name="">
            <a:extLst xmlns:a="http://schemas.openxmlformats.org/drawingml/2006/main">
              <a:ext uri="{FF2B5EF4-FFF2-40B4-BE49-F238E27FC236}">
                <a16:creationId xmlns:a16="http://schemas.microsoft.com/office/drawing/2014/main" id="{B3E7B0E1-A276-455E-8CE9-31619FD111D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18144F86-6497-415A-BF69-E6B314A724E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597A9339-DA5D-41DA-9277-DFA6481D979C}"/>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99848AB7-FF1D-4E9C-B24C-2A4E8816374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서비스 개선 단계와 학기 일정</a:t>
            </a:r>
          </a:p>
        </p:txBody>
      </p:sp>
      <p:sp>
        <p:nvSpPr>
          <p:cNvPr id="7" name="">
            <a:extLst xmlns:a="http://schemas.openxmlformats.org/drawingml/2006/main">
              <a:ext uri="{FF2B5EF4-FFF2-40B4-BE49-F238E27FC236}">
                <a16:creationId xmlns:a16="http://schemas.microsoft.com/office/drawing/2014/main" id="{07855FC0-811D-485F-8FB9-8CF7D94012C0}"/>
              </a:ext>
            </a:extLst>
          </p:cNvPr>
          <p:cNvSpPr>
            <a:spLocks xmlns:a="http://schemas.openxmlformats.org/drawingml/2006/main" noGrp="1"/>
          </p:cNvSpPr>
          <p:nvPr/>
        </p:nvSpPr>
        <p:spPr>
          <a:xfrm xmlns:a="http://schemas.openxmlformats.org/drawingml/2006/main">
            <a:off x="609600" y="1790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서비스 개선 단계</a:t>
            </a:r>
          </a:p>
        </p:txBody>
      </p:sp>
      <p:sp>
        <p:nvSpPr>
          <p:cNvPr id="8" name="">
            <a:extLst xmlns:a="http://schemas.openxmlformats.org/drawingml/2006/main">
              <a:ext uri="{FF2B5EF4-FFF2-40B4-BE49-F238E27FC236}">
                <a16:creationId xmlns:a16="http://schemas.microsoft.com/office/drawing/2014/main" id="{0C7E7686-A2E8-433F-BDAD-4A2075DC2C20}"/>
              </a:ext>
            </a:extLst>
          </p:cNvPr>
          <p:cNvSpPr>
            <a:spLocks xmlns:a="http://schemas.openxmlformats.org/drawingml/2006/main" noGrp="1"/>
          </p:cNvSpPr>
          <p:nvPr/>
        </p:nvSpPr>
        <p:spPr>
          <a:xfrm xmlns:a="http://schemas.openxmlformats.org/drawingml/2006/main" flipH="0" flipV="0">
            <a:off x="609600" y="2190750"/>
            <a:ext cx="109728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D870FA8A-84BB-487A-9F34-20BA41C370A5}"/>
              </a:ext>
            </a:extLst>
          </p:cNvPr>
          <p:cNvSpPr>
            <a:spLocks xmlns:a="http://schemas.openxmlformats.org/drawingml/2006/main" noGrp="1"/>
          </p:cNvSpPr>
          <p:nvPr/>
        </p:nvSpPr>
        <p:spPr>
          <a:xfrm xmlns:a="http://schemas.openxmlformats.org/drawingml/2006/main">
            <a:off x="609600" y="2476500"/>
            <a:ext cx="200406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01</a:t>
            </a:r>
          </a:p>
        </p:txBody>
      </p:sp>
      <p:sp>
        <p:nvSpPr>
          <p:cNvPr id="10" name="">
            <a:extLst xmlns:a="http://schemas.openxmlformats.org/drawingml/2006/main">
              <a:ext uri="{FF2B5EF4-FFF2-40B4-BE49-F238E27FC236}">
                <a16:creationId xmlns:a16="http://schemas.microsoft.com/office/drawing/2014/main" id="{DCC083D2-77F4-48A1-A904-58B92ABA8760}"/>
              </a:ext>
            </a:extLst>
          </p:cNvPr>
          <p:cNvSpPr>
            <a:spLocks xmlns:a="http://schemas.openxmlformats.org/drawingml/2006/main" noGrp="1"/>
          </p:cNvSpPr>
          <p:nvPr/>
        </p:nvSpPr>
        <p:spPr>
          <a:xfrm xmlns:a="http://schemas.openxmlformats.org/drawingml/2006/main">
            <a:off x="609600" y="2857500"/>
            <a:ext cx="196596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기획·데이터</a:t>
            </a:r>
          </a:p>
        </p:txBody>
      </p:sp>
      <p:sp>
        <p:nvSpPr>
          <p:cNvPr id="11" name="">
            <a:extLst xmlns:a="http://schemas.openxmlformats.org/drawingml/2006/main">
              <a:ext uri="{FF2B5EF4-FFF2-40B4-BE49-F238E27FC236}">
                <a16:creationId xmlns:a16="http://schemas.microsoft.com/office/drawing/2014/main" id="{3AF4FC8A-1C80-420E-9658-D32FE6F76D18}"/>
              </a:ext>
            </a:extLst>
          </p:cNvPr>
          <p:cNvSpPr>
            <a:spLocks xmlns:a="http://schemas.openxmlformats.org/drawingml/2006/main" noGrp="1"/>
          </p:cNvSpPr>
          <p:nvPr/>
        </p:nvSpPr>
        <p:spPr>
          <a:xfrm xmlns:a="http://schemas.openxmlformats.org/drawingml/2006/main">
            <a:off x="2804160" y="2476500"/>
            <a:ext cx="200406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4940B3FF-1660-49DE-BC4E-914F6A6C9BD8}"/>
              </a:ext>
            </a:extLst>
          </p:cNvPr>
          <p:cNvSpPr>
            <a:spLocks xmlns:a="http://schemas.openxmlformats.org/drawingml/2006/main" noGrp="1"/>
          </p:cNvSpPr>
          <p:nvPr/>
        </p:nvSpPr>
        <p:spPr>
          <a:xfrm xmlns:a="http://schemas.openxmlformats.org/drawingml/2006/main">
            <a:off x="2804160" y="2857500"/>
            <a:ext cx="196596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프롬프트·맥락</a:t>
            </a:r>
          </a:p>
        </p:txBody>
      </p:sp>
      <p:sp>
        <p:nvSpPr>
          <p:cNvPr id="13" name="">
            <a:extLst xmlns:a="http://schemas.openxmlformats.org/drawingml/2006/main">
              <a:ext uri="{FF2B5EF4-FFF2-40B4-BE49-F238E27FC236}">
                <a16:creationId xmlns:a16="http://schemas.microsoft.com/office/drawing/2014/main" id="{1AD74D24-E089-44AB-B575-FF5F469C0859}"/>
              </a:ext>
            </a:extLst>
          </p:cNvPr>
          <p:cNvSpPr>
            <a:spLocks xmlns:a="http://schemas.openxmlformats.org/drawingml/2006/main" noGrp="1"/>
          </p:cNvSpPr>
          <p:nvPr/>
        </p:nvSpPr>
        <p:spPr>
          <a:xfrm xmlns:a="http://schemas.openxmlformats.org/drawingml/2006/main">
            <a:off x="4998720" y="2476500"/>
            <a:ext cx="200406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0C9D4DAD-ED2E-47FE-8EB8-C5095E668F70}"/>
              </a:ext>
            </a:extLst>
          </p:cNvPr>
          <p:cNvSpPr>
            <a:spLocks xmlns:a="http://schemas.openxmlformats.org/drawingml/2006/main" noGrp="1"/>
          </p:cNvSpPr>
          <p:nvPr/>
        </p:nvSpPr>
        <p:spPr>
          <a:xfrm xmlns:a="http://schemas.openxmlformats.org/drawingml/2006/main">
            <a:off x="4998720" y="2857500"/>
            <a:ext cx="196596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실행·배포</a:t>
            </a:r>
          </a:p>
        </p:txBody>
      </p:sp>
      <p:sp>
        <p:nvSpPr>
          <p:cNvPr id="15" name="">
            <a:extLst xmlns:a="http://schemas.openxmlformats.org/drawingml/2006/main">
              <a:ext uri="{FF2B5EF4-FFF2-40B4-BE49-F238E27FC236}">
                <a16:creationId xmlns:a16="http://schemas.microsoft.com/office/drawing/2014/main" id="{538F474E-B6D3-4A34-9D4E-3BEB5A834DCF}"/>
              </a:ext>
            </a:extLst>
          </p:cNvPr>
          <p:cNvSpPr>
            <a:spLocks xmlns:a="http://schemas.openxmlformats.org/drawingml/2006/main" noGrp="1"/>
          </p:cNvSpPr>
          <p:nvPr/>
        </p:nvSpPr>
        <p:spPr>
          <a:xfrm xmlns:a="http://schemas.openxmlformats.org/drawingml/2006/main">
            <a:off x="7193280" y="2476500"/>
            <a:ext cx="200406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F71BB448-A6B8-4B81-9265-92E35608A115}"/>
              </a:ext>
            </a:extLst>
          </p:cNvPr>
          <p:cNvSpPr>
            <a:spLocks xmlns:a="http://schemas.openxmlformats.org/drawingml/2006/main" noGrp="1"/>
          </p:cNvSpPr>
          <p:nvPr/>
        </p:nvSpPr>
        <p:spPr>
          <a:xfrm xmlns:a="http://schemas.openxmlformats.org/drawingml/2006/main">
            <a:off x="7193280" y="2857500"/>
            <a:ext cx="196596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평가·관찰</a:t>
            </a:r>
          </a:p>
        </p:txBody>
      </p:sp>
      <p:sp>
        <p:nvSpPr>
          <p:cNvPr id="17" name="">
            <a:extLst xmlns:a="http://schemas.openxmlformats.org/drawingml/2006/main">
              <a:ext uri="{FF2B5EF4-FFF2-40B4-BE49-F238E27FC236}">
                <a16:creationId xmlns:a16="http://schemas.microsoft.com/office/drawing/2014/main" id="{3FC7929D-8787-45AF-933D-4C253C8E7F34}"/>
              </a:ext>
            </a:extLst>
          </p:cNvPr>
          <p:cNvSpPr>
            <a:spLocks xmlns:a="http://schemas.openxmlformats.org/drawingml/2006/main" noGrp="1"/>
          </p:cNvSpPr>
          <p:nvPr/>
        </p:nvSpPr>
        <p:spPr>
          <a:xfrm xmlns:a="http://schemas.openxmlformats.org/drawingml/2006/main">
            <a:off x="9387840" y="2476500"/>
            <a:ext cx="200406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05</a:t>
            </a:r>
          </a:p>
        </p:txBody>
      </p:sp>
      <p:sp>
        <p:nvSpPr>
          <p:cNvPr id="18" name="">
            <a:extLst xmlns:a="http://schemas.openxmlformats.org/drawingml/2006/main">
              <a:ext uri="{FF2B5EF4-FFF2-40B4-BE49-F238E27FC236}">
                <a16:creationId xmlns:a16="http://schemas.microsoft.com/office/drawing/2014/main" id="{2AEA5D73-48D8-414A-A90F-844CD11C6688}"/>
              </a:ext>
            </a:extLst>
          </p:cNvPr>
          <p:cNvSpPr>
            <a:spLocks xmlns:a="http://schemas.openxmlformats.org/drawingml/2006/main" noGrp="1"/>
          </p:cNvSpPr>
          <p:nvPr/>
        </p:nvSpPr>
        <p:spPr>
          <a:xfrm xmlns:a="http://schemas.openxmlformats.org/drawingml/2006/main">
            <a:off x="9387840" y="2857500"/>
            <a:ext cx="196596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개선·버전</a:t>
            </a:r>
          </a:p>
        </p:txBody>
      </p:sp>
      <p:sp>
        <p:nvSpPr>
          <p:cNvPr id="19" name="">
            <a:extLst xmlns:a="http://schemas.openxmlformats.org/drawingml/2006/main">
              <a:ext uri="{FF2B5EF4-FFF2-40B4-BE49-F238E27FC236}">
                <a16:creationId xmlns:a16="http://schemas.microsoft.com/office/drawing/2014/main" id="{E465A034-0889-433D-9CC6-048F2F0A4A4E}"/>
              </a:ext>
            </a:extLst>
          </p:cNvPr>
          <p:cNvSpPr>
            <a:spLocks xmlns:a="http://schemas.openxmlformats.org/drawingml/2006/main" noGrp="1"/>
          </p:cNvSpPr>
          <p:nvPr/>
        </p:nvSpPr>
        <p:spPr>
          <a:xfrm xmlns:a="http://schemas.openxmlformats.org/drawingml/2006/main">
            <a:off x="609600" y="3829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학기 마일스톤</a:t>
            </a:r>
          </a:p>
        </p:txBody>
      </p:sp>
      <p:sp>
        <p:nvSpPr>
          <p:cNvPr id="20" name="">
            <a:extLst xmlns:a="http://schemas.openxmlformats.org/drawingml/2006/main">
              <a:ext uri="{FF2B5EF4-FFF2-40B4-BE49-F238E27FC236}">
                <a16:creationId xmlns:a16="http://schemas.microsoft.com/office/drawing/2014/main" id="{A37901AD-FD5E-48F3-8538-D951853D9334}"/>
              </a:ext>
            </a:extLst>
          </p:cNvPr>
          <p:cNvSpPr>
            <a:spLocks xmlns:a="http://schemas.openxmlformats.org/drawingml/2006/main" noGrp="1"/>
          </p:cNvSpPr>
          <p:nvPr/>
        </p:nvSpPr>
        <p:spPr>
          <a:xfrm xmlns:a="http://schemas.openxmlformats.org/drawingml/2006/main" flipH="0" flipV="0">
            <a:off x="609600" y="4229100"/>
            <a:ext cx="109728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21" name="">
            <a:extLst xmlns:a="http://schemas.openxmlformats.org/drawingml/2006/main">
              <a:ext uri="{FF2B5EF4-FFF2-40B4-BE49-F238E27FC236}">
                <a16:creationId xmlns:a16="http://schemas.microsoft.com/office/drawing/2014/main" id="{11FFAF7E-B80F-4A71-B0BF-DB0AC1465B01}"/>
              </a:ext>
            </a:extLst>
          </p:cNvPr>
          <p:cNvSpPr>
            <a:spLocks xmlns:a="http://schemas.openxmlformats.org/drawingml/2006/main" noGrp="1"/>
          </p:cNvSpPr>
          <p:nvPr/>
        </p:nvSpPr>
        <p:spPr>
          <a:xfrm xmlns:a="http://schemas.openxmlformats.org/drawingml/2006/main">
            <a:off x="609600" y="45148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W01–07</a:t>
            </a:r>
          </a:p>
        </p:txBody>
      </p:sp>
      <p:sp>
        <p:nvSpPr>
          <p:cNvPr id="22" name="">
            <a:extLst xmlns:a="http://schemas.openxmlformats.org/drawingml/2006/main">
              <a:ext uri="{FF2B5EF4-FFF2-40B4-BE49-F238E27FC236}">
                <a16:creationId xmlns:a16="http://schemas.microsoft.com/office/drawing/2014/main" id="{F4CCB90C-0DDE-4A03-AD1A-B52324F1505D}"/>
              </a:ext>
            </a:extLst>
          </p:cNvPr>
          <p:cNvSpPr>
            <a:spLocks xmlns:a="http://schemas.openxmlformats.org/drawingml/2006/main" noGrp="1"/>
          </p:cNvSpPr>
          <p:nvPr/>
        </p:nvSpPr>
        <p:spPr>
          <a:xfrm xmlns:a="http://schemas.openxmlformats.org/drawingml/2006/main">
            <a:off x="609600" y="4895850"/>
            <a:ext cx="2514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온라인 운영</a:t>
            </a:r>
          </a:p>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W04·06 녹화</a:t>
            </a:r>
          </a:p>
        </p:txBody>
      </p:sp>
      <p:sp>
        <p:nvSpPr>
          <p:cNvPr id="23" name="">
            <a:extLst xmlns:a="http://schemas.openxmlformats.org/drawingml/2006/main">
              <a:ext uri="{FF2B5EF4-FFF2-40B4-BE49-F238E27FC236}">
                <a16:creationId xmlns:a16="http://schemas.microsoft.com/office/drawing/2014/main" id="{21DA2E12-56CA-43CA-ACE1-DABA482DCC12}"/>
              </a:ext>
            </a:extLst>
          </p:cNvPr>
          <p:cNvSpPr>
            <a:spLocks xmlns:a="http://schemas.openxmlformats.org/drawingml/2006/main" noGrp="1"/>
          </p:cNvSpPr>
          <p:nvPr/>
        </p:nvSpPr>
        <p:spPr>
          <a:xfrm xmlns:a="http://schemas.openxmlformats.org/drawingml/2006/main">
            <a:off x="3352800" y="45148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W08</a:t>
            </a:r>
          </a:p>
        </p:txBody>
      </p:sp>
      <p:sp>
        <p:nvSpPr>
          <p:cNvPr id="24" name="">
            <a:extLst xmlns:a="http://schemas.openxmlformats.org/drawingml/2006/main">
              <a:ext uri="{FF2B5EF4-FFF2-40B4-BE49-F238E27FC236}">
                <a16:creationId xmlns:a16="http://schemas.microsoft.com/office/drawing/2014/main" id="{FFC6B901-D1E7-45AE-95C3-CA8250928833}"/>
              </a:ext>
            </a:extLst>
          </p:cNvPr>
          <p:cNvSpPr>
            <a:spLocks xmlns:a="http://schemas.openxmlformats.org/drawingml/2006/main" noGrp="1"/>
          </p:cNvSpPr>
          <p:nvPr/>
        </p:nvSpPr>
        <p:spPr>
          <a:xfrm xmlns:a="http://schemas.openxmlformats.org/drawingml/2006/main">
            <a:off x="3352800" y="4895850"/>
            <a:ext cx="2514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온라인 제출</a:t>
            </a:r>
          </a:p>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제출본 평가</a:t>
            </a:r>
          </a:p>
        </p:txBody>
      </p:sp>
      <p:sp>
        <p:nvSpPr>
          <p:cNvPr id="25" name="">
            <a:extLst xmlns:a="http://schemas.openxmlformats.org/drawingml/2006/main">
              <a:ext uri="{FF2B5EF4-FFF2-40B4-BE49-F238E27FC236}">
                <a16:creationId xmlns:a16="http://schemas.microsoft.com/office/drawing/2014/main" id="{9EF7AF0D-7ACD-412E-B93E-386437BEB497}"/>
              </a:ext>
            </a:extLst>
          </p:cNvPr>
          <p:cNvSpPr>
            <a:spLocks xmlns:a="http://schemas.openxmlformats.org/drawingml/2006/main" noGrp="1"/>
          </p:cNvSpPr>
          <p:nvPr/>
        </p:nvSpPr>
        <p:spPr>
          <a:xfrm xmlns:a="http://schemas.openxmlformats.org/drawingml/2006/main">
            <a:off x="6096000" y="45148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W09–15</a:t>
            </a:r>
          </a:p>
        </p:txBody>
      </p:sp>
      <p:sp>
        <p:nvSpPr>
          <p:cNvPr id="26" name="">
            <a:extLst xmlns:a="http://schemas.openxmlformats.org/drawingml/2006/main">
              <a:ext uri="{FF2B5EF4-FFF2-40B4-BE49-F238E27FC236}">
                <a16:creationId xmlns:a16="http://schemas.microsoft.com/office/drawing/2014/main" id="{EC469D1E-DCF2-406A-BD6C-718132F71B8D}"/>
              </a:ext>
            </a:extLst>
          </p:cNvPr>
          <p:cNvSpPr>
            <a:spLocks xmlns:a="http://schemas.openxmlformats.org/drawingml/2006/main" noGrp="1"/>
          </p:cNvSpPr>
          <p:nvPr/>
        </p:nvSpPr>
        <p:spPr>
          <a:xfrm xmlns:a="http://schemas.openxmlformats.org/drawingml/2006/main">
            <a:off x="6096000" y="4895850"/>
            <a:ext cx="2514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실시간 온라인</a:t>
            </a:r>
          </a:p>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구현·운영 검증</a:t>
            </a:r>
          </a:p>
        </p:txBody>
      </p:sp>
      <p:sp>
        <p:nvSpPr>
          <p:cNvPr id="27" name="">
            <a:extLst xmlns:a="http://schemas.openxmlformats.org/drawingml/2006/main">
              <a:ext uri="{FF2B5EF4-FFF2-40B4-BE49-F238E27FC236}">
                <a16:creationId xmlns:a16="http://schemas.microsoft.com/office/drawing/2014/main" id="{ADE73F03-6D24-43A6-B6FD-B1FA0C927129}"/>
              </a:ext>
            </a:extLst>
          </p:cNvPr>
          <p:cNvSpPr>
            <a:spLocks xmlns:a="http://schemas.openxmlformats.org/drawingml/2006/main" noGrp="1"/>
          </p:cNvSpPr>
          <p:nvPr/>
        </p:nvSpPr>
        <p:spPr>
          <a:xfrm xmlns:a="http://schemas.openxmlformats.org/drawingml/2006/main">
            <a:off x="8839200" y="45148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W16</a:t>
            </a:r>
          </a:p>
        </p:txBody>
      </p:sp>
      <p:sp>
        <p:nvSpPr>
          <p:cNvPr id="28" name="">
            <a:extLst xmlns:a="http://schemas.openxmlformats.org/drawingml/2006/main">
              <a:ext uri="{FF2B5EF4-FFF2-40B4-BE49-F238E27FC236}">
                <a16:creationId xmlns:a16="http://schemas.microsoft.com/office/drawing/2014/main" id="{BBC8C002-DDE5-41DE-8BAA-2C41A6C23C84}"/>
              </a:ext>
            </a:extLst>
          </p:cNvPr>
          <p:cNvSpPr>
            <a:spLocks xmlns:a="http://schemas.openxmlformats.org/drawingml/2006/main" noGrp="1"/>
          </p:cNvSpPr>
          <p:nvPr/>
        </p:nvSpPr>
        <p:spPr>
          <a:xfrm xmlns:a="http://schemas.openxmlformats.org/drawingml/2006/main">
            <a:off x="8839200" y="4895850"/>
            <a:ext cx="2514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실시간 온라인</a:t>
            </a:r>
          </a:p>
          <a:p xmlns:a="http://schemas.openxmlformats.org/drawingml/2006/main">
            <a:pPr algn="l">
              <a:lnSpc>
                <a:spcPct val="115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프로젝트 발표</a:t>
            </a:r>
          </a:p>
        </p:txBody>
      </p:sp>
      <p:sp>
        <p:nvSpPr>
          <p:cNvPr id="29" name="">
            <a:extLst xmlns:a="http://schemas.openxmlformats.org/drawingml/2006/main">
              <a:ext uri="{FF2B5EF4-FFF2-40B4-BE49-F238E27FC236}">
                <a16:creationId xmlns:a16="http://schemas.microsoft.com/office/drawing/2014/main" id="{11975229-8CB4-4D6F-8E51-228113B9AE70}"/>
              </a:ext>
            </a:extLst>
          </p:cNvPr>
          <p:cNvSpPr>
            <a:spLocks xmlns:a="http://schemas.openxmlformats.org/drawingml/2006/main" noGrp="1"/>
          </p:cNvSpPr>
          <p:nvPr/>
        </p:nvSpPr>
        <p:spPr>
          <a:xfrm xmlns:a="http://schemas.openxmlformats.org/drawingml/2006/main">
            <a:off x="609600" y="57340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W08 온라인 제출본 평가 · W16 실시간 온라인 프로젝트 발표</a:t>
            </a:r>
          </a:p>
        </p:txBody>
      </p:sp>
    </p:spTree>
    <p:extLst>
      <p:ext uri="{BB962C8B-B14F-4D97-AF65-F5344CB8AC3E}">
        <p14:creationId xmlns:p14="http://schemas.microsoft.com/office/powerpoint/2010/main" val="516058475"/>
      </p:ext>
    </p:extLst>
  </p:cSld>
</p:sld>
</file>

<file path=ppt/slides/slide66.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A9D0D0-3F55-4166-B7D9-1A84B02901EF}"/>
              </a:ext>
            </a:extLst>
          </p:cNvPr>
          <p:cNvSpPr>
            <a:spLocks xmlns:a="http://schemas.openxmlformats.org/drawingml/2006/main" noGrp="1"/>
          </p:cNvSpPr>
          <p:nvPr/>
        </p:nvSpPr>
        <p:spPr>
          <a:xfrm xmlns:a="http://schemas.openxmlformats.org/drawingml/2006/main">
            <a:off x="609600" y="742950"/>
            <a:ext cx="200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8850" b="1">
                <a:solidFill>
                  <a:srgbClr val="FFFFFF"/>
                </a:solidFill>
                <a:latin typeface="Menlo"/>
                <a:ea typeface="Menlo"/>
                <a:cs typeface="Menlo"/>
              </a:defRPr>
            </a:pPr>
            <a:r>
              <a:rPr sz="8850" b="1">
                <a:solidFill>
                  <a:srgbClr val="FFFFFF"/>
                </a:solidFill>
                <a:latin typeface="Menlo"/>
                <a:ea typeface="Menlo"/>
                <a:cs typeface="Menlo"/>
              </a:rPr>
              <a:t>04</a:t>
            </a:r>
          </a:p>
        </p:txBody>
      </p:sp>
      <p:sp>
        <p:nvSpPr>
          <p:cNvPr id="2" name="">
            <a:extLst xmlns:a="http://schemas.openxmlformats.org/drawingml/2006/main">
              <a:ext uri="{FF2B5EF4-FFF2-40B4-BE49-F238E27FC236}">
                <a16:creationId xmlns:a16="http://schemas.microsoft.com/office/drawing/2014/main" id="{18F7BFAC-1CA7-4A2D-B67E-6D2E03092888}"/>
              </a:ext>
            </a:extLst>
          </p:cNvPr>
          <p:cNvSpPr>
            <a:spLocks xmlns:a="http://schemas.openxmlformats.org/drawingml/2006/main" noGrp="1"/>
          </p:cNvSpPr>
          <p:nvPr/>
        </p:nvSpPr>
        <p:spPr>
          <a:xfrm xmlns:a="http://schemas.openxmlformats.org/drawingml/2006/main">
            <a:off x="6724650" y="9334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200" b="1">
                <a:solidFill>
                  <a:srgbClr val="98A2B3"/>
                </a:solidFill>
                <a:latin typeface="Menlo"/>
                <a:ea typeface="Menlo"/>
                <a:cs typeface="Menlo"/>
              </a:defRPr>
            </a:pPr>
            <a:r>
              <a:rPr sz="1200" b="1">
                <a:solidFill>
                  <a:srgbClr val="98A2B3"/>
                </a:solidFill>
                <a:latin typeface="Menlo"/>
                <a:ea typeface="Menlo"/>
                <a:cs typeface="Menlo"/>
              </a:rPr>
              <a:t>TRACE / 01 LAB</a:t>
            </a:r>
          </a:p>
        </p:txBody>
      </p:sp>
      <p:sp>
        <p:nvSpPr>
          <p:cNvPr id="3" name="">
            <a:extLst xmlns:a="http://schemas.openxmlformats.org/drawingml/2006/main">
              <a:ext uri="{FF2B5EF4-FFF2-40B4-BE49-F238E27FC236}">
                <a16:creationId xmlns:a16="http://schemas.microsoft.com/office/drawing/2014/main" id="{7676DF7F-CCD2-4FE4-8E52-F88D3991A9B4}"/>
              </a:ext>
            </a:extLst>
          </p:cNvPr>
          <p:cNvSpPr>
            <a:spLocks xmlns:a="http://schemas.openxmlformats.org/drawingml/2006/main" noGrp="1"/>
          </p:cNvSpPr>
          <p:nvPr/>
        </p:nvSpPr>
        <p:spPr>
          <a:xfrm xmlns:a="http://schemas.openxmlformats.org/drawingml/2006/main" flipH="0" flipV="0">
            <a:off x="609600" y="27241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7315DA00-6C1D-4A7E-81BD-475DFF25FA2A}"/>
              </a:ext>
            </a:extLst>
          </p:cNvPr>
          <p:cNvSpPr>
            <a:spLocks xmlns:a="http://schemas.openxmlformats.org/drawingml/2006/main" noGrp="1"/>
          </p:cNvSpPr>
          <p:nvPr/>
        </p:nvSpPr>
        <p:spPr>
          <a:xfrm xmlns:a="http://schemas.openxmlformats.org/drawingml/2006/main">
            <a:off x="609600" y="3162300"/>
            <a:ext cx="10668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3600" b="1">
                <a:solidFill>
                  <a:srgbClr val="FFFFFF"/>
                </a:solidFill>
                <a:latin typeface="AppleGothic"/>
                <a:ea typeface="AppleGothic"/>
                <a:cs typeface="AppleGothic"/>
              </a:defRPr>
            </a:pPr>
            <a:r>
              <a:rPr sz="3600" b="1">
                <a:solidFill>
                  <a:srgbClr val="FFFFFF"/>
                </a:solidFill>
                <a:latin typeface="AppleGothic"/>
                <a:ea typeface="AppleGothic"/>
                <a:cs typeface="AppleGothic"/>
              </a:rPr>
              <a:t>첫 LLM 서비스 실행과 기록</a:t>
            </a:r>
          </a:p>
        </p:txBody>
      </p:sp>
      <p:sp>
        <p:nvSpPr>
          <p:cNvPr id="5" name="">
            <a:extLst xmlns:a="http://schemas.openxmlformats.org/drawingml/2006/main">
              <a:ext uri="{FF2B5EF4-FFF2-40B4-BE49-F238E27FC236}">
                <a16:creationId xmlns:a16="http://schemas.microsoft.com/office/drawing/2014/main" id="{3111BAA9-1CC2-4149-8F78-80FD5717CA0F}"/>
              </a:ext>
            </a:extLst>
          </p:cNvPr>
          <p:cNvSpPr>
            <a:spLocks xmlns:a="http://schemas.openxmlformats.org/drawingml/2006/main" noGrp="1"/>
          </p:cNvSpPr>
          <p:nvPr/>
        </p:nvSpPr>
        <p:spPr>
          <a:xfrm xmlns:a="http://schemas.openxmlformats.org/drawingml/2006/main">
            <a:off x="609600" y="47625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0">
                <a:solidFill>
                  <a:srgbClr val="98A2B3"/>
                </a:solidFill>
                <a:latin typeface="AppleGothic"/>
                <a:ea typeface="AppleGothic"/>
                <a:cs typeface="AppleGothic"/>
              </a:defRPr>
            </a:pPr>
            <a:r>
              <a:rPr sz="1800" b="0">
                <a:solidFill>
                  <a:srgbClr val="98A2B3"/>
                </a:solidFill>
                <a:latin typeface="AppleGothic"/>
                <a:ea typeface="AppleGothic"/>
                <a:cs typeface="AppleGothic"/>
              </a:rPr>
              <a:t>Python 3.11.14 · Demo 기준선 · Qwen3 4B Instruct · 실행 추적과 비교</a:t>
            </a:r>
          </a:p>
        </p:txBody>
      </p:sp>
      <p:sp>
        <p:nvSpPr>
          <p:cNvPr id="6" name="">
            <a:extLst xmlns:a="http://schemas.openxmlformats.org/drawingml/2006/main">
              <a:ext uri="{FF2B5EF4-FFF2-40B4-BE49-F238E27FC236}">
                <a16:creationId xmlns:a16="http://schemas.microsoft.com/office/drawing/2014/main" id="{A7F82760-48EB-4088-912E-11441551834E}"/>
              </a:ext>
            </a:extLst>
          </p:cNvPr>
          <p:cNvSpPr>
            <a:spLocks xmlns:a="http://schemas.openxmlformats.org/drawingml/2006/main" noGrp="1"/>
          </p:cNvSpPr>
          <p:nvPr/>
        </p:nvSpPr>
        <p:spPr>
          <a:xfrm xmlns:a="http://schemas.openxmlformats.org/drawingml/2006/main">
            <a:off x="609600" y="607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W01 · 66</a:t>
            </a:r>
          </a:p>
        </p:txBody>
      </p:sp>
    </p:spTree>
    <p:extLst>
      <p:ext uri="{BB962C8B-B14F-4D97-AF65-F5344CB8AC3E}">
        <p14:creationId xmlns:p14="http://schemas.microsoft.com/office/powerpoint/2010/main" val="561687403"/>
      </p:ext>
    </p:extLst>
  </p:cSld>
</p:sld>
</file>

<file path=ppt/slides/slide6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DA87534-441D-46C6-9D7A-EEAADBE7BAF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6BAD2040-BF60-46BB-B869-F3EA39A9639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67</a:t>
            </a:r>
          </a:p>
        </p:txBody>
      </p:sp>
      <p:sp>
        <p:nvSpPr>
          <p:cNvPr id="3" name="">
            <a:extLst xmlns:a="http://schemas.openxmlformats.org/drawingml/2006/main">
              <a:ext uri="{FF2B5EF4-FFF2-40B4-BE49-F238E27FC236}">
                <a16:creationId xmlns:a16="http://schemas.microsoft.com/office/drawing/2014/main" id="{0D895BD8-8C54-490F-B5A7-B16165A92C8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DAAA972C-6541-47D8-ABE8-AD2C3E2ED661}"/>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64E6BC59-4077-4396-989B-6F285B25FC8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0C34D750-388B-461B-8E5A-2C676430866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오늘 실습의 순서와 완료 기준</a:t>
            </a:r>
          </a:p>
        </p:txBody>
      </p:sp>
      <p:sp>
        <p:nvSpPr>
          <p:cNvPr id="7" name="">
            <a:extLst xmlns:a="http://schemas.openxmlformats.org/drawingml/2006/main">
              <a:ext uri="{FF2B5EF4-FFF2-40B4-BE49-F238E27FC236}">
                <a16:creationId xmlns:a16="http://schemas.microsoft.com/office/drawing/2014/main" id="{0AE08566-FE15-4378-9BFB-4C7BB793CB33}"/>
              </a:ext>
            </a:extLst>
          </p:cNvPr>
          <p:cNvSpPr>
            <a:spLocks xmlns:a="http://schemas.openxmlformats.org/drawingml/2006/main" noGrp="1"/>
          </p:cNvSpPr>
          <p:nvPr/>
        </p:nvSpPr>
        <p:spPr>
          <a:xfrm xmlns:a="http://schemas.openxmlformats.org/drawingml/2006/main" rot="0">
            <a:off x="666750" y="16192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8" name="">
            <a:extLst xmlns:a="http://schemas.openxmlformats.org/drawingml/2006/main">
              <a:ext uri="{FF2B5EF4-FFF2-40B4-BE49-F238E27FC236}">
                <a16:creationId xmlns:a16="http://schemas.microsoft.com/office/drawing/2014/main" id="{ACEE12D5-56B6-4A42-B3CE-ADAF377A9A8F}"/>
              </a:ext>
            </a:extLst>
          </p:cNvPr>
          <p:cNvSpPr>
            <a:spLocks xmlns:a="http://schemas.openxmlformats.org/drawingml/2006/main" noGrp="1"/>
          </p:cNvSpPr>
          <p:nvPr/>
        </p:nvSpPr>
        <p:spPr>
          <a:xfrm xmlns:a="http://schemas.openxmlformats.org/drawingml/2006/main">
            <a:off x="666750" y="16192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E96BFD64-BE0F-48BF-AE95-59A250A1249F}"/>
              </a:ext>
            </a:extLst>
          </p:cNvPr>
          <p:cNvSpPr>
            <a:spLocks xmlns:a="http://schemas.openxmlformats.org/drawingml/2006/main" noGrp="1"/>
          </p:cNvSpPr>
          <p:nvPr/>
        </p:nvSpPr>
        <p:spPr>
          <a:xfrm xmlns:a="http://schemas.openxmlformats.org/drawingml/2006/main">
            <a:off x="1295400" y="15621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개발환경 준비</a:t>
            </a:r>
          </a:p>
        </p:txBody>
      </p:sp>
      <p:sp>
        <p:nvSpPr>
          <p:cNvPr id="10" name="">
            <a:extLst xmlns:a="http://schemas.openxmlformats.org/drawingml/2006/main">
              <a:ext uri="{FF2B5EF4-FFF2-40B4-BE49-F238E27FC236}">
                <a16:creationId xmlns:a16="http://schemas.microsoft.com/office/drawing/2014/main" id="{D7DB7932-F17D-43B2-9C97-8E15C56384F2}"/>
              </a:ext>
            </a:extLst>
          </p:cNvPr>
          <p:cNvSpPr>
            <a:spLocks xmlns:a="http://schemas.openxmlformats.org/drawingml/2006/main" noGrp="1"/>
          </p:cNvSpPr>
          <p:nvPr/>
        </p:nvSpPr>
        <p:spPr>
          <a:xfrm xmlns:a="http://schemas.openxmlformats.org/drawingml/2006/main">
            <a:off x="5657850" y="16002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Python 3.11.14 · .venv 선택</a:t>
            </a:r>
          </a:p>
        </p:txBody>
      </p:sp>
      <p:sp>
        <p:nvSpPr>
          <p:cNvPr id="11" name="">
            <a:extLst xmlns:a="http://schemas.openxmlformats.org/drawingml/2006/main">
              <a:ext uri="{FF2B5EF4-FFF2-40B4-BE49-F238E27FC236}">
                <a16:creationId xmlns:a16="http://schemas.microsoft.com/office/drawing/2014/main" id="{2480CD5E-463A-4C75-9AB1-C3B60CA707DF}"/>
              </a:ext>
            </a:extLst>
          </p:cNvPr>
          <p:cNvSpPr>
            <a:spLocks xmlns:a="http://schemas.openxmlformats.org/drawingml/2006/main" noGrp="1"/>
          </p:cNvSpPr>
          <p:nvPr/>
        </p:nvSpPr>
        <p:spPr>
          <a:xfrm xmlns:a="http://schemas.openxmlformats.org/drawingml/2006/main" flipH="0" flipV="0">
            <a:off x="1295400" y="21526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EBC6B258-DEBA-4840-8EA7-E8637745A121}"/>
              </a:ext>
            </a:extLst>
          </p:cNvPr>
          <p:cNvSpPr>
            <a:spLocks xmlns:a="http://schemas.openxmlformats.org/drawingml/2006/main" noGrp="1"/>
          </p:cNvSpPr>
          <p:nvPr/>
        </p:nvSpPr>
        <p:spPr>
          <a:xfrm xmlns:a="http://schemas.openxmlformats.org/drawingml/2006/main" rot="0">
            <a:off x="666750" y="24955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13" name="">
            <a:extLst xmlns:a="http://schemas.openxmlformats.org/drawingml/2006/main">
              <a:ext uri="{FF2B5EF4-FFF2-40B4-BE49-F238E27FC236}">
                <a16:creationId xmlns:a16="http://schemas.microsoft.com/office/drawing/2014/main" id="{B4568A87-7ACB-4277-96BA-3C7D6F2177AF}"/>
              </a:ext>
            </a:extLst>
          </p:cNvPr>
          <p:cNvSpPr>
            <a:spLocks xmlns:a="http://schemas.openxmlformats.org/drawingml/2006/main" noGrp="1"/>
          </p:cNvSpPr>
          <p:nvPr/>
        </p:nvSpPr>
        <p:spPr>
          <a:xfrm xmlns:a="http://schemas.openxmlformats.org/drawingml/2006/main">
            <a:off x="666750" y="2495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4" name="">
            <a:extLst xmlns:a="http://schemas.openxmlformats.org/drawingml/2006/main">
              <a:ext uri="{FF2B5EF4-FFF2-40B4-BE49-F238E27FC236}">
                <a16:creationId xmlns:a16="http://schemas.microsoft.com/office/drawing/2014/main" id="{9DCC8013-3FB7-43A4-8A65-BA60FE69F699}"/>
              </a:ext>
            </a:extLst>
          </p:cNvPr>
          <p:cNvSpPr>
            <a:spLocks xmlns:a="http://schemas.openxmlformats.org/drawingml/2006/main" noGrp="1"/>
          </p:cNvSpPr>
          <p:nvPr/>
        </p:nvSpPr>
        <p:spPr>
          <a:xfrm xmlns:a="http://schemas.openxmlformats.org/drawingml/2006/main">
            <a:off x="1295400" y="24384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테스트와 서버 실행</a:t>
            </a:r>
          </a:p>
        </p:txBody>
      </p:sp>
      <p:sp>
        <p:nvSpPr>
          <p:cNvPr id="15" name="">
            <a:extLst xmlns:a="http://schemas.openxmlformats.org/drawingml/2006/main">
              <a:ext uri="{FF2B5EF4-FFF2-40B4-BE49-F238E27FC236}">
                <a16:creationId xmlns:a16="http://schemas.microsoft.com/office/drawing/2014/main" id="{356138B7-D320-42FB-9C92-3806D9D5361F}"/>
              </a:ext>
            </a:extLst>
          </p:cNvPr>
          <p:cNvSpPr>
            <a:spLocks xmlns:a="http://schemas.openxmlformats.org/drawingml/2006/main" noGrp="1"/>
          </p:cNvSpPr>
          <p:nvPr/>
        </p:nvSpPr>
        <p:spPr>
          <a:xfrm xmlns:a="http://schemas.openxmlformats.org/drawingml/2006/main">
            <a:off x="5657850" y="24765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자동 테스트 실패 0건 · GET /health 정상</a:t>
            </a:r>
          </a:p>
        </p:txBody>
      </p:sp>
      <p:sp>
        <p:nvSpPr>
          <p:cNvPr id="16" name="">
            <a:extLst xmlns:a="http://schemas.openxmlformats.org/drawingml/2006/main">
              <a:ext uri="{FF2B5EF4-FFF2-40B4-BE49-F238E27FC236}">
                <a16:creationId xmlns:a16="http://schemas.microsoft.com/office/drawing/2014/main" id="{4DFA2AD1-EBA1-4C64-93F6-DCEBF823E4F2}"/>
              </a:ext>
            </a:extLst>
          </p:cNvPr>
          <p:cNvSpPr>
            <a:spLocks xmlns:a="http://schemas.openxmlformats.org/drawingml/2006/main" noGrp="1"/>
          </p:cNvSpPr>
          <p:nvPr/>
        </p:nvSpPr>
        <p:spPr>
          <a:xfrm xmlns:a="http://schemas.openxmlformats.org/drawingml/2006/main" flipH="0" flipV="0">
            <a:off x="1295400" y="30289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39AC340D-3503-45B1-96F6-FF5A5EDB79E4}"/>
              </a:ext>
            </a:extLst>
          </p:cNvPr>
          <p:cNvSpPr>
            <a:spLocks xmlns:a="http://schemas.openxmlformats.org/drawingml/2006/main" noGrp="1"/>
          </p:cNvSpPr>
          <p:nvPr/>
        </p:nvSpPr>
        <p:spPr>
          <a:xfrm xmlns:a="http://schemas.openxmlformats.org/drawingml/2006/main" rot="0">
            <a:off x="666750" y="33718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18" name="">
            <a:extLst xmlns:a="http://schemas.openxmlformats.org/drawingml/2006/main">
              <a:ext uri="{FF2B5EF4-FFF2-40B4-BE49-F238E27FC236}">
                <a16:creationId xmlns:a16="http://schemas.microsoft.com/office/drawing/2014/main" id="{0D073C66-3739-4470-A158-E9E647D04596}"/>
              </a:ext>
            </a:extLst>
          </p:cNvPr>
          <p:cNvSpPr>
            <a:spLocks xmlns:a="http://schemas.openxmlformats.org/drawingml/2006/main" noGrp="1"/>
          </p:cNvSpPr>
          <p:nvPr/>
        </p:nvSpPr>
        <p:spPr>
          <a:xfrm xmlns:a="http://schemas.openxmlformats.org/drawingml/2006/main">
            <a:off x="666750" y="3371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19" name="">
            <a:extLst xmlns:a="http://schemas.openxmlformats.org/drawingml/2006/main">
              <a:ext uri="{FF2B5EF4-FFF2-40B4-BE49-F238E27FC236}">
                <a16:creationId xmlns:a16="http://schemas.microsoft.com/office/drawing/2014/main" id="{FBF6D209-99FE-4EFD-AFF1-19AF092D11A8}"/>
              </a:ext>
            </a:extLst>
          </p:cNvPr>
          <p:cNvSpPr>
            <a:spLocks xmlns:a="http://schemas.openxmlformats.org/drawingml/2006/main" noGrp="1"/>
          </p:cNvSpPr>
          <p:nvPr/>
        </p:nvSpPr>
        <p:spPr>
          <a:xfrm xmlns:a="http://schemas.openxmlformats.org/drawingml/2006/main">
            <a:off x="1295400" y="33147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Demo 기준선 2회</a:t>
            </a:r>
          </a:p>
        </p:txBody>
      </p:sp>
      <p:sp>
        <p:nvSpPr>
          <p:cNvPr id="20" name="">
            <a:extLst xmlns:a="http://schemas.openxmlformats.org/drawingml/2006/main">
              <a:ext uri="{FF2B5EF4-FFF2-40B4-BE49-F238E27FC236}">
                <a16:creationId xmlns:a16="http://schemas.microsoft.com/office/drawing/2014/main" id="{00AF4CFE-2AC6-4A6D-AF9A-0AE5242ECEF9}"/>
              </a:ext>
            </a:extLst>
          </p:cNvPr>
          <p:cNvSpPr>
            <a:spLocks xmlns:a="http://schemas.openxmlformats.org/drawingml/2006/main" noGrp="1"/>
          </p:cNvSpPr>
          <p:nvPr/>
        </p:nvSpPr>
        <p:spPr>
          <a:xfrm xmlns:a="http://schemas.openxmlformats.org/drawingml/2006/main">
            <a:off x="5657850" y="33528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같은 입력의 실행 추적 2건</a:t>
            </a:r>
          </a:p>
        </p:txBody>
      </p:sp>
      <p:sp>
        <p:nvSpPr>
          <p:cNvPr id="21" name="">
            <a:extLst xmlns:a="http://schemas.openxmlformats.org/drawingml/2006/main">
              <a:ext uri="{FF2B5EF4-FFF2-40B4-BE49-F238E27FC236}">
                <a16:creationId xmlns:a16="http://schemas.microsoft.com/office/drawing/2014/main" id="{E75E32FB-6F4B-4C9C-9F7B-64740742377A}"/>
              </a:ext>
            </a:extLst>
          </p:cNvPr>
          <p:cNvSpPr>
            <a:spLocks xmlns:a="http://schemas.openxmlformats.org/drawingml/2006/main" noGrp="1"/>
          </p:cNvSpPr>
          <p:nvPr/>
        </p:nvSpPr>
        <p:spPr>
          <a:xfrm xmlns:a="http://schemas.openxmlformats.org/drawingml/2006/main" flipH="0" flipV="0">
            <a:off x="1295400" y="39052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17EFAEDA-C18A-40A8-9C59-EFA38A31AF89}"/>
              </a:ext>
            </a:extLst>
          </p:cNvPr>
          <p:cNvSpPr>
            <a:spLocks xmlns:a="http://schemas.openxmlformats.org/drawingml/2006/main" noGrp="1"/>
          </p:cNvSpPr>
          <p:nvPr/>
        </p:nvSpPr>
        <p:spPr>
          <a:xfrm xmlns:a="http://schemas.openxmlformats.org/drawingml/2006/main" rot="0">
            <a:off x="666750" y="4248150"/>
            <a:ext cx="361950"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3" name="">
            <a:extLst xmlns:a="http://schemas.openxmlformats.org/drawingml/2006/main">
              <a:ext uri="{FF2B5EF4-FFF2-40B4-BE49-F238E27FC236}">
                <a16:creationId xmlns:a16="http://schemas.microsoft.com/office/drawing/2014/main" id="{C5D19B16-43C7-41FF-9986-BB017A1BC6DD}"/>
              </a:ext>
            </a:extLst>
          </p:cNvPr>
          <p:cNvSpPr>
            <a:spLocks xmlns:a="http://schemas.openxmlformats.org/drawingml/2006/main" noGrp="1"/>
          </p:cNvSpPr>
          <p:nvPr/>
        </p:nvSpPr>
        <p:spPr>
          <a:xfrm xmlns:a="http://schemas.openxmlformats.org/drawingml/2006/main">
            <a:off x="666750" y="4248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4" name="">
            <a:extLst xmlns:a="http://schemas.openxmlformats.org/drawingml/2006/main">
              <a:ext uri="{FF2B5EF4-FFF2-40B4-BE49-F238E27FC236}">
                <a16:creationId xmlns:a16="http://schemas.microsoft.com/office/drawing/2014/main" id="{D4CC08B9-D1C0-4536-8658-48FD60244A71}"/>
              </a:ext>
            </a:extLst>
          </p:cNvPr>
          <p:cNvSpPr>
            <a:spLocks xmlns:a="http://schemas.openxmlformats.org/drawingml/2006/main" noGrp="1"/>
          </p:cNvSpPr>
          <p:nvPr/>
        </p:nvSpPr>
        <p:spPr>
          <a:xfrm xmlns:a="http://schemas.openxmlformats.org/drawingml/2006/main">
            <a:off x="1295400" y="4191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2563EB"/>
                </a:solidFill>
                <a:latin typeface="AppleGothic"/>
                <a:ea typeface="AppleGothic"/>
                <a:cs typeface="AppleGothic"/>
              </a:defRPr>
            </a:pPr>
            <a:r>
              <a:rPr sz="1950" b="1">
                <a:solidFill>
                  <a:srgbClr val="2563EB"/>
                </a:solidFill>
                <a:latin typeface="AppleGothic"/>
                <a:ea typeface="AppleGothic"/>
                <a:cs typeface="AppleGothic"/>
              </a:rPr>
              <a:t>Ollama 선택 실행</a:t>
            </a:r>
          </a:p>
        </p:txBody>
      </p:sp>
      <p:sp>
        <p:nvSpPr>
          <p:cNvPr id="25" name="">
            <a:extLst xmlns:a="http://schemas.openxmlformats.org/drawingml/2006/main">
              <a:ext uri="{FF2B5EF4-FFF2-40B4-BE49-F238E27FC236}">
                <a16:creationId xmlns:a16="http://schemas.microsoft.com/office/drawing/2014/main" id="{EC9EE39F-89A8-4E2E-A3EB-C485A4399557}"/>
              </a:ext>
            </a:extLst>
          </p:cNvPr>
          <p:cNvSpPr>
            <a:spLocks xmlns:a="http://schemas.openxmlformats.org/drawingml/2006/main" noGrp="1"/>
          </p:cNvSpPr>
          <p:nvPr/>
        </p:nvSpPr>
        <p:spPr>
          <a:xfrm xmlns:a="http://schemas.openxmlformats.org/drawingml/2006/main">
            <a:off x="5657850" y="42291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qwen3:4b-instruct · Thinking OFF</a:t>
            </a:r>
          </a:p>
        </p:txBody>
      </p:sp>
      <p:sp>
        <p:nvSpPr>
          <p:cNvPr id="26" name="">
            <a:extLst xmlns:a="http://schemas.openxmlformats.org/drawingml/2006/main">
              <a:ext uri="{FF2B5EF4-FFF2-40B4-BE49-F238E27FC236}">
                <a16:creationId xmlns:a16="http://schemas.microsoft.com/office/drawing/2014/main" id="{A9FED28F-171F-4FAB-94CC-B3AC1C6DB83A}"/>
              </a:ext>
            </a:extLst>
          </p:cNvPr>
          <p:cNvSpPr>
            <a:spLocks xmlns:a="http://schemas.openxmlformats.org/drawingml/2006/main" noGrp="1"/>
          </p:cNvSpPr>
          <p:nvPr/>
        </p:nvSpPr>
        <p:spPr>
          <a:xfrm xmlns:a="http://schemas.openxmlformats.org/drawingml/2006/main" flipH="0" flipV="0">
            <a:off x="1295400" y="4781550"/>
            <a:ext cx="99441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27" name="">
            <a:extLst xmlns:a="http://schemas.openxmlformats.org/drawingml/2006/main">
              <a:ext uri="{FF2B5EF4-FFF2-40B4-BE49-F238E27FC236}">
                <a16:creationId xmlns:a16="http://schemas.microsoft.com/office/drawing/2014/main" id="{F27F32E8-55D1-468B-896D-6E5C836F321C}"/>
              </a:ext>
            </a:extLst>
          </p:cNvPr>
          <p:cNvSpPr>
            <a:spLocks xmlns:a="http://schemas.openxmlformats.org/drawingml/2006/main" noGrp="1"/>
          </p:cNvSpPr>
          <p:nvPr/>
        </p:nvSpPr>
        <p:spPr>
          <a:xfrm xmlns:a="http://schemas.openxmlformats.org/drawingml/2006/main" rot="0">
            <a:off x="666750" y="5124450"/>
            <a:ext cx="361950" cy="36195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28" name="">
            <a:extLst xmlns:a="http://schemas.openxmlformats.org/drawingml/2006/main">
              <a:ext uri="{FF2B5EF4-FFF2-40B4-BE49-F238E27FC236}">
                <a16:creationId xmlns:a16="http://schemas.microsoft.com/office/drawing/2014/main" id="{B739D8A3-B27F-44A0-BFAE-929B9041C964}"/>
              </a:ext>
            </a:extLst>
          </p:cNvPr>
          <p:cNvSpPr>
            <a:spLocks xmlns:a="http://schemas.openxmlformats.org/drawingml/2006/main" noGrp="1"/>
          </p:cNvSpPr>
          <p:nvPr/>
        </p:nvSpPr>
        <p:spPr>
          <a:xfrm xmlns:a="http://schemas.openxmlformats.org/drawingml/2006/main">
            <a:off x="666750" y="51244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ABD12BF7-AB95-4989-BE0E-FD462743309D}"/>
              </a:ext>
            </a:extLst>
          </p:cNvPr>
          <p:cNvSpPr>
            <a:spLocks xmlns:a="http://schemas.openxmlformats.org/drawingml/2006/main" noGrp="1"/>
          </p:cNvSpPr>
          <p:nvPr/>
        </p:nvSpPr>
        <p:spPr>
          <a:xfrm xmlns:a="http://schemas.openxmlformats.org/drawingml/2006/main">
            <a:off x="1295400" y="50673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950" b="1">
                <a:solidFill>
                  <a:srgbClr val="191919"/>
                </a:solidFill>
                <a:latin typeface="AppleGothic"/>
                <a:ea typeface="AppleGothic"/>
                <a:cs typeface="AppleGothic"/>
              </a:defRPr>
            </a:pPr>
            <a:r>
              <a:rPr sz="1950" b="1">
                <a:solidFill>
                  <a:srgbClr val="191919"/>
                </a:solidFill>
                <a:latin typeface="AppleGothic"/>
                <a:ea typeface="AppleGothic"/>
                <a:cs typeface="AppleGothic"/>
              </a:rPr>
              <a:t>비교표와 다음 가설</a:t>
            </a:r>
          </a:p>
        </p:txBody>
      </p:sp>
      <p:sp>
        <p:nvSpPr>
          <p:cNvPr id="30" name="">
            <a:extLst xmlns:a="http://schemas.openxmlformats.org/drawingml/2006/main">
              <a:ext uri="{FF2B5EF4-FFF2-40B4-BE49-F238E27FC236}">
                <a16:creationId xmlns:a16="http://schemas.microsoft.com/office/drawing/2014/main" id="{0CB8D11C-A8E4-4195-82FA-0BCF2EA02D67}"/>
              </a:ext>
            </a:extLst>
          </p:cNvPr>
          <p:cNvSpPr>
            <a:spLocks xmlns:a="http://schemas.openxmlformats.org/drawingml/2006/main" noGrp="1"/>
          </p:cNvSpPr>
          <p:nvPr/>
        </p:nvSpPr>
        <p:spPr>
          <a:xfrm xmlns:a="http://schemas.openxmlformats.org/drawingml/2006/main">
            <a:off x="5657850" y="5105400"/>
            <a:ext cx="558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비교 판단 1건 · 변경 가설 1개</a:t>
            </a:r>
          </a:p>
        </p:txBody>
      </p:sp>
      <p:sp>
        <p:nvSpPr>
          <p:cNvPr id="31" name="">
            <a:extLst xmlns:a="http://schemas.openxmlformats.org/drawingml/2006/main">
              <a:ext uri="{FF2B5EF4-FFF2-40B4-BE49-F238E27FC236}">
                <a16:creationId xmlns:a16="http://schemas.microsoft.com/office/drawing/2014/main" id="{C4A5CC5B-14D1-4355-8FD5-4B7D60FD088B}"/>
              </a:ext>
            </a:extLst>
          </p:cNvPr>
          <p:cNvSpPr>
            <a:spLocks xmlns:a="http://schemas.openxmlformats.org/drawingml/2006/main" noGrp="1"/>
          </p:cNvSpPr>
          <p:nvPr/>
        </p:nvSpPr>
        <p:spPr>
          <a:xfrm xmlns:a="http://schemas.openxmlformats.org/drawingml/2006/main" flipH="0" flipV="0">
            <a:off x="1295400" y="5657850"/>
            <a:ext cx="99441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771090212"/>
      </p:ext>
    </p:extLst>
  </p:cSld>
</p:sld>
</file>

<file path=ppt/slides/slide6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DE31969-9FBA-4929-992F-F11A2BDA187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3FFB2E44-CB02-470F-9A39-7F105924D53B}"/>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68</a:t>
            </a:r>
          </a:p>
        </p:txBody>
      </p:sp>
      <p:sp>
        <p:nvSpPr>
          <p:cNvPr id="3" name="">
            <a:extLst xmlns:a="http://schemas.openxmlformats.org/drawingml/2006/main">
              <a:ext uri="{FF2B5EF4-FFF2-40B4-BE49-F238E27FC236}">
                <a16:creationId xmlns:a16="http://schemas.microsoft.com/office/drawing/2014/main" id="{FEF400AD-5569-4A35-8225-4447E21ACB73}"/>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329958D1-24AE-42F1-9F46-FC3C6E517CAC}"/>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9FCD9644-5E16-4BF8-928D-45429AB11706}"/>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A69B01CF-1370-4E86-AAC7-C276FC79665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TRACE/01 실행 구조와 실습 파일</a:t>
            </a:r>
          </a:p>
        </p:txBody>
      </p:sp>
      <p:sp>
        <p:nvSpPr>
          <p:cNvPr id="7" name="">
            <a:extLst xmlns:a="http://schemas.openxmlformats.org/drawingml/2006/main">
              <a:ext uri="{FF2B5EF4-FFF2-40B4-BE49-F238E27FC236}">
                <a16:creationId xmlns:a16="http://schemas.microsoft.com/office/drawing/2014/main" id="{1A8FC3D5-7365-43BE-9F1E-A1701D9A0FCD}"/>
              </a:ext>
            </a:extLst>
          </p:cNvPr>
          <p:cNvSpPr>
            <a:spLocks xmlns:a="http://schemas.openxmlformats.org/drawingml/2006/main" noGrp="1"/>
          </p:cNvSpPr>
          <p:nvPr/>
        </p:nvSpPr>
        <p:spPr>
          <a:xfrm xmlns:a="http://schemas.openxmlformats.org/drawingml/2006/main" rot="0">
            <a:off x="609600" y="2533650"/>
            <a:ext cx="1905000"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5A1B94A1-27BB-47A2-8940-4126CAF4B279}"/>
              </a:ext>
            </a:extLst>
          </p:cNvPr>
          <p:cNvSpPr>
            <a:spLocks xmlns:a="http://schemas.openxmlformats.org/drawingml/2006/main" noGrp="1"/>
          </p:cNvSpPr>
          <p:nvPr/>
        </p:nvSpPr>
        <p:spPr>
          <a:xfrm xmlns:a="http://schemas.openxmlformats.org/drawingml/2006/main">
            <a:off x="781050" y="27241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01</a:t>
            </a:r>
          </a:p>
        </p:txBody>
      </p:sp>
      <p:sp>
        <p:nvSpPr>
          <p:cNvPr id="9" name="">
            <a:extLst xmlns:a="http://schemas.openxmlformats.org/drawingml/2006/main">
              <a:ext uri="{FF2B5EF4-FFF2-40B4-BE49-F238E27FC236}">
                <a16:creationId xmlns:a16="http://schemas.microsoft.com/office/drawing/2014/main" id="{DB8BD5F5-4778-4526-A49C-849E66960337}"/>
              </a:ext>
            </a:extLst>
          </p:cNvPr>
          <p:cNvSpPr>
            <a:spLocks xmlns:a="http://schemas.openxmlformats.org/drawingml/2006/main" noGrp="1"/>
          </p:cNvSpPr>
          <p:nvPr/>
        </p:nvSpPr>
        <p:spPr>
          <a:xfrm xmlns:a="http://schemas.openxmlformats.org/drawingml/2006/main">
            <a:off x="781050" y="3143250"/>
            <a:ext cx="156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사용자 화면</a:t>
            </a:r>
          </a:p>
        </p:txBody>
      </p:sp>
      <p:sp>
        <p:nvSpPr>
          <p:cNvPr id="10" name="">
            <a:extLst xmlns:a="http://schemas.openxmlformats.org/drawingml/2006/main">
              <a:ext uri="{FF2B5EF4-FFF2-40B4-BE49-F238E27FC236}">
                <a16:creationId xmlns:a16="http://schemas.microsoft.com/office/drawing/2014/main" id="{9A54F981-FA06-44E7-B1DD-2885E9FEB0A1}"/>
              </a:ext>
            </a:extLst>
          </p:cNvPr>
          <p:cNvSpPr>
            <a:spLocks xmlns:a="http://schemas.openxmlformats.org/drawingml/2006/main" noGrp="1"/>
          </p:cNvSpPr>
          <p:nvPr/>
        </p:nvSpPr>
        <p:spPr>
          <a:xfrm xmlns:a="http://schemas.openxmlformats.org/drawingml/2006/main">
            <a:off x="781050" y="36004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입력 · 결과 · 실행 추적</a:t>
            </a:r>
          </a:p>
        </p:txBody>
      </p:sp>
      <p:sp>
        <p:nvSpPr>
          <p:cNvPr id="11" name="">
            <a:extLst xmlns:a="http://schemas.openxmlformats.org/drawingml/2006/main">
              <a:ext uri="{FF2B5EF4-FFF2-40B4-BE49-F238E27FC236}">
                <a16:creationId xmlns:a16="http://schemas.microsoft.com/office/drawing/2014/main" id="{C2208453-7721-448A-86C1-91A5A427A9BA}"/>
              </a:ext>
            </a:extLst>
          </p:cNvPr>
          <p:cNvSpPr>
            <a:spLocks xmlns:a="http://schemas.openxmlformats.org/drawingml/2006/main" noGrp="1"/>
          </p:cNvSpPr>
          <p:nvPr/>
        </p:nvSpPr>
        <p:spPr>
          <a:xfrm xmlns:a="http://schemas.openxmlformats.org/drawingml/2006/main">
            <a:off x="2514600" y="3105150"/>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00" b="1">
                <a:solidFill>
                  <a:srgbClr val="667085"/>
                </a:solidFill>
                <a:latin typeface="Menlo"/>
                <a:ea typeface="Menlo"/>
                <a:cs typeface="Menlo"/>
              </a:defRPr>
            </a:pPr>
            <a:r>
              <a:rPr sz="1800" b="1">
                <a:solidFill>
                  <a:srgbClr val="667085"/>
                </a:solidFill>
                <a:latin typeface="Menlo"/>
                <a:ea typeface="Menlo"/>
                <a:cs typeface="Menlo"/>
              </a:rPr>
              <a:t>→</a:t>
            </a:r>
          </a:p>
        </p:txBody>
      </p:sp>
      <p:sp>
        <p:nvSpPr>
          <p:cNvPr id="12" name="">
            <a:extLst xmlns:a="http://schemas.openxmlformats.org/drawingml/2006/main">
              <a:ext uri="{FF2B5EF4-FFF2-40B4-BE49-F238E27FC236}">
                <a16:creationId xmlns:a16="http://schemas.microsoft.com/office/drawing/2014/main" id="{8F0F25ED-968C-4F87-A0A1-32347E8B0843}"/>
              </a:ext>
            </a:extLst>
          </p:cNvPr>
          <p:cNvSpPr>
            <a:spLocks xmlns:a="http://schemas.openxmlformats.org/drawingml/2006/main" noGrp="1"/>
          </p:cNvSpPr>
          <p:nvPr/>
        </p:nvSpPr>
        <p:spPr>
          <a:xfrm xmlns:a="http://schemas.openxmlformats.org/drawingml/2006/main" rot="0">
            <a:off x="3162300" y="2533650"/>
            <a:ext cx="2152650" cy="1562100"/>
          </a:xfrm>
          <a:prstGeom xmlns:a="http://schemas.openxmlformats.org/drawingml/2006/main" prst="rect">
            <a:avLst/>
          </a:prstGeom>
          <a:solidFill xmlns:a="http://schemas.openxmlformats.org/drawingml/2006/main">
            <a:srgbClr val="0B1F3A"/>
          </a:solidFill>
          <a:ln xmlns:a="http://schemas.openxmlformats.org/drawingml/2006/main" w="9525">
            <a:solidFill>
              <a:srgbClr val="0B1F3A"/>
            </a:solidFill>
            <a:prstDash val="solid"/>
          </a:ln>
        </p:spPr>
      </p:sp>
      <p:sp>
        <p:nvSpPr>
          <p:cNvPr id="13" name="">
            <a:extLst xmlns:a="http://schemas.openxmlformats.org/drawingml/2006/main">
              <a:ext uri="{FF2B5EF4-FFF2-40B4-BE49-F238E27FC236}">
                <a16:creationId xmlns:a16="http://schemas.microsoft.com/office/drawing/2014/main" id="{44CD59BB-31A7-4DF3-AFD9-B38560600F74}"/>
              </a:ext>
            </a:extLst>
          </p:cNvPr>
          <p:cNvSpPr>
            <a:spLocks xmlns:a="http://schemas.openxmlformats.org/drawingml/2006/main" noGrp="1"/>
          </p:cNvSpPr>
          <p:nvPr/>
        </p:nvSpPr>
        <p:spPr>
          <a:xfrm xmlns:a="http://schemas.openxmlformats.org/drawingml/2006/main">
            <a:off x="3333750" y="27241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02</a:t>
            </a:r>
          </a:p>
        </p:txBody>
      </p:sp>
      <p:sp>
        <p:nvSpPr>
          <p:cNvPr id="14" name="">
            <a:extLst xmlns:a="http://schemas.openxmlformats.org/drawingml/2006/main">
              <a:ext uri="{FF2B5EF4-FFF2-40B4-BE49-F238E27FC236}">
                <a16:creationId xmlns:a16="http://schemas.microsoft.com/office/drawing/2014/main" id="{50FDF28A-7251-40A5-8F01-4744785146D2}"/>
              </a:ext>
            </a:extLst>
          </p:cNvPr>
          <p:cNvSpPr>
            <a:spLocks xmlns:a="http://schemas.openxmlformats.org/drawingml/2006/main" noGrp="1"/>
          </p:cNvSpPr>
          <p:nvPr/>
        </p:nvSpPr>
        <p:spPr>
          <a:xfrm xmlns:a="http://schemas.openxmlformats.org/drawingml/2006/main">
            <a:off x="3333750" y="3143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FastAPI</a:t>
            </a:r>
          </a:p>
        </p:txBody>
      </p:sp>
      <p:sp>
        <p:nvSpPr>
          <p:cNvPr id="15" name="">
            <a:extLst xmlns:a="http://schemas.openxmlformats.org/drawingml/2006/main">
              <a:ext uri="{FF2B5EF4-FFF2-40B4-BE49-F238E27FC236}">
                <a16:creationId xmlns:a16="http://schemas.microsoft.com/office/drawing/2014/main" id="{EE2DA54D-40A8-4AC9-97F1-E8649C8B130C}"/>
              </a:ext>
            </a:extLst>
          </p:cNvPr>
          <p:cNvSpPr>
            <a:spLocks xmlns:a="http://schemas.openxmlformats.org/drawingml/2006/main" noGrp="1"/>
          </p:cNvSpPr>
          <p:nvPr/>
        </p:nvSpPr>
        <p:spPr>
          <a:xfrm xmlns:a="http://schemas.openxmlformats.org/drawingml/2006/main">
            <a:off x="3333750" y="36004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요청 데이터 구조 · 경로</a:t>
            </a:r>
          </a:p>
        </p:txBody>
      </p:sp>
      <p:sp>
        <p:nvSpPr>
          <p:cNvPr id="16" name="">
            <a:extLst xmlns:a="http://schemas.openxmlformats.org/drawingml/2006/main">
              <a:ext uri="{FF2B5EF4-FFF2-40B4-BE49-F238E27FC236}">
                <a16:creationId xmlns:a16="http://schemas.microsoft.com/office/drawing/2014/main" id="{4D14C9E4-CBE8-428C-8420-C4C002D4D71C}"/>
              </a:ext>
            </a:extLst>
          </p:cNvPr>
          <p:cNvSpPr>
            <a:spLocks xmlns:a="http://schemas.openxmlformats.org/drawingml/2006/main" noGrp="1"/>
          </p:cNvSpPr>
          <p:nvPr/>
        </p:nvSpPr>
        <p:spPr>
          <a:xfrm xmlns:a="http://schemas.openxmlformats.org/drawingml/2006/main">
            <a:off x="5314950" y="3105150"/>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00" b="1">
                <a:solidFill>
                  <a:srgbClr val="667085"/>
                </a:solidFill>
                <a:latin typeface="Menlo"/>
                <a:ea typeface="Menlo"/>
                <a:cs typeface="Menlo"/>
              </a:defRPr>
            </a:pPr>
            <a:r>
              <a:rPr sz="1800" b="1">
                <a:solidFill>
                  <a:srgbClr val="667085"/>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D2FF7749-4CAC-42ED-82E3-A3A606108A96}"/>
              </a:ext>
            </a:extLst>
          </p:cNvPr>
          <p:cNvSpPr>
            <a:spLocks xmlns:a="http://schemas.openxmlformats.org/drawingml/2006/main" noGrp="1"/>
          </p:cNvSpPr>
          <p:nvPr/>
        </p:nvSpPr>
        <p:spPr>
          <a:xfrm xmlns:a="http://schemas.openxmlformats.org/drawingml/2006/main" rot="0">
            <a:off x="5962650" y="2533650"/>
            <a:ext cx="2324100"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83ED08A5-EC6E-40C8-9978-6C1667FFE6CF}"/>
              </a:ext>
            </a:extLst>
          </p:cNvPr>
          <p:cNvSpPr>
            <a:spLocks xmlns:a="http://schemas.openxmlformats.org/drawingml/2006/main" noGrp="1"/>
          </p:cNvSpPr>
          <p:nvPr/>
        </p:nvSpPr>
        <p:spPr>
          <a:xfrm xmlns:a="http://schemas.openxmlformats.org/drawingml/2006/main">
            <a:off x="6134100" y="27241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03</a:t>
            </a:r>
          </a:p>
        </p:txBody>
      </p:sp>
      <p:sp>
        <p:nvSpPr>
          <p:cNvPr id="19" name="">
            <a:extLst xmlns:a="http://schemas.openxmlformats.org/drawingml/2006/main">
              <a:ext uri="{FF2B5EF4-FFF2-40B4-BE49-F238E27FC236}">
                <a16:creationId xmlns:a16="http://schemas.microsoft.com/office/drawing/2014/main" id="{A0B89616-8755-41AE-9245-414E62793A21}"/>
              </a:ext>
            </a:extLst>
          </p:cNvPr>
          <p:cNvSpPr>
            <a:spLocks xmlns:a="http://schemas.openxmlformats.org/drawingml/2006/main" noGrp="1"/>
          </p:cNvSpPr>
          <p:nvPr/>
        </p:nvSpPr>
        <p:spPr>
          <a:xfrm xmlns:a="http://schemas.openxmlformats.org/drawingml/2006/main">
            <a:off x="6134100" y="3143250"/>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191919"/>
                </a:solidFill>
                <a:latin typeface="AppleGothic"/>
                <a:ea typeface="AppleGothic"/>
                <a:cs typeface="AppleGothic"/>
              </a:defRPr>
            </a:pPr>
            <a:r>
              <a:rPr sz="1500" b="1">
                <a:solidFill>
                  <a:srgbClr val="191919"/>
                </a:solidFill>
                <a:latin typeface="AppleGothic"/>
                <a:ea typeface="AppleGothic"/>
                <a:cs typeface="AppleGothic"/>
              </a:rPr>
              <a:t>모델 제공자</a:t>
            </a:r>
          </a:p>
        </p:txBody>
      </p:sp>
      <p:sp>
        <p:nvSpPr>
          <p:cNvPr id="20" name="">
            <a:extLst xmlns:a="http://schemas.openxmlformats.org/drawingml/2006/main">
              <a:ext uri="{FF2B5EF4-FFF2-40B4-BE49-F238E27FC236}">
                <a16:creationId xmlns:a16="http://schemas.microsoft.com/office/drawing/2014/main" id="{0A89D4BA-99FE-4F99-95F3-13FCEFF12EE6}"/>
              </a:ext>
            </a:extLst>
          </p:cNvPr>
          <p:cNvSpPr>
            <a:spLocks xmlns:a="http://schemas.openxmlformats.org/drawingml/2006/main" noGrp="1"/>
          </p:cNvSpPr>
          <p:nvPr/>
        </p:nvSpPr>
        <p:spPr>
          <a:xfrm xmlns:a="http://schemas.openxmlformats.org/drawingml/2006/main">
            <a:off x="6134100" y="36004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0">
                <a:solidFill>
                  <a:srgbClr val="667085"/>
                </a:solidFill>
                <a:latin typeface="AppleGothic"/>
                <a:ea typeface="AppleGothic"/>
                <a:cs typeface="AppleGothic"/>
              </a:defRPr>
            </a:pPr>
            <a:r>
              <a:rPr sz="1200" b="0">
                <a:solidFill>
                  <a:srgbClr val="667085"/>
                </a:solidFill>
                <a:latin typeface="AppleGothic"/>
                <a:ea typeface="AppleGothic"/>
                <a:cs typeface="AppleGothic"/>
              </a:rPr>
              <a:t>데모 모드 · Ollama</a:t>
            </a:r>
          </a:p>
        </p:txBody>
      </p:sp>
      <p:sp>
        <p:nvSpPr>
          <p:cNvPr id="21" name="">
            <a:extLst xmlns:a="http://schemas.openxmlformats.org/drawingml/2006/main">
              <a:ext uri="{FF2B5EF4-FFF2-40B4-BE49-F238E27FC236}">
                <a16:creationId xmlns:a16="http://schemas.microsoft.com/office/drawing/2014/main" id="{A5D626A6-07CB-4B7E-BEA7-7BFC6F41F546}"/>
              </a:ext>
            </a:extLst>
          </p:cNvPr>
          <p:cNvSpPr>
            <a:spLocks xmlns:a="http://schemas.openxmlformats.org/drawingml/2006/main" noGrp="1"/>
          </p:cNvSpPr>
          <p:nvPr/>
        </p:nvSpPr>
        <p:spPr>
          <a:xfrm xmlns:a="http://schemas.openxmlformats.org/drawingml/2006/main">
            <a:off x="8286750" y="3105150"/>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800" b="1">
                <a:solidFill>
                  <a:srgbClr val="667085"/>
                </a:solidFill>
                <a:latin typeface="Menlo"/>
                <a:ea typeface="Menlo"/>
                <a:cs typeface="Menlo"/>
              </a:defRPr>
            </a:pPr>
            <a:r>
              <a:rPr sz="1800" b="1">
                <a:solidFill>
                  <a:srgbClr val="667085"/>
                </a:solidFill>
                <a:latin typeface="Menlo"/>
                <a:ea typeface="Menlo"/>
                <a:cs typeface="Menlo"/>
              </a:rPr>
              <a:t>→</a:t>
            </a:r>
          </a:p>
        </p:txBody>
      </p:sp>
      <p:sp>
        <p:nvSpPr>
          <p:cNvPr id="22" name="">
            <a:extLst xmlns:a="http://schemas.openxmlformats.org/drawingml/2006/main">
              <a:ext uri="{FF2B5EF4-FFF2-40B4-BE49-F238E27FC236}">
                <a16:creationId xmlns:a16="http://schemas.microsoft.com/office/drawing/2014/main" id="{00869D20-8E53-4491-90DE-510EF5167D5E}"/>
              </a:ext>
            </a:extLst>
          </p:cNvPr>
          <p:cNvSpPr>
            <a:spLocks xmlns:a="http://schemas.openxmlformats.org/drawingml/2006/main" noGrp="1"/>
          </p:cNvSpPr>
          <p:nvPr/>
        </p:nvSpPr>
        <p:spPr>
          <a:xfrm xmlns:a="http://schemas.openxmlformats.org/drawingml/2006/main" rot="0">
            <a:off x="8934450" y="2533650"/>
            <a:ext cx="2647950" cy="1562100"/>
          </a:xfrm>
          <a:prstGeom xmlns:a="http://schemas.openxmlformats.org/drawingml/2006/main" prst="rect">
            <a:avLst/>
          </a:prstGeom>
          <a:solidFill xmlns:a="http://schemas.openxmlformats.org/drawingml/2006/main">
            <a:srgbClr val="0B1F3A"/>
          </a:solidFill>
          <a:ln xmlns:a="http://schemas.openxmlformats.org/drawingml/2006/main" w="9525">
            <a:solidFill>
              <a:srgbClr val="0B1F3A"/>
            </a:solidFill>
            <a:prstDash val="solid"/>
          </a:ln>
        </p:spPr>
      </p:sp>
      <p:sp>
        <p:nvSpPr>
          <p:cNvPr id="23" name="">
            <a:extLst xmlns:a="http://schemas.openxmlformats.org/drawingml/2006/main">
              <a:ext uri="{FF2B5EF4-FFF2-40B4-BE49-F238E27FC236}">
                <a16:creationId xmlns:a16="http://schemas.microsoft.com/office/drawing/2014/main" id="{3041FFAB-FC90-42A7-817F-A25B166ED29A}"/>
              </a:ext>
            </a:extLst>
          </p:cNvPr>
          <p:cNvSpPr>
            <a:spLocks xmlns:a="http://schemas.openxmlformats.org/drawingml/2006/main" noGrp="1"/>
          </p:cNvSpPr>
          <p:nvPr/>
        </p:nvSpPr>
        <p:spPr>
          <a:xfrm xmlns:a="http://schemas.openxmlformats.org/drawingml/2006/main">
            <a:off x="9105900" y="27241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04</a:t>
            </a:r>
          </a:p>
        </p:txBody>
      </p:sp>
      <p:sp>
        <p:nvSpPr>
          <p:cNvPr id="24" name="">
            <a:extLst xmlns:a="http://schemas.openxmlformats.org/drawingml/2006/main">
              <a:ext uri="{FF2B5EF4-FFF2-40B4-BE49-F238E27FC236}">
                <a16:creationId xmlns:a16="http://schemas.microsoft.com/office/drawing/2014/main" id="{F89E8973-B40F-46D1-A8CF-F4E722445E58}"/>
              </a:ext>
            </a:extLst>
          </p:cNvPr>
          <p:cNvSpPr>
            <a:spLocks xmlns:a="http://schemas.openxmlformats.org/drawingml/2006/main" noGrp="1"/>
          </p:cNvSpPr>
          <p:nvPr/>
        </p:nvSpPr>
        <p:spPr>
          <a:xfrm xmlns:a="http://schemas.openxmlformats.org/drawingml/2006/main">
            <a:off x="9105900" y="3143250"/>
            <a:ext cx="2305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실행 추적 저장소</a:t>
            </a:r>
          </a:p>
        </p:txBody>
      </p:sp>
      <p:sp>
        <p:nvSpPr>
          <p:cNvPr id="25" name="">
            <a:extLst xmlns:a="http://schemas.openxmlformats.org/drawingml/2006/main">
              <a:ext uri="{FF2B5EF4-FFF2-40B4-BE49-F238E27FC236}">
                <a16:creationId xmlns:a16="http://schemas.microsoft.com/office/drawing/2014/main" id="{9A46142A-374B-430D-97D1-AAF2A6A868E8}"/>
              </a:ext>
            </a:extLst>
          </p:cNvPr>
          <p:cNvSpPr>
            <a:spLocks xmlns:a="http://schemas.openxmlformats.org/drawingml/2006/main" noGrp="1"/>
          </p:cNvSpPr>
          <p:nvPr/>
        </p:nvSpPr>
        <p:spPr>
          <a:xfrm xmlns:a="http://schemas.openxmlformats.org/drawingml/2006/main">
            <a:off x="9105900" y="3600450"/>
            <a:ext cx="2305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0">
                <a:solidFill>
                  <a:srgbClr val="FFFFFF"/>
                </a:solidFill>
                <a:latin typeface="AppleGothic"/>
                <a:ea typeface="AppleGothic"/>
                <a:cs typeface="AppleGothic"/>
              </a:defRPr>
            </a:pPr>
            <a:r>
              <a:rPr sz="1200" b="0">
                <a:solidFill>
                  <a:srgbClr val="FFFFFF"/>
                </a:solidFill>
                <a:latin typeface="AppleGothic"/>
                <a:ea typeface="AppleGothic"/>
                <a:cs typeface="AppleGothic"/>
              </a:rPr>
              <a:t>메모리 · 줄 단위 기록</a:t>
            </a:r>
          </a:p>
        </p:txBody>
      </p:sp>
      <p:sp>
        <p:nvSpPr>
          <p:cNvPr id="26" name="">
            <a:extLst xmlns:a="http://schemas.openxmlformats.org/drawingml/2006/main">
              <a:ext uri="{FF2B5EF4-FFF2-40B4-BE49-F238E27FC236}">
                <a16:creationId xmlns:a16="http://schemas.microsoft.com/office/drawing/2014/main" id="{B2990BB7-C26D-4EF2-9BC1-08BA1FD2A041}"/>
              </a:ext>
            </a:extLst>
          </p:cNvPr>
          <p:cNvSpPr>
            <a:spLocks xmlns:a="http://schemas.openxmlformats.org/drawingml/2006/main" noGrp="1"/>
          </p:cNvSpPr>
          <p:nvPr/>
        </p:nvSpPr>
        <p:spPr>
          <a:xfrm xmlns:a="http://schemas.openxmlformats.org/drawingml/2006/main">
            <a:off x="609600" y="4838700"/>
            <a:ext cx="10972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가이드 · week01/VS_CODE_GUIDE.md</a:t>
            </a:r>
          </a:p>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노트북 · week01/lab/week01_trace01_lab.ipynb</a:t>
            </a:r>
          </a:p>
        </p:txBody>
      </p:sp>
    </p:spTree>
    <p:extLst>
      <p:ext uri="{BB962C8B-B14F-4D97-AF65-F5344CB8AC3E}">
        <p14:creationId xmlns:p14="http://schemas.microsoft.com/office/powerpoint/2010/main" val="1526151596"/>
      </p:ext>
    </p:extLst>
  </p:cSld>
</p:sld>
</file>

<file path=ppt/slides/slide6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864D3E-F6E3-4170-AADB-C59B4B46AE85}"/>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49CE4C3A-F8C1-41C1-83BF-51A21D86F7ED}"/>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69</a:t>
            </a:r>
          </a:p>
        </p:txBody>
      </p:sp>
      <p:sp>
        <p:nvSpPr>
          <p:cNvPr id="3" name="">
            <a:extLst xmlns:a="http://schemas.openxmlformats.org/drawingml/2006/main">
              <a:ext uri="{FF2B5EF4-FFF2-40B4-BE49-F238E27FC236}">
                <a16:creationId xmlns:a16="http://schemas.microsoft.com/office/drawing/2014/main" id="{AA423930-3EE9-48B5-8D1F-A82470E311B8}"/>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BC790726-C13A-400A-95C8-AC2E3631C44A}"/>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20DBFCEE-E5D7-4469-8A78-35C881992D28}"/>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855A1FDD-15F1-4BE4-A472-9F66DBDD711F}"/>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Python 3.11 개발환경 준비</a:t>
            </a:r>
          </a:p>
        </p:txBody>
      </p:sp>
      <p:sp>
        <p:nvSpPr>
          <p:cNvPr id="7" name="">
            <a:extLst xmlns:a="http://schemas.openxmlformats.org/drawingml/2006/main">
              <a:ext uri="{FF2B5EF4-FFF2-40B4-BE49-F238E27FC236}">
                <a16:creationId xmlns:a16="http://schemas.microsoft.com/office/drawing/2014/main" id="{DB3D57D5-904A-4E39-AC2F-2F99488583F9}"/>
              </a:ext>
            </a:extLst>
          </p:cNvPr>
          <p:cNvSpPr>
            <a:spLocks xmlns:a="http://schemas.openxmlformats.org/drawingml/2006/main" noGrp="1"/>
          </p:cNvSpPr>
          <p:nvPr/>
        </p:nvSpPr>
        <p:spPr>
          <a:xfrm xmlns:a="http://schemas.openxmlformats.org/drawingml/2006/main" rot="0">
            <a:off x="609600" y="1657350"/>
            <a:ext cx="7429500" cy="4171950"/>
          </a:xfrm>
          <a:prstGeom xmlns:a="http://schemas.openxmlformats.org/drawingml/2006/main" prst="rect">
            <a:avLst/>
          </a:prstGeom>
          <a:solidFill xmlns:a="http://schemas.openxmlformats.org/drawingml/2006/main">
            <a:srgbClr val="050505"/>
          </a:solidFill>
          <a:ln xmlns:a="http://schemas.openxmlformats.org/drawingml/2006/main" w="0">
            <a:solidFill>
              <a:srgbClr val="050505"/>
            </a:solidFill>
            <a:prstDash val="solid"/>
          </a:ln>
        </p:spPr>
      </p:sp>
      <p:sp>
        <p:nvSpPr>
          <p:cNvPr id="8" name="">
            <a:extLst xmlns:a="http://schemas.openxmlformats.org/drawingml/2006/main">
              <a:ext uri="{FF2B5EF4-FFF2-40B4-BE49-F238E27FC236}">
                <a16:creationId xmlns:a16="http://schemas.microsoft.com/office/drawing/2014/main" id="{7DF715E6-7148-49B6-81A1-BB506C9E5C85}"/>
              </a:ext>
            </a:extLst>
          </p:cNvPr>
          <p:cNvSpPr>
            <a:spLocks xmlns:a="http://schemas.openxmlformats.org/drawingml/2006/main" noGrp="1"/>
          </p:cNvSpPr>
          <p:nvPr/>
        </p:nvSpPr>
        <p:spPr>
          <a:xfrm xmlns:a="http://schemas.openxmlformats.org/drawingml/2006/main">
            <a:off x="857250" y="192405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TERMINAL / REPOSITORY ROOT</a:t>
            </a:r>
          </a:p>
        </p:txBody>
      </p:sp>
      <p:sp>
        <p:nvSpPr>
          <p:cNvPr id="9" name="">
            <a:extLst xmlns:a="http://schemas.openxmlformats.org/drawingml/2006/main">
              <a:ext uri="{FF2B5EF4-FFF2-40B4-BE49-F238E27FC236}">
                <a16:creationId xmlns:a16="http://schemas.microsoft.com/office/drawing/2014/main" id="{12ED99F0-302E-4709-93C6-4E8F3EA4543C}"/>
              </a:ext>
            </a:extLst>
          </p:cNvPr>
          <p:cNvSpPr>
            <a:spLocks xmlns:a="http://schemas.openxmlformats.org/drawingml/2006/main" noGrp="1"/>
          </p:cNvSpPr>
          <p:nvPr/>
        </p:nvSpPr>
        <p:spPr>
          <a:xfrm xmlns:a="http://schemas.openxmlformats.org/drawingml/2006/main">
            <a:off x="857250" y="2362200"/>
            <a:ext cx="69151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uv python install 3.11.14</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uv venv --python 3.11.14 \</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  --allow-existing .venv</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uv pip install --python .venv/bin/python \</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  -r requirements.txt</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.venv/bin/python -m pytest -q \</a:t>
            </a:r>
          </a:p>
          <a:p xmlns:a="http://schemas.openxmlformats.org/drawingml/2006/main">
            <a:pPr algn="l">
              <a:lnSpc>
                <a:spcPct val="135000"/>
              </a:lnSpc>
              <a:buNone/>
              <a:defRPr sz="1275" b="1">
                <a:solidFill>
                  <a:srgbClr val="FFFFFF"/>
                </a:solidFill>
                <a:latin typeface="Menlo"/>
                <a:ea typeface="Menlo"/>
                <a:cs typeface="Menlo"/>
              </a:defRPr>
            </a:pPr>
            <a:r>
              <a:rPr sz="1275" b="1">
                <a:solidFill>
                  <a:srgbClr val="FFFFFF"/>
                </a:solidFill>
                <a:latin typeface="Menlo"/>
                <a:ea typeface="Menlo"/>
                <a:cs typeface="Menlo"/>
              </a:rPr>
              <a:t>  week01/lab/tests</a:t>
            </a:r>
          </a:p>
        </p:txBody>
      </p:sp>
      <p:sp>
        <p:nvSpPr>
          <p:cNvPr id="10" name="">
            <a:extLst xmlns:a="http://schemas.openxmlformats.org/drawingml/2006/main">
              <a:ext uri="{FF2B5EF4-FFF2-40B4-BE49-F238E27FC236}">
                <a16:creationId xmlns:a16="http://schemas.microsoft.com/office/drawing/2014/main" id="{DE086C85-08F7-45C4-B85D-1B8D7173610D}"/>
              </a:ext>
            </a:extLst>
          </p:cNvPr>
          <p:cNvSpPr>
            <a:spLocks xmlns:a="http://schemas.openxmlformats.org/drawingml/2006/main" noGrp="1"/>
          </p:cNvSpPr>
          <p:nvPr/>
        </p:nvSpPr>
        <p:spPr>
          <a:xfrm xmlns:a="http://schemas.openxmlformats.org/drawingml/2006/main">
            <a:off x="8496300" y="192405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4050" b="1">
                <a:solidFill>
                  <a:srgbClr val="2563EB"/>
                </a:solidFill>
                <a:latin typeface="Menlo"/>
                <a:ea typeface="Menlo"/>
                <a:cs typeface="Menlo"/>
              </a:defRPr>
            </a:pPr>
            <a:r>
              <a:rPr sz="4050" b="1">
                <a:solidFill>
                  <a:srgbClr val="2563EB"/>
                </a:solidFill>
                <a:latin typeface="Menlo"/>
                <a:ea typeface="Menlo"/>
                <a:cs typeface="Menlo"/>
              </a:rPr>
              <a:t>3.11.14</a:t>
            </a:r>
          </a:p>
        </p:txBody>
      </p:sp>
      <p:sp>
        <p:nvSpPr>
          <p:cNvPr id="11" name="">
            <a:extLst xmlns:a="http://schemas.openxmlformats.org/drawingml/2006/main">
              <a:ext uri="{FF2B5EF4-FFF2-40B4-BE49-F238E27FC236}">
                <a16:creationId xmlns:a16="http://schemas.microsoft.com/office/drawing/2014/main" id="{AB738437-2436-4278-B534-AC4F962CD29B}"/>
              </a:ext>
            </a:extLst>
          </p:cNvPr>
          <p:cNvSpPr>
            <a:spLocks xmlns:a="http://schemas.openxmlformats.org/drawingml/2006/main" noGrp="1"/>
          </p:cNvSpPr>
          <p:nvPr/>
        </p:nvSpPr>
        <p:spPr>
          <a:xfrm xmlns:a="http://schemas.openxmlformats.org/drawingml/2006/main">
            <a:off x="8496300" y="3105150"/>
            <a:ext cx="27813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25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VS Code</a:t>
            </a:r>
          </a:p>
          <a:p xmlns:a="http://schemas.openxmlformats.org/drawingml/2006/main">
            <a:pPr algn="r">
              <a:lnSpc>
                <a:spcPct val="125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저장소 루트</a:t>
            </a:r>
          </a:p>
          <a:p xmlns:a="http://schemas.openxmlformats.org/drawingml/2006/main">
            <a:pPr algn="r">
              <a:lnSpc>
                <a:spcPct val="125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llmops-16week</a:t>
            </a:r>
          </a:p>
        </p:txBody>
      </p:sp>
      <p:sp>
        <p:nvSpPr>
          <p:cNvPr id="12" name="">
            <a:extLst xmlns:a="http://schemas.openxmlformats.org/drawingml/2006/main">
              <a:ext uri="{FF2B5EF4-FFF2-40B4-BE49-F238E27FC236}">
                <a16:creationId xmlns:a16="http://schemas.microsoft.com/office/drawing/2014/main" id="{6BDFA207-6744-4A6F-90E7-8BD05BBE8D93}"/>
              </a:ext>
            </a:extLst>
          </p:cNvPr>
          <p:cNvSpPr>
            <a:spLocks xmlns:a="http://schemas.openxmlformats.org/drawingml/2006/main" noGrp="1"/>
          </p:cNvSpPr>
          <p:nvPr/>
        </p:nvSpPr>
        <p:spPr>
          <a:xfrm xmlns:a="http://schemas.openxmlformats.org/drawingml/2006/main">
            <a:off x="8496300" y="4705350"/>
            <a:ext cx="2781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2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Environment: Bootstrap</a:t>
            </a:r>
          </a:p>
          <a:p xmlns:a="http://schemas.openxmlformats.org/drawingml/2006/main">
            <a:pPr algn="r">
              <a:lnSpc>
                <a:spcPct val="12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Python: Select Interpreter</a:t>
            </a:r>
          </a:p>
          <a:p xmlns:a="http://schemas.openxmlformats.org/drawingml/2006/main">
            <a:pPr algn="r">
              <a:lnSpc>
                <a:spcPct val="125000"/>
              </a:lnSpc>
              <a:buNone/>
              <a:defRPr sz="1275" b="0">
                <a:solidFill>
                  <a:srgbClr val="667085"/>
                </a:solidFill>
                <a:latin typeface="AppleGothic"/>
                <a:ea typeface="AppleGothic"/>
                <a:cs typeface="AppleGothic"/>
              </a:defRPr>
            </a:pPr>
            <a:r>
              <a:rPr sz="1275" b="0">
                <a:solidFill>
                  <a:srgbClr val="667085"/>
                </a:solidFill>
                <a:latin typeface="AppleGothic"/>
                <a:ea typeface="AppleGothic"/>
                <a:cs typeface="AppleGothic"/>
              </a:rPr>
              <a:t>Tasks: Run Test Task</a:t>
            </a:r>
          </a:p>
        </p:txBody>
      </p:sp>
    </p:spTree>
    <p:extLst>
      <p:ext uri="{BB962C8B-B14F-4D97-AF65-F5344CB8AC3E}">
        <p14:creationId xmlns:p14="http://schemas.microsoft.com/office/powerpoint/2010/main" val="984082586"/>
      </p:ext>
    </p:extLst>
  </p:cSld>
</p:sld>
</file>

<file path=ppt/slides/slide7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0187D3A-7EA3-421B-B23E-A81179BE6F81}"/>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A82E56B9-9033-478A-A01C-0DA596F1AD3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70</a:t>
            </a:r>
          </a:p>
        </p:txBody>
      </p:sp>
      <p:sp>
        <p:nvSpPr>
          <p:cNvPr id="3" name="">
            <a:extLst xmlns:a="http://schemas.openxmlformats.org/drawingml/2006/main">
              <a:ext uri="{FF2B5EF4-FFF2-40B4-BE49-F238E27FC236}">
                <a16:creationId xmlns:a16="http://schemas.microsoft.com/office/drawing/2014/main" id="{3474B802-F7D4-42BC-B6A4-C295B3D9FB7F}"/>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037080B6-8F6C-4C42-BE2D-CFF11203836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F20985A-B7A1-41FF-99D8-B35BA00EF662}"/>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DE7C1558-EA61-4EC1-9066-0DDCC95558F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TRACE/01 서버의 두 실행 경로</a:t>
            </a:r>
          </a:p>
        </p:txBody>
      </p:sp>
      <p:sp>
        <p:nvSpPr>
          <p:cNvPr id="7" name="">
            <a:extLst xmlns:a="http://schemas.openxmlformats.org/drawingml/2006/main">
              <a:ext uri="{FF2B5EF4-FFF2-40B4-BE49-F238E27FC236}">
                <a16:creationId xmlns:a16="http://schemas.microsoft.com/office/drawing/2014/main" id="{B35ADE30-A2EC-45D2-BA06-9E5118399AD7}"/>
              </a:ext>
            </a:extLst>
          </p:cNvPr>
          <p:cNvSpPr>
            <a:spLocks xmlns:a="http://schemas.openxmlformats.org/drawingml/2006/main" noGrp="1"/>
          </p:cNvSpPr>
          <p:nvPr/>
        </p:nvSpPr>
        <p:spPr>
          <a:xfrm xmlns:a="http://schemas.openxmlformats.org/drawingml/2006/main" rot="0">
            <a:off x="609600" y="2667000"/>
            <a:ext cx="1924050" cy="10668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8FDE046E-F8A5-41CD-B50A-92FCDFB74619}"/>
              </a:ext>
            </a:extLst>
          </p:cNvPr>
          <p:cNvSpPr>
            <a:spLocks xmlns:a="http://schemas.openxmlformats.org/drawingml/2006/main" noGrp="1"/>
          </p:cNvSpPr>
          <p:nvPr/>
        </p:nvSpPr>
        <p:spPr>
          <a:xfrm xmlns:a="http://schemas.openxmlformats.org/drawingml/2006/main">
            <a:off x="781050" y="2667000"/>
            <a:ext cx="1581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5000"/>
              </a:lnSpc>
              <a:buNone/>
              <a:defRPr sz="1575" b="1">
                <a:solidFill>
                  <a:srgbClr val="FFFFFF"/>
                </a:solidFill>
                <a:latin typeface="AppleGothic"/>
                <a:ea typeface="AppleGothic"/>
                <a:cs typeface="AppleGothic"/>
              </a:defRPr>
            </a:pPr>
            <a:r>
              <a:rPr sz="1575" b="1">
                <a:solidFill>
                  <a:srgbClr val="FFFFFF"/>
                </a:solidFill>
                <a:latin typeface="AppleGothic"/>
                <a:ea typeface="AppleGothic"/>
                <a:cs typeface="AppleGothic"/>
              </a:rPr>
              <a:t>같은 합성 입력</a:t>
            </a:r>
          </a:p>
          <a:p xmlns:a="http://schemas.openxmlformats.org/drawingml/2006/main">
            <a:pPr algn="ctr">
              <a:lnSpc>
                <a:spcPct val="115000"/>
              </a:lnSpc>
              <a:buNone/>
              <a:defRPr sz="1575" b="1">
                <a:solidFill>
                  <a:srgbClr val="FFFFFF"/>
                </a:solidFill>
                <a:latin typeface="AppleGothic"/>
                <a:ea typeface="AppleGothic"/>
                <a:cs typeface="AppleGothic"/>
              </a:defRPr>
            </a:pPr>
            <a:r>
              <a:rPr sz="1575" b="1">
                <a:solidFill>
                  <a:srgbClr val="FFFFFF"/>
                </a:solidFill>
                <a:latin typeface="AppleGothic"/>
                <a:ea typeface="AppleGothic"/>
                <a:cs typeface="AppleGothic"/>
              </a:rPr>
              <a:t>같은 작업·온도</a:t>
            </a:r>
          </a:p>
        </p:txBody>
      </p:sp>
      <p:sp>
        <p:nvSpPr>
          <p:cNvPr id="9" name="">
            <a:extLst xmlns:a="http://schemas.openxmlformats.org/drawingml/2006/main">
              <a:ext uri="{FF2B5EF4-FFF2-40B4-BE49-F238E27FC236}">
                <a16:creationId xmlns:a16="http://schemas.microsoft.com/office/drawing/2014/main" id="{AD4B3B8F-39C7-4F4A-A16E-7DFA5A04767F}"/>
              </a:ext>
            </a:extLst>
          </p:cNvPr>
          <p:cNvSpPr>
            <a:spLocks xmlns:a="http://schemas.openxmlformats.org/drawingml/2006/main" noGrp="1"/>
          </p:cNvSpPr>
          <p:nvPr/>
        </p:nvSpPr>
        <p:spPr>
          <a:xfrm xmlns:a="http://schemas.openxmlformats.org/drawingml/2006/main" flipH="0" flipV="1">
            <a:off x="2533650" y="2190750"/>
            <a:ext cx="895350" cy="1009650"/>
          </a:xfrm>
          <a:prstGeom xmlns:a="http://schemas.openxmlformats.org/drawingml/2006/main" prst="line">
            <a:avLst/>
          </a:prstGeom>
          <a:noFill xmlns:a="http://schemas.openxmlformats.org/drawingml/2006/main"/>
          <a:ln xmlns:a="http://schemas.openxmlformats.org/drawingml/2006/main" w="19050">
            <a:solidFill>
              <a:srgbClr val="667085"/>
            </a:solidFill>
            <a:prstDash val="solid"/>
          </a:ln>
        </p:spPr>
      </p:sp>
      <p:sp>
        <p:nvSpPr>
          <p:cNvPr id="10" name="">
            <a:extLst xmlns:a="http://schemas.openxmlformats.org/drawingml/2006/main">
              <a:ext uri="{FF2B5EF4-FFF2-40B4-BE49-F238E27FC236}">
                <a16:creationId xmlns:a16="http://schemas.microsoft.com/office/drawing/2014/main" id="{AB1EC996-7B80-40A6-B465-ECA45A7D786A}"/>
              </a:ext>
            </a:extLst>
          </p:cNvPr>
          <p:cNvSpPr>
            <a:spLocks xmlns:a="http://schemas.openxmlformats.org/drawingml/2006/main" noGrp="1"/>
          </p:cNvSpPr>
          <p:nvPr/>
        </p:nvSpPr>
        <p:spPr>
          <a:xfrm xmlns:a="http://schemas.openxmlformats.org/drawingml/2006/main" flipH="0" flipV="0">
            <a:off x="2533650" y="3200400"/>
            <a:ext cx="895350" cy="1009650"/>
          </a:xfrm>
          <a:prstGeom xmlns:a="http://schemas.openxmlformats.org/drawingml/2006/main" prst="line">
            <a:avLst/>
          </a:prstGeom>
          <a:noFill xmlns:a="http://schemas.openxmlformats.org/drawingml/2006/main"/>
          <a:ln xmlns:a="http://schemas.openxmlformats.org/drawingml/2006/main" w="19050">
            <a:solidFill>
              <a:srgbClr val="667085"/>
            </a:solidFill>
            <a:prstDash val="solid"/>
          </a:ln>
        </p:spPr>
      </p:sp>
      <p:sp>
        <p:nvSpPr>
          <p:cNvPr id="11" name="">
            <a:extLst xmlns:a="http://schemas.openxmlformats.org/drawingml/2006/main">
              <a:ext uri="{FF2B5EF4-FFF2-40B4-BE49-F238E27FC236}">
                <a16:creationId xmlns:a16="http://schemas.microsoft.com/office/drawing/2014/main" id="{274CCB7F-147F-4132-931E-615A2AEF1777}"/>
              </a:ext>
            </a:extLst>
          </p:cNvPr>
          <p:cNvSpPr>
            <a:spLocks xmlns:a="http://schemas.openxmlformats.org/drawingml/2006/main" noGrp="1"/>
          </p:cNvSpPr>
          <p:nvPr/>
        </p:nvSpPr>
        <p:spPr>
          <a:xfrm xmlns:a="http://schemas.openxmlformats.org/drawingml/2006/main">
            <a:off x="3695700" y="1676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필수 · DEMO</a:t>
            </a:r>
          </a:p>
        </p:txBody>
      </p:sp>
      <p:sp>
        <p:nvSpPr>
          <p:cNvPr id="12" name="">
            <a:extLst xmlns:a="http://schemas.openxmlformats.org/drawingml/2006/main">
              <a:ext uri="{FF2B5EF4-FFF2-40B4-BE49-F238E27FC236}">
                <a16:creationId xmlns:a16="http://schemas.microsoft.com/office/drawing/2014/main" id="{5DF0D489-FC6E-45A8-B0F6-A16110C133D9}"/>
              </a:ext>
            </a:extLst>
          </p:cNvPr>
          <p:cNvSpPr>
            <a:spLocks xmlns:a="http://schemas.openxmlformats.org/drawingml/2006/main" noGrp="1"/>
          </p:cNvSpPr>
          <p:nvPr/>
        </p:nvSpPr>
        <p:spPr>
          <a:xfrm xmlns:a="http://schemas.openxmlformats.org/drawingml/2006/main" rot="0">
            <a:off x="3695700" y="2038350"/>
            <a:ext cx="2876550" cy="876300"/>
          </a:xfrm>
          <a:prstGeom xmlns:a="http://schemas.openxmlformats.org/drawingml/2006/main" prst="rect">
            <a:avLst/>
          </a:prstGeom>
          <a:solidFill xmlns:a="http://schemas.openxmlformats.org/drawingml/2006/main">
            <a:srgbClr val="FFFFFF"/>
          </a:solidFill>
          <a:ln xmlns:a="http://schemas.openxmlformats.org/drawingml/2006/main" w="28575">
            <a:solidFill>
              <a:srgbClr val="2563EB"/>
            </a:solidFill>
            <a:prstDash val="solid"/>
          </a:ln>
        </p:spPr>
      </p:sp>
      <p:sp>
        <p:nvSpPr>
          <p:cNvPr id="13" name="">
            <a:extLst xmlns:a="http://schemas.openxmlformats.org/drawingml/2006/main">
              <a:ext uri="{FF2B5EF4-FFF2-40B4-BE49-F238E27FC236}">
                <a16:creationId xmlns:a16="http://schemas.microsoft.com/office/drawing/2014/main" id="{22D888D7-2EA6-42BB-9649-D0073969BB03}"/>
              </a:ext>
            </a:extLst>
          </p:cNvPr>
          <p:cNvSpPr>
            <a:spLocks xmlns:a="http://schemas.openxmlformats.org/drawingml/2006/main" noGrp="1"/>
          </p:cNvSpPr>
          <p:nvPr/>
        </p:nvSpPr>
        <p:spPr>
          <a:xfrm xmlns:a="http://schemas.openxmlformats.org/drawingml/2006/main">
            <a:off x="3867150" y="2038350"/>
            <a:ext cx="2533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Week 01: Run TRACE/01</a:t>
            </a:r>
          </a:p>
        </p:txBody>
      </p:sp>
      <p:sp>
        <p:nvSpPr>
          <p:cNvPr id="14" name="">
            <a:extLst xmlns:a="http://schemas.openxmlformats.org/drawingml/2006/main">
              <a:ext uri="{FF2B5EF4-FFF2-40B4-BE49-F238E27FC236}">
                <a16:creationId xmlns:a16="http://schemas.microsoft.com/office/drawing/2014/main" id="{F30BBA88-32CA-4006-9866-1BF6A4666D2C}"/>
              </a:ext>
            </a:extLst>
          </p:cNvPr>
          <p:cNvSpPr>
            <a:spLocks xmlns:a="http://schemas.openxmlformats.org/drawingml/2006/main" noGrp="1"/>
          </p:cNvSpPr>
          <p:nvPr/>
        </p:nvSpPr>
        <p:spPr>
          <a:xfrm xmlns:a="http://schemas.openxmlformats.org/drawingml/2006/main" flipH="0" flipV="0">
            <a:off x="6572250" y="2476500"/>
            <a:ext cx="876300" cy="1009650"/>
          </a:xfrm>
          <a:prstGeom xmlns:a="http://schemas.openxmlformats.org/drawingml/2006/main" prst="line">
            <a:avLst/>
          </a:prstGeom>
          <a:noFill xmlns:a="http://schemas.openxmlformats.org/drawingml/2006/main"/>
          <a:ln xmlns:a="http://schemas.openxmlformats.org/drawingml/2006/main" w="19050">
            <a:solidFill>
              <a:srgbClr val="667085"/>
            </a:solidFill>
            <a:prstDash val="solid"/>
          </a:ln>
        </p:spPr>
      </p:sp>
      <p:sp>
        <p:nvSpPr>
          <p:cNvPr id="15" name="">
            <a:extLst xmlns:a="http://schemas.openxmlformats.org/drawingml/2006/main">
              <a:ext uri="{FF2B5EF4-FFF2-40B4-BE49-F238E27FC236}">
                <a16:creationId xmlns:a16="http://schemas.microsoft.com/office/drawing/2014/main" id="{CC985E45-B7C3-4511-B66F-F251C425DD2E}"/>
              </a:ext>
            </a:extLst>
          </p:cNvPr>
          <p:cNvSpPr>
            <a:spLocks xmlns:a="http://schemas.openxmlformats.org/drawingml/2006/main" noGrp="1"/>
          </p:cNvSpPr>
          <p:nvPr/>
        </p:nvSpPr>
        <p:spPr>
          <a:xfrm xmlns:a="http://schemas.openxmlformats.org/drawingml/2006/main">
            <a:off x="3695700" y="3714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선택 · OLLAMA</a:t>
            </a:r>
          </a:p>
        </p:txBody>
      </p:sp>
      <p:sp>
        <p:nvSpPr>
          <p:cNvPr id="16" name="">
            <a:extLst xmlns:a="http://schemas.openxmlformats.org/drawingml/2006/main">
              <a:ext uri="{FF2B5EF4-FFF2-40B4-BE49-F238E27FC236}">
                <a16:creationId xmlns:a16="http://schemas.microsoft.com/office/drawing/2014/main" id="{5AF709CC-E2D3-4257-A301-8EF7E82DD925}"/>
              </a:ext>
            </a:extLst>
          </p:cNvPr>
          <p:cNvSpPr>
            <a:spLocks xmlns:a="http://schemas.openxmlformats.org/drawingml/2006/main" noGrp="1"/>
          </p:cNvSpPr>
          <p:nvPr/>
        </p:nvSpPr>
        <p:spPr>
          <a:xfrm xmlns:a="http://schemas.openxmlformats.org/drawingml/2006/main" rot="0">
            <a:off x="3695700" y="4076700"/>
            <a:ext cx="28765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A7DF43AC-5579-4301-94E5-698D2977426F}"/>
              </a:ext>
            </a:extLst>
          </p:cNvPr>
          <p:cNvSpPr>
            <a:spLocks xmlns:a="http://schemas.openxmlformats.org/drawingml/2006/main" noGrp="1"/>
          </p:cNvSpPr>
          <p:nvPr/>
        </p:nvSpPr>
        <p:spPr>
          <a:xfrm xmlns:a="http://schemas.openxmlformats.org/drawingml/2006/main">
            <a:off x="3867150" y="4076700"/>
            <a:ext cx="2533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650" b="1">
                <a:solidFill>
                  <a:srgbClr val="191919"/>
                </a:solidFill>
                <a:latin typeface="AppleGothic"/>
                <a:ea typeface="AppleGothic"/>
                <a:cs typeface="AppleGothic"/>
              </a:defRPr>
            </a:pPr>
            <a:r>
              <a:rPr sz="1650" b="1">
                <a:solidFill>
                  <a:srgbClr val="191919"/>
                </a:solidFill>
                <a:latin typeface="AppleGothic"/>
                <a:ea typeface="AppleGothic"/>
                <a:cs typeface="AppleGothic"/>
              </a:rPr>
              <a:t>Run TRACE/01 with Ollama .env</a:t>
            </a:r>
          </a:p>
        </p:txBody>
      </p:sp>
      <p:sp>
        <p:nvSpPr>
          <p:cNvPr id="18" name="">
            <a:extLst xmlns:a="http://schemas.openxmlformats.org/drawingml/2006/main">
              <a:ext uri="{FF2B5EF4-FFF2-40B4-BE49-F238E27FC236}">
                <a16:creationId xmlns:a16="http://schemas.microsoft.com/office/drawing/2014/main" id="{5490AAD2-6A7B-4E28-810B-8F0168800ADB}"/>
              </a:ext>
            </a:extLst>
          </p:cNvPr>
          <p:cNvSpPr>
            <a:spLocks xmlns:a="http://schemas.openxmlformats.org/drawingml/2006/main" noGrp="1"/>
          </p:cNvSpPr>
          <p:nvPr/>
        </p:nvSpPr>
        <p:spPr>
          <a:xfrm xmlns:a="http://schemas.openxmlformats.org/drawingml/2006/main" flipH="0" flipV="1">
            <a:off x="6572250" y="3486150"/>
            <a:ext cx="876300" cy="1028700"/>
          </a:xfrm>
          <a:prstGeom xmlns:a="http://schemas.openxmlformats.org/drawingml/2006/main" prst="line">
            <a:avLst/>
          </a:prstGeom>
          <a:noFill xmlns:a="http://schemas.openxmlformats.org/drawingml/2006/main"/>
          <a:ln xmlns:a="http://schemas.openxmlformats.org/drawingml/2006/main" w="19050">
            <a:solidFill>
              <a:srgbClr val="667085"/>
            </a:solidFill>
            <a:prstDash val="solid"/>
          </a:ln>
        </p:spPr>
      </p:sp>
      <p:sp>
        <p:nvSpPr>
          <p:cNvPr id="19" name="">
            <a:extLst xmlns:a="http://schemas.openxmlformats.org/drawingml/2006/main">
              <a:ext uri="{FF2B5EF4-FFF2-40B4-BE49-F238E27FC236}">
                <a16:creationId xmlns:a16="http://schemas.microsoft.com/office/drawing/2014/main" id="{E3EA19A8-6AD1-4EAA-990B-2079B0C02B64}"/>
              </a:ext>
            </a:extLst>
          </p:cNvPr>
          <p:cNvSpPr>
            <a:spLocks xmlns:a="http://schemas.openxmlformats.org/drawingml/2006/main" noGrp="1"/>
          </p:cNvSpPr>
          <p:nvPr/>
        </p:nvSpPr>
        <p:spPr>
          <a:xfrm xmlns:a="http://schemas.openxmlformats.org/drawingml/2006/main" rot="0">
            <a:off x="7734300" y="2667000"/>
            <a:ext cx="1581150" cy="10668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20" name="">
            <a:extLst xmlns:a="http://schemas.openxmlformats.org/drawingml/2006/main">
              <a:ext uri="{FF2B5EF4-FFF2-40B4-BE49-F238E27FC236}">
                <a16:creationId xmlns:a16="http://schemas.microsoft.com/office/drawing/2014/main" id="{D72E9A0D-BA50-4E19-9C3C-69A8F8E8AB74}"/>
              </a:ext>
            </a:extLst>
          </p:cNvPr>
          <p:cNvSpPr>
            <a:spLocks xmlns:a="http://schemas.openxmlformats.org/drawingml/2006/main" noGrp="1"/>
          </p:cNvSpPr>
          <p:nvPr/>
        </p:nvSpPr>
        <p:spPr>
          <a:xfrm xmlns:a="http://schemas.openxmlformats.org/drawingml/2006/main">
            <a:off x="7905750" y="2667000"/>
            <a:ext cx="123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동일 실행 추적</a:t>
            </a:r>
          </a:p>
          <a:p xmlns:a="http://schemas.openxmlformats.org/drawingml/2006/main">
            <a:pPr algn="ctr">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데이터 구조</a:t>
            </a:r>
          </a:p>
        </p:txBody>
      </p:sp>
      <p:sp>
        <p:nvSpPr>
          <p:cNvPr id="21" name="">
            <a:extLst xmlns:a="http://schemas.openxmlformats.org/drawingml/2006/main">
              <a:ext uri="{FF2B5EF4-FFF2-40B4-BE49-F238E27FC236}">
                <a16:creationId xmlns:a16="http://schemas.microsoft.com/office/drawing/2014/main" id="{819C3873-EC65-4820-BBF4-7B880224779A}"/>
              </a:ext>
            </a:extLst>
          </p:cNvPr>
          <p:cNvSpPr>
            <a:spLocks xmlns:a="http://schemas.openxmlformats.org/drawingml/2006/main" noGrp="1"/>
          </p:cNvSpPr>
          <p:nvPr/>
        </p:nvSpPr>
        <p:spPr>
          <a:xfrm xmlns:a="http://schemas.openxmlformats.org/drawingml/2006/main">
            <a:off x="9410700" y="30289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667085"/>
                </a:solidFill>
                <a:latin typeface="Menlo"/>
                <a:ea typeface="Menlo"/>
                <a:cs typeface="Menlo"/>
              </a:defRPr>
            </a:pPr>
            <a:r>
              <a:rPr sz="1650" b="1">
                <a:solidFill>
                  <a:srgbClr val="667085"/>
                </a:solidFill>
                <a:latin typeface="Menlo"/>
                <a:ea typeface="Menlo"/>
                <a:cs typeface="Menlo"/>
              </a:rPr>
              <a:t>→</a:t>
            </a:r>
          </a:p>
        </p:txBody>
      </p:sp>
      <p:sp>
        <p:nvSpPr>
          <p:cNvPr id="22" name="">
            <a:extLst xmlns:a="http://schemas.openxmlformats.org/drawingml/2006/main">
              <a:ext uri="{FF2B5EF4-FFF2-40B4-BE49-F238E27FC236}">
                <a16:creationId xmlns:a16="http://schemas.microsoft.com/office/drawing/2014/main" id="{3FFEEA51-CE99-4C8C-83A2-A3403E3A4B3C}"/>
              </a:ext>
            </a:extLst>
          </p:cNvPr>
          <p:cNvSpPr>
            <a:spLocks xmlns:a="http://schemas.openxmlformats.org/drawingml/2006/main" noGrp="1"/>
          </p:cNvSpPr>
          <p:nvPr/>
        </p:nvSpPr>
        <p:spPr>
          <a:xfrm xmlns:a="http://schemas.openxmlformats.org/drawingml/2006/main" rot="0">
            <a:off x="10001250" y="2667000"/>
            <a:ext cx="1581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3" name="">
            <a:extLst xmlns:a="http://schemas.openxmlformats.org/drawingml/2006/main">
              <a:ext uri="{FF2B5EF4-FFF2-40B4-BE49-F238E27FC236}">
                <a16:creationId xmlns:a16="http://schemas.microsoft.com/office/drawing/2014/main" id="{B922706E-6AFE-44FF-B4CD-30625FA5BFE0}"/>
              </a:ext>
            </a:extLst>
          </p:cNvPr>
          <p:cNvSpPr>
            <a:spLocks xmlns:a="http://schemas.openxmlformats.org/drawingml/2006/main" noGrp="1"/>
          </p:cNvSpPr>
          <p:nvPr/>
        </p:nvSpPr>
        <p:spPr>
          <a:xfrm xmlns:a="http://schemas.openxmlformats.org/drawingml/2006/main">
            <a:off x="10172700" y="2667000"/>
            <a:ext cx="123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같은 기준</a:t>
            </a:r>
          </a:p>
          <a:p xmlns:a="http://schemas.openxmlformats.org/drawingml/2006/main">
            <a:pPr algn="ctr">
              <a:lnSpc>
                <a:spcPct val="100000"/>
              </a:lnSpc>
              <a:buNone/>
              <a:defRPr sz="1575" b="1">
                <a:solidFill>
                  <a:srgbClr val="191919"/>
                </a:solidFill>
                <a:latin typeface="AppleGothic"/>
                <a:ea typeface="AppleGothic"/>
                <a:cs typeface="AppleGothic"/>
              </a:defRPr>
            </a:pPr>
            <a:r>
              <a:rPr sz="1575" b="1">
                <a:solidFill>
                  <a:srgbClr val="191919"/>
                </a:solidFill>
                <a:latin typeface="AppleGothic"/>
                <a:ea typeface="AppleGothic"/>
                <a:cs typeface="AppleGothic"/>
              </a:rPr>
              <a:t>비교</a:t>
            </a:r>
          </a:p>
        </p:txBody>
      </p:sp>
      <p:sp>
        <p:nvSpPr>
          <p:cNvPr id="24" name="">
            <a:extLst xmlns:a="http://schemas.openxmlformats.org/drawingml/2006/main">
              <a:ext uri="{FF2B5EF4-FFF2-40B4-BE49-F238E27FC236}">
                <a16:creationId xmlns:a16="http://schemas.microsoft.com/office/drawing/2014/main" id="{504164B5-A61F-49A2-8B6E-6421267208C5}"/>
              </a:ext>
            </a:extLst>
          </p:cNvPr>
          <p:cNvSpPr>
            <a:spLocks xmlns:a="http://schemas.openxmlformats.org/drawingml/2006/main" noGrp="1"/>
          </p:cNvSpPr>
          <p:nvPr/>
        </p:nvSpPr>
        <p:spPr>
          <a:xfrm xmlns:a="http://schemas.openxmlformats.org/drawingml/2006/main">
            <a:off x="609600" y="541020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사용자 화면 · http://127.0.0.1:8000    |    상태 · GET /health    |    서버 터미널 유지</a:t>
            </a:r>
          </a:p>
        </p:txBody>
      </p:sp>
    </p:spTree>
    <p:extLst>
      <p:ext uri="{BB962C8B-B14F-4D97-AF65-F5344CB8AC3E}">
        <p14:creationId xmlns:p14="http://schemas.microsoft.com/office/powerpoint/2010/main" val="1527826037"/>
      </p:ext>
    </p:extLst>
  </p:cSld>
</p:sld>
</file>

<file path=ppt/slides/slide7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25A9844-D48A-436C-AD2F-C88797180051}"/>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84458CA0-0152-46D6-88D3-5221B6705982}"/>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71</a:t>
            </a:r>
          </a:p>
        </p:txBody>
      </p:sp>
      <p:sp>
        <p:nvSpPr>
          <p:cNvPr id="3" name="">
            <a:extLst xmlns:a="http://schemas.openxmlformats.org/drawingml/2006/main">
              <a:ext uri="{FF2B5EF4-FFF2-40B4-BE49-F238E27FC236}">
                <a16:creationId xmlns:a16="http://schemas.microsoft.com/office/drawing/2014/main" id="{7BA07595-A511-4119-8756-451BF922F50B}"/>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A98E23B5-8445-420F-ACFF-7C172B823AFF}"/>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03919B0-4296-41F0-9B95-F8CF46A05550}"/>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6DEED56-2B91-4E38-8FC6-FCB92B4BACB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VS Code 개발환경과 테스트 결과</a:t>
            </a:r>
          </a:p>
        </p:txBody>
      </p:sp>
      <p:sp>
        <p:nvSpPr>
          <p:cNvPr id="7" name="">
            <a:extLst xmlns:a="http://schemas.openxmlformats.org/drawingml/2006/main">
              <a:ext uri="{FF2B5EF4-FFF2-40B4-BE49-F238E27FC236}">
                <a16:creationId xmlns:a16="http://schemas.microsoft.com/office/drawing/2014/main" id="{B418F922-8DC9-49B5-9EE0-D9EEC46C50DC}"/>
              </a:ext>
            </a:extLst>
          </p:cNvPr>
          <p:cNvSpPr>
            <a:spLocks xmlns:a="http://schemas.openxmlformats.org/drawingml/2006/main" noGrp="1"/>
          </p:cNvSpPr>
          <p:nvPr/>
        </p:nvSpPr>
        <p:spPr>
          <a:xfrm xmlns:a="http://schemas.openxmlformats.org/drawingml/2006/main" rot="0">
            <a:off x="609600" y="1390650"/>
            <a:ext cx="8020050" cy="455295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ce2f570e1504e2c"/>
          <a:stretch xmlns:a="http://schemas.openxmlformats.org/drawingml/2006/main"/>
        </p:blipFill>
        <p:spPr>
          <a:xfrm xmlns:a="http://schemas.openxmlformats.org/drawingml/2006/main">
            <a:off x="647700" y="1432917"/>
            <a:ext cx="7943850" cy="446841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8CDBEF2-AE68-4953-AC0F-E43ACF9DE3D9}"/>
              </a:ext>
            </a:extLst>
          </p:cNvPr>
          <p:cNvSpPr>
            <a:spLocks xmlns:a="http://schemas.openxmlformats.org/drawingml/2006/main" noGrp="1"/>
          </p:cNvSpPr>
          <p:nvPr/>
        </p:nvSpPr>
        <p:spPr>
          <a:xfrm xmlns:a="http://schemas.openxmlformats.org/drawingml/2006/main">
            <a:off x="9010650" y="1504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실제 검증</a:t>
            </a:r>
          </a:p>
        </p:txBody>
      </p:sp>
      <p:sp>
        <p:nvSpPr>
          <p:cNvPr id="10" name="">
            <a:extLst xmlns:a="http://schemas.openxmlformats.org/drawingml/2006/main">
              <a:ext uri="{FF2B5EF4-FFF2-40B4-BE49-F238E27FC236}">
                <a16:creationId xmlns:a16="http://schemas.microsoft.com/office/drawing/2014/main" id="{92D5177A-934E-474B-83E4-092F0649FFB6}"/>
              </a:ext>
            </a:extLst>
          </p:cNvPr>
          <p:cNvSpPr>
            <a:spLocks xmlns:a="http://schemas.openxmlformats.org/drawingml/2006/main" noGrp="1"/>
          </p:cNvSpPr>
          <p:nvPr/>
        </p:nvSpPr>
        <p:spPr>
          <a:xfrm xmlns:a="http://schemas.openxmlformats.org/drawingml/2006/main">
            <a:off x="9010650" y="2019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실행 위치</a:t>
            </a:r>
          </a:p>
        </p:txBody>
      </p:sp>
      <p:sp>
        <p:nvSpPr>
          <p:cNvPr id="11" name="">
            <a:extLst xmlns:a="http://schemas.openxmlformats.org/drawingml/2006/main">
              <a:ext uri="{FF2B5EF4-FFF2-40B4-BE49-F238E27FC236}">
                <a16:creationId xmlns:a16="http://schemas.microsoft.com/office/drawing/2014/main" id="{E1C710F7-A62C-49DC-ACFB-B7151689AB57}"/>
              </a:ext>
            </a:extLst>
          </p:cNvPr>
          <p:cNvSpPr>
            <a:spLocks xmlns:a="http://schemas.openxmlformats.org/drawingml/2006/main" noGrp="1"/>
          </p:cNvSpPr>
          <p:nvPr/>
        </p:nvSpPr>
        <p:spPr>
          <a:xfrm xmlns:a="http://schemas.openxmlformats.org/drawingml/2006/main">
            <a:off x="9010650" y="2381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llmops-16week</a:t>
            </a:r>
          </a:p>
        </p:txBody>
      </p:sp>
      <p:sp>
        <p:nvSpPr>
          <p:cNvPr id="12" name="">
            <a:extLst xmlns:a="http://schemas.openxmlformats.org/drawingml/2006/main">
              <a:ext uri="{FF2B5EF4-FFF2-40B4-BE49-F238E27FC236}">
                <a16:creationId xmlns:a16="http://schemas.microsoft.com/office/drawing/2014/main" id="{F3D8EB4E-6436-4FF1-AA3A-B6D8422776C9}"/>
              </a:ext>
            </a:extLst>
          </p:cNvPr>
          <p:cNvSpPr>
            <a:spLocks xmlns:a="http://schemas.openxmlformats.org/drawingml/2006/main" noGrp="1"/>
          </p:cNvSpPr>
          <p:nvPr/>
        </p:nvSpPr>
        <p:spPr>
          <a:xfrm xmlns:a="http://schemas.openxmlformats.org/drawingml/2006/main" flipH="0" flipV="0">
            <a:off x="9010650" y="29337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D0E77A86-3D96-4CFF-895E-D9FFB5120463}"/>
              </a:ext>
            </a:extLst>
          </p:cNvPr>
          <p:cNvSpPr>
            <a:spLocks xmlns:a="http://schemas.openxmlformats.org/drawingml/2006/main" noGrp="1"/>
          </p:cNvSpPr>
          <p:nvPr/>
        </p:nvSpPr>
        <p:spPr>
          <a:xfrm xmlns:a="http://schemas.openxmlformats.org/drawingml/2006/main">
            <a:off x="9010650" y="3143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인터프리터</a:t>
            </a:r>
          </a:p>
        </p:txBody>
      </p:sp>
      <p:sp>
        <p:nvSpPr>
          <p:cNvPr id="14" name="">
            <a:extLst xmlns:a="http://schemas.openxmlformats.org/drawingml/2006/main">
              <a:ext uri="{FF2B5EF4-FFF2-40B4-BE49-F238E27FC236}">
                <a16:creationId xmlns:a16="http://schemas.microsoft.com/office/drawing/2014/main" id="{189A1834-4CEF-463E-9482-ECDCBFF0D32F}"/>
              </a:ext>
            </a:extLst>
          </p:cNvPr>
          <p:cNvSpPr>
            <a:spLocks xmlns:a="http://schemas.openxmlformats.org/drawingml/2006/main" noGrp="1"/>
          </p:cNvSpPr>
          <p:nvPr/>
        </p:nvSpPr>
        <p:spPr>
          <a:xfrm xmlns:a="http://schemas.openxmlformats.org/drawingml/2006/main">
            <a:off x="9010650" y="35052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Python 3.11.14</a:t>
            </a:r>
          </a:p>
        </p:txBody>
      </p:sp>
      <p:sp>
        <p:nvSpPr>
          <p:cNvPr id="15" name="">
            <a:extLst xmlns:a="http://schemas.openxmlformats.org/drawingml/2006/main">
              <a:ext uri="{FF2B5EF4-FFF2-40B4-BE49-F238E27FC236}">
                <a16:creationId xmlns:a16="http://schemas.microsoft.com/office/drawing/2014/main" id="{E5AB5A40-58E2-46C0-A261-58A2D387F400}"/>
              </a:ext>
            </a:extLst>
          </p:cNvPr>
          <p:cNvSpPr>
            <a:spLocks xmlns:a="http://schemas.openxmlformats.org/drawingml/2006/main" noGrp="1"/>
          </p:cNvSpPr>
          <p:nvPr/>
        </p:nvSpPr>
        <p:spPr>
          <a:xfrm xmlns:a="http://schemas.openxmlformats.org/drawingml/2006/main" flipH="0" flipV="0">
            <a:off x="9010650" y="40576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23622439-7A49-4DCC-8180-984A545E4BB0}"/>
              </a:ext>
            </a:extLst>
          </p:cNvPr>
          <p:cNvSpPr>
            <a:spLocks xmlns:a="http://schemas.openxmlformats.org/drawingml/2006/main" noGrp="1"/>
          </p:cNvSpPr>
          <p:nvPr/>
        </p:nvSpPr>
        <p:spPr>
          <a:xfrm xmlns:a="http://schemas.openxmlformats.org/drawingml/2006/main">
            <a:off x="9010650" y="4267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자동 테스트</a:t>
            </a:r>
          </a:p>
        </p:txBody>
      </p:sp>
      <p:sp>
        <p:nvSpPr>
          <p:cNvPr id="17" name="">
            <a:extLst xmlns:a="http://schemas.openxmlformats.org/drawingml/2006/main">
              <a:ext uri="{FF2B5EF4-FFF2-40B4-BE49-F238E27FC236}">
                <a16:creationId xmlns:a16="http://schemas.microsoft.com/office/drawing/2014/main" id="{FBCDE9EC-A89B-4FEA-86A0-B8A827A0FE1E}"/>
              </a:ext>
            </a:extLst>
          </p:cNvPr>
          <p:cNvSpPr>
            <a:spLocks xmlns:a="http://schemas.openxmlformats.org/drawingml/2006/main" noGrp="1"/>
          </p:cNvSpPr>
          <p:nvPr/>
        </p:nvSpPr>
        <p:spPr>
          <a:xfrm xmlns:a="http://schemas.openxmlformats.org/drawingml/2006/main">
            <a:off x="9010650" y="46291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8 passed · 0 failed</a:t>
            </a:r>
          </a:p>
        </p:txBody>
      </p:sp>
      <p:sp>
        <p:nvSpPr>
          <p:cNvPr id="18" name="">
            <a:extLst xmlns:a="http://schemas.openxmlformats.org/drawingml/2006/main">
              <a:ext uri="{FF2B5EF4-FFF2-40B4-BE49-F238E27FC236}">
                <a16:creationId xmlns:a16="http://schemas.microsoft.com/office/drawing/2014/main" id="{54F5FA9A-7FC7-46E4-8A73-9EB4D4313E43}"/>
              </a:ext>
            </a:extLst>
          </p:cNvPr>
          <p:cNvSpPr>
            <a:spLocks xmlns:a="http://schemas.openxmlformats.org/drawingml/2006/main" noGrp="1"/>
          </p:cNvSpPr>
          <p:nvPr/>
        </p:nvSpPr>
        <p:spPr>
          <a:xfrm xmlns:a="http://schemas.openxmlformats.org/drawingml/2006/main" flipH="0" flipV="0">
            <a:off x="9010650" y="51816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2000102444"/>
      </p:ext>
    </p:extLst>
  </p:cSld>
</p:sld>
</file>

<file path=ppt/slides/slide7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EEC4A7-C121-44BB-BEFD-D5A8ED9F5760}"/>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7142E4AC-02EA-446B-AEB6-7E85FE4DDA07}"/>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72</a:t>
            </a:r>
          </a:p>
        </p:txBody>
      </p:sp>
      <p:sp>
        <p:nvSpPr>
          <p:cNvPr id="3" name="">
            <a:extLst xmlns:a="http://schemas.openxmlformats.org/drawingml/2006/main">
              <a:ext uri="{FF2B5EF4-FFF2-40B4-BE49-F238E27FC236}">
                <a16:creationId xmlns:a16="http://schemas.microsoft.com/office/drawing/2014/main" id="{A71125E4-56CA-4E00-A790-920E5A890545}"/>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9555A9EC-EC0F-4175-B002-182EEA738DF7}"/>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E0CB02E-749B-4182-95FB-569F73E3DF2D}"/>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B6227C03-EA82-4C3E-8167-4179925ED64E}"/>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API 요청과 운영 확인 주소</a:t>
            </a:r>
          </a:p>
        </p:txBody>
      </p:sp>
      <p:sp>
        <p:nvSpPr>
          <p:cNvPr id="7" name="">
            <a:extLst xmlns:a="http://schemas.openxmlformats.org/drawingml/2006/main">
              <a:ext uri="{FF2B5EF4-FFF2-40B4-BE49-F238E27FC236}">
                <a16:creationId xmlns:a16="http://schemas.microsoft.com/office/drawing/2014/main" id="{8459AD52-DDD0-4536-B622-49F0155F6EDC}"/>
              </a:ext>
            </a:extLst>
          </p:cNvPr>
          <p:cNvSpPr>
            <a:spLocks xmlns:a="http://schemas.openxmlformats.org/drawingml/2006/main" noGrp="1"/>
          </p:cNvSpPr>
          <p:nvPr/>
        </p:nvSpPr>
        <p:spPr>
          <a:xfrm xmlns:a="http://schemas.openxmlformats.org/drawingml/2006/main" rot="0">
            <a:off x="609600" y="1390650"/>
            <a:ext cx="8020050" cy="45529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8472c74d95a4933"/>
          <a:stretch xmlns:a="http://schemas.openxmlformats.org/drawingml/2006/main"/>
        </p:blipFill>
        <p:spPr>
          <a:xfrm xmlns:a="http://schemas.openxmlformats.org/drawingml/2006/main">
            <a:off x="647700" y="1432917"/>
            <a:ext cx="7943850" cy="446841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6626FBA-7287-4AE0-BC4E-266A1C48D613}"/>
              </a:ext>
            </a:extLst>
          </p:cNvPr>
          <p:cNvSpPr>
            <a:spLocks xmlns:a="http://schemas.openxmlformats.org/drawingml/2006/main" noGrp="1"/>
          </p:cNvSpPr>
          <p:nvPr/>
        </p:nvSpPr>
        <p:spPr>
          <a:xfrm xmlns:a="http://schemas.openxmlformats.org/drawingml/2006/main">
            <a:off x="9010650" y="1504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기준 경로</a:t>
            </a:r>
          </a:p>
        </p:txBody>
      </p:sp>
      <p:sp>
        <p:nvSpPr>
          <p:cNvPr id="10" name="">
            <a:extLst xmlns:a="http://schemas.openxmlformats.org/drawingml/2006/main">
              <a:ext uri="{FF2B5EF4-FFF2-40B4-BE49-F238E27FC236}">
                <a16:creationId xmlns:a16="http://schemas.microsoft.com/office/drawing/2014/main" id="{E4E6952E-A511-4F8B-B5FD-E8F0FD24A8A7}"/>
              </a:ext>
            </a:extLst>
          </p:cNvPr>
          <p:cNvSpPr>
            <a:spLocks xmlns:a="http://schemas.openxmlformats.org/drawingml/2006/main" noGrp="1"/>
          </p:cNvSpPr>
          <p:nvPr/>
        </p:nvSpPr>
        <p:spPr>
          <a:xfrm xmlns:a="http://schemas.openxmlformats.org/drawingml/2006/main">
            <a:off x="9010650" y="2019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서비스 상태</a:t>
            </a:r>
          </a:p>
        </p:txBody>
      </p:sp>
      <p:sp>
        <p:nvSpPr>
          <p:cNvPr id="11" name="">
            <a:extLst xmlns:a="http://schemas.openxmlformats.org/drawingml/2006/main">
              <a:ext uri="{FF2B5EF4-FFF2-40B4-BE49-F238E27FC236}">
                <a16:creationId xmlns:a16="http://schemas.microsoft.com/office/drawing/2014/main" id="{0571534C-C7F3-4D4D-A995-D973F22EA8F4}"/>
              </a:ext>
            </a:extLst>
          </p:cNvPr>
          <p:cNvSpPr>
            <a:spLocks xmlns:a="http://schemas.openxmlformats.org/drawingml/2006/main" noGrp="1"/>
          </p:cNvSpPr>
          <p:nvPr/>
        </p:nvSpPr>
        <p:spPr>
          <a:xfrm xmlns:a="http://schemas.openxmlformats.org/drawingml/2006/main">
            <a:off x="9010650" y="2381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GET /health</a:t>
            </a:r>
          </a:p>
        </p:txBody>
      </p:sp>
      <p:sp>
        <p:nvSpPr>
          <p:cNvPr id="12" name="">
            <a:extLst xmlns:a="http://schemas.openxmlformats.org/drawingml/2006/main">
              <a:ext uri="{FF2B5EF4-FFF2-40B4-BE49-F238E27FC236}">
                <a16:creationId xmlns:a16="http://schemas.microsoft.com/office/drawing/2014/main" id="{D435A399-92B4-44EE-9359-D3EB2092B624}"/>
              </a:ext>
            </a:extLst>
          </p:cNvPr>
          <p:cNvSpPr>
            <a:spLocks xmlns:a="http://schemas.openxmlformats.org/drawingml/2006/main" noGrp="1"/>
          </p:cNvSpPr>
          <p:nvPr/>
        </p:nvSpPr>
        <p:spPr>
          <a:xfrm xmlns:a="http://schemas.openxmlformats.org/drawingml/2006/main" flipH="0" flipV="0">
            <a:off x="9010650" y="2933700"/>
            <a:ext cx="25717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A2611C4E-BC43-4524-8800-E74155CBAF66}"/>
              </a:ext>
            </a:extLst>
          </p:cNvPr>
          <p:cNvSpPr>
            <a:spLocks xmlns:a="http://schemas.openxmlformats.org/drawingml/2006/main" noGrp="1"/>
          </p:cNvSpPr>
          <p:nvPr/>
        </p:nvSpPr>
        <p:spPr>
          <a:xfrm xmlns:a="http://schemas.openxmlformats.org/drawingml/2006/main">
            <a:off x="9010650" y="3143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현재 설정</a:t>
            </a:r>
          </a:p>
        </p:txBody>
      </p:sp>
      <p:sp>
        <p:nvSpPr>
          <p:cNvPr id="14" name="">
            <a:extLst xmlns:a="http://schemas.openxmlformats.org/drawingml/2006/main">
              <a:ext uri="{FF2B5EF4-FFF2-40B4-BE49-F238E27FC236}">
                <a16:creationId xmlns:a16="http://schemas.microsoft.com/office/drawing/2014/main" id="{E43661DC-2FE9-4396-BF65-DAE1FD09D5C1}"/>
              </a:ext>
            </a:extLst>
          </p:cNvPr>
          <p:cNvSpPr>
            <a:spLocks xmlns:a="http://schemas.openxmlformats.org/drawingml/2006/main" noGrp="1"/>
          </p:cNvSpPr>
          <p:nvPr/>
        </p:nvSpPr>
        <p:spPr>
          <a:xfrm xmlns:a="http://schemas.openxmlformats.org/drawingml/2006/main">
            <a:off x="9010650" y="35052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GET /api/v1/config</a:t>
            </a:r>
          </a:p>
        </p:txBody>
      </p:sp>
      <p:sp>
        <p:nvSpPr>
          <p:cNvPr id="15" name="">
            <a:extLst xmlns:a="http://schemas.openxmlformats.org/drawingml/2006/main">
              <a:ext uri="{FF2B5EF4-FFF2-40B4-BE49-F238E27FC236}">
                <a16:creationId xmlns:a16="http://schemas.microsoft.com/office/drawing/2014/main" id="{B7EBE599-B74B-4D88-AE0C-8144EFF314B5}"/>
              </a:ext>
            </a:extLst>
          </p:cNvPr>
          <p:cNvSpPr>
            <a:spLocks xmlns:a="http://schemas.openxmlformats.org/drawingml/2006/main" noGrp="1"/>
          </p:cNvSpPr>
          <p:nvPr/>
        </p:nvSpPr>
        <p:spPr>
          <a:xfrm xmlns:a="http://schemas.openxmlformats.org/drawingml/2006/main" flipH="0" flipV="0">
            <a:off x="9010650" y="4057650"/>
            <a:ext cx="25717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81B4D5E0-1EA2-447D-88E0-D721ABC50820}"/>
              </a:ext>
            </a:extLst>
          </p:cNvPr>
          <p:cNvSpPr>
            <a:spLocks xmlns:a="http://schemas.openxmlformats.org/drawingml/2006/main" noGrp="1"/>
          </p:cNvSpPr>
          <p:nvPr/>
        </p:nvSpPr>
        <p:spPr>
          <a:xfrm xmlns:a="http://schemas.openxmlformats.org/drawingml/2006/main">
            <a:off x="9010650" y="4267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667085"/>
                </a:solidFill>
                <a:latin typeface="AppleGothic"/>
                <a:ea typeface="AppleGothic"/>
                <a:cs typeface="AppleGothic"/>
              </a:defRPr>
            </a:pPr>
            <a:r>
              <a:rPr sz="1200" b="1">
                <a:solidFill>
                  <a:srgbClr val="667085"/>
                </a:solidFill>
                <a:latin typeface="AppleGothic"/>
                <a:ea typeface="AppleGothic"/>
                <a:cs typeface="AppleGothic"/>
              </a:rPr>
              <a:t>생성 요청</a:t>
            </a:r>
          </a:p>
        </p:txBody>
      </p:sp>
      <p:sp>
        <p:nvSpPr>
          <p:cNvPr id="17" name="">
            <a:extLst xmlns:a="http://schemas.openxmlformats.org/drawingml/2006/main">
              <a:ext uri="{FF2B5EF4-FFF2-40B4-BE49-F238E27FC236}">
                <a16:creationId xmlns:a16="http://schemas.microsoft.com/office/drawing/2014/main" id="{D288F184-1AD4-41D5-90DD-E7BD1FC806DE}"/>
              </a:ext>
            </a:extLst>
          </p:cNvPr>
          <p:cNvSpPr>
            <a:spLocks xmlns:a="http://schemas.openxmlformats.org/drawingml/2006/main" noGrp="1"/>
          </p:cNvSpPr>
          <p:nvPr/>
        </p:nvSpPr>
        <p:spPr>
          <a:xfrm xmlns:a="http://schemas.openxmlformats.org/drawingml/2006/main">
            <a:off x="9010650" y="46291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191919"/>
                </a:solidFill>
                <a:latin typeface="AppleGothic"/>
                <a:ea typeface="AppleGothic"/>
                <a:cs typeface="AppleGothic"/>
              </a:defRPr>
            </a:pPr>
            <a:r>
              <a:rPr sz="1800" b="1">
                <a:solidFill>
                  <a:srgbClr val="191919"/>
                </a:solidFill>
                <a:latin typeface="AppleGothic"/>
                <a:ea typeface="AppleGothic"/>
                <a:cs typeface="AppleGothic"/>
              </a:rPr>
              <a:t>POST /api/v1/generate</a:t>
            </a:r>
          </a:p>
        </p:txBody>
      </p:sp>
      <p:sp>
        <p:nvSpPr>
          <p:cNvPr id="18" name="">
            <a:extLst xmlns:a="http://schemas.openxmlformats.org/drawingml/2006/main">
              <a:ext uri="{FF2B5EF4-FFF2-40B4-BE49-F238E27FC236}">
                <a16:creationId xmlns:a16="http://schemas.microsoft.com/office/drawing/2014/main" id="{34597552-E9A2-4C89-BE98-FDAA20D38AE7}"/>
              </a:ext>
            </a:extLst>
          </p:cNvPr>
          <p:cNvSpPr>
            <a:spLocks xmlns:a="http://schemas.openxmlformats.org/drawingml/2006/main" noGrp="1"/>
          </p:cNvSpPr>
          <p:nvPr/>
        </p:nvSpPr>
        <p:spPr>
          <a:xfrm xmlns:a="http://schemas.openxmlformats.org/drawingml/2006/main" flipH="0" flipV="0">
            <a:off x="9010650" y="5181600"/>
            <a:ext cx="257175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Tree>
    <p:extLst>
      <p:ext uri="{BB962C8B-B14F-4D97-AF65-F5344CB8AC3E}">
        <p14:creationId xmlns:p14="http://schemas.microsoft.com/office/powerpoint/2010/main" val="1206278358"/>
      </p:ext>
    </p:extLst>
  </p:cSld>
</p:sld>
</file>

<file path=ppt/slides/slide7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DD8D884-BE3A-4A0D-B843-29E8316C3798}"/>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6BB63393-7A7C-442D-9B9F-5DD624865DC4}"/>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73</a:t>
            </a:r>
          </a:p>
        </p:txBody>
      </p:sp>
      <p:sp>
        <p:nvSpPr>
          <p:cNvPr id="3" name="">
            <a:extLst xmlns:a="http://schemas.openxmlformats.org/drawingml/2006/main">
              <a:ext uri="{FF2B5EF4-FFF2-40B4-BE49-F238E27FC236}">
                <a16:creationId xmlns:a16="http://schemas.microsoft.com/office/drawing/2014/main" id="{BE9E9E6C-8B9B-455D-B372-7E72E15C06BB}"/>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57A28165-2E0D-4C3C-AE3F-B5BDC5A5E345}"/>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18191164-98D7-423D-803C-1CBE0B924335}"/>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BF0923FC-6584-4099-AB82-7DA0915CCD10}"/>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실행 기록과 운영 지표의 정확한 경로</a:t>
            </a:r>
          </a:p>
        </p:txBody>
      </p:sp>
      <p:sp>
        <p:nvSpPr>
          <p:cNvPr id="7" name="">
            <a:extLst xmlns:a="http://schemas.openxmlformats.org/drawingml/2006/main">
              <a:ext uri="{FF2B5EF4-FFF2-40B4-BE49-F238E27FC236}">
                <a16:creationId xmlns:a16="http://schemas.microsoft.com/office/drawing/2014/main" id="{BD680C93-9861-4DE4-824F-E6FA8CA2C133}"/>
              </a:ext>
            </a:extLst>
          </p:cNvPr>
          <p:cNvSpPr>
            <a:spLocks xmlns:a="http://schemas.openxmlformats.org/drawingml/2006/main" noGrp="1"/>
          </p:cNvSpPr>
          <p:nvPr/>
        </p:nvSpPr>
        <p:spPr>
          <a:xfrm xmlns:a="http://schemas.openxmlformats.org/drawingml/2006/main">
            <a:off x="60960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2563EB"/>
                </a:solidFill>
                <a:latin typeface="Menlo"/>
                <a:ea typeface="Menlo"/>
                <a:cs typeface="Menlo"/>
              </a:defRPr>
            </a:pPr>
            <a:r>
              <a:rPr sz="1650" b="1">
                <a:solidFill>
                  <a:srgbClr val="2563EB"/>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8AB288F1-A981-4E10-8A0A-49F2D83221E3}"/>
              </a:ext>
            </a:extLst>
          </p:cNvPr>
          <p:cNvSpPr>
            <a:spLocks xmlns:a="http://schemas.openxmlformats.org/drawingml/2006/main" noGrp="1"/>
          </p:cNvSpPr>
          <p:nvPr/>
        </p:nvSpPr>
        <p:spPr>
          <a:xfrm xmlns:a="http://schemas.openxmlformats.org/drawingml/2006/main">
            <a:off x="60960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2563EB"/>
                </a:solidFill>
                <a:latin typeface="AppleGothic"/>
                <a:ea typeface="AppleGothic"/>
                <a:cs typeface="AppleGothic"/>
              </a:defRPr>
            </a:pPr>
            <a:r>
              <a:rPr sz="2100" b="1">
                <a:solidFill>
                  <a:srgbClr val="2563EB"/>
                </a:solidFill>
                <a:latin typeface="AppleGothic"/>
                <a:ea typeface="AppleGothic"/>
                <a:cs typeface="AppleGothic"/>
              </a:rPr>
              <a:t>/api/v1/config</a:t>
            </a:r>
          </a:p>
        </p:txBody>
      </p:sp>
      <p:sp>
        <p:nvSpPr>
          <p:cNvPr id="9" name="">
            <a:extLst xmlns:a="http://schemas.openxmlformats.org/drawingml/2006/main">
              <a:ext uri="{FF2B5EF4-FFF2-40B4-BE49-F238E27FC236}">
                <a16:creationId xmlns:a16="http://schemas.microsoft.com/office/drawing/2014/main" id="{7E684F66-E8A0-4AF8-80E5-4BBC61879EF5}"/>
              </a:ext>
            </a:extLst>
          </p:cNvPr>
          <p:cNvSpPr>
            <a:spLocks xmlns:a="http://schemas.openxmlformats.org/drawingml/2006/main" noGrp="1"/>
          </p:cNvSpPr>
          <p:nvPr/>
        </p:nvSpPr>
        <p:spPr>
          <a:xfrm xmlns:a="http://schemas.openxmlformats.org/drawingml/2006/main" flipH="0" flipV="0">
            <a:off x="609600" y="3448050"/>
            <a:ext cx="257175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0" name="">
            <a:extLst xmlns:a="http://schemas.openxmlformats.org/drawingml/2006/main">
              <a:ext uri="{FF2B5EF4-FFF2-40B4-BE49-F238E27FC236}">
                <a16:creationId xmlns:a16="http://schemas.microsoft.com/office/drawing/2014/main" id="{90A7A5A9-ADEB-4C85-A4B8-D24504AF3F5C}"/>
              </a:ext>
            </a:extLst>
          </p:cNvPr>
          <p:cNvSpPr>
            <a:spLocks xmlns:a="http://schemas.openxmlformats.org/drawingml/2006/main" noGrp="1"/>
          </p:cNvSpPr>
          <p:nvPr/>
        </p:nvSpPr>
        <p:spPr>
          <a:xfrm xmlns:a="http://schemas.openxmlformats.org/drawingml/2006/main">
            <a:off x="60960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모델 · Thinking 요청값</a:t>
            </a:r>
          </a:p>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컨텍스트 · 출력 상한</a:t>
            </a:r>
          </a:p>
        </p:txBody>
      </p:sp>
      <p:sp>
        <p:nvSpPr>
          <p:cNvPr id="11" name="">
            <a:extLst xmlns:a="http://schemas.openxmlformats.org/drawingml/2006/main">
              <a:ext uri="{FF2B5EF4-FFF2-40B4-BE49-F238E27FC236}">
                <a16:creationId xmlns:a16="http://schemas.microsoft.com/office/drawing/2014/main" id="{B5DF10CA-0728-460D-AC68-4DF5F17819BF}"/>
              </a:ext>
            </a:extLst>
          </p:cNvPr>
          <p:cNvSpPr>
            <a:spLocks xmlns:a="http://schemas.openxmlformats.org/drawingml/2006/main" noGrp="1"/>
          </p:cNvSpPr>
          <p:nvPr/>
        </p:nvSpPr>
        <p:spPr>
          <a:xfrm xmlns:a="http://schemas.openxmlformats.org/drawingml/2006/main">
            <a:off x="340995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7C24C287-BC1B-4A6A-9480-B2BBB74C2DFD}"/>
              </a:ext>
            </a:extLst>
          </p:cNvPr>
          <p:cNvSpPr>
            <a:spLocks xmlns:a="http://schemas.openxmlformats.org/drawingml/2006/main" noGrp="1"/>
          </p:cNvSpPr>
          <p:nvPr/>
        </p:nvSpPr>
        <p:spPr>
          <a:xfrm xmlns:a="http://schemas.openxmlformats.org/drawingml/2006/main">
            <a:off x="340995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/api/v1/traces</a:t>
            </a:r>
          </a:p>
        </p:txBody>
      </p:sp>
      <p:sp>
        <p:nvSpPr>
          <p:cNvPr id="13" name="">
            <a:extLst xmlns:a="http://schemas.openxmlformats.org/drawingml/2006/main">
              <a:ext uri="{FF2B5EF4-FFF2-40B4-BE49-F238E27FC236}">
                <a16:creationId xmlns:a16="http://schemas.microsoft.com/office/drawing/2014/main" id="{3410B87E-1F35-4687-8C70-5CBE57967DF7}"/>
              </a:ext>
            </a:extLst>
          </p:cNvPr>
          <p:cNvSpPr>
            <a:spLocks xmlns:a="http://schemas.openxmlformats.org/drawingml/2006/main" noGrp="1"/>
          </p:cNvSpPr>
          <p:nvPr/>
        </p:nvSpPr>
        <p:spPr>
          <a:xfrm xmlns:a="http://schemas.openxmlformats.org/drawingml/2006/main" flipH="0" flipV="0">
            <a:off x="3409950" y="34480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4" name="">
            <a:extLst xmlns:a="http://schemas.openxmlformats.org/drawingml/2006/main">
              <a:ext uri="{FF2B5EF4-FFF2-40B4-BE49-F238E27FC236}">
                <a16:creationId xmlns:a16="http://schemas.microsoft.com/office/drawing/2014/main" id="{D8C123F5-96AB-4659-9201-7137627623F1}"/>
              </a:ext>
            </a:extLst>
          </p:cNvPr>
          <p:cNvSpPr>
            <a:spLocks xmlns:a="http://schemas.openxmlformats.org/drawingml/2006/main" noGrp="1"/>
          </p:cNvSpPr>
          <p:nvPr/>
        </p:nvSpPr>
        <p:spPr>
          <a:xfrm xmlns:a="http://schemas.openxmlformats.org/drawingml/2006/main">
            <a:off x="340995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최근 실행 추적과</a:t>
            </a:r>
          </a:p>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요청별 메타데이터</a:t>
            </a:r>
          </a:p>
        </p:txBody>
      </p:sp>
      <p:sp>
        <p:nvSpPr>
          <p:cNvPr id="15" name="">
            <a:extLst xmlns:a="http://schemas.openxmlformats.org/drawingml/2006/main">
              <a:ext uri="{FF2B5EF4-FFF2-40B4-BE49-F238E27FC236}">
                <a16:creationId xmlns:a16="http://schemas.microsoft.com/office/drawing/2014/main" id="{75134B2B-AAA4-4243-AD0C-839374C5A702}"/>
              </a:ext>
            </a:extLst>
          </p:cNvPr>
          <p:cNvSpPr>
            <a:spLocks xmlns:a="http://schemas.openxmlformats.org/drawingml/2006/main" noGrp="1"/>
          </p:cNvSpPr>
          <p:nvPr/>
        </p:nvSpPr>
        <p:spPr>
          <a:xfrm xmlns:a="http://schemas.openxmlformats.org/drawingml/2006/main">
            <a:off x="621030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4FD85C62-4C83-438D-89BD-ED8F04CBAC77}"/>
              </a:ext>
            </a:extLst>
          </p:cNvPr>
          <p:cNvSpPr>
            <a:spLocks xmlns:a="http://schemas.openxmlformats.org/drawingml/2006/main" noGrp="1"/>
          </p:cNvSpPr>
          <p:nvPr/>
        </p:nvSpPr>
        <p:spPr>
          <a:xfrm xmlns:a="http://schemas.openxmlformats.org/drawingml/2006/main">
            <a:off x="621030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/api/v1/stats</a:t>
            </a:r>
          </a:p>
        </p:txBody>
      </p:sp>
      <p:sp>
        <p:nvSpPr>
          <p:cNvPr id="17" name="">
            <a:extLst xmlns:a="http://schemas.openxmlformats.org/drawingml/2006/main">
              <a:ext uri="{FF2B5EF4-FFF2-40B4-BE49-F238E27FC236}">
                <a16:creationId xmlns:a16="http://schemas.microsoft.com/office/drawing/2014/main" id="{14237A86-83B7-4F5B-B4BC-A582C8D46A01}"/>
              </a:ext>
            </a:extLst>
          </p:cNvPr>
          <p:cNvSpPr>
            <a:spLocks xmlns:a="http://schemas.openxmlformats.org/drawingml/2006/main" noGrp="1"/>
          </p:cNvSpPr>
          <p:nvPr/>
        </p:nvSpPr>
        <p:spPr>
          <a:xfrm xmlns:a="http://schemas.openxmlformats.org/drawingml/2006/main" flipH="0" flipV="0">
            <a:off x="6210300" y="34480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8" name="">
            <a:extLst xmlns:a="http://schemas.openxmlformats.org/drawingml/2006/main">
              <a:ext uri="{FF2B5EF4-FFF2-40B4-BE49-F238E27FC236}">
                <a16:creationId xmlns:a16="http://schemas.microsoft.com/office/drawing/2014/main" id="{4EAA4D7A-E43E-47EC-B137-251B303DEB30}"/>
              </a:ext>
            </a:extLst>
          </p:cNvPr>
          <p:cNvSpPr>
            <a:spLocks xmlns:a="http://schemas.openxmlformats.org/drawingml/2006/main" noGrp="1"/>
          </p:cNvSpPr>
          <p:nvPr/>
        </p:nvSpPr>
        <p:spPr>
          <a:xfrm xmlns:a="http://schemas.openxmlformats.org/drawingml/2006/main">
            <a:off x="621030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성공률 · 평균·95백분위</a:t>
            </a:r>
          </a:p>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응답 지연 · 추정 토큰</a:t>
            </a:r>
          </a:p>
        </p:txBody>
      </p:sp>
      <p:sp>
        <p:nvSpPr>
          <p:cNvPr id="19" name="">
            <a:extLst xmlns:a="http://schemas.openxmlformats.org/drawingml/2006/main">
              <a:ext uri="{FF2B5EF4-FFF2-40B4-BE49-F238E27FC236}">
                <a16:creationId xmlns:a16="http://schemas.microsoft.com/office/drawing/2014/main" id="{3B5C3F04-39E3-472A-B96D-0F1148AECA86}"/>
              </a:ext>
            </a:extLst>
          </p:cNvPr>
          <p:cNvSpPr>
            <a:spLocks xmlns:a="http://schemas.openxmlformats.org/drawingml/2006/main" noGrp="1"/>
          </p:cNvSpPr>
          <p:nvPr/>
        </p:nvSpPr>
        <p:spPr>
          <a:xfrm xmlns:a="http://schemas.openxmlformats.org/drawingml/2006/main">
            <a:off x="9010650" y="2076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03A99F19-7E1F-4AD2-8A3B-121F34E3EE23}"/>
              </a:ext>
            </a:extLst>
          </p:cNvPr>
          <p:cNvSpPr>
            <a:spLocks xmlns:a="http://schemas.openxmlformats.org/drawingml/2006/main" noGrp="1"/>
          </p:cNvSpPr>
          <p:nvPr/>
        </p:nvSpPr>
        <p:spPr>
          <a:xfrm xmlns:a="http://schemas.openxmlformats.org/drawingml/2006/main">
            <a:off x="9010650" y="26670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/metrics</a:t>
            </a:r>
          </a:p>
          <a:p xmlns:a="http://schemas.openxmlformats.org/drawingml/2006/main">
            <a:pPr algn="ctr">
              <a:lnSpc>
                <a:spcPct val="100000"/>
              </a:lnSpc>
              <a:buNone/>
              <a:defRPr sz="2100" b="1">
                <a:solidFill>
                  <a:srgbClr val="FFFFFF"/>
                </a:solidFill>
                <a:latin typeface="AppleGothic"/>
                <a:ea typeface="AppleGothic"/>
                <a:cs typeface="AppleGothic"/>
              </a:defRPr>
            </a:pPr>
            <a:r>
              <a:rPr sz="2100" b="1">
                <a:solidFill>
                  <a:srgbClr val="FFFFFF"/>
                </a:solidFill>
                <a:latin typeface="AppleGothic"/>
                <a:ea typeface="AppleGothic"/>
                <a:cs typeface="AppleGothic"/>
              </a:rPr>
              <a:t>/docs</a:t>
            </a:r>
          </a:p>
        </p:txBody>
      </p:sp>
      <p:sp>
        <p:nvSpPr>
          <p:cNvPr id="21" name="">
            <a:extLst xmlns:a="http://schemas.openxmlformats.org/drawingml/2006/main">
              <a:ext uri="{FF2B5EF4-FFF2-40B4-BE49-F238E27FC236}">
                <a16:creationId xmlns:a16="http://schemas.microsoft.com/office/drawing/2014/main" id="{D800958F-5CE2-4B49-A497-FE1A3562364D}"/>
              </a:ext>
            </a:extLst>
          </p:cNvPr>
          <p:cNvSpPr>
            <a:spLocks xmlns:a="http://schemas.openxmlformats.org/drawingml/2006/main" noGrp="1"/>
          </p:cNvSpPr>
          <p:nvPr/>
        </p:nvSpPr>
        <p:spPr>
          <a:xfrm xmlns:a="http://schemas.openxmlformats.org/drawingml/2006/main" flipH="0" flipV="0">
            <a:off x="9010650" y="34480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2" name="">
            <a:extLst xmlns:a="http://schemas.openxmlformats.org/drawingml/2006/main">
              <a:ext uri="{FF2B5EF4-FFF2-40B4-BE49-F238E27FC236}">
                <a16:creationId xmlns:a16="http://schemas.microsoft.com/office/drawing/2014/main" id="{B55E0DCB-223D-488E-9FF6-1A8C2BDA24D2}"/>
              </a:ext>
            </a:extLst>
          </p:cNvPr>
          <p:cNvSpPr>
            <a:spLocks xmlns:a="http://schemas.openxmlformats.org/drawingml/2006/main" noGrp="1"/>
          </p:cNvSpPr>
          <p:nvPr/>
        </p:nvSpPr>
        <p:spPr>
          <a:xfrm xmlns:a="http://schemas.openxmlformats.org/drawingml/2006/main">
            <a:off x="9010650" y="3790950"/>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Prometheus 지표</a:t>
            </a:r>
          </a:p>
          <a:p xmlns:a="http://schemas.openxmlformats.org/drawingml/2006/main">
            <a:pPr algn="ctr">
              <a:lnSpc>
                <a:spcPct val="13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OpenAPI 데이터 구조</a:t>
            </a:r>
          </a:p>
        </p:txBody>
      </p:sp>
      <p:sp>
        <p:nvSpPr>
          <p:cNvPr id="23" name="">
            <a:extLst xmlns:a="http://schemas.openxmlformats.org/drawingml/2006/main">
              <a:ext uri="{FF2B5EF4-FFF2-40B4-BE49-F238E27FC236}">
                <a16:creationId xmlns:a16="http://schemas.microsoft.com/office/drawing/2014/main" id="{F60EE03E-7308-4E58-92DF-30753D3783AC}"/>
              </a:ext>
            </a:extLst>
          </p:cNvPr>
          <p:cNvSpPr>
            <a:spLocks xmlns:a="http://schemas.openxmlformats.org/drawingml/2006/main" noGrp="1"/>
          </p:cNvSpPr>
          <p:nvPr/>
        </p:nvSpPr>
        <p:spPr>
          <a:xfrm xmlns:a="http://schemas.openxmlformats.org/drawingml/2006/main">
            <a:off x="609600" y="55816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축약 경로가 아닌 서버에 구현된 전체 경로 사용</a:t>
            </a:r>
          </a:p>
        </p:txBody>
      </p:sp>
    </p:spTree>
    <p:extLst>
      <p:ext uri="{BB962C8B-B14F-4D97-AF65-F5344CB8AC3E}">
        <p14:creationId xmlns:p14="http://schemas.microsoft.com/office/powerpoint/2010/main" val="1116256740"/>
      </p:ext>
    </p:extLst>
  </p:cSld>
</p:sld>
</file>

<file path=ppt/slides/slide7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7F73991-88EE-4468-A06E-65BB47DFB767}"/>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FB15DB09-5F5F-4246-B48D-563CCA4E720F}"/>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74</a:t>
            </a:r>
          </a:p>
        </p:txBody>
      </p:sp>
      <p:sp>
        <p:nvSpPr>
          <p:cNvPr id="3" name="">
            <a:extLst xmlns:a="http://schemas.openxmlformats.org/drawingml/2006/main">
              <a:ext uri="{FF2B5EF4-FFF2-40B4-BE49-F238E27FC236}">
                <a16:creationId xmlns:a16="http://schemas.microsoft.com/office/drawing/2014/main" id="{7862FDA4-8859-40B5-89D2-32BA8E2A176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56658290-1C83-42BA-AF6B-2CD76FC0D204}"/>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71E98417-40BC-4E85-8263-617F4943CC8C}"/>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A80CE29-B0CD-491D-B6AF-693157ACE3AC}"/>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Demo 기준선 실행 화면</a:t>
            </a:r>
          </a:p>
        </p:txBody>
      </p:sp>
      <p:sp>
        <p:nvSpPr>
          <p:cNvPr id="7" name="">
            <a:extLst xmlns:a="http://schemas.openxmlformats.org/drawingml/2006/main">
              <a:ext uri="{FF2B5EF4-FFF2-40B4-BE49-F238E27FC236}">
                <a16:creationId xmlns:a16="http://schemas.microsoft.com/office/drawing/2014/main" id="{101577D4-7156-40F4-A172-6872ED9B8ECD}"/>
              </a:ext>
            </a:extLst>
          </p:cNvPr>
          <p:cNvSpPr>
            <a:spLocks xmlns:a="http://schemas.openxmlformats.org/drawingml/2006/main" noGrp="1"/>
          </p:cNvSpPr>
          <p:nvPr/>
        </p:nvSpPr>
        <p:spPr>
          <a:xfrm xmlns:a="http://schemas.openxmlformats.org/drawingml/2006/main" rot="0">
            <a:off x="609600" y="1390650"/>
            <a:ext cx="8020050" cy="455295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b0055fc1cbd4cb7"/>
          <a:stretch xmlns:a="http://schemas.openxmlformats.org/drawingml/2006/main"/>
        </p:blipFill>
        <p:spPr>
          <a:xfrm xmlns:a="http://schemas.openxmlformats.org/drawingml/2006/main">
            <a:off x="647700" y="1758739"/>
            <a:ext cx="7943850" cy="381677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81345DE-BB1F-4C9D-99EB-6706140A4A3E}"/>
              </a:ext>
            </a:extLst>
          </p:cNvPr>
          <p:cNvSpPr>
            <a:spLocks xmlns:a="http://schemas.openxmlformats.org/drawingml/2006/main" noGrp="1"/>
          </p:cNvSpPr>
          <p:nvPr/>
        </p:nvSpPr>
        <p:spPr>
          <a:xfrm xmlns:a="http://schemas.openxmlformats.org/drawingml/2006/main">
            <a:off x="9010650" y="1504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기준선 실행</a:t>
            </a:r>
          </a:p>
        </p:txBody>
      </p:sp>
      <p:sp>
        <p:nvSpPr>
          <p:cNvPr id="10" name="">
            <a:extLst xmlns:a="http://schemas.openxmlformats.org/drawingml/2006/main">
              <a:ext uri="{FF2B5EF4-FFF2-40B4-BE49-F238E27FC236}">
                <a16:creationId xmlns:a16="http://schemas.microsoft.com/office/drawing/2014/main" id="{321A073E-8848-4700-8786-3CF4FCD5034A}"/>
              </a:ext>
            </a:extLst>
          </p:cNvPr>
          <p:cNvSpPr>
            <a:spLocks xmlns:a="http://schemas.openxmlformats.org/drawingml/2006/main" noGrp="1"/>
          </p:cNvSpPr>
          <p:nvPr/>
        </p:nvSpPr>
        <p:spPr>
          <a:xfrm xmlns:a="http://schemas.openxmlformats.org/drawingml/2006/main">
            <a:off x="9010650" y="2019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제공자</a:t>
            </a:r>
          </a:p>
        </p:txBody>
      </p:sp>
      <p:sp>
        <p:nvSpPr>
          <p:cNvPr id="11" name="">
            <a:extLst xmlns:a="http://schemas.openxmlformats.org/drawingml/2006/main">
              <a:ext uri="{FF2B5EF4-FFF2-40B4-BE49-F238E27FC236}">
                <a16:creationId xmlns:a16="http://schemas.microsoft.com/office/drawing/2014/main" id="{F7F31E56-C08F-4586-9E83-35ED6C12F8E7}"/>
              </a:ext>
            </a:extLst>
          </p:cNvPr>
          <p:cNvSpPr>
            <a:spLocks xmlns:a="http://schemas.openxmlformats.org/drawingml/2006/main" noGrp="1"/>
          </p:cNvSpPr>
          <p:nvPr/>
        </p:nvSpPr>
        <p:spPr>
          <a:xfrm xmlns:a="http://schemas.openxmlformats.org/drawingml/2006/main">
            <a:off x="9010650" y="2381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Demo</a:t>
            </a:r>
          </a:p>
        </p:txBody>
      </p:sp>
      <p:sp>
        <p:nvSpPr>
          <p:cNvPr id="12" name="">
            <a:extLst xmlns:a="http://schemas.openxmlformats.org/drawingml/2006/main">
              <a:ext uri="{FF2B5EF4-FFF2-40B4-BE49-F238E27FC236}">
                <a16:creationId xmlns:a16="http://schemas.microsoft.com/office/drawing/2014/main" id="{B7C64155-433A-44DB-824B-8ECF0587136C}"/>
              </a:ext>
            </a:extLst>
          </p:cNvPr>
          <p:cNvSpPr>
            <a:spLocks xmlns:a="http://schemas.openxmlformats.org/drawingml/2006/main" noGrp="1"/>
          </p:cNvSpPr>
          <p:nvPr/>
        </p:nvSpPr>
        <p:spPr>
          <a:xfrm xmlns:a="http://schemas.openxmlformats.org/drawingml/2006/main" flipH="0" flipV="0">
            <a:off x="9010650" y="29337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3D7DB2CF-BB7B-4AC5-8262-9265355E4F7B}"/>
              </a:ext>
            </a:extLst>
          </p:cNvPr>
          <p:cNvSpPr>
            <a:spLocks xmlns:a="http://schemas.openxmlformats.org/drawingml/2006/main" noGrp="1"/>
          </p:cNvSpPr>
          <p:nvPr/>
        </p:nvSpPr>
        <p:spPr>
          <a:xfrm xmlns:a="http://schemas.openxmlformats.org/drawingml/2006/main">
            <a:off x="9010650" y="3143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응답 지연</a:t>
            </a:r>
          </a:p>
        </p:txBody>
      </p:sp>
      <p:sp>
        <p:nvSpPr>
          <p:cNvPr id="14" name="">
            <a:extLst xmlns:a="http://schemas.openxmlformats.org/drawingml/2006/main">
              <a:ext uri="{FF2B5EF4-FFF2-40B4-BE49-F238E27FC236}">
                <a16:creationId xmlns:a16="http://schemas.microsoft.com/office/drawing/2014/main" id="{129241E3-FB40-4575-9020-0B4A604D3EFF}"/>
              </a:ext>
            </a:extLst>
          </p:cNvPr>
          <p:cNvSpPr>
            <a:spLocks xmlns:a="http://schemas.openxmlformats.org/drawingml/2006/main" noGrp="1"/>
          </p:cNvSpPr>
          <p:nvPr/>
        </p:nvSpPr>
        <p:spPr>
          <a:xfrm xmlns:a="http://schemas.openxmlformats.org/drawingml/2006/main">
            <a:off x="9010650" y="35052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현재 실행값</a:t>
            </a:r>
          </a:p>
        </p:txBody>
      </p:sp>
      <p:sp>
        <p:nvSpPr>
          <p:cNvPr id="15" name="">
            <a:extLst xmlns:a="http://schemas.openxmlformats.org/drawingml/2006/main">
              <a:ext uri="{FF2B5EF4-FFF2-40B4-BE49-F238E27FC236}">
                <a16:creationId xmlns:a16="http://schemas.microsoft.com/office/drawing/2014/main" id="{AFACB812-CCF1-4BE4-A2FA-8FB112F998A7}"/>
              </a:ext>
            </a:extLst>
          </p:cNvPr>
          <p:cNvSpPr>
            <a:spLocks xmlns:a="http://schemas.openxmlformats.org/drawingml/2006/main" noGrp="1"/>
          </p:cNvSpPr>
          <p:nvPr/>
        </p:nvSpPr>
        <p:spPr>
          <a:xfrm xmlns:a="http://schemas.openxmlformats.org/drawingml/2006/main" flipH="0" flipV="0">
            <a:off x="9010650" y="40576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DA1897B1-E1B1-4765-A1B4-A6671210414F}"/>
              </a:ext>
            </a:extLst>
          </p:cNvPr>
          <p:cNvSpPr>
            <a:spLocks xmlns:a="http://schemas.openxmlformats.org/drawingml/2006/main" noGrp="1"/>
          </p:cNvSpPr>
          <p:nvPr/>
        </p:nvSpPr>
        <p:spPr>
          <a:xfrm xmlns:a="http://schemas.openxmlformats.org/drawingml/2006/main">
            <a:off x="9010650" y="4267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완료 증거</a:t>
            </a:r>
          </a:p>
        </p:txBody>
      </p:sp>
      <p:sp>
        <p:nvSpPr>
          <p:cNvPr id="17" name="">
            <a:extLst xmlns:a="http://schemas.openxmlformats.org/drawingml/2006/main">
              <a:ext uri="{FF2B5EF4-FFF2-40B4-BE49-F238E27FC236}">
                <a16:creationId xmlns:a16="http://schemas.microsoft.com/office/drawing/2014/main" id="{E75AD99A-A6DF-4993-ABD2-8F54493A2DBF}"/>
              </a:ext>
            </a:extLst>
          </p:cNvPr>
          <p:cNvSpPr>
            <a:spLocks xmlns:a="http://schemas.openxmlformats.org/drawingml/2006/main" noGrp="1"/>
          </p:cNvSpPr>
          <p:nvPr/>
        </p:nvSpPr>
        <p:spPr>
          <a:xfrm xmlns:a="http://schemas.openxmlformats.org/drawingml/2006/main">
            <a:off x="9010650" y="46291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Trace ID · 지문</a:t>
            </a:r>
          </a:p>
        </p:txBody>
      </p:sp>
      <p:sp>
        <p:nvSpPr>
          <p:cNvPr id="18" name="">
            <a:extLst xmlns:a="http://schemas.openxmlformats.org/drawingml/2006/main">
              <a:ext uri="{FF2B5EF4-FFF2-40B4-BE49-F238E27FC236}">
                <a16:creationId xmlns:a16="http://schemas.microsoft.com/office/drawing/2014/main" id="{F16E5BB0-09A6-4DA0-8C87-D1471B2F8F90}"/>
              </a:ext>
            </a:extLst>
          </p:cNvPr>
          <p:cNvSpPr>
            <a:spLocks xmlns:a="http://schemas.openxmlformats.org/drawingml/2006/main" noGrp="1"/>
          </p:cNvSpPr>
          <p:nvPr/>
        </p:nvSpPr>
        <p:spPr>
          <a:xfrm xmlns:a="http://schemas.openxmlformats.org/drawingml/2006/main" flipH="0" flipV="0">
            <a:off x="9010650" y="51816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1066614901"/>
      </p:ext>
    </p:extLst>
  </p:cSld>
</p:sld>
</file>

<file path=ppt/slides/slide7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8A0432-DE2E-4C68-A163-945548ADFC0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D93D0F31-4D0F-4873-B404-C203105E331A}"/>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75</a:t>
            </a:r>
          </a:p>
        </p:txBody>
      </p:sp>
      <p:sp>
        <p:nvSpPr>
          <p:cNvPr id="3" name="">
            <a:extLst xmlns:a="http://schemas.openxmlformats.org/drawingml/2006/main">
              <a:ext uri="{FF2B5EF4-FFF2-40B4-BE49-F238E27FC236}">
                <a16:creationId xmlns:a16="http://schemas.microsoft.com/office/drawing/2014/main" id="{3E78AC05-66D6-454D-8357-6B4D43EAAF47}"/>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AAB097C2-CA10-4E9D-B387-A63F126E7F56}"/>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D296DC06-F160-47B1-8843-B79FEDC95594}"/>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ADEBCFD5-2E77-4BC3-87B0-779958C22E51}"/>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Qwen3 4B 응답 시간 설정</a:t>
            </a:r>
          </a:p>
        </p:txBody>
      </p:sp>
      <p:sp>
        <p:nvSpPr>
          <p:cNvPr id="7" name="">
            <a:extLst xmlns:a="http://schemas.openxmlformats.org/drawingml/2006/main">
              <a:ext uri="{FF2B5EF4-FFF2-40B4-BE49-F238E27FC236}">
                <a16:creationId xmlns:a16="http://schemas.microsoft.com/office/drawing/2014/main" id="{EBDD2EB7-3180-4D24-884B-46BAFAC90AD6}"/>
              </a:ext>
            </a:extLst>
          </p:cNvPr>
          <p:cNvSpPr>
            <a:spLocks xmlns:a="http://schemas.openxmlformats.org/drawingml/2006/main" noGrp="1"/>
          </p:cNvSpPr>
          <p:nvPr/>
        </p:nvSpPr>
        <p:spPr>
          <a:xfrm xmlns:a="http://schemas.openxmlformats.org/drawingml/2006/main">
            <a:off x="609600" y="1790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qwen3:4b-instruct</a:t>
            </a:r>
          </a:p>
        </p:txBody>
      </p:sp>
      <p:sp>
        <p:nvSpPr>
          <p:cNvPr id="8" name="">
            <a:extLst xmlns:a="http://schemas.openxmlformats.org/drawingml/2006/main">
              <a:ext uri="{FF2B5EF4-FFF2-40B4-BE49-F238E27FC236}">
                <a16:creationId xmlns:a16="http://schemas.microsoft.com/office/drawing/2014/main" id="{1D19BFB9-6C29-4FB9-9F97-B2AEB037DF2A}"/>
              </a:ext>
            </a:extLst>
          </p:cNvPr>
          <p:cNvSpPr>
            <a:spLocks xmlns:a="http://schemas.openxmlformats.org/drawingml/2006/main" noGrp="1"/>
          </p:cNvSpPr>
          <p:nvPr/>
        </p:nvSpPr>
        <p:spPr>
          <a:xfrm xmlns:a="http://schemas.openxmlformats.org/drawingml/2006/main">
            <a:off x="3390900" y="17907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MODEL</a:t>
            </a:r>
          </a:p>
        </p:txBody>
      </p:sp>
      <p:sp>
        <p:nvSpPr>
          <p:cNvPr id="9" name="">
            <a:extLst xmlns:a="http://schemas.openxmlformats.org/drawingml/2006/main">
              <a:ext uri="{FF2B5EF4-FFF2-40B4-BE49-F238E27FC236}">
                <a16:creationId xmlns:a16="http://schemas.microsoft.com/office/drawing/2014/main" id="{077C25BD-EC62-4B3F-A6A2-E8B13C6941EB}"/>
              </a:ext>
            </a:extLst>
          </p:cNvPr>
          <p:cNvSpPr>
            <a:spLocks xmlns:a="http://schemas.openxmlformats.org/drawingml/2006/main" noGrp="1"/>
          </p:cNvSpPr>
          <p:nvPr/>
        </p:nvSpPr>
        <p:spPr>
          <a:xfrm xmlns:a="http://schemas.openxmlformats.org/drawingml/2006/main">
            <a:off x="5314950" y="1790700"/>
            <a:ext cx="588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Thinking 전용이 아닌 지시 수행 모델</a:t>
            </a:r>
          </a:p>
        </p:txBody>
      </p:sp>
      <p:sp>
        <p:nvSpPr>
          <p:cNvPr id="10" name="">
            <a:extLst xmlns:a="http://schemas.openxmlformats.org/drawingml/2006/main">
              <a:ext uri="{FF2B5EF4-FFF2-40B4-BE49-F238E27FC236}">
                <a16:creationId xmlns:a16="http://schemas.microsoft.com/office/drawing/2014/main" id="{92A29490-BEC7-484E-9F21-E48436203E1A}"/>
              </a:ext>
            </a:extLst>
          </p:cNvPr>
          <p:cNvSpPr>
            <a:spLocks xmlns:a="http://schemas.openxmlformats.org/drawingml/2006/main" noGrp="1"/>
          </p:cNvSpPr>
          <p:nvPr/>
        </p:nvSpPr>
        <p:spPr>
          <a:xfrm xmlns:a="http://schemas.openxmlformats.org/drawingml/2006/main" flipH="0" flipV="0">
            <a:off x="609600" y="2419350"/>
            <a:ext cx="10591800" cy="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11" name="">
            <a:extLst xmlns:a="http://schemas.openxmlformats.org/drawingml/2006/main">
              <a:ext uri="{FF2B5EF4-FFF2-40B4-BE49-F238E27FC236}">
                <a16:creationId xmlns:a16="http://schemas.microsoft.com/office/drawing/2014/main" id="{5D4600A5-B256-4444-A803-7EE0C4DF995F}"/>
              </a:ext>
            </a:extLst>
          </p:cNvPr>
          <p:cNvSpPr>
            <a:spLocks xmlns:a="http://schemas.openxmlformats.org/drawingml/2006/main" noGrp="1"/>
          </p:cNvSpPr>
          <p:nvPr/>
        </p:nvSpPr>
        <p:spPr>
          <a:xfrm xmlns:a="http://schemas.openxmlformats.org/drawingml/2006/main">
            <a:off x="609600" y="27813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Thinking 요청값</a:t>
            </a:r>
          </a:p>
        </p:txBody>
      </p:sp>
      <p:sp>
        <p:nvSpPr>
          <p:cNvPr id="12" name="">
            <a:extLst xmlns:a="http://schemas.openxmlformats.org/drawingml/2006/main">
              <a:ext uri="{FF2B5EF4-FFF2-40B4-BE49-F238E27FC236}">
                <a16:creationId xmlns:a16="http://schemas.microsoft.com/office/drawing/2014/main" id="{3DCDCC89-B3C1-4274-AC4A-CDC3E77C6567}"/>
              </a:ext>
            </a:extLst>
          </p:cNvPr>
          <p:cNvSpPr>
            <a:spLocks xmlns:a="http://schemas.openxmlformats.org/drawingml/2006/main" noGrp="1"/>
          </p:cNvSpPr>
          <p:nvPr/>
        </p:nvSpPr>
        <p:spPr>
          <a:xfrm xmlns:a="http://schemas.openxmlformats.org/drawingml/2006/main">
            <a:off x="3390900" y="27813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0B1F3A"/>
                </a:solidFill>
                <a:latin typeface="Menlo"/>
                <a:ea typeface="Menlo"/>
                <a:cs typeface="Menlo"/>
              </a:defRPr>
            </a:pPr>
            <a:r>
              <a:rPr sz="1500" b="1">
                <a:solidFill>
                  <a:srgbClr val="0B1F3A"/>
                </a:solidFill>
                <a:latin typeface="Menlo"/>
                <a:ea typeface="Menlo"/>
                <a:cs typeface="Menlo"/>
              </a:rPr>
              <a:t>false</a:t>
            </a:r>
          </a:p>
        </p:txBody>
      </p:sp>
      <p:sp>
        <p:nvSpPr>
          <p:cNvPr id="13" name="">
            <a:extLst xmlns:a="http://schemas.openxmlformats.org/drawingml/2006/main">
              <a:ext uri="{FF2B5EF4-FFF2-40B4-BE49-F238E27FC236}">
                <a16:creationId xmlns:a16="http://schemas.microsoft.com/office/drawing/2014/main" id="{4096AC07-B0F3-40A3-AFCE-20804254DC75}"/>
              </a:ext>
            </a:extLst>
          </p:cNvPr>
          <p:cNvSpPr>
            <a:spLocks xmlns:a="http://schemas.openxmlformats.org/drawingml/2006/main" noGrp="1"/>
          </p:cNvSpPr>
          <p:nvPr/>
        </p:nvSpPr>
        <p:spPr>
          <a:xfrm xmlns:a="http://schemas.openxmlformats.org/drawingml/2006/main">
            <a:off x="5314950" y="2781300"/>
            <a:ext cx="588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별도 추론 출력을 요청하지 않는 API 설정</a:t>
            </a:r>
          </a:p>
        </p:txBody>
      </p:sp>
      <p:sp>
        <p:nvSpPr>
          <p:cNvPr id="14" name="">
            <a:extLst xmlns:a="http://schemas.openxmlformats.org/drawingml/2006/main">
              <a:ext uri="{FF2B5EF4-FFF2-40B4-BE49-F238E27FC236}">
                <a16:creationId xmlns:a16="http://schemas.microsoft.com/office/drawing/2014/main" id="{AB6B972F-A543-4F34-A5CE-EA849488B958}"/>
              </a:ext>
            </a:extLst>
          </p:cNvPr>
          <p:cNvSpPr>
            <a:spLocks xmlns:a="http://schemas.openxmlformats.org/drawingml/2006/main" noGrp="1"/>
          </p:cNvSpPr>
          <p:nvPr/>
        </p:nvSpPr>
        <p:spPr>
          <a:xfrm xmlns:a="http://schemas.openxmlformats.org/drawingml/2006/main" flipH="0" flipV="0">
            <a:off x="609600" y="3409950"/>
            <a:ext cx="10591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16314F25-CB5A-4F06-95E3-9F983EF698F3}"/>
              </a:ext>
            </a:extLst>
          </p:cNvPr>
          <p:cNvSpPr>
            <a:spLocks xmlns:a="http://schemas.openxmlformats.org/drawingml/2006/main" noGrp="1"/>
          </p:cNvSpPr>
          <p:nvPr/>
        </p:nvSpPr>
        <p:spPr>
          <a:xfrm xmlns:a="http://schemas.openxmlformats.org/drawingml/2006/main">
            <a:off x="609600" y="37719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입력·출력 한도</a:t>
            </a:r>
          </a:p>
        </p:txBody>
      </p:sp>
      <p:sp>
        <p:nvSpPr>
          <p:cNvPr id="16" name="">
            <a:extLst xmlns:a="http://schemas.openxmlformats.org/drawingml/2006/main">
              <a:ext uri="{FF2B5EF4-FFF2-40B4-BE49-F238E27FC236}">
                <a16:creationId xmlns:a16="http://schemas.microsoft.com/office/drawing/2014/main" id="{C9B26C0F-D980-43BE-B66A-CA5ACF3F1739}"/>
              </a:ext>
            </a:extLst>
          </p:cNvPr>
          <p:cNvSpPr>
            <a:spLocks xmlns:a="http://schemas.openxmlformats.org/drawingml/2006/main" noGrp="1"/>
          </p:cNvSpPr>
          <p:nvPr/>
        </p:nvSpPr>
        <p:spPr>
          <a:xfrm xmlns:a="http://schemas.openxmlformats.org/drawingml/2006/main">
            <a:off x="3390900" y="37719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0B1F3A"/>
                </a:solidFill>
                <a:latin typeface="Menlo"/>
                <a:ea typeface="Menlo"/>
                <a:cs typeface="Menlo"/>
              </a:defRPr>
            </a:pPr>
            <a:r>
              <a:rPr sz="1500" b="1">
                <a:solidFill>
                  <a:srgbClr val="0B1F3A"/>
                </a:solidFill>
                <a:latin typeface="Menlo"/>
                <a:ea typeface="Menlo"/>
                <a:cs typeface="Menlo"/>
              </a:rPr>
              <a:t>2048 · 128</a:t>
            </a:r>
          </a:p>
        </p:txBody>
      </p:sp>
      <p:sp>
        <p:nvSpPr>
          <p:cNvPr id="17" name="">
            <a:extLst xmlns:a="http://schemas.openxmlformats.org/drawingml/2006/main">
              <a:ext uri="{FF2B5EF4-FFF2-40B4-BE49-F238E27FC236}">
                <a16:creationId xmlns:a16="http://schemas.microsoft.com/office/drawing/2014/main" id="{6312E174-1937-4712-9FBA-6787A199745D}"/>
              </a:ext>
            </a:extLst>
          </p:cNvPr>
          <p:cNvSpPr>
            <a:spLocks xmlns:a="http://schemas.openxmlformats.org/drawingml/2006/main" noGrp="1"/>
          </p:cNvSpPr>
          <p:nvPr/>
        </p:nvSpPr>
        <p:spPr>
          <a:xfrm xmlns:a="http://schemas.openxmlformats.org/drawingml/2006/main">
            <a:off x="5314950" y="3771900"/>
            <a:ext cx="588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짧은 수업 입력의 컨텍스트와 최대 생성 토큰</a:t>
            </a:r>
          </a:p>
        </p:txBody>
      </p:sp>
      <p:sp>
        <p:nvSpPr>
          <p:cNvPr id="18" name="">
            <a:extLst xmlns:a="http://schemas.openxmlformats.org/drawingml/2006/main">
              <a:ext uri="{FF2B5EF4-FFF2-40B4-BE49-F238E27FC236}">
                <a16:creationId xmlns:a16="http://schemas.microsoft.com/office/drawing/2014/main" id="{91C35518-9897-4886-98B6-B3C5CC3B9BC8}"/>
              </a:ext>
            </a:extLst>
          </p:cNvPr>
          <p:cNvSpPr>
            <a:spLocks xmlns:a="http://schemas.openxmlformats.org/drawingml/2006/main" noGrp="1"/>
          </p:cNvSpPr>
          <p:nvPr/>
        </p:nvSpPr>
        <p:spPr>
          <a:xfrm xmlns:a="http://schemas.openxmlformats.org/drawingml/2006/main" flipH="0" flipV="0">
            <a:off x="609600" y="4400550"/>
            <a:ext cx="10591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5BB004D5-0115-41C0-A8EB-BD1CF813AB46}"/>
              </a:ext>
            </a:extLst>
          </p:cNvPr>
          <p:cNvSpPr>
            <a:spLocks xmlns:a="http://schemas.openxmlformats.org/drawingml/2006/main" noGrp="1"/>
          </p:cNvSpPr>
          <p:nvPr/>
        </p:nvSpPr>
        <p:spPr>
          <a:xfrm xmlns:a="http://schemas.openxmlformats.org/drawingml/2006/main">
            <a:off x="609600" y="47625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725" b="1">
                <a:solidFill>
                  <a:srgbClr val="191919"/>
                </a:solidFill>
                <a:latin typeface="AppleGothic"/>
                <a:ea typeface="AppleGothic"/>
                <a:cs typeface="AppleGothic"/>
              </a:defRPr>
            </a:pPr>
            <a:r>
              <a:rPr sz="1725" b="1">
                <a:solidFill>
                  <a:srgbClr val="191919"/>
                </a:solidFill>
                <a:latin typeface="AppleGothic"/>
                <a:ea typeface="AppleGothic"/>
                <a:cs typeface="AppleGothic"/>
              </a:rPr>
              <a:t>메모리·재현</a:t>
            </a:r>
          </a:p>
        </p:txBody>
      </p:sp>
      <p:sp>
        <p:nvSpPr>
          <p:cNvPr id="20" name="">
            <a:extLst xmlns:a="http://schemas.openxmlformats.org/drawingml/2006/main">
              <a:ext uri="{FF2B5EF4-FFF2-40B4-BE49-F238E27FC236}">
                <a16:creationId xmlns:a16="http://schemas.microsoft.com/office/drawing/2014/main" id="{28D1F59F-F35D-488D-8995-A31360D34AD9}"/>
              </a:ext>
            </a:extLst>
          </p:cNvPr>
          <p:cNvSpPr>
            <a:spLocks xmlns:a="http://schemas.openxmlformats.org/drawingml/2006/main" noGrp="1"/>
          </p:cNvSpPr>
          <p:nvPr/>
        </p:nvSpPr>
        <p:spPr>
          <a:xfrm xmlns:a="http://schemas.openxmlformats.org/drawingml/2006/main">
            <a:off x="3390900" y="47625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0B1F3A"/>
                </a:solidFill>
                <a:latin typeface="Menlo"/>
                <a:ea typeface="Menlo"/>
                <a:cs typeface="Menlo"/>
              </a:defRPr>
            </a:pPr>
            <a:r>
              <a:rPr sz="1500" b="1">
                <a:solidFill>
                  <a:srgbClr val="0B1F3A"/>
                </a:solidFill>
                <a:latin typeface="Menlo"/>
                <a:ea typeface="Menlo"/>
                <a:cs typeface="Menlo"/>
              </a:rPr>
              <a:t>30m · seed 42</a:t>
            </a:r>
          </a:p>
        </p:txBody>
      </p:sp>
      <p:sp>
        <p:nvSpPr>
          <p:cNvPr id="21" name="">
            <a:extLst xmlns:a="http://schemas.openxmlformats.org/drawingml/2006/main">
              <a:ext uri="{FF2B5EF4-FFF2-40B4-BE49-F238E27FC236}">
                <a16:creationId xmlns:a16="http://schemas.microsoft.com/office/drawing/2014/main" id="{E965D79A-D6AF-4CCC-9EBB-ECF568588480}"/>
              </a:ext>
            </a:extLst>
          </p:cNvPr>
          <p:cNvSpPr>
            <a:spLocks xmlns:a="http://schemas.openxmlformats.org/drawingml/2006/main" noGrp="1"/>
          </p:cNvSpPr>
          <p:nvPr/>
        </p:nvSpPr>
        <p:spPr>
          <a:xfrm xmlns:a="http://schemas.openxmlformats.org/drawingml/2006/main">
            <a:off x="5314950" y="4762500"/>
            <a:ext cx="588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0000"/>
              </a:lnSpc>
              <a:buNone/>
              <a:defRPr sz="1350" b="0">
                <a:solidFill>
                  <a:srgbClr val="667085"/>
                </a:solidFill>
                <a:latin typeface="AppleGothic"/>
                <a:ea typeface="AppleGothic"/>
                <a:cs typeface="AppleGothic"/>
              </a:defRPr>
            </a:pPr>
            <a:r>
              <a:rPr sz="1350" b="0">
                <a:solidFill>
                  <a:srgbClr val="667085"/>
                </a:solidFill>
                <a:latin typeface="AppleGothic"/>
                <a:ea typeface="AppleGothic"/>
                <a:cs typeface="AppleGothic"/>
              </a:rPr>
              <a:t>반복 호출의 재적재 감소와 비교 조건 고정</a:t>
            </a:r>
          </a:p>
        </p:txBody>
      </p:sp>
      <p:sp>
        <p:nvSpPr>
          <p:cNvPr id="22" name="">
            <a:extLst xmlns:a="http://schemas.openxmlformats.org/drawingml/2006/main">
              <a:ext uri="{FF2B5EF4-FFF2-40B4-BE49-F238E27FC236}">
                <a16:creationId xmlns:a16="http://schemas.microsoft.com/office/drawing/2014/main" id="{64D178D3-82DD-4BC4-9508-117C6C9AA3F4}"/>
              </a:ext>
            </a:extLst>
          </p:cNvPr>
          <p:cNvSpPr>
            <a:spLocks xmlns:a="http://schemas.openxmlformats.org/drawingml/2006/main" noGrp="1"/>
          </p:cNvSpPr>
          <p:nvPr/>
        </p:nvSpPr>
        <p:spPr>
          <a:xfrm xmlns:a="http://schemas.openxmlformats.org/drawingml/2006/main" flipH="0" flipV="0">
            <a:off x="609600" y="5391150"/>
            <a:ext cx="10591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3" name="">
            <a:extLst xmlns:a="http://schemas.openxmlformats.org/drawingml/2006/main">
              <a:ext uri="{FF2B5EF4-FFF2-40B4-BE49-F238E27FC236}">
                <a16:creationId xmlns:a16="http://schemas.microsoft.com/office/drawing/2014/main" id="{57F2A5F1-D190-4B13-B128-6BF379F33917}"/>
              </a:ext>
            </a:extLst>
          </p:cNvPr>
          <p:cNvSpPr>
            <a:spLocks xmlns:a="http://schemas.openxmlformats.org/drawingml/2006/main" noGrp="1"/>
          </p:cNvSpPr>
          <p:nvPr/>
        </p:nvSpPr>
        <p:spPr>
          <a:xfrm xmlns:a="http://schemas.openxmlformats.org/drawingml/2006/main">
            <a:off x="609600" y="56578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--hidethinking은 표시만 숨기는 옵션 · 속도 설정은 비추론 모델과 think:false의 조합</a:t>
            </a:r>
          </a:p>
        </p:txBody>
      </p:sp>
    </p:spTree>
    <p:extLst>
      <p:ext uri="{BB962C8B-B14F-4D97-AF65-F5344CB8AC3E}">
        <p14:creationId xmlns:p14="http://schemas.microsoft.com/office/powerpoint/2010/main" val="1495708999"/>
      </p:ext>
    </p:extLst>
  </p:cSld>
</p:sld>
</file>

<file path=ppt/slides/slide7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7999E58-7643-448E-BCFA-9B79ABD45BB9}"/>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037A3D84-5835-473F-B4C1-45F66BB684E0}"/>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76</a:t>
            </a:r>
          </a:p>
        </p:txBody>
      </p:sp>
      <p:sp>
        <p:nvSpPr>
          <p:cNvPr id="3" name="">
            <a:extLst xmlns:a="http://schemas.openxmlformats.org/drawingml/2006/main">
              <a:ext uri="{FF2B5EF4-FFF2-40B4-BE49-F238E27FC236}">
                <a16:creationId xmlns:a16="http://schemas.microsoft.com/office/drawing/2014/main" id="{02F29F8D-0355-40BB-AE97-64BD68B93202}"/>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33C59A5C-C55B-4DA8-99DE-7D2068E078B3}"/>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D326FDE-FB8E-4E15-AB30-E9C5063C7071}"/>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DA7AC896-B489-4DF4-AEE5-E1A0FD48FDE5}"/>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Qwen3 Instruct 실행 결과</a:t>
            </a:r>
          </a:p>
        </p:txBody>
      </p:sp>
      <p:sp>
        <p:nvSpPr>
          <p:cNvPr id="7" name="">
            <a:extLst xmlns:a="http://schemas.openxmlformats.org/drawingml/2006/main">
              <a:ext uri="{FF2B5EF4-FFF2-40B4-BE49-F238E27FC236}">
                <a16:creationId xmlns:a16="http://schemas.microsoft.com/office/drawing/2014/main" id="{DC798478-324B-44A1-AA45-85409142E721}"/>
              </a:ext>
            </a:extLst>
          </p:cNvPr>
          <p:cNvSpPr>
            <a:spLocks xmlns:a="http://schemas.openxmlformats.org/drawingml/2006/main" noGrp="1"/>
          </p:cNvSpPr>
          <p:nvPr/>
        </p:nvSpPr>
        <p:spPr>
          <a:xfrm xmlns:a="http://schemas.openxmlformats.org/drawingml/2006/main" rot="0">
            <a:off x="609600" y="1390650"/>
            <a:ext cx="8020050" cy="4552950"/>
          </a:xfrm>
          <a:prstGeom xmlns:a="http://schemas.openxmlformats.org/drawingml/2006/main" prst="rect">
            <a:avLst/>
          </a:prstGeom>
          <a:solidFill xmlns:a="http://schemas.openxmlformats.org/drawingml/2006/main">
            <a:srgbClr val="050505"/>
          </a:solidFill>
          <a:ln xmlns:a="http://schemas.openxmlformats.org/drawingml/2006/main" w="9525">
            <a:solidFill>
              <a:srgbClr val="25324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dd3602be4314475"/>
          <a:stretch xmlns:a="http://schemas.openxmlformats.org/drawingml/2006/main"/>
        </p:blipFill>
        <p:spPr>
          <a:xfrm xmlns:a="http://schemas.openxmlformats.org/drawingml/2006/main">
            <a:off x="647700" y="1758739"/>
            <a:ext cx="7943850" cy="381677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1FD7E67-6DDC-4FB9-844A-A7AEF07EF319}"/>
              </a:ext>
            </a:extLst>
          </p:cNvPr>
          <p:cNvSpPr>
            <a:spLocks xmlns:a="http://schemas.openxmlformats.org/drawingml/2006/main" noGrp="1"/>
          </p:cNvSpPr>
          <p:nvPr/>
        </p:nvSpPr>
        <p:spPr>
          <a:xfrm xmlns:a="http://schemas.openxmlformats.org/drawingml/2006/main">
            <a:off x="9010650" y="1504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AppleGothic"/>
                <a:ea typeface="AppleGothic"/>
                <a:cs typeface="AppleGothic"/>
              </a:defRPr>
            </a:pPr>
            <a:r>
              <a:rPr sz="1050" b="1">
                <a:solidFill>
                  <a:srgbClr val="2563EB"/>
                </a:solidFill>
                <a:latin typeface="AppleGothic"/>
                <a:ea typeface="AppleGothic"/>
                <a:cs typeface="AppleGothic"/>
              </a:rPr>
              <a:t>실행 예시 · 환경별 차이</a:t>
            </a:r>
          </a:p>
        </p:txBody>
      </p:sp>
      <p:sp>
        <p:nvSpPr>
          <p:cNvPr id="10" name="">
            <a:extLst xmlns:a="http://schemas.openxmlformats.org/drawingml/2006/main">
              <a:ext uri="{FF2B5EF4-FFF2-40B4-BE49-F238E27FC236}">
                <a16:creationId xmlns:a16="http://schemas.microsoft.com/office/drawing/2014/main" id="{F5370AE6-60CC-4687-A42D-3AE0F71E4BD9}"/>
              </a:ext>
            </a:extLst>
          </p:cNvPr>
          <p:cNvSpPr>
            <a:spLocks xmlns:a="http://schemas.openxmlformats.org/drawingml/2006/main" noGrp="1"/>
          </p:cNvSpPr>
          <p:nvPr/>
        </p:nvSpPr>
        <p:spPr>
          <a:xfrm xmlns:a="http://schemas.openxmlformats.org/drawingml/2006/main">
            <a:off x="9010650" y="2019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모델</a:t>
            </a:r>
          </a:p>
        </p:txBody>
      </p:sp>
      <p:sp>
        <p:nvSpPr>
          <p:cNvPr id="11" name="">
            <a:extLst xmlns:a="http://schemas.openxmlformats.org/drawingml/2006/main">
              <a:ext uri="{FF2B5EF4-FFF2-40B4-BE49-F238E27FC236}">
                <a16:creationId xmlns:a16="http://schemas.microsoft.com/office/drawing/2014/main" id="{E49F56B9-635E-4846-B6C5-D80B1023F1D1}"/>
              </a:ext>
            </a:extLst>
          </p:cNvPr>
          <p:cNvSpPr>
            <a:spLocks xmlns:a="http://schemas.openxmlformats.org/drawingml/2006/main" noGrp="1"/>
          </p:cNvSpPr>
          <p:nvPr/>
        </p:nvSpPr>
        <p:spPr>
          <a:xfrm xmlns:a="http://schemas.openxmlformats.org/drawingml/2006/main">
            <a:off x="9010650" y="2381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qwen3:4b-instruct</a:t>
            </a:r>
          </a:p>
        </p:txBody>
      </p:sp>
      <p:sp>
        <p:nvSpPr>
          <p:cNvPr id="12" name="">
            <a:extLst xmlns:a="http://schemas.openxmlformats.org/drawingml/2006/main">
              <a:ext uri="{FF2B5EF4-FFF2-40B4-BE49-F238E27FC236}">
                <a16:creationId xmlns:a16="http://schemas.microsoft.com/office/drawing/2014/main" id="{0E74DFFA-C9AC-4D2A-B07D-6CED315827AA}"/>
              </a:ext>
            </a:extLst>
          </p:cNvPr>
          <p:cNvSpPr>
            <a:spLocks xmlns:a="http://schemas.openxmlformats.org/drawingml/2006/main" noGrp="1"/>
          </p:cNvSpPr>
          <p:nvPr/>
        </p:nvSpPr>
        <p:spPr>
          <a:xfrm xmlns:a="http://schemas.openxmlformats.org/drawingml/2006/main" flipH="0" flipV="0">
            <a:off x="9010650" y="29337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3" name="">
            <a:extLst xmlns:a="http://schemas.openxmlformats.org/drawingml/2006/main">
              <a:ext uri="{FF2B5EF4-FFF2-40B4-BE49-F238E27FC236}">
                <a16:creationId xmlns:a16="http://schemas.microsoft.com/office/drawing/2014/main" id="{91A2EE7F-2C12-460B-97FD-E9FBC3BF0957}"/>
              </a:ext>
            </a:extLst>
          </p:cNvPr>
          <p:cNvSpPr>
            <a:spLocks xmlns:a="http://schemas.openxmlformats.org/drawingml/2006/main" noGrp="1"/>
          </p:cNvSpPr>
          <p:nvPr/>
        </p:nvSpPr>
        <p:spPr>
          <a:xfrm xmlns:a="http://schemas.openxmlformats.org/drawingml/2006/main">
            <a:off x="9010650" y="3143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Thinking</a:t>
            </a:r>
          </a:p>
        </p:txBody>
      </p:sp>
      <p:sp>
        <p:nvSpPr>
          <p:cNvPr id="14" name="">
            <a:extLst xmlns:a="http://schemas.openxmlformats.org/drawingml/2006/main">
              <a:ext uri="{FF2B5EF4-FFF2-40B4-BE49-F238E27FC236}">
                <a16:creationId xmlns:a16="http://schemas.microsoft.com/office/drawing/2014/main" id="{1A897E7E-D986-4C91-B14D-FEC7360CB2BC}"/>
              </a:ext>
            </a:extLst>
          </p:cNvPr>
          <p:cNvSpPr>
            <a:spLocks xmlns:a="http://schemas.openxmlformats.org/drawingml/2006/main" noGrp="1"/>
          </p:cNvSpPr>
          <p:nvPr/>
        </p:nvSpPr>
        <p:spPr>
          <a:xfrm xmlns:a="http://schemas.openxmlformats.org/drawingml/2006/main">
            <a:off x="9010650" y="35052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OFF</a:t>
            </a:r>
          </a:p>
        </p:txBody>
      </p:sp>
      <p:sp>
        <p:nvSpPr>
          <p:cNvPr id="15" name="">
            <a:extLst xmlns:a="http://schemas.openxmlformats.org/drawingml/2006/main">
              <a:ext uri="{FF2B5EF4-FFF2-40B4-BE49-F238E27FC236}">
                <a16:creationId xmlns:a16="http://schemas.microsoft.com/office/drawing/2014/main" id="{AEB0EFAF-0799-4D2E-A25A-FBB6B4643692}"/>
              </a:ext>
            </a:extLst>
          </p:cNvPr>
          <p:cNvSpPr>
            <a:spLocks xmlns:a="http://schemas.openxmlformats.org/drawingml/2006/main" noGrp="1"/>
          </p:cNvSpPr>
          <p:nvPr/>
        </p:nvSpPr>
        <p:spPr>
          <a:xfrm xmlns:a="http://schemas.openxmlformats.org/drawingml/2006/main" flipH="0" flipV="0">
            <a:off x="9010650" y="405765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6" name="">
            <a:extLst xmlns:a="http://schemas.openxmlformats.org/drawingml/2006/main">
              <a:ext uri="{FF2B5EF4-FFF2-40B4-BE49-F238E27FC236}">
                <a16:creationId xmlns:a16="http://schemas.microsoft.com/office/drawing/2014/main" id="{390D70E4-EF85-4973-939B-5020D3865D58}"/>
              </a:ext>
            </a:extLst>
          </p:cNvPr>
          <p:cNvSpPr>
            <a:spLocks xmlns:a="http://schemas.openxmlformats.org/drawingml/2006/main" noGrp="1"/>
          </p:cNvSpPr>
          <p:nvPr/>
        </p:nvSpPr>
        <p:spPr>
          <a:xfrm xmlns:a="http://schemas.openxmlformats.org/drawingml/2006/main">
            <a:off x="9010650" y="4267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200" b="1">
                <a:solidFill>
                  <a:srgbClr val="98A2B3"/>
                </a:solidFill>
                <a:latin typeface="AppleGothic"/>
                <a:ea typeface="AppleGothic"/>
                <a:cs typeface="AppleGothic"/>
              </a:defRPr>
            </a:pPr>
            <a:r>
              <a:rPr sz="1200" b="1">
                <a:solidFill>
                  <a:srgbClr val="98A2B3"/>
                </a:solidFill>
                <a:latin typeface="AppleGothic"/>
                <a:ea typeface="AppleGothic"/>
                <a:cs typeface="AppleGothic"/>
              </a:rPr>
              <a:t>종료 사유</a:t>
            </a:r>
          </a:p>
        </p:txBody>
      </p:sp>
      <p:sp>
        <p:nvSpPr>
          <p:cNvPr id="17" name="">
            <a:extLst xmlns:a="http://schemas.openxmlformats.org/drawingml/2006/main">
              <a:ext uri="{FF2B5EF4-FFF2-40B4-BE49-F238E27FC236}">
                <a16:creationId xmlns:a16="http://schemas.microsoft.com/office/drawing/2014/main" id="{DAA4768E-CCEC-4B4C-B6A9-C6ACEF681622}"/>
              </a:ext>
            </a:extLst>
          </p:cNvPr>
          <p:cNvSpPr>
            <a:spLocks xmlns:a="http://schemas.openxmlformats.org/drawingml/2006/main" noGrp="1"/>
          </p:cNvSpPr>
          <p:nvPr/>
        </p:nvSpPr>
        <p:spPr>
          <a:xfrm xmlns:a="http://schemas.openxmlformats.org/drawingml/2006/main">
            <a:off x="9010650" y="46291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800" b="1">
                <a:solidFill>
                  <a:srgbClr val="FFFFFF"/>
                </a:solidFill>
                <a:latin typeface="AppleGothic"/>
                <a:ea typeface="AppleGothic"/>
                <a:cs typeface="AppleGothic"/>
              </a:defRPr>
            </a:pPr>
            <a:r>
              <a:rPr sz="1800" b="1">
                <a:solidFill>
                  <a:srgbClr val="FFFFFF"/>
                </a:solidFill>
                <a:latin typeface="AppleGothic"/>
                <a:ea typeface="AppleGothic"/>
                <a:cs typeface="AppleGothic"/>
              </a:rPr>
              <a:t>stop</a:t>
            </a:r>
          </a:p>
        </p:txBody>
      </p:sp>
      <p:sp>
        <p:nvSpPr>
          <p:cNvPr id="18" name="">
            <a:extLst xmlns:a="http://schemas.openxmlformats.org/drawingml/2006/main">
              <a:ext uri="{FF2B5EF4-FFF2-40B4-BE49-F238E27FC236}">
                <a16:creationId xmlns:a16="http://schemas.microsoft.com/office/drawing/2014/main" id="{E12BC2BD-4E91-4890-B8AC-82C093BB1018}"/>
              </a:ext>
            </a:extLst>
          </p:cNvPr>
          <p:cNvSpPr>
            <a:spLocks xmlns:a="http://schemas.openxmlformats.org/drawingml/2006/main" noGrp="1"/>
          </p:cNvSpPr>
          <p:nvPr/>
        </p:nvSpPr>
        <p:spPr>
          <a:xfrm xmlns:a="http://schemas.openxmlformats.org/drawingml/2006/main" flipH="0" flipV="0">
            <a:off x="9010650" y="5181600"/>
            <a:ext cx="2571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1926741287"/>
      </p:ext>
    </p:extLst>
  </p:cSld>
</p:sld>
</file>

<file path=ppt/slides/slide7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5B13528-D523-420A-9DA0-B03E3E5848D6}"/>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043DA739-15A6-4DA7-AFA0-C84D2E5CF8F1}"/>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77</a:t>
            </a:r>
          </a:p>
        </p:txBody>
      </p:sp>
      <p:sp>
        <p:nvSpPr>
          <p:cNvPr id="3" name="">
            <a:extLst xmlns:a="http://schemas.openxmlformats.org/drawingml/2006/main">
              <a:ext uri="{FF2B5EF4-FFF2-40B4-BE49-F238E27FC236}">
                <a16:creationId xmlns:a16="http://schemas.microsoft.com/office/drawing/2014/main" id="{480EC911-4CF3-481C-8E80-659DAE2B565D}"/>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9EB1992C-3CC8-4D8C-97AF-CA1D9780143C}"/>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B935804E-493E-4E5D-A301-379E7A4EB6A3}"/>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90B25095-522E-4564-8BF7-3802C705F483}"/>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Demo와 Ollama 실행 경로 비교</a:t>
            </a:r>
          </a:p>
        </p:txBody>
      </p:sp>
      <p:sp>
        <p:nvSpPr>
          <p:cNvPr id="7" name="">
            <a:extLst xmlns:a="http://schemas.openxmlformats.org/drawingml/2006/main">
              <a:ext uri="{FF2B5EF4-FFF2-40B4-BE49-F238E27FC236}">
                <a16:creationId xmlns:a16="http://schemas.microsoft.com/office/drawing/2014/main" id="{C71FAE29-B10A-4BD9-A259-630E3A951A9D}"/>
              </a:ext>
            </a:extLst>
          </p:cNvPr>
          <p:cNvSpPr>
            <a:spLocks xmlns:a="http://schemas.openxmlformats.org/drawingml/2006/main" noGrp="1"/>
          </p:cNvSpPr>
          <p:nvPr/>
        </p:nvSpPr>
        <p:spPr>
          <a:xfrm xmlns:a="http://schemas.openxmlformats.org/drawingml/2006/main" rot="0">
            <a:off x="609600" y="1752600"/>
            <a:ext cx="211455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EFA5CEEF-2DD1-4627-B1CD-2992AE36CF67}"/>
              </a:ext>
            </a:extLst>
          </p:cNvPr>
          <p:cNvSpPr>
            <a:spLocks xmlns:a="http://schemas.openxmlformats.org/drawingml/2006/main" noGrp="1"/>
          </p:cNvSpPr>
          <p:nvPr/>
        </p:nvSpPr>
        <p:spPr>
          <a:xfrm xmlns:a="http://schemas.openxmlformats.org/drawingml/2006/main">
            <a:off x="723900" y="175260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4BA0FCF4-6B8E-41DB-84F8-EBA503B8CFCD}"/>
              </a:ext>
            </a:extLst>
          </p:cNvPr>
          <p:cNvSpPr>
            <a:spLocks xmlns:a="http://schemas.openxmlformats.org/drawingml/2006/main" noGrp="1"/>
          </p:cNvSpPr>
          <p:nvPr/>
        </p:nvSpPr>
        <p:spPr>
          <a:xfrm xmlns:a="http://schemas.openxmlformats.org/drawingml/2006/main" rot="0">
            <a:off x="2724150" y="1752600"/>
            <a:ext cx="354330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81FF593A-F2FE-437F-8526-F8B03FBCB2F9}"/>
              </a:ext>
            </a:extLst>
          </p:cNvPr>
          <p:cNvSpPr>
            <a:spLocks xmlns:a="http://schemas.openxmlformats.org/drawingml/2006/main" noGrp="1"/>
          </p:cNvSpPr>
          <p:nvPr/>
        </p:nvSpPr>
        <p:spPr>
          <a:xfrm xmlns:a="http://schemas.openxmlformats.org/drawingml/2006/main">
            <a:off x="2838450" y="1752600"/>
            <a:ext cx="331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RUN A / BASELINE</a:t>
            </a:r>
          </a:p>
        </p:txBody>
      </p:sp>
      <p:sp>
        <p:nvSpPr>
          <p:cNvPr id="11" name="">
            <a:extLst xmlns:a="http://schemas.openxmlformats.org/drawingml/2006/main">
              <a:ext uri="{FF2B5EF4-FFF2-40B4-BE49-F238E27FC236}">
                <a16:creationId xmlns:a16="http://schemas.microsoft.com/office/drawing/2014/main" id="{D07CA579-26A0-4512-A0D3-1B5F5FB5033C}"/>
              </a:ext>
            </a:extLst>
          </p:cNvPr>
          <p:cNvSpPr>
            <a:spLocks xmlns:a="http://schemas.openxmlformats.org/drawingml/2006/main" noGrp="1"/>
          </p:cNvSpPr>
          <p:nvPr/>
        </p:nvSpPr>
        <p:spPr>
          <a:xfrm xmlns:a="http://schemas.openxmlformats.org/drawingml/2006/main" rot="0">
            <a:off x="6267450" y="1752600"/>
            <a:ext cx="1333500" cy="5334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D50ACAFF-6CBF-4EEB-AA40-D2FB2DD9D18C}"/>
              </a:ext>
            </a:extLst>
          </p:cNvPr>
          <p:cNvSpPr>
            <a:spLocks xmlns:a="http://schemas.openxmlformats.org/drawingml/2006/main" noGrp="1"/>
          </p:cNvSpPr>
          <p:nvPr/>
        </p:nvSpPr>
        <p:spPr>
          <a:xfrm xmlns:a="http://schemas.openxmlformats.org/drawingml/2006/main">
            <a:off x="6381750" y="1752600"/>
            <a:ext cx="1104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Δ</a:t>
            </a:r>
          </a:p>
        </p:txBody>
      </p:sp>
      <p:sp>
        <p:nvSpPr>
          <p:cNvPr id="13" name="">
            <a:extLst xmlns:a="http://schemas.openxmlformats.org/drawingml/2006/main">
              <a:ext uri="{FF2B5EF4-FFF2-40B4-BE49-F238E27FC236}">
                <a16:creationId xmlns:a16="http://schemas.microsoft.com/office/drawing/2014/main" id="{1AE57364-1090-4002-B867-81490B228B21}"/>
              </a:ext>
            </a:extLst>
          </p:cNvPr>
          <p:cNvSpPr>
            <a:spLocks xmlns:a="http://schemas.openxmlformats.org/drawingml/2006/main" noGrp="1"/>
          </p:cNvSpPr>
          <p:nvPr/>
        </p:nvSpPr>
        <p:spPr>
          <a:xfrm xmlns:a="http://schemas.openxmlformats.org/drawingml/2006/main" rot="0">
            <a:off x="7600950" y="1752600"/>
            <a:ext cx="3981450" cy="53340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4" name="">
            <a:extLst xmlns:a="http://schemas.openxmlformats.org/drawingml/2006/main">
              <a:ext uri="{FF2B5EF4-FFF2-40B4-BE49-F238E27FC236}">
                <a16:creationId xmlns:a16="http://schemas.microsoft.com/office/drawing/2014/main" id="{C092878D-D8B7-42F5-8BEC-4EE3DEA24F3C}"/>
              </a:ext>
            </a:extLst>
          </p:cNvPr>
          <p:cNvSpPr>
            <a:spLocks xmlns:a="http://schemas.openxmlformats.org/drawingml/2006/main" noGrp="1"/>
          </p:cNvSpPr>
          <p:nvPr/>
        </p:nvSpPr>
        <p:spPr>
          <a:xfrm xmlns:a="http://schemas.openxmlformats.org/drawingml/2006/main">
            <a:off x="7715250" y="1752600"/>
            <a:ext cx="3752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Menlo"/>
                <a:ea typeface="Menlo"/>
                <a:cs typeface="Menlo"/>
              </a:defRPr>
            </a:pPr>
            <a:r>
              <a:rPr sz="1200" b="1">
                <a:solidFill>
                  <a:srgbClr val="FFFFFF"/>
                </a:solidFill>
                <a:latin typeface="Menlo"/>
                <a:ea typeface="Menlo"/>
                <a:cs typeface="Menlo"/>
              </a:rPr>
              <a:t>RUN B / VARIANT</a:t>
            </a:r>
          </a:p>
        </p:txBody>
      </p:sp>
      <p:sp>
        <p:nvSpPr>
          <p:cNvPr id="15" name="">
            <a:extLst xmlns:a="http://schemas.openxmlformats.org/drawingml/2006/main">
              <a:ext uri="{FF2B5EF4-FFF2-40B4-BE49-F238E27FC236}">
                <a16:creationId xmlns:a16="http://schemas.microsoft.com/office/drawing/2014/main" id="{270EC635-DFDD-44CE-AEBE-6EF32AE6AE49}"/>
              </a:ext>
            </a:extLst>
          </p:cNvPr>
          <p:cNvSpPr>
            <a:spLocks xmlns:a="http://schemas.openxmlformats.org/drawingml/2006/main" noGrp="1"/>
          </p:cNvSpPr>
          <p:nvPr/>
        </p:nvSpPr>
        <p:spPr>
          <a:xfrm xmlns:a="http://schemas.openxmlformats.org/drawingml/2006/main" rot="0">
            <a:off x="609600" y="2286000"/>
            <a:ext cx="2114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0519B31E-B0B7-4F3C-9CD2-A8D71DA38399}"/>
              </a:ext>
            </a:extLst>
          </p:cNvPr>
          <p:cNvSpPr>
            <a:spLocks xmlns:a="http://schemas.openxmlformats.org/drawingml/2006/main" noGrp="1"/>
          </p:cNvSpPr>
          <p:nvPr/>
        </p:nvSpPr>
        <p:spPr>
          <a:xfrm xmlns:a="http://schemas.openxmlformats.org/drawingml/2006/main">
            <a:off x="723900" y="22860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입력</a:t>
            </a:r>
          </a:p>
        </p:txBody>
      </p:sp>
      <p:sp>
        <p:nvSpPr>
          <p:cNvPr id="17" name="">
            <a:extLst xmlns:a="http://schemas.openxmlformats.org/drawingml/2006/main">
              <a:ext uri="{FF2B5EF4-FFF2-40B4-BE49-F238E27FC236}">
                <a16:creationId xmlns:a16="http://schemas.microsoft.com/office/drawing/2014/main" id="{BE77F705-169C-4D34-81C1-7651C954F386}"/>
              </a:ext>
            </a:extLst>
          </p:cNvPr>
          <p:cNvSpPr>
            <a:spLocks xmlns:a="http://schemas.openxmlformats.org/drawingml/2006/main" noGrp="1"/>
          </p:cNvSpPr>
          <p:nvPr/>
        </p:nvSpPr>
        <p:spPr>
          <a:xfrm xmlns:a="http://schemas.openxmlformats.org/drawingml/2006/main" rot="0">
            <a:off x="2724150" y="2286000"/>
            <a:ext cx="35433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98BBC0BF-CE45-4F3A-8335-72215587DE7C}"/>
              </a:ext>
            </a:extLst>
          </p:cNvPr>
          <p:cNvSpPr>
            <a:spLocks xmlns:a="http://schemas.openxmlformats.org/drawingml/2006/main" noGrp="1"/>
          </p:cNvSpPr>
          <p:nvPr/>
        </p:nvSpPr>
        <p:spPr>
          <a:xfrm xmlns:a="http://schemas.openxmlformats.org/drawingml/2006/main">
            <a:off x="2838450" y="22860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동일 합성 고객 피드백</a:t>
            </a:r>
          </a:p>
        </p:txBody>
      </p:sp>
      <p:sp>
        <p:nvSpPr>
          <p:cNvPr id="19" name="">
            <a:extLst xmlns:a="http://schemas.openxmlformats.org/drawingml/2006/main">
              <a:ext uri="{FF2B5EF4-FFF2-40B4-BE49-F238E27FC236}">
                <a16:creationId xmlns:a16="http://schemas.microsoft.com/office/drawing/2014/main" id="{C6F1794F-1729-4D6D-AC15-49936DD7A00C}"/>
              </a:ext>
            </a:extLst>
          </p:cNvPr>
          <p:cNvSpPr>
            <a:spLocks xmlns:a="http://schemas.openxmlformats.org/drawingml/2006/main" noGrp="1"/>
          </p:cNvSpPr>
          <p:nvPr/>
        </p:nvSpPr>
        <p:spPr>
          <a:xfrm xmlns:a="http://schemas.openxmlformats.org/drawingml/2006/main" rot="0">
            <a:off x="6267450" y="2286000"/>
            <a:ext cx="1333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63545A53-CFA6-47F0-87CE-20AD8D8700EE}"/>
              </a:ext>
            </a:extLst>
          </p:cNvPr>
          <p:cNvSpPr>
            <a:spLocks xmlns:a="http://schemas.openxmlformats.org/drawingml/2006/main" noGrp="1"/>
          </p:cNvSpPr>
          <p:nvPr/>
        </p:nvSpPr>
        <p:spPr>
          <a:xfrm xmlns:a="http://schemas.openxmlformats.org/drawingml/2006/main">
            <a:off x="6381750" y="2286000"/>
            <a:ext cx="1104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2563EB"/>
                </a:solidFill>
                <a:latin typeface="AppleGothic"/>
                <a:ea typeface="AppleGothic"/>
                <a:cs typeface="AppleGothic"/>
              </a:defRPr>
            </a:pPr>
            <a:r>
              <a:rPr sz="1350" b="1">
                <a:solidFill>
                  <a:srgbClr val="2563EB"/>
                </a:solidFill>
                <a:latin typeface="AppleGothic"/>
                <a:ea typeface="AppleGothic"/>
                <a:cs typeface="AppleGothic"/>
              </a:rPr>
              <a:t>=</a:t>
            </a:r>
          </a:p>
        </p:txBody>
      </p:sp>
      <p:sp>
        <p:nvSpPr>
          <p:cNvPr id="21" name="">
            <a:extLst xmlns:a="http://schemas.openxmlformats.org/drawingml/2006/main">
              <a:ext uri="{FF2B5EF4-FFF2-40B4-BE49-F238E27FC236}">
                <a16:creationId xmlns:a16="http://schemas.microsoft.com/office/drawing/2014/main" id="{F0298BD0-F9F7-4F69-B49F-896002389CAD}"/>
              </a:ext>
            </a:extLst>
          </p:cNvPr>
          <p:cNvSpPr>
            <a:spLocks xmlns:a="http://schemas.openxmlformats.org/drawingml/2006/main" noGrp="1"/>
          </p:cNvSpPr>
          <p:nvPr/>
        </p:nvSpPr>
        <p:spPr>
          <a:xfrm xmlns:a="http://schemas.openxmlformats.org/drawingml/2006/main" rot="0">
            <a:off x="7600950" y="2286000"/>
            <a:ext cx="39814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7E302F23-02B8-409F-9AEC-60D114CDAD8B}"/>
              </a:ext>
            </a:extLst>
          </p:cNvPr>
          <p:cNvSpPr>
            <a:spLocks xmlns:a="http://schemas.openxmlformats.org/drawingml/2006/main" noGrp="1"/>
          </p:cNvSpPr>
          <p:nvPr/>
        </p:nvSpPr>
        <p:spPr>
          <a:xfrm xmlns:a="http://schemas.openxmlformats.org/drawingml/2006/main">
            <a:off x="7715250" y="2286000"/>
            <a:ext cx="3752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동일 합성 고객 피드백</a:t>
            </a:r>
          </a:p>
        </p:txBody>
      </p:sp>
      <p:sp>
        <p:nvSpPr>
          <p:cNvPr id="23" name="">
            <a:extLst xmlns:a="http://schemas.openxmlformats.org/drawingml/2006/main">
              <a:ext uri="{FF2B5EF4-FFF2-40B4-BE49-F238E27FC236}">
                <a16:creationId xmlns:a16="http://schemas.microsoft.com/office/drawing/2014/main" id="{FC01A53E-336D-46B5-BE0B-6791C7AD6113}"/>
              </a:ext>
            </a:extLst>
          </p:cNvPr>
          <p:cNvSpPr>
            <a:spLocks xmlns:a="http://schemas.openxmlformats.org/drawingml/2006/main" noGrp="1"/>
          </p:cNvSpPr>
          <p:nvPr/>
        </p:nvSpPr>
        <p:spPr>
          <a:xfrm xmlns:a="http://schemas.openxmlformats.org/drawingml/2006/main" rot="0">
            <a:off x="609600" y="2971800"/>
            <a:ext cx="211455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E95E5E31-F6A1-4E00-9EB0-B17FA2D026A6}"/>
              </a:ext>
            </a:extLst>
          </p:cNvPr>
          <p:cNvSpPr>
            <a:spLocks xmlns:a="http://schemas.openxmlformats.org/drawingml/2006/main" noGrp="1"/>
          </p:cNvSpPr>
          <p:nvPr/>
        </p:nvSpPr>
        <p:spPr>
          <a:xfrm xmlns:a="http://schemas.openxmlformats.org/drawingml/2006/main">
            <a:off x="723900" y="29718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작업·온도</a:t>
            </a:r>
          </a:p>
        </p:txBody>
      </p:sp>
      <p:sp>
        <p:nvSpPr>
          <p:cNvPr id="25" name="">
            <a:extLst xmlns:a="http://schemas.openxmlformats.org/drawingml/2006/main">
              <a:ext uri="{FF2B5EF4-FFF2-40B4-BE49-F238E27FC236}">
                <a16:creationId xmlns:a16="http://schemas.microsoft.com/office/drawing/2014/main" id="{ABE26292-0B79-4116-AA55-ECA2111BDA51}"/>
              </a:ext>
            </a:extLst>
          </p:cNvPr>
          <p:cNvSpPr>
            <a:spLocks xmlns:a="http://schemas.openxmlformats.org/drawingml/2006/main" noGrp="1"/>
          </p:cNvSpPr>
          <p:nvPr/>
        </p:nvSpPr>
        <p:spPr>
          <a:xfrm xmlns:a="http://schemas.openxmlformats.org/drawingml/2006/main" rot="0">
            <a:off x="2724150" y="2971800"/>
            <a:ext cx="354330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A5E4ADD1-BC95-4AD5-B786-5ACC4313EDF3}"/>
              </a:ext>
            </a:extLst>
          </p:cNvPr>
          <p:cNvSpPr>
            <a:spLocks xmlns:a="http://schemas.openxmlformats.org/drawingml/2006/main" noGrp="1"/>
          </p:cNvSpPr>
          <p:nvPr/>
        </p:nvSpPr>
        <p:spPr>
          <a:xfrm xmlns:a="http://schemas.openxmlformats.org/drawingml/2006/main">
            <a:off x="2838450" y="29718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extract · 0.2</a:t>
            </a:r>
          </a:p>
        </p:txBody>
      </p:sp>
      <p:sp>
        <p:nvSpPr>
          <p:cNvPr id="27" name="">
            <a:extLst xmlns:a="http://schemas.openxmlformats.org/drawingml/2006/main">
              <a:ext uri="{FF2B5EF4-FFF2-40B4-BE49-F238E27FC236}">
                <a16:creationId xmlns:a16="http://schemas.microsoft.com/office/drawing/2014/main" id="{A3056B32-266E-4C28-BA1E-87F6242C8A3F}"/>
              </a:ext>
            </a:extLst>
          </p:cNvPr>
          <p:cNvSpPr>
            <a:spLocks xmlns:a="http://schemas.openxmlformats.org/drawingml/2006/main" noGrp="1"/>
          </p:cNvSpPr>
          <p:nvPr/>
        </p:nvSpPr>
        <p:spPr>
          <a:xfrm xmlns:a="http://schemas.openxmlformats.org/drawingml/2006/main" rot="0">
            <a:off x="6267450" y="2971800"/>
            <a:ext cx="133350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7F136881-FD5A-4232-8DFE-5B83FD743278}"/>
              </a:ext>
            </a:extLst>
          </p:cNvPr>
          <p:cNvSpPr>
            <a:spLocks xmlns:a="http://schemas.openxmlformats.org/drawingml/2006/main" noGrp="1"/>
          </p:cNvSpPr>
          <p:nvPr/>
        </p:nvSpPr>
        <p:spPr>
          <a:xfrm xmlns:a="http://schemas.openxmlformats.org/drawingml/2006/main">
            <a:off x="6381750" y="2971800"/>
            <a:ext cx="1104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2563EB"/>
                </a:solidFill>
                <a:latin typeface="AppleGothic"/>
                <a:ea typeface="AppleGothic"/>
                <a:cs typeface="AppleGothic"/>
              </a:defRPr>
            </a:pPr>
            <a:r>
              <a:rPr sz="1350" b="1">
                <a:solidFill>
                  <a:srgbClr val="2563EB"/>
                </a:solidFill>
                <a:latin typeface="AppleGothic"/>
                <a:ea typeface="AppleGothic"/>
                <a:cs typeface="AppleGothic"/>
              </a:rPr>
              <a:t>=</a:t>
            </a:r>
          </a:p>
        </p:txBody>
      </p:sp>
      <p:sp>
        <p:nvSpPr>
          <p:cNvPr id="29" name="">
            <a:extLst xmlns:a="http://schemas.openxmlformats.org/drawingml/2006/main">
              <a:ext uri="{FF2B5EF4-FFF2-40B4-BE49-F238E27FC236}">
                <a16:creationId xmlns:a16="http://schemas.microsoft.com/office/drawing/2014/main" id="{19D8E4E5-4719-49E7-9265-6C6209D4D9F9}"/>
              </a:ext>
            </a:extLst>
          </p:cNvPr>
          <p:cNvSpPr>
            <a:spLocks xmlns:a="http://schemas.openxmlformats.org/drawingml/2006/main" noGrp="1"/>
          </p:cNvSpPr>
          <p:nvPr/>
        </p:nvSpPr>
        <p:spPr>
          <a:xfrm xmlns:a="http://schemas.openxmlformats.org/drawingml/2006/main" rot="0">
            <a:off x="7600950" y="2971800"/>
            <a:ext cx="398145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1D715386-AFAB-4C3B-BCB9-8C07A42BAB01}"/>
              </a:ext>
            </a:extLst>
          </p:cNvPr>
          <p:cNvSpPr>
            <a:spLocks xmlns:a="http://schemas.openxmlformats.org/drawingml/2006/main" noGrp="1"/>
          </p:cNvSpPr>
          <p:nvPr/>
        </p:nvSpPr>
        <p:spPr>
          <a:xfrm xmlns:a="http://schemas.openxmlformats.org/drawingml/2006/main">
            <a:off x="7715250" y="2971800"/>
            <a:ext cx="3752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extract · 0.2</a:t>
            </a:r>
          </a:p>
        </p:txBody>
      </p:sp>
      <p:sp>
        <p:nvSpPr>
          <p:cNvPr id="31" name="">
            <a:extLst xmlns:a="http://schemas.openxmlformats.org/drawingml/2006/main">
              <a:ext uri="{FF2B5EF4-FFF2-40B4-BE49-F238E27FC236}">
                <a16:creationId xmlns:a16="http://schemas.microsoft.com/office/drawing/2014/main" id="{87D7EB53-80FD-4D65-B1AC-75D09DC9B7AF}"/>
              </a:ext>
            </a:extLst>
          </p:cNvPr>
          <p:cNvSpPr>
            <a:spLocks xmlns:a="http://schemas.openxmlformats.org/drawingml/2006/main" noGrp="1"/>
          </p:cNvSpPr>
          <p:nvPr/>
        </p:nvSpPr>
        <p:spPr>
          <a:xfrm xmlns:a="http://schemas.openxmlformats.org/drawingml/2006/main" rot="0">
            <a:off x="609600" y="3657600"/>
            <a:ext cx="2114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4ED38F0B-9A13-482B-80F7-9348200F80FC}"/>
              </a:ext>
            </a:extLst>
          </p:cNvPr>
          <p:cNvSpPr>
            <a:spLocks xmlns:a="http://schemas.openxmlformats.org/drawingml/2006/main" noGrp="1"/>
          </p:cNvSpPr>
          <p:nvPr/>
        </p:nvSpPr>
        <p:spPr>
          <a:xfrm xmlns:a="http://schemas.openxmlformats.org/drawingml/2006/main">
            <a:off x="723900" y="36576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제공자·모델</a:t>
            </a:r>
          </a:p>
        </p:txBody>
      </p:sp>
      <p:sp>
        <p:nvSpPr>
          <p:cNvPr id="33" name="">
            <a:extLst xmlns:a="http://schemas.openxmlformats.org/drawingml/2006/main">
              <a:ext uri="{FF2B5EF4-FFF2-40B4-BE49-F238E27FC236}">
                <a16:creationId xmlns:a16="http://schemas.microsoft.com/office/drawing/2014/main" id="{3069A3B9-69E1-4F54-8CDC-E933EB78473B}"/>
              </a:ext>
            </a:extLst>
          </p:cNvPr>
          <p:cNvSpPr>
            <a:spLocks xmlns:a="http://schemas.openxmlformats.org/drawingml/2006/main" noGrp="1"/>
          </p:cNvSpPr>
          <p:nvPr/>
        </p:nvSpPr>
        <p:spPr>
          <a:xfrm xmlns:a="http://schemas.openxmlformats.org/drawingml/2006/main" rot="0">
            <a:off x="2724150" y="3657600"/>
            <a:ext cx="35433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7AECA099-558C-4FFE-8BD8-7A54E01BCFE7}"/>
              </a:ext>
            </a:extLst>
          </p:cNvPr>
          <p:cNvSpPr>
            <a:spLocks xmlns:a="http://schemas.openxmlformats.org/drawingml/2006/main" noGrp="1"/>
          </p:cNvSpPr>
          <p:nvPr/>
        </p:nvSpPr>
        <p:spPr>
          <a:xfrm xmlns:a="http://schemas.openxmlformats.org/drawingml/2006/main">
            <a:off x="2838450" y="36576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demo · trace-demo-1</a:t>
            </a:r>
          </a:p>
        </p:txBody>
      </p:sp>
      <p:sp>
        <p:nvSpPr>
          <p:cNvPr id="35" name="">
            <a:extLst xmlns:a="http://schemas.openxmlformats.org/drawingml/2006/main">
              <a:ext uri="{FF2B5EF4-FFF2-40B4-BE49-F238E27FC236}">
                <a16:creationId xmlns:a16="http://schemas.microsoft.com/office/drawing/2014/main" id="{FE2F2E6E-D994-4C4D-A34F-B7A4DA62C3C6}"/>
              </a:ext>
            </a:extLst>
          </p:cNvPr>
          <p:cNvSpPr>
            <a:spLocks xmlns:a="http://schemas.openxmlformats.org/drawingml/2006/main" noGrp="1"/>
          </p:cNvSpPr>
          <p:nvPr/>
        </p:nvSpPr>
        <p:spPr>
          <a:xfrm xmlns:a="http://schemas.openxmlformats.org/drawingml/2006/main" rot="0">
            <a:off x="6267450" y="3657600"/>
            <a:ext cx="1333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497ECB33-354F-40AD-84BC-E471B4D7FEA2}"/>
              </a:ext>
            </a:extLst>
          </p:cNvPr>
          <p:cNvSpPr>
            <a:spLocks xmlns:a="http://schemas.openxmlformats.org/drawingml/2006/main" noGrp="1"/>
          </p:cNvSpPr>
          <p:nvPr/>
        </p:nvSpPr>
        <p:spPr>
          <a:xfrm xmlns:a="http://schemas.openxmlformats.org/drawingml/2006/main">
            <a:off x="6381750" y="3657600"/>
            <a:ext cx="1104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2563EB"/>
                </a:solidFill>
                <a:latin typeface="AppleGothic"/>
                <a:ea typeface="AppleGothic"/>
                <a:cs typeface="AppleGothic"/>
              </a:defRPr>
            </a:pPr>
            <a:r>
              <a:rPr sz="1350" b="1">
                <a:solidFill>
                  <a:srgbClr val="2563EB"/>
                </a:solidFill>
                <a:latin typeface="AppleGothic"/>
                <a:ea typeface="AppleGothic"/>
                <a:cs typeface="AppleGothic"/>
              </a:rPr>
              <a:t>≠</a:t>
            </a:r>
          </a:p>
        </p:txBody>
      </p:sp>
      <p:sp>
        <p:nvSpPr>
          <p:cNvPr id="37" name="">
            <a:extLst xmlns:a="http://schemas.openxmlformats.org/drawingml/2006/main">
              <a:ext uri="{FF2B5EF4-FFF2-40B4-BE49-F238E27FC236}">
                <a16:creationId xmlns:a16="http://schemas.microsoft.com/office/drawing/2014/main" id="{8FC4C761-5E53-4C19-B958-D46CD795F70C}"/>
              </a:ext>
            </a:extLst>
          </p:cNvPr>
          <p:cNvSpPr>
            <a:spLocks xmlns:a="http://schemas.openxmlformats.org/drawingml/2006/main" noGrp="1"/>
          </p:cNvSpPr>
          <p:nvPr/>
        </p:nvSpPr>
        <p:spPr>
          <a:xfrm xmlns:a="http://schemas.openxmlformats.org/drawingml/2006/main" rot="0">
            <a:off x="7600950" y="3657600"/>
            <a:ext cx="39814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8" name="">
            <a:extLst xmlns:a="http://schemas.openxmlformats.org/drawingml/2006/main">
              <a:ext uri="{FF2B5EF4-FFF2-40B4-BE49-F238E27FC236}">
                <a16:creationId xmlns:a16="http://schemas.microsoft.com/office/drawing/2014/main" id="{FBE36058-A519-4185-B3BE-6758F77065C0}"/>
              </a:ext>
            </a:extLst>
          </p:cNvPr>
          <p:cNvSpPr>
            <a:spLocks xmlns:a="http://schemas.openxmlformats.org/drawingml/2006/main" noGrp="1"/>
          </p:cNvSpPr>
          <p:nvPr/>
        </p:nvSpPr>
        <p:spPr>
          <a:xfrm xmlns:a="http://schemas.openxmlformats.org/drawingml/2006/main">
            <a:off x="7715250" y="3657600"/>
            <a:ext cx="3752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ollama · qwen3:4b-instruct</a:t>
            </a:r>
          </a:p>
        </p:txBody>
      </p:sp>
      <p:sp>
        <p:nvSpPr>
          <p:cNvPr id="39" name="">
            <a:extLst xmlns:a="http://schemas.openxmlformats.org/drawingml/2006/main">
              <a:ext uri="{FF2B5EF4-FFF2-40B4-BE49-F238E27FC236}">
                <a16:creationId xmlns:a16="http://schemas.microsoft.com/office/drawing/2014/main" id="{F0B6DC46-684E-4B78-9C78-9DA7E19E0AC3}"/>
              </a:ext>
            </a:extLst>
          </p:cNvPr>
          <p:cNvSpPr>
            <a:spLocks xmlns:a="http://schemas.openxmlformats.org/drawingml/2006/main" noGrp="1"/>
          </p:cNvSpPr>
          <p:nvPr/>
        </p:nvSpPr>
        <p:spPr>
          <a:xfrm xmlns:a="http://schemas.openxmlformats.org/drawingml/2006/main" rot="0">
            <a:off x="609600" y="4343400"/>
            <a:ext cx="211455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0" name="">
            <a:extLst xmlns:a="http://schemas.openxmlformats.org/drawingml/2006/main">
              <a:ext uri="{FF2B5EF4-FFF2-40B4-BE49-F238E27FC236}">
                <a16:creationId xmlns:a16="http://schemas.microsoft.com/office/drawing/2014/main" id="{5459C664-6BCD-438F-9623-BD2467ACFFEF}"/>
              </a:ext>
            </a:extLst>
          </p:cNvPr>
          <p:cNvSpPr>
            <a:spLocks xmlns:a="http://schemas.openxmlformats.org/drawingml/2006/main" noGrp="1"/>
          </p:cNvSpPr>
          <p:nvPr/>
        </p:nvSpPr>
        <p:spPr>
          <a:xfrm xmlns:a="http://schemas.openxmlformats.org/drawingml/2006/main">
            <a:off x="723900" y="4343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191919"/>
                </a:solidFill>
                <a:latin typeface="Menlo"/>
                <a:ea typeface="Menlo"/>
                <a:cs typeface="Menlo"/>
              </a:defRPr>
            </a:pPr>
            <a:r>
              <a:rPr sz="1275" b="1">
                <a:solidFill>
                  <a:srgbClr val="191919"/>
                </a:solidFill>
                <a:latin typeface="Menlo"/>
                <a:ea typeface="Menlo"/>
                <a:cs typeface="Menlo"/>
              </a:rPr>
              <a:t>확인</a:t>
            </a:r>
          </a:p>
        </p:txBody>
      </p:sp>
      <p:sp>
        <p:nvSpPr>
          <p:cNvPr id="41" name="">
            <a:extLst xmlns:a="http://schemas.openxmlformats.org/drawingml/2006/main">
              <a:ext uri="{FF2B5EF4-FFF2-40B4-BE49-F238E27FC236}">
                <a16:creationId xmlns:a16="http://schemas.microsoft.com/office/drawing/2014/main" id="{D0064873-1EF3-43E5-96BE-D462FF7D1E80}"/>
              </a:ext>
            </a:extLst>
          </p:cNvPr>
          <p:cNvSpPr>
            <a:spLocks xmlns:a="http://schemas.openxmlformats.org/drawingml/2006/main" noGrp="1"/>
          </p:cNvSpPr>
          <p:nvPr/>
        </p:nvSpPr>
        <p:spPr>
          <a:xfrm xmlns:a="http://schemas.openxmlformats.org/drawingml/2006/main" rot="0">
            <a:off x="2724150" y="4343400"/>
            <a:ext cx="354330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2" name="">
            <a:extLst xmlns:a="http://schemas.openxmlformats.org/drawingml/2006/main">
              <a:ext uri="{FF2B5EF4-FFF2-40B4-BE49-F238E27FC236}">
                <a16:creationId xmlns:a16="http://schemas.microsoft.com/office/drawing/2014/main" id="{B2347067-8A7B-4A16-A47C-96A811245CF0}"/>
              </a:ext>
            </a:extLst>
          </p:cNvPr>
          <p:cNvSpPr>
            <a:spLocks xmlns:a="http://schemas.openxmlformats.org/drawingml/2006/main" noGrp="1"/>
          </p:cNvSpPr>
          <p:nvPr/>
        </p:nvSpPr>
        <p:spPr>
          <a:xfrm xmlns:a="http://schemas.openxmlformats.org/drawingml/2006/main">
            <a:off x="2838450" y="43434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형식 · 근거 · 상태 · 지연</a:t>
            </a:r>
          </a:p>
        </p:txBody>
      </p:sp>
      <p:sp>
        <p:nvSpPr>
          <p:cNvPr id="43" name="">
            <a:extLst xmlns:a="http://schemas.openxmlformats.org/drawingml/2006/main">
              <a:ext uri="{FF2B5EF4-FFF2-40B4-BE49-F238E27FC236}">
                <a16:creationId xmlns:a16="http://schemas.microsoft.com/office/drawing/2014/main" id="{4CC2E4C7-D71C-4C53-91BA-70855A26260A}"/>
              </a:ext>
            </a:extLst>
          </p:cNvPr>
          <p:cNvSpPr>
            <a:spLocks xmlns:a="http://schemas.openxmlformats.org/drawingml/2006/main" noGrp="1"/>
          </p:cNvSpPr>
          <p:nvPr/>
        </p:nvSpPr>
        <p:spPr>
          <a:xfrm xmlns:a="http://schemas.openxmlformats.org/drawingml/2006/main" rot="0">
            <a:off x="6267450" y="4343400"/>
            <a:ext cx="133350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4" name="">
            <a:extLst xmlns:a="http://schemas.openxmlformats.org/drawingml/2006/main">
              <a:ext uri="{FF2B5EF4-FFF2-40B4-BE49-F238E27FC236}">
                <a16:creationId xmlns:a16="http://schemas.microsoft.com/office/drawing/2014/main" id="{194155C4-E30E-427E-BFE5-8E77E621ABC1}"/>
              </a:ext>
            </a:extLst>
          </p:cNvPr>
          <p:cNvSpPr>
            <a:spLocks xmlns:a="http://schemas.openxmlformats.org/drawingml/2006/main" noGrp="1"/>
          </p:cNvSpPr>
          <p:nvPr/>
        </p:nvSpPr>
        <p:spPr>
          <a:xfrm xmlns:a="http://schemas.openxmlformats.org/drawingml/2006/main">
            <a:off x="6381750" y="4343400"/>
            <a:ext cx="1104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0000"/>
              </a:lnSpc>
              <a:buNone/>
              <a:defRPr sz="1350" b="1">
                <a:solidFill>
                  <a:srgbClr val="2563EB"/>
                </a:solidFill>
                <a:latin typeface="AppleGothic"/>
                <a:ea typeface="AppleGothic"/>
                <a:cs typeface="AppleGothic"/>
              </a:defRPr>
            </a:pPr>
            <a:r>
              <a:rPr sz="1350" b="1">
                <a:solidFill>
                  <a:srgbClr val="2563EB"/>
                </a:solidFill>
                <a:latin typeface="AppleGothic"/>
                <a:ea typeface="AppleGothic"/>
                <a:cs typeface="AppleGothic"/>
              </a:rPr>
              <a:t>↔</a:t>
            </a:r>
          </a:p>
        </p:txBody>
      </p:sp>
      <p:sp>
        <p:nvSpPr>
          <p:cNvPr id="45" name="">
            <a:extLst xmlns:a="http://schemas.openxmlformats.org/drawingml/2006/main">
              <a:ext uri="{FF2B5EF4-FFF2-40B4-BE49-F238E27FC236}">
                <a16:creationId xmlns:a16="http://schemas.microsoft.com/office/drawing/2014/main" id="{A54570B6-8083-4878-9AE7-B36A3E9424FE}"/>
              </a:ext>
            </a:extLst>
          </p:cNvPr>
          <p:cNvSpPr>
            <a:spLocks xmlns:a="http://schemas.openxmlformats.org/drawingml/2006/main" noGrp="1"/>
          </p:cNvSpPr>
          <p:nvPr/>
        </p:nvSpPr>
        <p:spPr>
          <a:xfrm xmlns:a="http://schemas.openxmlformats.org/drawingml/2006/main" rot="0">
            <a:off x="7600950" y="4343400"/>
            <a:ext cx="3981450" cy="68580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6" name="">
            <a:extLst xmlns:a="http://schemas.openxmlformats.org/drawingml/2006/main">
              <a:ext uri="{FF2B5EF4-FFF2-40B4-BE49-F238E27FC236}">
                <a16:creationId xmlns:a16="http://schemas.microsoft.com/office/drawing/2014/main" id="{4F2B8825-681B-4830-9980-742353A21710}"/>
              </a:ext>
            </a:extLst>
          </p:cNvPr>
          <p:cNvSpPr>
            <a:spLocks xmlns:a="http://schemas.openxmlformats.org/drawingml/2006/main" noGrp="1"/>
          </p:cNvSpPr>
          <p:nvPr/>
        </p:nvSpPr>
        <p:spPr>
          <a:xfrm xmlns:a="http://schemas.openxmlformats.org/drawingml/2006/main">
            <a:off x="7715250" y="4343400"/>
            <a:ext cx="3752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350" b="0">
                <a:solidFill>
                  <a:srgbClr val="191919"/>
                </a:solidFill>
                <a:latin typeface="AppleGothic"/>
                <a:ea typeface="AppleGothic"/>
                <a:cs typeface="AppleGothic"/>
              </a:defRPr>
            </a:pPr>
            <a:r>
              <a:rPr sz="1350" b="0">
                <a:solidFill>
                  <a:srgbClr val="191919"/>
                </a:solidFill>
                <a:latin typeface="AppleGothic"/>
                <a:ea typeface="AppleGothic"/>
                <a:cs typeface="AppleGothic"/>
              </a:rPr>
              <a:t>형식 · 근거 · 적재 · 생성</a:t>
            </a:r>
          </a:p>
        </p:txBody>
      </p:sp>
      <p:sp>
        <p:nvSpPr>
          <p:cNvPr id="47" name="">
            <a:extLst xmlns:a="http://schemas.openxmlformats.org/drawingml/2006/main">
              <a:ext uri="{FF2B5EF4-FFF2-40B4-BE49-F238E27FC236}">
                <a16:creationId xmlns:a16="http://schemas.microsoft.com/office/drawing/2014/main" id="{EED9D4B6-7D56-404B-80CF-9ED0516687AB}"/>
              </a:ext>
            </a:extLst>
          </p:cNvPr>
          <p:cNvSpPr>
            <a:spLocks xmlns:a="http://schemas.openxmlformats.org/drawingml/2006/main" noGrp="1"/>
          </p:cNvSpPr>
          <p:nvPr/>
        </p:nvSpPr>
        <p:spPr>
          <a:xfrm xmlns:a="http://schemas.openxmlformats.org/drawingml/2006/main">
            <a:off x="609600" y="56578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191919"/>
                </a:solidFill>
                <a:latin typeface="AppleGothic"/>
                <a:ea typeface="AppleGothic"/>
                <a:cs typeface="AppleGothic"/>
              </a:defRPr>
            </a:pPr>
            <a:r>
              <a:rPr sz="1350" b="1">
                <a:solidFill>
                  <a:srgbClr val="191919"/>
                </a:solidFill>
                <a:latin typeface="AppleGothic"/>
                <a:ea typeface="AppleGothic"/>
                <a:cs typeface="AppleGothic"/>
              </a:rPr>
              <a:t>운영 경로 비교이며 모델 성능의 우열 결론은 아님</a:t>
            </a:r>
          </a:p>
        </p:txBody>
      </p:sp>
    </p:spTree>
    <p:extLst>
      <p:ext uri="{BB962C8B-B14F-4D97-AF65-F5344CB8AC3E}">
        <p14:creationId xmlns:p14="http://schemas.microsoft.com/office/powerpoint/2010/main" val="720724481"/>
      </p:ext>
    </p:extLst>
  </p:cSld>
</p:sld>
</file>

<file path=ppt/slides/slide7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96A10F96-94E4-45FC-B421-0F670235787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47F98CDE-C765-4B16-96A1-60667611D219}"/>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667085"/>
                </a:solidFill>
                <a:latin typeface="Menlo"/>
                <a:ea typeface="Menlo"/>
                <a:cs typeface="Menlo"/>
              </a:defRPr>
            </a:pPr>
            <a:r>
              <a:rPr sz="1050" b="1">
                <a:solidFill>
                  <a:srgbClr val="667085"/>
                </a:solidFill>
                <a:latin typeface="Menlo"/>
                <a:ea typeface="Menlo"/>
                <a:cs typeface="Menlo"/>
              </a:rPr>
              <a:t>78</a:t>
            </a:r>
          </a:p>
        </p:txBody>
      </p:sp>
      <p:sp>
        <p:nvSpPr>
          <p:cNvPr id="3" name="">
            <a:extLst xmlns:a="http://schemas.openxmlformats.org/drawingml/2006/main">
              <a:ext uri="{FF2B5EF4-FFF2-40B4-BE49-F238E27FC236}">
                <a16:creationId xmlns:a16="http://schemas.microsoft.com/office/drawing/2014/main" id="{AE125AEB-737E-4C94-9173-44571EF46E1E}"/>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4" name="">
            <a:extLst xmlns:a="http://schemas.openxmlformats.org/drawingml/2006/main">
              <a:ext uri="{FF2B5EF4-FFF2-40B4-BE49-F238E27FC236}">
                <a16:creationId xmlns:a16="http://schemas.microsoft.com/office/drawing/2014/main" id="{8E000769-BC0D-4EA1-99FE-7CE81EB3663D}"/>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667085"/>
                </a:solidFill>
                <a:latin typeface="AppleGothic"/>
                <a:ea typeface="AppleGothic"/>
                <a:cs typeface="AppleGothic"/>
              </a:defRPr>
            </a:pPr>
            <a:r>
              <a:rPr sz="1050" b="1">
                <a:solidFill>
                  <a:srgbClr val="667085"/>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66C30DF2-AAB8-4617-9CE0-C93953EDEEFE}"/>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191919"/>
          </a:solidFill>
          <a:ln xmlns:a="http://schemas.openxmlformats.org/drawingml/2006/main" w="0">
            <a:solidFill>
              <a:srgbClr val="191919"/>
            </a:solidFill>
            <a:prstDash val="solid"/>
          </a:ln>
        </p:spPr>
      </p:sp>
      <p:sp>
        <p:nvSpPr>
          <p:cNvPr id="6" name="">
            <a:extLst xmlns:a="http://schemas.openxmlformats.org/drawingml/2006/main">
              <a:ext uri="{FF2B5EF4-FFF2-40B4-BE49-F238E27FC236}">
                <a16:creationId xmlns:a16="http://schemas.microsoft.com/office/drawing/2014/main" id="{1BE240D6-66E2-48C6-ABCB-2BD658099258}"/>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191919"/>
                </a:solidFill>
                <a:latin typeface="AppleGothic"/>
                <a:ea typeface="AppleGothic"/>
                <a:cs typeface="AppleGothic"/>
              </a:defRPr>
            </a:pPr>
            <a:r>
              <a:rPr sz="3000" b="1">
                <a:solidFill>
                  <a:srgbClr val="191919"/>
                </a:solidFill>
                <a:latin typeface="AppleGothic"/>
                <a:ea typeface="AppleGothic"/>
                <a:cs typeface="AppleGothic"/>
              </a:rPr>
              <a:t>실습 노트북 실행 순서</a:t>
            </a:r>
          </a:p>
        </p:txBody>
      </p:sp>
      <p:sp>
        <p:nvSpPr>
          <p:cNvPr id="7" name="">
            <a:extLst xmlns:a="http://schemas.openxmlformats.org/drawingml/2006/main">
              <a:ext uri="{FF2B5EF4-FFF2-40B4-BE49-F238E27FC236}">
                <a16:creationId xmlns:a16="http://schemas.microsoft.com/office/drawing/2014/main" id="{3E1B4D80-C53D-429A-8043-82FD734A3AEB}"/>
              </a:ext>
            </a:extLst>
          </p:cNvPr>
          <p:cNvSpPr>
            <a:spLocks xmlns:a="http://schemas.openxmlformats.org/drawingml/2006/main" noGrp="1"/>
          </p:cNvSpPr>
          <p:nvPr/>
        </p:nvSpPr>
        <p:spPr>
          <a:xfrm xmlns:a="http://schemas.openxmlformats.org/drawingml/2006/main" rot="0">
            <a:off x="609600" y="1466850"/>
            <a:ext cx="10477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8" name="">
            <a:extLst xmlns:a="http://schemas.openxmlformats.org/drawingml/2006/main">
              <a:ext uri="{FF2B5EF4-FFF2-40B4-BE49-F238E27FC236}">
                <a16:creationId xmlns:a16="http://schemas.microsoft.com/office/drawing/2014/main" id="{F4AA07CF-3650-4C64-BAB8-3B942BA47B1B}"/>
              </a:ext>
            </a:extLst>
          </p:cNvPr>
          <p:cNvSpPr>
            <a:spLocks xmlns:a="http://schemas.openxmlformats.org/drawingml/2006/main" noGrp="1"/>
          </p:cNvSpPr>
          <p:nvPr/>
        </p:nvSpPr>
        <p:spPr>
          <a:xfrm xmlns:a="http://schemas.openxmlformats.org/drawingml/2006/main">
            <a:off x="742950" y="146685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순서</a:t>
            </a:r>
          </a:p>
        </p:txBody>
      </p:sp>
      <p:sp>
        <p:nvSpPr>
          <p:cNvPr id="9" name="">
            <a:extLst xmlns:a="http://schemas.openxmlformats.org/drawingml/2006/main">
              <a:ext uri="{FF2B5EF4-FFF2-40B4-BE49-F238E27FC236}">
                <a16:creationId xmlns:a16="http://schemas.microsoft.com/office/drawing/2014/main" id="{2B1094C9-8492-4F9F-8A24-BD6ED1138F5B}"/>
              </a:ext>
            </a:extLst>
          </p:cNvPr>
          <p:cNvSpPr>
            <a:spLocks xmlns:a="http://schemas.openxmlformats.org/drawingml/2006/main" noGrp="1"/>
          </p:cNvSpPr>
          <p:nvPr/>
        </p:nvSpPr>
        <p:spPr>
          <a:xfrm xmlns:a="http://schemas.openxmlformats.org/drawingml/2006/main" rot="0">
            <a:off x="1657350" y="1466850"/>
            <a:ext cx="381000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0" name="">
            <a:extLst xmlns:a="http://schemas.openxmlformats.org/drawingml/2006/main">
              <a:ext uri="{FF2B5EF4-FFF2-40B4-BE49-F238E27FC236}">
                <a16:creationId xmlns:a16="http://schemas.microsoft.com/office/drawing/2014/main" id="{59760E57-951C-487A-A2E0-881C67C6D32A}"/>
              </a:ext>
            </a:extLst>
          </p:cNvPr>
          <p:cNvSpPr>
            <a:spLocks xmlns:a="http://schemas.openxmlformats.org/drawingml/2006/main" noGrp="1"/>
          </p:cNvSpPr>
          <p:nvPr/>
        </p:nvSpPr>
        <p:spPr>
          <a:xfrm xmlns:a="http://schemas.openxmlformats.org/drawingml/2006/main">
            <a:off x="1790700" y="1466850"/>
            <a:ext cx="3543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노트북 단계</a:t>
            </a:r>
          </a:p>
        </p:txBody>
      </p:sp>
      <p:sp>
        <p:nvSpPr>
          <p:cNvPr id="11" name="">
            <a:extLst xmlns:a="http://schemas.openxmlformats.org/drawingml/2006/main">
              <a:ext uri="{FF2B5EF4-FFF2-40B4-BE49-F238E27FC236}">
                <a16:creationId xmlns:a16="http://schemas.microsoft.com/office/drawing/2014/main" id="{B58E7927-3DDC-4029-B10D-34126ED47AB5}"/>
              </a:ext>
            </a:extLst>
          </p:cNvPr>
          <p:cNvSpPr>
            <a:spLocks xmlns:a="http://schemas.openxmlformats.org/drawingml/2006/main" noGrp="1"/>
          </p:cNvSpPr>
          <p:nvPr/>
        </p:nvSpPr>
        <p:spPr>
          <a:xfrm xmlns:a="http://schemas.openxmlformats.org/drawingml/2006/main" rot="0">
            <a:off x="5467350" y="1466850"/>
            <a:ext cx="6115050" cy="514350"/>
          </a:xfrm>
          <a:prstGeom xmlns:a="http://schemas.openxmlformats.org/drawingml/2006/main" prst="rect">
            <a:avLst/>
          </a:prstGeom>
          <a:solidFill xmlns:a="http://schemas.openxmlformats.org/drawingml/2006/main">
            <a:srgbClr val="0B1F3A"/>
          </a:solidFill>
          <a:ln xmlns:a="http://schemas.openxmlformats.org/drawingml/2006/main" w="0">
            <a:solidFill>
              <a:srgbClr val="0B1F3A"/>
            </a:solidFill>
            <a:prstDash val="solid"/>
          </a:ln>
        </p:spPr>
      </p:sp>
      <p:sp>
        <p:nvSpPr>
          <p:cNvPr id="12" name="">
            <a:extLst xmlns:a="http://schemas.openxmlformats.org/drawingml/2006/main">
              <a:ext uri="{FF2B5EF4-FFF2-40B4-BE49-F238E27FC236}">
                <a16:creationId xmlns:a16="http://schemas.microsoft.com/office/drawing/2014/main" id="{704C92AD-A623-4C71-A920-10980194372C}"/>
              </a:ext>
            </a:extLst>
          </p:cNvPr>
          <p:cNvSpPr>
            <a:spLocks xmlns:a="http://schemas.openxmlformats.org/drawingml/2006/main" noGrp="1"/>
          </p:cNvSpPr>
          <p:nvPr/>
        </p:nvSpPr>
        <p:spPr>
          <a:xfrm xmlns:a="http://schemas.openxmlformats.org/drawingml/2006/main">
            <a:off x="5600700" y="1466850"/>
            <a:ext cx="584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0000"/>
              </a:lnSpc>
              <a:buNone/>
              <a:defRPr sz="1275" b="1">
                <a:solidFill>
                  <a:srgbClr val="FFFFFF"/>
                </a:solidFill>
                <a:latin typeface="AppleGothic"/>
                <a:ea typeface="AppleGothic"/>
                <a:cs typeface="AppleGothic"/>
              </a:defRPr>
            </a:pPr>
            <a:r>
              <a:rPr sz="1275" b="1">
                <a:solidFill>
                  <a:srgbClr val="FFFFFF"/>
                </a:solidFill>
                <a:latin typeface="AppleGothic"/>
                <a:ea typeface="AppleGothic"/>
                <a:cs typeface="AppleGothic"/>
              </a:rPr>
              <a:t>완료 증거</a:t>
            </a:r>
          </a:p>
        </p:txBody>
      </p:sp>
      <p:sp>
        <p:nvSpPr>
          <p:cNvPr id="13" name="">
            <a:extLst xmlns:a="http://schemas.openxmlformats.org/drawingml/2006/main">
              <a:ext uri="{FF2B5EF4-FFF2-40B4-BE49-F238E27FC236}">
                <a16:creationId xmlns:a16="http://schemas.microsoft.com/office/drawing/2014/main" id="{76D5CD4E-4624-48EA-9E25-5622BFFF4D71}"/>
              </a:ext>
            </a:extLst>
          </p:cNvPr>
          <p:cNvSpPr>
            <a:spLocks xmlns:a="http://schemas.openxmlformats.org/drawingml/2006/main" noGrp="1"/>
          </p:cNvSpPr>
          <p:nvPr/>
        </p:nvSpPr>
        <p:spPr>
          <a:xfrm xmlns:a="http://schemas.openxmlformats.org/drawingml/2006/main" rot="0">
            <a:off x="609600" y="1981200"/>
            <a:ext cx="1047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A3C89369-50BF-441B-BB80-301A83D7D5B9}"/>
              </a:ext>
            </a:extLst>
          </p:cNvPr>
          <p:cNvSpPr>
            <a:spLocks xmlns:a="http://schemas.openxmlformats.org/drawingml/2006/main" noGrp="1"/>
          </p:cNvSpPr>
          <p:nvPr/>
        </p:nvSpPr>
        <p:spPr>
          <a:xfrm xmlns:a="http://schemas.openxmlformats.org/drawingml/2006/main">
            <a:off x="742950" y="198120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01</a:t>
            </a:r>
          </a:p>
        </p:txBody>
      </p:sp>
      <p:sp>
        <p:nvSpPr>
          <p:cNvPr id="15" name="">
            <a:extLst xmlns:a="http://schemas.openxmlformats.org/drawingml/2006/main">
              <a:ext uri="{FF2B5EF4-FFF2-40B4-BE49-F238E27FC236}">
                <a16:creationId xmlns:a16="http://schemas.microsoft.com/office/drawing/2014/main" id="{9F226B31-E70D-4836-BE07-61FE6AF8B96D}"/>
              </a:ext>
            </a:extLst>
          </p:cNvPr>
          <p:cNvSpPr>
            <a:spLocks xmlns:a="http://schemas.openxmlformats.org/drawingml/2006/main" noGrp="1"/>
          </p:cNvSpPr>
          <p:nvPr/>
        </p:nvSpPr>
        <p:spPr>
          <a:xfrm xmlns:a="http://schemas.openxmlformats.org/drawingml/2006/main" rot="0">
            <a:off x="1657350" y="1981200"/>
            <a:ext cx="3810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413AE15B-EF16-47FE-9F32-449129B20666}"/>
              </a:ext>
            </a:extLst>
          </p:cNvPr>
          <p:cNvSpPr>
            <a:spLocks xmlns:a="http://schemas.openxmlformats.org/drawingml/2006/main" noGrp="1"/>
          </p:cNvSpPr>
          <p:nvPr/>
        </p:nvSpPr>
        <p:spPr>
          <a:xfrm xmlns:a="http://schemas.openxmlformats.org/drawingml/2006/main">
            <a:off x="1790700" y="198120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Python 버전과 서버 주소</a:t>
            </a:r>
          </a:p>
        </p:txBody>
      </p:sp>
      <p:sp>
        <p:nvSpPr>
          <p:cNvPr id="17" name="">
            <a:extLst xmlns:a="http://schemas.openxmlformats.org/drawingml/2006/main">
              <a:ext uri="{FF2B5EF4-FFF2-40B4-BE49-F238E27FC236}">
                <a16:creationId xmlns:a16="http://schemas.microsoft.com/office/drawing/2014/main" id="{75B268DC-496F-486F-A6F1-7A63D47751A8}"/>
              </a:ext>
            </a:extLst>
          </p:cNvPr>
          <p:cNvSpPr>
            <a:spLocks xmlns:a="http://schemas.openxmlformats.org/drawingml/2006/main" noGrp="1"/>
          </p:cNvSpPr>
          <p:nvPr/>
        </p:nvSpPr>
        <p:spPr>
          <a:xfrm xmlns:a="http://schemas.openxmlformats.org/drawingml/2006/main" rot="0">
            <a:off x="5467350" y="1981200"/>
            <a:ext cx="6115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2075FB51-5903-41B3-BD43-F3F3447DB74E}"/>
              </a:ext>
            </a:extLst>
          </p:cNvPr>
          <p:cNvSpPr>
            <a:spLocks xmlns:a="http://schemas.openxmlformats.org/drawingml/2006/main" noGrp="1"/>
          </p:cNvSpPr>
          <p:nvPr/>
        </p:nvSpPr>
        <p:spPr>
          <a:xfrm xmlns:a="http://schemas.openxmlformats.org/drawingml/2006/main">
            <a:off x="5600700" y="198120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.venv/bin/python · http://127.0.0.1:8000</a:t>
            </a:r>
          </a:p>
        </p:txBody>
      </p:sp>
      <p:sp>
        <p:nvSpPr>
          <p:cNvPr id="19" name="">
            <a:extLst xmlns:a="http://schemas.openxmlformats.org/drawingml/2006/main">
              <a:ext uri="{FF2B5EF4-FFF2-40B4-BE49-F238E27FC236}">
                <a16:creationId xmlns:a16="http://schemas.microsoft.com/office/drawing/2014/main" id="{AD2A4647-4BC6-46CC-B380-038EB3E25F2E}"/>
              </a:ext>
            </a:extLst>
          </p:cNvPr>
          <p:cNvSpPr>
            <a:spLocks xmlns:a="http://schemas.openxmlformats.org/drawingml/2006/main" noGrp="1"/>
          </p:cNvSpPr>
          <p:nvPr/>
        </p:nvSpPr>
        <p:spPr>
          <a:xfrm xmlns:a="http://schemas.openxmlformats.org/drawingml/2006/main" rot="0">
            <a:off x="609600" y="2647950"/>
            <a:ext cx="10477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EF4EE177-9108-4106-9920-5C21E72D923E}"/>
              </a:ext>
            </a:extLst>
          </p:cNvPr>
          <p:cNvSpPr>
            <a:spLocks xmlns:a="http://schemas.openxmlformats.org/drawingml/2006/main" noGrp="1"/>
          </p:cNvSpPr>
          <p:nvPr/>
        </p:nvSpPr>
        <p:spPr>
          <a:xfrm xmlns:a="http://schemas.openxmlformats.org/drawingml/2006/main">
            <a:off x="742950" y="264795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02</a:t>
            </a:r>
          </a:p>
        </p:txBody>
      </p:sp>
      <p:sp>
        <p:nvSpPr>
          <p:cNvPr id="21" name="">
            <a:extLst xmlns:a="http://schemas.openxmlformats.org/drawingml/2006/main">
              <a:ext uri="{FF2B5EF4-FFF2-40B4-BE49-F238E27FC236}">
                <a16:creationId xmlns:a16="http://schemas.microsoft.com/office/drawing/2014/main" id="{BEE81A24-6D8C-4FFB-96EA-C0A5082DE3A3}"/>
              </a:ext>
            </a:extLst>
          </p:cNvPr>
          <p:cNvSpPr>
            <a:spLocks xmlns:a="http://schemas.openxmlformats.org/drawingml/2006/main" noGrp="1"/>
          </p:cNvSpPr>
          <p:nvPr/>
        </p:nvSpPr>
        <p:spPr>
          <a:xfrm xmlns:a="http://schemas.openxmlformats.org/drawingml/2006/main" rot="0">
            <a:off x="1657350" y="2647950"/>
            <a:ext cx="381000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61FD3062-9DA9-46CC-B71C-8CBCEE9E3C83}"/>
              </a:ext>
            </a:extLst>
          </p:cNvPr>
          <p:cNvSpPr>
            <a:spLocks xmlns:a="http://schemas.openxmlformats.org/drawingml/2006/main" noGrp="1"/>
          </p:cNvSpPr>
          <p:nvPr/>
        </p:nvSpPr>
        <p:spPr>
          <a:xfrm xmlns:a="http://schemas.openxmlformats.org/drawingml/2006/main">
            <a:off x="1790700" y="264795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상태와 현재 설정</a:t>
            </a:r>
          </a:p>
        </p:txBody>
      </p:sp>
      <p:sp>
        <p:nvSpPr>
          <p:cNvPr id="23" name="">
            <a:extLst xmlns:a="http://schemas.openxmlformats.org/drawingml/2006/main">
              <a:ext uri="{FF2B5EF4-FFF2-40B4-BE49-F238E27FC236}">
                <a16:creationId xmlns:a16="http://schemas.microsoft.com/office/drawing/2014/main" id="{6F31B749-1A91-4790-9B6C-1A7A1915F3D4}"/>
              </a:ext>
            </a:extLst>
          </p:cNvPr>
          <p:cNvSpPr>
            <a:spLocks xmlns:a="http://schemas.openxmlformats.org/drawingml/2006/main" noGrp="1"/>
          </p:cNvSpPr>
          <p:nvPr/>
        </p:nvSpPr>
        <p:spPr>
          <a:xfrm xmlns:a="http://schemas.openxmlformats.org/drawingml/2006/main" rot="0">
            <a:off x="5467350" y="2647950"/>
            <a:ext cx="61150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CCBF8E6D-B18D-44B3-9219-EBF3F5343F14}"/>
              </a:ext>
            </a:extLst>
          </p:cNvPr>
          <p:cNvSpPr>
            <a:spLocks xmlns:a="http://schemas.openxmlformats.org/drawingml/2006/main" noGrp="1"/>
          </p:cNvSpPr>
          <p:nvPr/>
        </p:nvSpPr>
        <p:spPr>
          <a:xfrm xmlns:a="http://schemas.openxmlformats.org/drawingml/2006/main">
            <a:off x="5600700" y="264795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/health 정상 · /api/v1/config 설정 확인</a:t>
            </a:r>
          </a:p>
        </p:txBody>
      </p:sp>
      <p:sp>
        <p:nvSpPr>
          <p:cNvPr id="25" name="">
            <a:extLst xmlns:a="http://schemas.openxmlformats.org/drawingml/2006/main">
              <a:ext uri="{FF2B5EF4-FFF2-40B4-BE49-F238E27FC236}">
                <a16:creationId xmlns:a16="http://schemas.microsoft.com/office/drawing/2014/main" id="{26CF3AEC-1E42-43B4-AD04-E039B9D45168}"/>
              </a:ext>
            </a:extLst>
          </p:cNvPr>
          <p:cNvSpPr>
            <a:spLocks xmlns:a="http://schemas.openxmlformats.org/drawingml/2006/main" noGrp="1"/>
          </p:cNvSpPr>
          <p:nvPr/>
        </p:nvSpPr>
        <p:spPr>
          <a:xfrm xmlns:a="http://schemas.openxmlformats.org/drawingml/2006/main" rot="0">
            <a:off x="609600" y="3314700"/>
            <a:ext cx="1047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2E5CD831-E413-4AC1-9107-0AD130201B7C}"/>
              </a:ext>
            </a:extLst>
          </p:cNvPr>
          <p:cNvSpPr>
            <a:spLocks xmlns:a="http://schemas.openxmlformats.org/drawingml/2006/main" noGrp="1"/>
          </p:cNvSpPr>
          <p:nvPr/>
        </p:nvSpPr>
        <p:spPr>
          <a:xfrm xmlns:a="http://schemas.openxmlformats.org/drawingml/2006/main">
            <a:off x="742950" y="331470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03</a:t>
            </a:r>
          </a:p>
        </p:txBody>
      </p:sp>
      <p:sp>
        <p:nvSpPr>
          <p:cNvPr id="27" name="">
            <a:extLst xmlns:a="http://schemas.openxmlformats.org/drawingml/2006/main">
              <a:ext uri="{FF2B5EF4-FFF2-40B4-BE49-F238E27FC236}">
                <a16:creationId xmlns:a16="http://schemas.microsoft.com/office/drawing/2014/main" id="{76E01243-7D85-4DF5-9D5A-F7D973524E12}"/>
              </a:ext>
            </a:extLst>
          </p:cNvPr>
          <p:cNvSpPr>
            <a:spLocks xmlns:a="http://schemas.openxmlformats.org/drawingml/2006/main" noGrp="1"/>
          </p:cNvSpPr>
          <p:nvPr/>
        </p:nvSpPr>
        <p:spPr>
          <a:xfrm xmlns:a="http://schemas.openxmlformats.org/drawingml/2006/main" rot="0">
            <a:off x="1657350" y="3314700"/>
            <a:ext cx="3810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C63C66F7-4600-4B4D-8FCD-8C58EF0CDE69}"/>
              </a:ext>
            </a:extLst>
          </p:cNvPr>
          <p:cNvSpPr>
            <a:spLocks xmlns:a="http://schemas.openxmlformats.org/drawingml/2006/main" noGrp="1"/>
          </p:cNvSpPr>
          <p:nvPr/>
        </p:nvSpPr>
        <p:spPr>
          <a:xfrm xmlns:a="http://schemas.openxmlformats.org/drawingml/2006/main">
            <a:off x="1790700" y="331470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Demo 기준선 2회</a:t>
            </a:r>
          </a:p>
        </p:txBody>
      </p:sp>
      <p:sp>
        <p:nvSpPr>
          <p:cNvPr id="29" name="">
            <a:extLst xmlns:a="http://schemas.openxmlformats.org/drawingml/2006/main">
              <a:ext uri="{FF2B5EF4-FFF2-40B4-BE49-F238E27FC236}">
                <a16:creationId xmlns:a16="http://schemas.microsoft.com/office/drawing/2014/main" id="{39BF3C83-1FFC-4877-9FBF-E2220B6AA239}"/>
              </a:ext>
            </a:extLst>
          </p:cNvPr>
          <p:cNvSpPr>
            <a:spLocks xmlns:a="http://schemas.openxmlformats.org/drawingml/2006/main" noGrp="1"/>
          </p:cNvSpPr>
          <p:nvPr/>
        </p:nvSpPr>
        <p:spPr>
          <a:xfrm xmlns:a="http://schemas.openxmlformats.org/drawingml/2006/main" rot="0">
            <a:off x="5467350" y="3314700"/>
            <a:ext cx="6115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0" name="">
            <a:extLst xmlns:a="http://schemas.openxmlformats.org/drawingml/2006/main">
              <a:ext uri="{FF2B5EF4-FFF2-40B4-BE49-F238E27FC236}">
                <a16:creationId xmlns:a16="http://schemas.microsoft.com/office/drawing/2014/main" id="{D7414504-5F12-4C20-AF1C-2144CD570E8F}"/>
              </a:ext>
            </a:extLst>
          </p:cNvPr>
          <p:cNvSpPr>
            <a:spLocks xmlns:a="http://schemas.openxmlformats.org/drawingml/2006/main" noGrp="1"/>
          </p:cNvSpPr>
          <p:nvPr/>
        </p:nvSpPr>
        <p:spPr>
          <a:xfrm xmlns:a="http://schemas.openxmlformats.org/drawingml/2006/main">
            <a:off x="5600700" y="331470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같은 입력 · 같은 프롬프트 · 추적 식별자 2건</a:t>
            </a:r>
          </a:p>
        </p:txBody>
      </p:sp>
      <p:sp>
        <p:nvSpPr>
          <p:cNvPr id="31" name="">
            <a:extLst xmlns:a="http://schemas.openxmlformats.org/drawingml/2006/main">
              <a:ext uri="{FF2B5EF4-FFF2-40B4-BE49-F238E27FC236}">
                <a16:creationId xmlns:a16="http://schemas.microsoft.com/office/drawing/2014/main" id="{05664CA5-CB77-41E0-A680-F969B74D6BC0}"/>
              </a:ext>
            </a:extLst>
          </p:cNvPr>
          <p:cNvSpPr>
            <a:spLocks xmlns:a="http://schemas.openxmlformats.org/drawingml/2006/main" noGrp="1"/>
          </p:cNvSpPr>
          <p:nvPr/>
        </p:nvSpPr>
        <p:spPr>
          <a:xfrm xmlns:a="http://schemas.openxmlformats.org/drawingml/2006/main" rot="0">
            <a:off x="609600" y="3981450"/>
            <a:ext cx="10477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52566D63-9117-4ECE-A560-22DEF2BAD74A}"/>
              </a:ext>
            </a:extLst>
          </p:cNvPr>
          <p:cNvSpPr>
            <a:spLocks xmlns:a="http://schemas.openxmlformats.org/drawingml/2006/main" noGrp="1"/>
          </p:cNvSpPr>
          <p:nvPr/>
        </p:nvSpPr>
        <p:spPr>
          <a:xfrm xmlns:a="http://schemas.openxmlformats.org/drawingml/2006/main">
            <a:off x="742950" y="398145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04</a:t>
            </a:r>
          </a:p>
        </p:txBody>
      </p:sp>
      <p:sp>
        <p:nvSpPr>
          <p:cNvPr id="33" name="">
            <a:extLst xmlns:a="http://schemas.openxmlformats.org/drawingml/2006/main">
              <a:ext uri="{FF2B5EF4-FFF2-40B4-BE49-F238E27FC236}">
                <a16:creationId xmlns:a16="http://schemas.microsoft.com/office/drawing/2014/main" id="{8B3C28E7-0665-4840-9FC2-92539B86F6FF}"/>
              </a:ext>
            </a:extLst>
          </p:cNvPr>
          <p:cNvSpPr>
            <a:spLocks xmlns:a="http://schemas.openxmlformats.org/drawingml/2006/main" noGrp="1"/>
          </p:cNvSpPr>
          <p:nvPr/>
        </p:nvSpPr>
        <p:spPr>
          <a:xfrm xmlns:a="http://schemas.openxmlformats.org/drawingml/2006/main" rot="0">
            <a:off x="1657350" y="3981450"/>
            <a:ext cx="381000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E23CE30B-7DFC-4DC5-948B-667DFF339EE1}"/>
              </a:ext>
            </a:extLst>
          </p:cNvPr>
          <p:cNvSpPr>
            <a:spLocks xmlns:a="http://schemas.openxmlformats.org/drawingml/2006/main" noGrp="1"/>
          </p:cNvSpPr>
          <p:nvPr/>
        </p:nvSpPr>
        <p:spPr>
          <a:xfrm xmlns:a="http://schemas.openxmlformats.org/drawingml/2006/main">
            <a:off x="1790700" y="398145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실행 추적 비교표</a:t>
            </a:r>
          </a:p>
        </p:txBody>
      </p:sp>
      <p:sp>
        <p:nvSpPr>
          <p:cNvPr id="35" name="">
            <a:extLst xmlns:a="http://schemas.openxmlformats.org/drawingml/2006/main">
              <a:ext uri="{FF2B5EF4-FFF2-40B4-BE49-F238E27FC236}">
                <a16:creationId xmlns:a16="http://schemas.microsoft.com/office/drawing/2014/main" id="{8947DBB2-7EA4-4061-81C9-40979D00F274}"/>
              </a:ext>
            </a:extLst>
          </p:cNvPr>
          <p:cNvSpPr>
            <a:spLocks xmlns:a="http://schemas.openxmlformats.org/drawingml/2006/main" noGrp="1"/>
          </p:cNvSpPr>
          <p:nvPr/>
        </p:nvSpPr>
        <p:spPr>
          <a:xfrm xmlns:a="http://schemas.openxmlformats.org/drawingml/2006/main" rot="0">
            <a:off x="5467350" y="3981450"/>
            <a:ext cx="61150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F5E8C702-9DC2-48D1-9744-43BF7A5E1CB0}"/>
              </a:ext>
            </a:extLst>
          </p:cNvPr>
          <p:cNvSpPr>
            <a:spLocks xmlns:a="http://schemas.openxmlformats.org/drawingml/2006/main" noGrp="1"/>
          </p:cNvSpPr>
          <p:nvPr/>
        </p:nvSpPr>
        <p:spPr>
          <a:xfrm xmlns:a="http://schemas.openxmlformats.org/drawingml/2006/main">
            <a:off x="5600700" y="398145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모델 · 온도 · Thinking · 지연 · 콘텐츠 지문</a:t>
            </a:r>
          </a:p>
        </p:txBody>
      </p:sp>
      <p:sp>
        <p:nvSpPr>
          <p:cNvPr id="37" name="">
            <a:extLst xmlns:a="http://schemas.openxmlformats.org/drawingml/2006/main">
              <a:ext uri="{FF2B5EF4-FFF2-40B4-BE49-F238E27FC236}">
                <a16:creationId xmlns:a16="http://schemas.microsoft.com/office/drawing/2014/main" id="{56DD440B-0165-427F-9E5F-12B3FE126CE4}"/>
              </a:ext>
            </a:extLst>
          </p:cNvPr>
          <p:cNvSpPr>
            <a:spLocks xmlns:a="http://schemas.openxmlformats.org/drawingml/2006/main" noGrp="1"/>
          </p:cNvSpPr>
          <p:nvPr/>
        </p:nvSpPr>
        <p:spPr>
          <a:xfrm xmlns:a="http://schemas.openxmlformats.org/drawingml/2006/main" rot="0">
            <a:off x="609600" y="4648200"/>
            <a:ext cx="1047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38" name="">
            <a:extLst xmlns:a="http://schemas.openxmlformats.org/drawingml/2006/main">
              <a:ext uri="{FF2B5EF4-FFF2-40B4-BE49-F238E27FC236}">
                <a16:creationId xmlns:a16="http://schemas.microsoft.com/office/drawing/2014/main" id="{DB2EF3A0-B9E0-40EA-989E-71953C449EC9}"/>
              </a:ext>
            </a:extLst>
          </p:cNvPr>
          <p:cNvSpPr>
            <a:spLocks xmlns:a="http://schemas.openxmlformats.org/drawingml/2006/main" noGrp="1"/>
          </p:cNvSpPr>
          <p:nvPr/>
        </p:nvSpPr>
        <p:spPr>
          <a:xfrm xmlns:a="http://schemas.openxmlformats.org/drawingml/2006/main">
            <a:off x="742950" y="464820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05</a:t>
            </a:r>
          </a:p>
        </p:txBody>
      </p:sp>
      <p:sp>
        <p:nvSpPr>
          <p:cNvPr id="39" name="">
            <a:extLst xmlns:a="http://schemas.openxmlformats.org/drawingml/2006/main">
              <a:ext uri="{FF2B5EF4-FFF2-40B4-BE49-F238E27FC236}">
                <a16:creationId xmlns:a16="http://schemas.microsoft.com/office/drawing/2014/main" id="{3DBCEDDB-165B-4DBF-ADAB-26272467325B}"/>
              </a:ext>
            </a:extLst>
          </p:cNvPr>
          <p:cNvSpPr>
            <a:spLocks xmlns:a="http://schemas.openxmlformats.org/drawingml/2006/main" noGrp="1"/>
          </p:cNvSpPr>
          <p:nvPr/>
        </p:nvSpPr>
        <p:spPr>
          <a:xfrm xmlns:a="http://schemas.openxmlformats.org/drawingml/2006/main" rot="0">
            <a:off x="1657350" y="4648200"/>
            <a:ext cx="3810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40" name="">
            <a:extLst xmlns:a="http://schemas.openxmlformats.org/drawingml/2006/main">
              <a:ext uri="{FF2B5EF4-FFF2-40B4-BE49-F238E27FC236}">
                <a16:creationId xmlns:a16="http://schemas.microsoft.com/office/drawing/2014/main" id="{C49EC192-B883-426A-B21F-C9BBB0A0304C}"/>
              </a:ext>
            </a:extLst>
          </p:cNvPr>
          <p:cNvSpPr>
            <a:spLocks xmlns:a="http://schemas.openxmlformats.org/drawingml/2006/main" noGrp="1"/>
          </p:cNvSpPr>
          <p:nvPr/>
        </p:nvSpPr>
        <p:spPr>
          <a:xfrm xmlns:a="http://schemas.openxmlformats.org/drawingml/2006/main">
            <a:off x="1790700" y="464820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traces · stats · metrics</a:t>
            </a:r>
          </a:p>
        </p:txBody>
      </p:sp>
      <p:sp>
        <p:nvSpPr>
          <p:cNvPr id="41" name="">
            <a:extLst xmlns:a="http://schemas.openxmlformats.org/drawingml/2006/main">
              <a:ext uri="{FF2B5EF4-FFF2-40B4-BE49-F238E27FC236}">
                <a16:creationId xmlns:a16="http://schemas.microsoft.com/office/drawing/2014/main" id="{FFB92C77-B60B-42D8-9D89-129D6C93D76C}"/>
              </a:ext>
            </a:extLst>
          </p:cNvPr>
          <p:cNvSpPr>
            <a:spLocks xmlns:a="http://schemas.openxmlformats.org/drawingml/2006/main" noGrp="1"/>
          </p:cNvSpPr>
          <p:nvPr/>
        </p:nvSpPr>
        <p:spPr>
          <a:xfrm xmlns:a="http://schemas.openxmlformats.org/drawingml/2006/main" rot="0">
            <a:off x="5467350" y="4648200"/>
            <a:ext cx="6115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42" name="">
            <a:extLst xmlns:a="http://schemas.openxmlformats.org/drawingml/2006/main">
              <a:ext uri="{FF2B5EF4-FFF2-40B4-BE49-F238E27FC236}">
                <a16:creationId xmlns:a16="http://schemas.microsoft.com/office/drawing/2014/main" id="{6419B74C-F56A-4CEF-80CD-8BE495DD7E74}"/>
              </a:ext>
            </a:extLst>
          </p:cNvPr>
          <p:cNvSpPr>
            <a:spLocks xmlns:a="http://schemas.openxmlformats.org/drawingml/2006/main" noGrp="1"/>
          </p:cNvSpPr>
          <p:nvPr/>
        </p:nvSpPr>
        <p:spPr>
          <a:xfrm xmlns:a="http://schemas.openxmlformats.org/drawingml/2006/main">
            <a:off x="5600700" y="464820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개별 실행 · 집계 · 수집 지표의 차이</a:t>
            </a:r>
          </a:p>
        </p:txBody>
      </p:sp>
      <p:sp>
        <p:nvSpPr>
          <p:cNvPr id="43" name="">
            <a:extLst xmlns:a="http://schemas.openxmlformats.org/drawingml/2006/main">
              <a:ext uri="{FF2B5EF4-FFF2-40B4-BE49-F238E27FC236}">
                <a16:creationId xmlns:a16="http://schemas.microsoft.com/office/drawing/2014/main" id="{2D9D82D4-0DF1-45F8-B7CD-AE880F1D5D10}"/>
              </a:ext>
            </a:extLst>
          </p:cNvPr>
          <p:cNvSpPr>
            <a:spLocks xmlns:a="http://schemas.openxmlformats.org/drawingml/2006/main" noGrp="1"/>
          </p:cNvSpPr>
          <p:nvPr/>
        </p:nvSpPr>
        <p:spPr>
          <a:xfrm xmlns:a="http://schemas.openxmlformats.org/drawingml/2006/main" rot="0">
            <a:off x="609600" y="5314950"/>
            <a:ext cx="10477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4" name="">
            <a:extLst xmlns:a="http://schemas.openxmlformats.org/drawingml/2006/main">
              <a:ext uri="{FF2B5EF4-FFF2-40B4-BE49-F238E27FC236}">
                <a16:creationId xmlns:a16="http://schemas.microsoft.com/office/drawing/2014/main" id="{943481FD-1CC1-40C8-A2F1-9A4CE33D8306}"/>
              </a:ext>
            </a:extLst>
          </p:cNvPr>
          <p:cNvSpPr>
            <a:spLocks xmlns:a="http://schemas.openxmlformats.org/drawingml/2006/main" noGrp="1"/>
          </p:cNvSpPr>
          <p:nvPr/>
        </p:nvSpPr>
        <p:spPr>
          <a:xfrm xmlns:a="http://schemas.openxmlformats.org/drawingml/2006/main">
            <a:off x="742950" y="5314950"/>
            <a:ext cx="781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1">
                <a:solidFill>
                  <a:srgbClr val="191919"/>
                </a:solidFill>
                <a:latin typeface="AppleGothic"/>
                <a:ea typeface="AppleGothic"/>
                <a:cs typeface="AppleGothic"/>
              </a:defRPr>
            </a:pPr>
            <a:r>
              <a:rPr sz="1125" b="1">
                <a:solidFill>
                  <a:srgbClr val="191919"/>
                </a:solidFill>
                <a:latin typeface="AppleGothic"/>
                <a:ea typeface="AppleGothic"/>
                <a:cs typeface="AppleGothic"/>
              </a:rPr>
              <a:t>06</a:t>
            </a:r>
          </a:p>
        </p:txBody>
      </p:sp>
      <p:sp>
        <p:nvSpPr>
          <p:cNvPr id="45" name="">
            <a:extLst xmlns:a="http://schemas.openxmlformats.org/drawingml/2006/main">
              <a:ext uri="{FF2B5EF4-FFF2-40B4-BE49-F238E27FC236}">
                <a16:creationId xmlns:a16="http://schemas.microsoft.com/office/drawing/2014/main" id="{45904612-9D2F-41E6-B560-E1978D4F9B37}"/>
              </a:ext>
            </a:extLst>
          </p:cNvPr>
          <p:cNvSpPr>
            <a:spLocks xmlns:a="http://schemas.openxmlformats.org/drawingml/2006/main" noGrp="1"/>
          </p:cNvSpPr>
          <p:nvPr/>
        </p:nvSpPr>
        <p:spPr>
          <a:xfrm xmlns:a="http://schemas.openxmlformats.org/drawingml/2006/main" rot="0">
            <a:off x="1657350" y="5314950"/>
            <a:ext cx="381000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6" name="">
            <a:extLst xmlns:a="http://schemas.openxmlformats.org/drawingml/2006/main">
              <a:ext uri="{FF2B5EF4-FFF2-40B4-BE49-F238E27FC236}">
                <a16:creationId xmlns:a16="http://schemas.microsoft.com/office/drawing/2014/main" id="{B289CCAA-86A8-4D5D-A5C2-48822038E0B0}"/>
              </a:ext>
            </a:extLst>
          </p:cNvPr>
          <p:cNvSpPr>
            <a:spLocks xmlns:a="http://schemas.openxmlformats.org/drawingml/2006/main" noGrp="1"/>
          </p:cNvSpPr>
          <p:nvPr/>
        </p:nvSpPr>
        <p:spPr>
          <a:xfrm xmlns:a="http://schemas.openxmlformats.org/drawingml/2006/main">
            <a:off x="1790700" y="5314950"/>
            <a:ext cx="354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선택형 Ollama 실행</a:t>
            </a:r>
          </a:p>
        </p:txBody>
      </p:sp>
      <p:sp>
        <p:nvSpPr>
          <p:cNvPr id="47" name="">
            <a:extLst xmlns:a="http://schemas.openxmlformats.org/drawingml/2006/main">
              <a:ext uri="{FF2B5EF4-FFF2-40B4-BE49-F238E27FC236}">
                <a16:creationId xmlns:a16="http://schemas.microsoft.com/office/drawing/2014/main" id="{A4D21FC1-CBDB-4A93-927C-82EE1EE24751}"/>
              </a:ext>
            </a:extLst>
          </p:cNvPr>
          <p:cNvSpPr>
            <a:spLocks xmlns:a="http://schemas.openxmlformats.org/drawingml/2006/main" noGrp="1"/>
          </p:cNvSpPr>
          <p:nvPr/>
        </p:nvSpPr>
        <p:spPr>
          <a:xfrm xmlns:a="http://schemas.openxmlformats.org/drawingml/2006/main" rot="0">
            <a:off x="5467350" y="5314950"/>
            <a:ext cx="6115050" cy="666750"/>
          </a:xfrm>
          <a:prstGeom xmlns:a="http://schemas.openxmlformats.org/drawingml/2006/main" prst="rect">
            <a:avLst/>
          </a:prstGeom>
          <a:solidFill xmlns:a="http://schemas.openxmlformats.org/drawingml/2006/main">
            <a:srgbClr val="F7F8FA"/>
          </a:solidFill>
          <a:ln xmlns:a="http://schemas.openxmlformats.org/drawingml/2006/main" w="9525">
            <a:solidFill>
              <a:srgbClr val="D0D5DD"/>
            </a:solidFill>
            <a:prstDash val="solid"/>
          </a:ln>
        </p:spPr>
      </p:sp>
      <p:sp>
        <p:nvSpPr>
          <p:cNvPr id="48" name="">
            <a:extLst xmlns:a="http://schemas.openxmlformats.org/drawingml/2006/main">
              <a:ext uri="{FF2B5EF4-FFF2-40B4-BE49-F238E27FC236}">
                <a16:creationId xmlns:a16="http://schemas.microsoft.com/office/drawing/2014/main" id="{8C788193-16DF-4554-B4CD-E3D844049F4A}"/>
              </a:ext>
            </a:extLst>
          </p:cNvPr>
          <p:cNvSpPr>
            <a:spLocks xmlns:a="http://schemas.openxmlformats.org/drawingml/2006/main" noGrp="1"/>
          </p:cNvSpPr>
          <p:nvPr/>
        </p:nvSpPr>
        <p:spPr>
          <a:xfrm xmlns:a="http://schemas.openxmlformats.org/drawingml/2006/main">
            <a:off x="5600700" y="5314950"/>
            <a:ext cx="584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5000"/>
              </a:lnSpc>
              <a:buNone/>
              <a:defRPr sz="1125" b="0">
                <a:solidFill>
                  <a:srgbClr val="191919"/>
                </a:solidFill>
                <a:latin typeface="AppleGothic"/>
                <a:ea typeface="AppleGothic"/>
                <a:cs typeface="AppleGothic"/>
              </a:defRPr>
            </a:pPr>
            <a:r>
              <a:rPr sz="1125" b="0">
                <a:solidFill>
                  <a:srgbClr val="191919"/>
                </a:solidFill>
                <a:latin typeface="AppleGothic"/>
                <a:ea typeface="AppleGothic"/>
                <a:cs typeface="AppleGothic"/>
              </a:rPr>
              <a:t>qwen3:4b-instruct · 종료 사유 · 다음 변경</a:t>
            </a:r>
          </a:p>
        </p:txBody>
      </p:sp>
    </p:spTree>
    <p:extLst>
      <p:ext uri="{BB962C8B-B14F-4D97-AF65-F5344CB8AC3E}">
        <p14:creationId xmlns:p14="http://schemas.microsoft.com/office/powerpoint/2010/main" val="774780907"/>
      </p:ext>
    </p:extLst>
  </p:cSld>
</p:sld>
</file>

<file path=ppt/slides/slide7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D33BB74-2759-47C7-9B83-E711A1CDDCF2}"/>
              </a:ext>
            </a:extLst>
          </p:cNvPr>
          <p:cNvSpPr>
            <a:spLocks xmlns:a="http://schemas.openxmlformats.org/drawingml/2006/main" noGrp="1"/>
          </p:cNvSpPr>
          <p:nvPr/>
        </p:nvSpPr>
        <p:spPr>
          <a:xfrm xmlns:a="http://schemas.openxmlformats.org/drawingml/2006/main">
            <a:off x="609600" y="2667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W01 / LAB</a:t>
            </a:r>
          </a:p>
        </p:txBody>
      </p:sp>
      <p:sp>
        <p:nvSpPr>
          <p:cNvPr id="2" name="">
            <a:extLst xmlns:a="http://schemas.openxmlformats.org/drawingml/2006/main">
              <a:ext uri="{FF2B5EF4-FFF2-40B4-BE49-F238E27FC236}">
                <a16:creationId xmlns:a16="http://schemas.microsoft.com/office/drawing/2014/main" id="{94A4EE0B-02D8-4FD9-A8DC-12F10DD8B6E9}"/>
              </a:ext>
            </a:extLst>
          </p:cNvPr>
          <p:cNvSpPr>
            <a:spLocks xmlns:a="http://schemas.openxmlformats.org/drawingml/2006/main" noGrp="1"/>
          </p:cNvSpPr>
          <p:nvPr/>
        </p:nvSpPr>
        <p:spPr>
          <a:xfrm xmlns:a="http://schemas.openxmlformats.org/drawingml/2006/main">
            <a:off x="10991850" y="247650"/>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0000"/>
              </a:lnSpc>
              <a:buNone/>
              <a:defRPr sz="1050" b="1">
                <a:solidFill>
                  <a:srgbClr val="98A2B3"/>
                </a:solidFill>
                <a:latin typeface="Menlo"/>
                <a:ea typeface="Menlo"/>
                <a:cs typeface="Menlo"/>
              </a:defRPr>
            </a:pPr>
            <a:r>
              <a:rPr sz="1050" b="1">
                <a:solidFill>
                  <a:srgbClr val="98A2B3"/>
                </a:solidFill>
                <a:latin typeface="Menlo"/>
                <a:ea typeface="Menlo"/>
                <a:cs typeface="Menlo"/>
              </a:rPr>
              <a:t>79</a:t>
            </a:r>
          </a:p>
        </p:txBody>
      </p:sp>
      <p:sp>
        <p:nvSpPr>
          <p:cNvPr id="3" name="">
            <a:extLst xmlns:a="http://schemas.openxmlformats.org/drawingml/2006/main">
              <a:ext uri="{FF2B5EF4-FFF2-40B4-BE49-F238E27FC236}">
                <a16:creationId xmlns:a16="http://schemas.microsoft.com/office/drawing/2014/main" id="{D680B13A-1069-40B9-AAFE-05D2DD5747D2}"/>
              </a:ext>
            </a:extLst>
          </p:cNvPr>
          <p:cNvSpPr>
            <a:spLocks xmlns:a="http://schemas.openxmlformats.org/drawingml/2006/main" noGrp="1"/>
          </p:cNvSpPr>
          <p:nvPr/>
        </p:nvSpPr>
        <p:spPr>
          <a:xfrm xmlns:a="http://schemas.openxmlformats.org/drawingml/2006/main" flipH="0" flipV="0">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4" name="">
            <a:extLst xmlns:a="http://schemas.openxmlformats.org/drawingml/2006/main">
              <a:ext uri="{FF2B5EF4-FFF2-40B4-BE49-F238E27FC236}">
                <a16:creationId xmlns:a16="http://schemas.microsoft.com/office/drawing/2014/main" id="{94C4B8F6-3633-409C-B97A-E652E7984FFE}"/>
              </a:ext>
            </a:extLst>
          </p:cNvPr>
          <p:cNvSpPr>
            <a:spLocks xmlns:a="http://schemas.openxmlformats.org/drawingml/2006/main" noGrp="1"/>
          </p:cNvSpPr>
          <p:nvPr/>
        </p:nvSpPr>
        <p:spPr>
          <a:xfrm xmlns:a="http://schemas.openxmlformats.org/drawingml/2006/main">
            <a:off x="609600" y="65151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98A2B3"/>
                </a:solidFill>
                <a:latin typeface="AppleGothic"/>
                <a:ea typeface="AppleGothic"/>
                <a:cs typeface="AppleGothic"/>
              </a:defRPr>
            </a:pPr>
            <a:r>
              <a:rPr sz="1050" b="1">
                <a:solidFill>
                  <a:srgbClr val="98A2B3"/>
                </a:solidFill>
                <a:latin typeface="AppleGothic"/>
                <a:ea typeface="AppleGothic"/>
                <a:cs typeface="AppleGothic"/>
              </a:rPr>
              <a:t>AJOU · LARGE LANGUAGE MODEL OPERATIONS (LLMOps)</a:t>
            </a:r>
          </a:p>
        </p:txBody>
      </p:sp>
      <p:sp>
        <p:nvSpPr>
          <p:cNvPr id="5" name="">
            <a:extLst xmlns:a="http://schemas.openxmlformats.org/drawingml/2006/main">
              <a:ext uri="{FF2B5EF4-FFF2-40B4-BE49-F238E27FC236}">
                <a16:creationId xmlns:a16="http://schemas.microsoft.com/office/drawing/2014/main" id="{800F7497-4F56-45AC-864C-45EB1FB1A3DD}"/>
              </a:ext>
            </a:extLst>
          </p:cNvPr>
          <p:cNvSpPr>
            <a:spLocks xmlns:a="http://schemas.openxmlformats.org/drawingml/2006/main" noGrp="1"/>
          </p:cNvSpPr>
          <p:nvPr/>
        </p:nvSpPr>
        <p:spPr>
          <a:xfrm xmlns:a="http://schemas.openxmlformats.org/drawingml/2006/main" rot="0">
            <a:off x="609600" y="723900"/>
            <a:ext cx="5715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56FCCCCE-B577-422E-B034-0B05B7E42FE2}"/>
              </a:ext>
            </a:extLst>
          </p:cNvPr>
          <p:cNvSpPr>
            <a:spLocks xmlns:a="http://schemas.openxmlformats.org/drawingml/2006/main" noGrp="1"/>
          </p:cNvSpPr>
          <p:nvPr/>
        </p:nvSpPr>
        <p:spPr>
          <a:xfrm xmlns:a="http://schemas.openxmlformats.org/drawingml/2006/main">
            <a:off x="838200" y="6858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AppleGothic"/>
                <a:ea typeface="AppleGothic"/>
                <a:cs typeface="AppleGothic"/>
              </a:defRPr>
            </a:pPr>
            <a:r>
              <a:rPr sz="3000" b="1">
                <a:solidFill>
                  <a:srgbClr val="FFFFFF"/>
                </a:solidFill>
                <a:latin typeface="AppleGothic"/>
                <a:ea typeface="AppleGothic"/>
                <a:cs typeface="AppleGothic"/>
              </a:rPr>
              <a:t>Ollama 오류와 지연 점검</a:t>
            </a:r>
          </a:p>
        </p:txBody>
      </p:sp>
      <p:sp>
        <p:nvSpPr>
          <p:cNvPr id="7" name="">
            <a:extLst xmlns:a="http://schemas.openxmlformats.org/drawingml/2006/main">
              <a:ext uri="{FF2B5EF4-FFF2-40B4-BE49-F238E27FC236}">
                <a16:creationId xmlns:a16="http://schemas.microsoft.com/office/drawing/2014/main" id="{264F4969-E66D-493D-BEC7-269B440B5BEE}"/>
              </a:ext>
            </a:extLst>
          </p:cNvPr>
          <p:cNvSpPr>
            <a:spLocks xmlns:a="http://schemas.openxmlformats.org/drawingml/2006/main" noGrp="1"/>
          </p:cNvSpPr>
          <p:nvPr/>
        </p:nvSpPr>
        <p:spPr>
          <a:xfrm xmlns:a="http://schemas.openxmlformats.org/drawingml/2006/main">
            <a:off x="609600" y="16192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Menlo"/>
                <a:ea typeface="Menlo"/>
                <a:cs typeface="Menlo"/>
              </a:defRPr>
            </a:pPr>
            <a:r>
              <a:rPr sz="1800" b="1">
                <a:solidFill>
                  <a:srgbClr val="FFFFFF"/>
                </a:solidFill>
                <a:latin typeface="Menlo"/>
                <a:ea typeface="Menlo"/>
                <a:cs typeface="Menlo"/>
              </a:rPr>
              <a:t>503 / MODEL</a:t>
            </a:r>
          </a:p>
        </p:txBody>
      </p:sp>
      <p:sp>
        <p:nvSpPr>
          <p:cNvPr id="8" name="">
            <a:extLst xmlns:a="http://schemas.openxmlformats.org/drawingml/2006/main">
              <a:ext uri="{FF2B5EF4-FFF2-40B4-BE49-F238E27FC236}">
                <a16:creationId xmlns:a16="http://schemas.microsoft.com/office/drawing/2014/main" id="{5BB2F5E4-881A-4B45-B669-B0F7FF10C679}"/>
              </a:ext>
            </a:extLst>
          </p:cNvPr>
          <p:cNvSpPr>
            <a:spLocks xmlns:a="http://schemas.openxmlformats.org/drawingml/2006/main" noGrp="1"/>
          </p:cNvSpPr>
          <p:nvPr/>
        </p:nvSpPr>
        <p:spPr>
          <a:xfrm xmlns:a="http://schemas.openxmlformats.org/drawingml/2006/main">
            <a:off x="2324100" y="16192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모델 태그 불일치</a:t>
            </a:r>
          </a:p>
        </p:txBody>
      </p:sp>
      <p:sp>
        <p:nvSpPr>
          <p:cNvPr id="9" name="">
            <a:extLst xmlns:a="http://schemas.openxmlformats.org/drawingml/2006/main">
              <a:ext uri="{FF2B5EF4-FFF2-40B4-BE49-F238E27FC236}">
                <a16:creationId xmlns:a16="http://schemas.microsoft.com/office/drawing/2014/main" id="{D18038E0-0063-4275-A3DB-9830C8495A75}"/>
              </a:ext>
            </a:extLst>
          </p:cNvPr>
          <p:cNvSpPr>
            <a:spLocks xmlns:a="http://schemas.openxmlformats.org/drawingml/2006/main" noGrp="1"/>
          </p:cNvSpPr>
          <p:nvPr/>
        </p:nvSpPr>
        <p:spPr>
          <a:xfrm xmlns:a="http://schemas.openxmlformats.org/drawingml/2006/main">
            <a:off x="5810250" y="16192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a:t>
            </a:r>
          </a:p>
        </p:txBody>
      </p:sp>
      <p:sp>
        <p:nvSpPr>
          <p:cNvPr id="10" name="">
            <a:extLst xmlns:a="http://schemas.openxmlformats.org/drawingml/2006/main">
              <a:ext uri="{FF2B5EF4-FFF2-40B4-BE49-F238E27FC236}">
                <a16:creationId xmlns:a16="http://schemas.microsoft.com/office/drawing/2014/main" id="{4C8C0258-3C3F-40FA-8A93-69C74AF2D93B}"/>
              </a:ext>
            </a:extLst>
          </p:cNvPr>
          <p:cNvSpPr>
            <a:spLocks xmlns:a="http://schemas.openxmlformats.org/drawingml/2006/main" noGrp="1"/>
          </p:cNvSpPr>
          <p:nvPr/>
        </p:nvSpPr>
        <p:spPr>
          <a:xfrm xmlns:a="http://schemas.openxmlformats.org/drawingml/2006/main">
            <a:off x="6591300" y="16192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ollama list → qwen3:4b-instruct 설치 → .env 재실행</a:t>
            </a:r>
          </a:p>
        </p:txBody>
      </p:sp>
      <p:sp>
        <p:nvSpPr>
          <p:cNvPr id="11" name="">
            <a:extLst xmlns:a="http://schemas.openxmlformats.org/drawingml/2006/main">
              <a:ext uri="{FF2B5EF4-FFF2-40B4-BE49-F238E27FC236}">
                <a16:creationId xmlns:a16="http://schemas.microsoft.com/office/drawing/2014/main" id="{FEBE4D07-A742-4C89-8699-34E998240D64}"/>
              </a:ext>
            </a:extLst>
          </p:cNvPr>
          <p:cNvSpPr>
            <a:spLocks xmlns:a="http://schemas.openxmlformats.org/drawingml/2006/main" noGrp="1"/>
          </p:cNvSpPr>
          <p:nvPr/>
        </p:nvSpPr>
        <p:spPr>
          <a:xfrm xmlns:a="http://schemas.openxmlformats.org/drawingml/2006/main" flipH="0" flipV="0">
            <a:off x="2324100" y="2209800"/>
            <a:ext cx="88773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2" name="">
            <a:extLst xmlns:a="http://schemas.openxmlformats.org/drawingml/2006/main">
              <a:ext uri="{FF2B5EF4-FFF2-40B4-BE49-F238E27FC236}">
                <a16:creationId xmlns:a16="http://schemas.microsoft.com/office/drawing/2014/main" id="{6699B980-FA61-49D9-98CB-EA0810684B1E}"/>
              </a:ext>
            </a:extLst>
          </p:cNvPr>
          <p:cNvSpPr>
            <a:spLocks xmlns:a="http://schemas.openxmlformats.org/drawingml/2006/main" noGrp="1"/>
          </p:cNvSpPr>
          <p:nvPr/>
        </p:nvSpPr>
        <p:spPr>
          <a:xfrm xmlns:a="http://schemas.openxmlformats.org/drawingml/2006/main">
            <a:off x="609600" y="26098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Menlo"/>
                <a:ea typeface="Menlo"/>
                <a:cs typeface="Menlo"/>
              </a:defRPr>
            </a:pPr>
            <a:r>
              <a:rPr sz="1800" b="1">
                <a:solidFill>
                  <a:srgbClr val="FFFFFF"/>
                </a:solidFill>
                <a:latin typeface="Menlo"/>
                <a:ea typeface="Menlo"/>
                <a:cs typeface="Menlo"/>
              </a:rPr>
              <a:t>503 / SERVER</a:t>
            </a:r>
          </a:p>
        </p:txBody>
      </p:sp>
      <p:sp>
        <p:nvSpPr>
          <p:cNvPr id="13" name="">
            <a:extLst xmlns:a="http://schemas.openxmlformats.org/drawingml/2006/main">
              <a:ext uri="{FF2B5EF4-FFF2-40B4-BE49-F238E27FC236}">
                <a16:creationId xmlns:a16="http://schemas.microsoft.com/office/drawing/2014/main" id="{939E1559-1CAA-4EEB-9505-FB6B2EF8F922}"/>
              </a:ext>
            </a:extLst>
          </p:cNvPr>
          <p:cNvSpPr>
            <a:spLocks xmlns:a="http://schemas.openxmlformats.org/drawingml/2006/main" noGrp="1"/>
          </p:cNvSpPr>
          <p:nvPr/>
        </p:nvSpPr>
        <p:spPr>
          <a:xfrm xmlns:a="http://schemas.openxmlformats.org/drawingml/2006/main">
            <a:off x="2324100" y="26098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Ollama 연결 실패</a:t>
            </a:r>
          </a:p>
        </p:txBody>
      </p:sp>
      <p:sp>
        <p:nvSpPr>
          <p:cNvPr id="14" name="">
            <a:extLst xmlns:a="http://schemas.openxmlformats.org/drawingml/2006/main">
              <a:ext uri="{FF2B5EF4-FFF2-40B4-BE49-F238E27FC236}">
                <a16:creationId xmlns:a16="http://schemas.microsoft.com/office/drawing/2014/main" id="{119C4100-D278-4E07-9225-880B596FA152}"/>
              </a:ext>
            </a:extLst>
          </p:cNvPr>
          <p:cNvSpPr>
            <a:spLocks xmlns:a="http://schemas.openxmlformats.org/drawingml/2006/main" noGrp="1"/>
          </p:cNvSpPr>
          <p:nvPr/>
        </p:nvSpPr>
        <p:spPr>
          <a:xfrm xmlns:a="http://schemas.openxmlformats.org/drawingml/2006/main">
            <a:off x="5810250" y="26098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a:t>
            </a:r>
          </a:p>
        </p:txBody>
      </p:sp>
      <p:sp>
        <p:nvSpPr>
          <p:cNvPr id="15" name="">
            <a:extLst xmlns:a="http://schemas.openxmlformats.org/drawingml/2006/main">
              <a:ext uri="{FF2B5EF4-FFF2-40B4-BE49-F238E27FC236}">
                <a16:creationId xmlns:a16="http://schemas.microsoft.com/office/drawing/2014/main" id="{B30C8EBB-94E8-4661-BB40-7897D1801766}"/>
              </a:ext>
            </a:extLst>
          </p:cNvPr>
          <p:cNvSpPr>
            <a:spLocks xmlns:a="http://schemas.openxmlformats.org/drawingml/2006/main" noGrp="1"/>
          </p:cNvSpPr>
          <p:nvPr/>
        </p:nvSpPr>
        <p:spPr>
          <a:xfrm xmlns:a="http://schemas.openxmlformats.org/drawingml/2006/main">
            <a:off x="6591300" y="26098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/api/version 확인 → 앱 또는 ollama serve 하나만 실행</a:t>
            </a:r>
          </a:p>
        </p:txBody>
      </p:sp>
      <p:sp>
        <p:nvSpPr>
          <p:cNvPr id="16" name="">
            <a:extLst xmlns:a="http://schemas.openxmlformats.org/drawingml/2006/main">
              <a:ext uri="{FF2B5EF4-FFF2-40B4-BE49-F238E27FC236}">
                <a16:creationId xmlns:a16="http://schemas.microsoft.com/office/drawing/2014/main" id="{98417C40-1768-4325-9BAB-7F375DB5B89C}"/>
              </a:ext>
            </a:extLst>
          </p:cNvPr>
          <p:cNvSpPr>
            <a:spLocks xmlns:a="http://schemas.openxmlformats.org/drawingml/2006/main" noGrp="1"/>
          </p:cNvSpPr>
          <p:nvPr/>
        </p:nvSpPr>
        <p:spPr>
          <a:xfrm xmlns:a="http://schemas.openxmlformats.org/drawingml/2006/main" flipH="0" flipV="0">
            <a:off x="2324100" y="3200400"/>
            <a:ext cx="88773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7" name="">
            <a:extLst xmlns:a="http://schemas.openxmlformats.org/drawingml/2006/main">
              <a:ext uri="{FF2B5EF4-FFF2-40B4-BE49-F238E27FC236}">
                <a16:creationId xmlns:a16="http://schemas.microsoft.com/office/drawing/2014/main" id="{4EDF0452-E780-4DBF-93DA-67A279BE949A}"/>
              </a:ext>
            </a:extLst>
          </p:cNvPr>
          <p:cNvSpPr>
            <a:spLocks xmlns:a="http://schemas.openxmlformats.org/drawingml/2006/main" noGrp="1"/>
          </p:cNvSpPr>
          <p:nvPr/>
        </p:nvSpPr>
        <p:spPr>
          <a:xfrm xmlns:a="http://schemas.openxmlformats.org/drawingml/2006/main">
            <a:off x="609600" y="36004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Menlo"/>
                <a:ea typeface="Menlo"/>
                <a:cs typeface="Menlo"/>
              </a:defRPr>
            </a:pPr>
            <a:r>
              <a:rPr sz="1800" b="1">
                <a:solidFill>
                  <a:srgbClr val="FFFFFF"/>
                </a:solidFill>
                <a:latin typeface="Menlo"/>
                <a:ea typeface="Menlo"/>
                <a:cs typeface="Menlo"/>
              </a:rPr>
              <a:t>SLOW</a:t>
            </a:r>
          </a:p>
        </p:txBody>
      </p:sp>
      <p:sp>
        <p:nvSpPr>
          <p:cNvPr id="18" name="">
            <a:extLst xmlns:a="http://schemas.openxmlformats.org/drawingml/2006/main">
              <a:ext uri="{FF2B5EF4-FFF2-40B4-BE49-F238E27FC236}">
                <a16:creationId xmlns:a16="http://schemas.microsoft.com/office/drawing/2014/main" id="{C67993F9-0877-4992-973B-482F9B76AE49}"/>
              </a:ext>
            </a:extLst>
          </p:cNvPr>
          <p:cNvSpPr>
            <a:spLocks xmlns:a="http://schemas.openxmlformats.org/drawingml/2006/main" noGrp="1"/>
          </p:cNvSpPr>
          <p:nvPr/>
        </p:nvSpPr>
        <p:spPr>
          <a:xfrm xmlns:a="http://schemas.openxmlformats.org/drawingml/2006/main">
            <a:off x="2324100" y="36004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응답 시간 과다</a:t>
            </a:r>
          </a:p>
        </p:txBody>
      </p:sp>
      <p:sp>
        <p:nvSpPr>
          <p:cNvPr id="19" name="">
            <a:extLst xmlns:a="http://schemas.openxmlformats.org/drawingml/2006/main">
              <a:ext uri="{FF2B5EF4-FFF2-40B4-BE49-F238E27FC236}">
                <a16:creationId xmlns:a16="http://schemas.microsoft.com/office/drawing/2014/main" id="{9A69A099-8E74-441D-9D52-EAF080332951}"/>
              </a:ext>
            </a:extLst>
          </p:cNvPr>
          <p:cNvSpPr>
            <a:spLocks xmlns:a="http://schemas.openxmlformats.org/drawingml/2006/main" noGrp="1"/>
          </p:cNvSpPr>
          <p:nvPr/>
        </p:nvSpPr>
        <p:spPr>
          <a:xfrm xmlns:a="http://schemas.openxmlformats.org/drawingml/2006/main">
            <a:off x="5810250" y="36004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a:t>
            </a:r>
          </a:p>
        </p:txBody>
      </p:sp>
      <p:sp>
        <p:nvSpPr>
          <p:cNvPr id="20" name="">
            <a:extLst xmlns:a="http://schemas.openxmlformats.org/drawingml/2006/main">
              <a:ext uri="{FF2B5EF4-FFF2-40B4-BE49-F238E27FC236}">
                <a16:creationId xmlns:a16="http://schemas.microsoft.com/office/drawing/2014/main" id="{CD458649-BA7C-44DE-897B-CD9A540169F3}"/>
              </a:ext>
            </a:extLst>
          </p:cNvPr>
          <p:cNvSpPr>
            <a:spLocks xmlns:a="http://schemas.openxmlformats.org/drawingml/2006/main" noGrp="1"/>
          </p:cNvSpPr>
          <p:nvPr/>
        </p:nvSpPr>
        <p:spPr>
          <a:xfrm xmlns:a="http://schemas.openxmlformats.org/drawingml/2006/main">
            <a:off x="6591300" y="36004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/api/v1/config · ollama ps → 두 번째 호출과 비교</a:t>
            </a:r>
          </a:p>
        </p:txBody>
      </p:sp>
      <p:sp>
        <p:nvSpPr>
          <p:cNvPr id="21" name="">
            <a:extLst xmlns:a="http://schemas.openxmlformats.org/drawingml/2006/main">
              <a:ext uri="{FF2B5EF4-FFF2-40B4-BE49-F238E27FC236}">
                <a16:creationId xmlns:a16="http://schemas.microsoft.com/office/drawing/2014/main" id="{F2E83485-9859-4429-85D4-BE9D830E3385}"/>
              </a:ext>
            </a:extLst>
          </p:cNvPr>
          <p:cNvSpPr>
            <a:spLocks xmlns:a="http://schemas.openxmlformats.org/drawingml/2006/main" noGrp="1"/>
          </p:cNvSpPr>
          <p:nvPr/>
        </p:nvSpPr>
        <p:spPr>
          <a:xfrm xmlns:a="http://schemas.openxmlformats.org/drawingml/2006/main" flipH="0" flipV="0">
            <a:off x="2324100" y="4191000"/>
            <a:ext cx="88773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2" name="">
            <a:extLst xmlns:a="http://schemas.openxmlformats.org/drawingml/2006/main">
              <a:ext uri="{FF2B5EF4-FFF2-40B4-BE49-F238E27FC236}">
                <a16:creationId xmlns:a16="http://schemas.microsoft.com/office/drawing/2014/main" id="{B53FE1D5-5031-4BAD-A134-2ACAC7CBC18C}"/>
              </a:ext>
            </a:extLst>
          </p:cNvPr>
          <p:cNvSpPr>
            <a:spLocks xmlns:a="http://schemas.openxmlformats.org/drawingml/2006/main" noGrp="1"/>
          </p:cNvSpPr>
          <p:nvPr/>
        </p:nvSpPr>
        <p:spPr>
          <a:xfrm xmlns:a="http://schemas.openxmlformats.org/drawingml/2006/main">
            <a:off x="609600" y="4591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Menlo"/>
                <a:ea typeface="Menlo"/>
                <a:cs typeface="Menlo"/>
              </a:defRPr>
            </a:pPr>
            <a:r>
              <a:rPr sz="1800" b="1">
                <a:solidFill>
                  <a:srgbClr val="FFFFFF"/>
                </a:solidFill>
                <a:latin typeface="Menlo"/>
                <a:ea typeface="Menlo"/>
                <a:cs typeface="Menlo"/>
              </a:rPr>
              <a:t>LENGTH</a:t>
            </a:r>
          </a:p>
        </p:txBody>
      </p:sp>
      <p:sp>
        <p:nvSpPr>
          <p:cNvPr id="23" name="">
            <a:extLst xmlns:a="http://schemas.openxmlformats.org/drawingml/2006/main">
              <a:ext uri="{FF2B5EF4-FFF2-40B4-BE49-F238E27FC236}">
                <a16:creationId xmlns:a16="http://schemas.microsoft.com/office/drawing/2014/main" id="{03C8C2DE-15CA-4C61-AACC-DB39416F3EE3}"/>
              </a:ext>
            </a:extLst>
          </p:cNvPr>
          <p:cNvSpPr>
            <a:spLocks xmlns:a="http://schemas.openxmlformats.org/drawingml/2006/main" noGrp="1"/>
          </p:cNvSpPr>
          <p:nvPr/>
        </p:nvSpPr>
        <p:spPr>
          <a:xfrm xmlns:a="http://schemas.openxmlformats.org/drawingml/2006/main">
            <a:off x="2324100" y="45910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출력 상한 도달</a:t>
            </a:r>
          </a:p>
        </p:txBody>
      </p:sp>
      <p:sp>
        <p:nvSpPr>
          <p:cNvPr id="24" name="">
            <a:extLst xmlns:a="http://schemas.openxmlformats.org/drawingml/2006/main">
              <a:ext uri="{FF2B5EF4-FFF2-40B4-BE49-F238E27FC236}">
                <a16:creationId xmlns:a16="http://schemas.microsoft.com/office/drawing/2014/main" id="{45B00303-8110-49F9-ABE6-5C655205C4BD}"/>
              </a:ext>
            </a:extLst>
          </p:cNvPr>
          <p:cNvSpPr>
            <a:spLocks xmlns:a="http://schemas.openxmlformats.org/drawingml/2006/main" noGrp="1"/>
          </p:cNvSpPr>
          <p:nvPr/>
        </p:nvSpPr>
        <p:spPr>
          <a:xfrm xmlns:a="http://schemas.openxmlformats.org/drawingml/2006/main">
            <a:off x="5810250" y="45910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B4896523-D8A6-4B13-8275-C0535969EFEA}"/>
              </a:ext>
            </a:extLst>
          </p:cNvPr>
          <p:cNvSpPr>
            <a:spLocks xmlns:a="http://schemas.openxmlformats.org/drawingml/2006/main" noGrp="1"/>
          </p:cNvSpPr>
          <p:nvPr/>
        </p:nvSpPr>
        <p:spPr>
          <a:xfrm xmlns:a="http://schemas.openxmlformats.org/drawingml/2006/main">
            <a:off x="6591300" y="45910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finish_reason=length → 192 또는 256으로 상향</a:t>
            </a:r>
          </a:p>
        </p:txBody>
      </p:sp>
      <p:sp>
        <p:nvSpPr>
          <p:cNvPr id="26" name="">
            <a:extLst xmlns:a="http://schemas.openxmlformats.org/drawingml/2006/main">
              <a:ext uri="{FF2B5EF4-FFF2-40B4-BE49-F238E27FC236}">
                <a16:creationId xmlns:a16="http://schemas.microsoft.com/office/drawing/2014/main" id="{A77A3204-DCCE-4BF3-9164-C41CD6FD276F}"/>
              </a:ext>
            </a:extLst>
          </p:cNvPr>
          <p:cNvSpPr>
            <a:spLocks xmlns:a="http://schemas.openxmlformats.org/drawingml/2006/main" noGrp="1"/>
          </p:cNvSpPr>
          <p:nvPr/>
        </p:nvSpPr>
        <p:spPr>
          <a:xfrm xmlns:a="http://schemas.openxmlformats.org/drawingml/2006/main" flipH="0" flipV="0">
            <a:off x="2324100" y="5181600"/>
            <a:ext cx="88773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27" name="">
            <a:extLst xmlns:a="http://schemas.openxmlformats.org/drawingml/2006/main">
              <a:ext uri="{FF2B5EF4-FFF2-40B4-BE49-F238E27FC236}">
                <a16:creationId xmlns:a16="http://schemas.microsoft.com/office/drawing/2014/main" id="{BE82000B-0105-4CE8-AE7B-C87CC20F597B}"/>
              </a:ext>
            </a:extLst>
          </p:cNvPr>
          <p:cNvSpPr>
            <a:spLocks xmlns:a="http://schemas.openxmlformats.org/drawingml/2006/main" noGrp="1"/>
          </p:cNvSpPr>
          <p:nvPr/>
        </p:nvSpPr>
        <p:spPr>
          <a:xfrm xmlns:a="http://schemas.openxmlformats.org/drawingml/2006/main">
            <a:off x="609600" y="55816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Menlo"/>
                <a:ea typeface="Menlo"/>
                <a:cs typeface="Menlo"/>
              </a:defRPr>
            </a:pPr>
            <a:r>
              <a:rPr sz="1800" b="1">
                <a:solidFill>
                  <a:srgbClr val="FFFFFF"/>
                </a:solidFill>
                <a:latin typeface="Menlo"/>
                <a:ea typeface="Menlo"/>
                <a:cs typeface="Menlo"/>
              </a:rPr>
              <a:t>422</a:t>
            </a:r>
          </a:p>
        </p:txBody>
      </p:sp>
      <p:sp>
        <p:nvSpPr>
          <p:cNvPr id="28" name="">
            <a:extLst xmlns:a="http://schemas.openxmlformats.org/drawingml/2006/main">
              <a:ext uri="{FF2B5EF4-FFF2-40B4-BE49-F238E27FC236}">
                <a16:creationId xmlns:a16="http://schemas.microsoft.com/office/drawing/2014/main" id="{D1BF7E44-A527-40B2-BE63-1D2176493148}"/>
              </a:ext>
            </a:extLst>
          </p:cNvPr>
          <p:cNvSpPr>
            <a:spLocks xmlns:a="http://schemas.openxmlformats.org/drawingml/2006/main" noGrp="1"/>
          </p:cNvSpPr>
          <p:nvPr/>
        </p:nvSpPr>
        <p:spPr>
          <a:xfrm xmlns:a="http://schemas.openxmlformats.org/drawingml/2006/main">
            <a:off x="2324100" y="55816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AppleGothic"/>
                <a:ea typeface="AppleGothic"/>
                <a:cs typeface="AppleGothic"/>
              </a:defRPr>
            </a:pPr>
            <a:r>
              <a:rPr sz="1500" b="1">
                <a:solidFill>
                  <a:srgbClr val="FFFFFF"/>
                </a:solidFill>
                <a:latin typeface="AppleGothic"/>
                <a:ea typeface="AppleGothic"/>
                <a:cs typeface="AppleGothic"/>
              </a:rPr>
              <a:t>요청 데이터 구조 오류</a:t>
            </a:r>
          </a:p>
        </p:txBody>
      </p:sp>
      <p:sp>
        <p:nvSpPr>
          <p:cNvPr id="29" name="">
            <a:extLst xmlns:a="http://schemas.openxmlformats.org/drawingml/2006/main">
              <a:ext uri="{FF2B5EF4-FFF2-40B4-BE49-F238E27FC236}">
                <a16:creationId xmlns:a16="http://schemas.microsoft.com/office/drawing/2014/main" id="{2B441F26-8494-4514-97A0-B584D1BEF91F}"/>
              </a:ext>
            </a:extLst>
          </p:cNvPr>
          <p:cNvSpPr>
            <a:spLocks xmlns:a="http://schemas.openxmlformats.org/drawingml/2006/main" noGrp="1"/>
          </p:cNvSpPr>
          <p:nvPr/>
        </p:nvSpPr>
        <p:spPr>
          <a:xfrm xmlns:a="http://schemas.openxmlformats.org/drawingml/2006/main">
            <a:off x="5810250" y="55816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0000"/>
              </a:lnSpc>
              <a:buNone/>
              <a:defRPr sz="1650" b="1">
                <a:solidFill>
                  <a:srgbClr val="98A2B3"/>
                </a:solidFill>
                <a:latin typeface="Menlo"/>
                <a:ea typeface="Menlo"/>
                <a:cs typeface="Menlo"/>
              </a:defRPr>
            </a:pPr>
            <a:r>
              <a:rPr sz="1650" b="1">
                <a:solidFill>
                  <a:srgbClr val="98A2B3"/>
                </a:solidFill>
                <a:latin typeface="Menlo"/>
                <a:ea typeface="Menlo"/>
                <a:cs typeface="Menlo"/>
              </a:rPr>
              <a:t>→</a:t>
            </a:r>
          </a:p>
        </p:txBody>
      </p:sp>
      <p:sp>
        <p:nvSpPr>
          <p:cNvPr id="30" name="">
            <a:extLst xmlns:a="http://schemas.openxmlformats.org/drawingml/2006/main">
              <a:ext uri="{FF2B5EF4-FFF2-40B4-BE49-F238E27FC236}">
                <a16:creationId xmlns:a16="http://schemas.microsoft.com/office/drawing/2014/main" id="{A17CD671-D8D8-4A59-A1D1-5E96FF7F4422}"/>
              </a:ext>
            </a:extLst>
          </p:cNvPr>
          <p:cNvSpPr>
            <a:spLocks xmlns:a="http://schemas.openxmlformats.org/drawingml/2006/main" noGrp="1"/>
          </p:cNvSpPr>
          <p:nvPr/>
        </p:nvSpPr>
        <p:spPr>
          <a:xfrm xmlns:a="http://schemas.openxmlformats.org/drawingml/2006/main">
            <a:off x="6591300" y="55816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0">
                <a:solidFill>
                  <a:srgbClr val="98A2B3"/>
                </a:solidFill>
                <a:latin typeface="AppleGothic"/>
                <a:ea typeface="AppleGothic"/>
                <a:cs typeface="AppleGothic"/>
              </a:defRPr>
            </a:pPr>
            <a:r>
              <a:rPr sz="1350" b="0">
                <a:solidFill>
                  <a:srgbClr val="98A2B3"/>
                </a:solidFill>
                <a:latin typeface="AppleGothic"/>
                <a:ea typeface="AppleGothic"/>
                <a:cs typeface="AppleGothic"/>
              </a:rPr>
              <a:t>/docs → task · provider · temperature 범위 확인</a:t>
            </a:r>
          </a:p>
        </p:txBody>
      </p:sp>
      <p:sp>
        <p:nvSpPr>
          <p:cNvPr id="31" name="">
            <a:extLst xmlns:a="http://schemas.openxmlformats.org/drawingml/2006/main">
              <a:ext uri="{FF2B5EF4-FFF2-40B4-BE49-F238E27FC236}">
                <a16:creationId xmlns:a16="http://schemas.microsoft.com/office/drawing/2014/main" id="{A7DE09A0-4FFC-4754-86D7-D05C6FE8606E}"/>
              </a:ext>
            </a:extLst>
          </p:cNvPr>
          <p:cNvSpPr>
            <a:spLocks xmlns:a="http://schemas.openxmlformats.org/drawingml/2006/main" noGrp="1"/>
          </p:cNvSpPr>
          <p:nvPr/>
        </p:nvSpPr>
        <p:spPr>
          <a:xfrm xmlns:a="http://schemas.openxmlformats.org/drawingml/2006/main" flipH="0" flipV="0">
            <a:off x="2324100" y="6172200"/>
            <a:ext cx="887730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Tree>
    <p:extLst>
      <p:ext uri="{BB962C8B-B14F-4D97-AF65-F5344CB8AC3E}">
        <p14:creationId xmlns:p14="http://schemas.microsoft.com/office/powerpoint/2010/main" val="367781922"/>
      </p:ext>
    </p:extLst>
  </p:cSld>
</p:sld>
</file>

<file path=ppt/slides/slide8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90D1B6-113E-437E-A957-880214F08A2B}"/>
              </a:ext>
            </a:extLst>
          </p:cNvPr>
          <p:cNvSpPr>
            <a:spLocks xmlns:a="http://schemas.openxmlformats.org/drawingml/2006/main" noGrp="1"/>
          </p:cNvSpPr>
          <p:nvPr/>
        </p:nvSpPr>
        <p:spPr>
          <a:xfrm xmlns:a="http://schemas.openxmlformats.org/drawingml/2006/main">
            <a:off x="609600" y="5143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050" b="1">
                <a:solidFill>
                  <a:srgbClr val="2563EB"/>
                </a:solidFill>
                <a:latin typeface="Menlo"/>
                <a:ea typeface="Menlo"/>
                <a:cs typeface="Menlo"/>
              </a:defRPr>
            </a:pPr>
            <a:r>
              <a:rPr sz="1050" b="1">
                <a:solidFill>
                  <a:srgbClr val="2563EB"/>
                </a:solidFill>
                <a:latin typeface="Menlo"/>
                <a:ea typeface="Menlo"/>
                <a:cs typeface="Menlo"/>
              </a:rPr>
              <a:t>FIRST OPERATING RECORD</a:t>
            </a:r>
          </a:p>
        </p:txBody>
      </p:sp>
      <p:sp>
        <p:nvSpPr>
          <p:cNvPr id="2" name="">
            <a:extLst xmlns:a="http://schemas.openxmlformats.org/drawingml/2006/main">
              <a:ext uri="{FF2B5EF4-FFF2-40B4-BE49-F238E27FC236}">
                <a16:creationId xmlns:a16="http://schemas.microsoft.com/office/drawing/2014/main" id="{0D0D3E5F-1B14-4D1F-B3FD-CFAEC4B6B190}"/>
              </a:ext>
            </a:extLst>
          </p:cNvPr>
          <p:cNvSpPr>
            <a:spLocks xmlns:a="http://schemas.openxmlformats.org/drawingml/2006/main" noGrp="1"/>
          </p:cNvSpPr>
          <p:nvPr/>
        </p:nvSpPr>
        <p:spPr>
          <a:xfrm xmlns:a="http://schemas.openxmlformats.org/drawingml/2006/main">
            <a:off x="609600" y="12192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600" b="1">
                <a:solidFill>
                  <a:srgbClr val="FFFFFF"/>
                </a:solidFill>
                <a:latin typeface="AppleGothic"/>
                <a:ea typeface="AppleGothic"/>
                <a:cs typeface="AppleGothic"/>
              </a:defRPr>
            </a:pPr>
            <a:r>
              <a:rPr sz="3600" b="1">
                <a:solidFill>
                  <a:srgbClr val="FFFFFF"/>
                </a:solidFill>
                <a:latin typeface="AppleGothic"/>
                <a:ea typeface="AppleGothic"/>
                <a:cs typeface="AppleGothic"/>
              </a:rPr>
              <a:t>첫 실습 운영 기록</a:t>
            </a:r>
          </a:p>
        </p:txBody>
      </p:sp>
      <p:sp>
        <p:nvSpPr>
          <p:cNvPr id="3" name="">
            <a:extLst xmlns:a="http://schemas.openxmlformats.org/drawingml/2006/main">
              <a:ext uri="{FF2B5EF4-FFF2-40B4-BE49-F238E27FC236}">
                <a16:creationId xmlns:a16="http://schemas.microsoft.com/office/drawing/2014/main" id="{E5240FB9-ECA0-45EA-9944-ABE467D18E92}"/>
              </a:ext>
            </a:extLst>
          </p:cNvPr>
          <p:cNvSpPr>
            <a:spLocks xmlns:a="http://schemas.openxmlformats.org/drawingml/2006/main" noGrp="1"/>
          </p:cNvSpPr>
          <p:nvPr/>
        </p:nvSpPr>
        <p:spPr>
          <a:xfrm xmlns:a="http://schemas.openxmlformats.org/drawingml/2006/main">
            <a:off x="609600" y="2438400"/>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01</a:t>
            </a:r>
          </a:p>
        </p:txBody>
      </p:sp>
      <p:sp>
        <p:nvSpPr>
          <p:cNvPr id="4" name="">
            <a:extLst xmlns:a="http://schemas.openxmlformats.org/drawingml/2006/main">
              <a:ext uri="{FF2B5EF4-FFF2-40B4-BE49-F238E27FC236}">
                <a16:creationId xmlns:a16="http://schemas.microsoft.com/office/drawing/2014/main" id="{D313342F-BC2C-4EF9-9AF2-B16101721ED4}"/>
              </a:ext>
            </a:extLst>
          </p:cNvPr>
          <p:cNvSpPr>
            <a:spLocks xmlns:a="http://schemas.openxmlformats.org/drawingml/2006/main" noGrp="1"/>
          </p:cNvSpPr>
          <p:nvPr/>
        </p:nvSpPr>
        <p:spPr>
          <a:xfrm xmlns:a="http://schemas.openxmlformats.org/drawingml/2006/main">
            <a:off x="1390650" y="24384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환경</a:t>
            </a:r>
          </a:p>
        </p:txBody>
      </p:sp>
      <p:sp>
        <p:nvSpPr>
          <p:cNvPr id="5" name="">
            <a:extLst xmlns:a="http://schemas.openxmlformats.org/drawingml/2006/main">
              <a:ext uri="{FF2B5EF4-FFF2-40B4-BE49-F238E27FC236}">
                <a16:creationId xmlns:a16="http://schemas.microsoft.com/office/drawing/2014/main" id="{A6285C54-FD6D-4BD6-BD7E-E2633B902F2F}"/>
              </a:ext>
            </a:extLst>
          </p:cNvPr>
          <p:cNvSpPr>
            <a:spLocks xmlns:a="http://schemas.openxmlformats.org/drawingml/2006/main" noGrp="1"/>
          </p:cNvSpPr>
          <p:nvPr/>
        </p:nvSpPr>
        <p:spPr>
          <a:xfrm xmlns:a="http://schemas.openxmlformats.org/drawingml/2006/main">
            <a:off x="3714750" y="2438400"/>
            <a:ext cx="7486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0">
                <a:solidFill>
                  <a:srgbClr val="FFFFFF"/>
                </a:solidFill>
                <a:latin typeface="AppleGothic"/>
                <a:ea typeface="AppleGothic"/>
                <a:cs typeface="AppleGothic"/>
              </a:defRPr>
            </a:pPr>
            <a:r>
              <a:rPr sz="1500" b="0">
                <a:solidFill>
                  <a:srgbClr val="FFFFFF"/>
                </a:solidFill>
                <a:latin typeface="AppleGothic"/>
                <a:ea typeface="AppleGothic"/>
                <a:cs typeface="AppleGothic"/>
              </a:rPr>
              <a:t>Python · Ollama 버전 · 모델 태그 · Thinking 요청값</a:t>
            </a:r>
          </a:p>
        </p:txBody>
      </p:sp>
      <p:sp>
        <p:nvSpPr>
          <p:cNvPr id="6" name="">
            <a:extLst xmlns:a="http://schemas.openxmlformats.org/drawingml/2006/main">
              <a:ext uri="{FF2B5EF4-FFF2-40B4-BE49-F238E27FC236}">
                <a16:creationId xmlns:a16="http://schemas.microsoft.com/office/drawing/2014/main" id="{D39CD814-848D-4DB9-BC1C-516DF9161CE3}"/>
              </a:ext>
            </a:extLst>
          </p:cNvPr>
          <p:cNvSpPr>
            <a:spLocks xmlns:a="http://schemas.openxmlformats.org/drawingml/2006/main" noGrp="1"/>
          </p:cNvSpPr>
          <p:nvPr/>
        </p:nvSpPr>
        <p:spPr>
          <a:xfrm xmlns:a="http://schemas.openxmlformats.org/drawingml/2006/main" flipH="0" flipV="0">
            <a:off x="1390650" y="2990850"/>
            <a:ext cx="981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7" name="">
            <a:extLst xmlns:a="http://schemas.openxmlformats.org/drawingml/2006/main">
              <a:ext uri="{FF2B5EF4-FFF2-40B4-BE49-F238E27FC236}">
                <a16:creationId xmlns:a16="http://schemas.microsoft.com/office/drawing/2014/main" id="{591785C9-7F2E-45D3-B812-AF3649C3CE55}"/>
              </a:ext>
            </a:extLst>
          </p:cNvPr>
          <p:cNvSpPr>
            <a:spLocks xmlns:a="http://schemas.openxmlformats.org/drawingml/2006/main" noGrp="1"/>
          </p:cNvSpPr>
          <p:nvPr/>
        </p:nvSpPr>
        <p:spPr>
          <a:xfrm xmlns:a="http://schemas.openxmlformats.org/drawingml/2006/main">
            <a:off x="609600" y="3429000"/>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02</a:t>
            </a:r>
          </a:p>
        </p:txBody>
      </p:sp>
      <p:sp>
        <p:nvSpPr>
          <p:cNvPr id="8" name="">
            <a:extLst xmlns:a="http://schemas.openxmlformats.org/drawingml/2006/main">
              <a:ext uri="{FF2B5EF4-FFF2-40B4-BE49-F238E27FC236}">
                <a16:creationId xmlns:a16="http://schemas.microsoft.com/office/drawing/2014/main" id="{CFA125DF-DFDF-47EF-A7FC-03B290477B69}"/>
              </a:ext>
            </a:extLst>
          </p:cNvPr>
          <p:cNvSpPr>
            <a:spLocks xmlns:a="http://schemas.openxmlformats.org/drawingml/2006/main" noGrp="1"/>
          </p:cNvSpPr>
          <p:nvPr/>
        </p:nvSpPr>
        <p:spPr>
          <a:xfrm xmlns:a="http://schemas.openxmlformats.org/drawingml/2006/main">
            <a:off x="1390650" y="34290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실행 증거</a:t>
            </a:r>
          </a:p>
        </p:txBody>
      </p:sp>
      <p:sp>
        <p:nvSpPr>
          <p:cNvPr id="9" name="">
            <a:extLst xmlns:a="http://schemas.openxmlformats.org/drawingml/2006/main">
              <a:ext uri="{FF2B5EF4-FFF2-40B4-BE49-F238E27FC236}">
                <a16:creationId xmlns:a16="http://schemas.microsoft.com/office/drawing/2014/main" id="{D362ED33-D22D-4D40-B081-2D055A18F707}"/>
              </a:ext>
            </a:extLst>
          </p:cNvPr>
          <p:cNvSpPr>
            <a:spLocks xmlns:a="http://schemas.openxmlformats.org/drawingml/2006/main" noGrp="1"/>
          </p:cNvSpPr>
          <p:nvPr/>
        </p:nvSpPr>
        <p:spPr>
          <a:xfrm xmlns:a="http://schemas.openxmlformats.org/drawingml/2006/main">
            <a:off x="3714750" y="3429000"/>
            <a:ext cx="7486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0">
                <a:solidFill>
                  <a:srgbClr val="FFFFFF"/>
                </a:solidFill>
                <a:latin typeface="AppleGothic"/>
                <a:ea typeface="AppleGothic"/>
                <a:cs typeface="AppleGothic"/>
              </a:defRPr>
            </a:pPr>
            <a:r>
              <a:rPr sz="1500" b="0">
                <a:solidFill>
                  <a:srgbClr val="FFFFFF"/>
                </a:solidFill>
                <a:latin typeface="AppleGothic"/>
                <a:ea typeface="AppleGothic"/>
                <a:cs typeface="AppleGothic"/>
              </a:rPr>
              <a:t>Demo 추적 2건 · Ollama 선택 추적 1건 · 비교 판단</a:t>
            </a:r>
          </a:p>
        </p:txBody>
      </p:sp>
      <p:sp>
        <p:nvSpPr>
          <p:cNvPr id="10" name="">
            <a:extLst xmlns:a="http://schemas.openxmlformats.org/drawingml/2006/main">
              <a:ext uri="{FF2B5EF4-FFF2-40B4-BE49-F238E27FC236}">
                <a16:creationId xmlns:a16="http://schemas.microsoft.com/office/drawing/2014/main" id="{04560017-8636-4180-8F20-5AAAF7073033}"/>
              </a:ext>
            </a:extLst>
          </p:cNvPr>
          <p:cNvSpPr>
            <a:spLocks xmlns:a="http://schemas.openxmlformats.org/drawingml/2006/main" noGrp="1"/>
          </p:cNvSpPr>
          <p:nvPr/>
        </p:nvSpPr>
        <p:spPr>
          <a:xfrm xmlns:a="http://schemas.openxmlformats.org/drawingml/2006/main" flipH="0" flipV="0">
            <a:off x="1390650" y="3981450"/>
            <a:ext cx="981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1" name="">
            <a:extLst xmlns:a="http://schemas.openxmlformats.org/drawingml/2006/main">
              <a:ext uri="{FF2B5EF4-FFF2-40B4-BE49-F238E27FC236}">
                <a16:creationId xmlns:a16="http://schemas.microsoft.com/office/drawing/2014/main" id="{07D415E6-47A4-426F-BE94-99B4C466CAEB}"/>
              </a:ext>
            </a:extLst>
          </p:cNvPr>
          <p:cNvSpPr>
            <a:spLocks xmlns:a="http://schemas.openxmlformats.org/drawingml/2006/main" noGrp="1"/>
          </p:cNvSpPr>
          <p:nvPr/>
        </p:nvSpPr>
        <p:spPr>
          <a:xfrm xmlns:a="http://schemas.openxmlformats.org/drawingml/2006/main">
            <a:off x="609600" y="4419600"/>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1">
                <a:solidFill>
                  <a:srgbClr val="98A2B3"/>
                </a:solidFill>
                <a:latin typeface="Menlo"/>
                <a:ea typeface="Menlo"/>
                <a:cs typeface="Menlo"/>
              </a:defRPr>
            </a:pPr>
            <a:r>
              <a:rPr sz="1500" b="1">
                <a:solidFill>
                  <a:srgbClr val="98A2B3"/>
                </a:solidFill>
                <a:latin typeface="Menlo"/>
                <a:ea typeface="Menlo"/>
                <a:cs typeface="Menlo"/>
              </a:rPr>
              <a:t>03</a:t>
            </a:r>
          </a:p>
        </p:txBody>
      </p:sp>
      <p:sp>
        <p:nvSpPr>
          <p:cNvPr id="12" name="">
            <a:extLst xmlns:a="http://schemas.openxmlformats.org/drawingml/2006/main">
              <a:ext uri="{FF2B5EF4-FFF2-40B4-BE49-F238E27FC236}">
                <a16:creationId xmlns:a16="http://schemas.microsoft.com/office/drawing/2014/main" id="{D8B4C217-FD71-4DCB-9BED-2A4FB138594F}"/>
              </a:ext>
            </a:extLst>
          </p:cNvPr>
          <p:cNvSpPr>
            <a:spLocks xmlns:a="http://schemas.openxmlformats.org/drawingml/2006/main" noGrp="1"/>
          </p:cNvSpPr>
          <p:nvPr/>
        </p:nvSpPr>
        <p:spPr>
          <a:xfrm xmlns:a="http://schemas.openxmlformats.org/drawingml/2006/main">
            <a:off x="1390650" y="44196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650" b="1">
                <a:solidFill>
                  <a:srgbClr val="FFFFFF"/>
                </a:solidFill>
                <a:latin typeface="Menlo"/>
                <a:ea typeface="Menlo"/>
                <a:cs typeface="Menlo"/>
              </a:defRPr>
            </a:pPr>
            <a:r>
              <a:rPr sz="1650" b="1">
                <a:solidFill>
                  <a:srgbClr val="FFFFFF"/>
                </a:solidFill>
                <a:latin typeface="Menlo"/>
                <a:ea typeface="Menlo"/>
                <a:cs typeface="Menlo"/>
              </a:rPr>
              <a:t>다음 변경</a:t>
            </a:r>
          </a:p>
        </p:txBody>
      </p:sp>
      <p:sp>
        <p:nvSpPr>
          <p:cNvPr id="13" name="">
            <a:extLst xmlns:a="http://schemas.openxmlformats.org/drawingml/2006/main">
              <a:ext uri="{FF2B5EF4-FFF2-40B4-BE49-F238E27FC236}">
                <a16:creationId xmlns:a16="http://schemas.microsoft.com/office/drawing/2014/main" id="{D2A42FA4-91A1-4AB2-9381-008A48792B24}"/>
              </a:ext>
            </a:extLst>
          </p:cNvPr>
          <p:cNvSpPr>
            <a:spLocks xmlns:a="http://schemas.openxmlformats.org/drawingml/2006/main" noGrp="1"/>
          </p:cNvSpPr>
          <p:nvPr/>
        </p:nvSpPr>
        <p:spPr>
          <a:xfrm xmlns:a="http://schemas.openxmlformats.org/drawingml/2006/main">
            <a:off x="3714750" y="4419600"/>
            <a:ext cx="7486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500" b="0">
                <a:solidFill>
                  <a:srgbClr val="FFFFFF"/>
                </a:solidFill>
                <a:latin typeface="AppleGothic"/>
                <a:ea typeface="AppleGothic"/>
                <a:cs typeface="AppleGothic"/>
              </a:defRPr>
            </a:pPr>
            <a:r>
              <a:rPr sz="1500" b="0">
                <a:solidFill>
                  <a:srgbClr val="FFFFFF"/>
                </a:solidFill>
                <a:latin typeface="AppleGothic"/>
                <a:ea typeface="AppleGothic"/>
                <a:cs typeface="AppleGothic"/>
              </a:rPr>
              <a:t>바꿀 변수 1개 · 기대 결과 · 확인 방법 · 교수 질문</a:t>
            </a:r>
          </a:p>
        </p:txBody>
      </p:sp>
      <p:sp>
        <p:nvSpPr>
          <p:cNvPr id="14" name="">
            <a:extLst xmlns:a="http://schemas.openxmlformats.org/drawingml/2006/main">
              <a:ext uri="{FF2B5EF4-FFF2-40B4-BE49-F238E27FC236}">
                <a16:creationId xmlns:a16="http://schemas.microsoft.com/office/drawing/2014/main" id="{C63903DB-A017-4D57-9373-1F61DAE08DFD}"/>
              </a:ext>
            </a:extLst>
          </p:cNvPr>
          <p:cNvSpPr>
            <a:spLocks xmlns:a="http://schemas.openxmlformats.org/drawingml/2006/main" noGrp="1"/>
          </p:cNvSpPr>
          <p:nvPr/>
        </p:nvSpPr>
        <p:spPr>
          <a:xfrm xmlns:a="http://schemas.openxmlformats.org/drawingml/2006/main" flipH="0" flipV="0">
            <a:off x="1390650" y="4972050"/>
            <a:ext cx="9810750" cy="0"/>
          </a:xfrm>
          <a:prstGeom xmlns:a="http://schemas.openxmlformats.org/drawingml/2006/main" prst="line">
            <a:avLst/>
          </a:prstGeom>
          <a:noFill xmlns:a="http://schemas.openxmlformats.org/drawingml/2006/main"/>
          <a:ln xmlns:a="http://schemas.openxmlformats.org/drawingml/2006/main" w="9525">
            <a:solidFill>
              <a:srgbClr val="25324A"/>
            </a:solidFill>
            <a:prstDash val="solid"/>
          </a:ln>
        </p:spPr>
      </p:sp>
      <p:sp>
        <p:nvSpPr>
          <p:cNvPr id="15" name="">
            <a:extLst xmlns:a="http://schemas.openxmlformats.org/drawingml/2006/main">
              <a:ext uri="{FF2B5EF4-FFF2-40B4-BE49-F238E27FC236}">
                <a16:creationId xmlns:a16="http://schemas.microsoft.com/office/drawing/2014/main" id="{CFE76D2D-AF2C-4E53-866E-17EED3086A62}"/>
              </a:ext>
            </a:extLst>
          </p:cNvPr>
          <p:cNvSpPr>
            <a:spLocks xmlns:a="http://schemas.openxmlformats.org/drawingml/2006/main" noGrp="1"/>
          </p:cNvSpPr>
          <p:nvPr/>
        </p:nvSpPr>
        <p:spPr>
          <a:xfrm xmlns:a="http://schemas.openxmlformats.org/drawingml/2006/main" flipH="0" flipV="0">
            <a:off x="609600" y="5619750"/>
            <a:ext cx="10972800" cy="0"/>
          </a:xfrm>
          <a:prstGeom xmlns:a="http://schemas.openxmlformats.org/drawingml/2006/main" prst="line">
            <a:avLst/>
          </a:prstGeom>
          <a:noFill xmlns:a="http://schemas.openxmlformats.org/drawingml/2006/main"/>
          <a:ln xmlns:a="http://schemas.openxmlformats.org/drawingml/2006/main" w="19050">
            <a:solidFill>
              <a:srgbClr val="25324A"/>
            </a:solidFill>
            <a:prstDash val="solid"/>
          </a:ln>
        </p:spPr>
      </p:sp>
      <p:sp>
        <p:nvSpPr>
          <p:cNvPr id="16" name="">
            <a:extLst xmlns:a="http://schemas.openxmlformats.org/drawingml/2006/main">
              <a:ext uri="{FF2B5EF4-FFF2-40B4-BE49-F238E27FC236}">
                <a16:creationId xmlns:a16="http://schemas.microsoft.com/office/drawing/2014/main" id="{945D372A-C76D-4C2E-963B-1C8D4F756110}"/>
              </a:ext>
            </a:extLst>
          </p:cNvPr>
          <p:cNvSpPr>
            <a:spLocks xmlns:a="http://schemas.openxmlformats.org/drawingml/2006/main" noGrp="1"/>
          </p:cNvSpPr>
          <p:nvPr/>
        </p:nvSpPr>
        <p:spPr>
          <a:xfrm xmlns:a="http://schemas.openxmlformats.org/drawingml/2006/main">
            <a:off x="609600" y="57912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1350" b="1">
                <a:solidFill>
                  <a:srgbClr val="FFFFFF"/>
                </a:solidFill>
                <a:latin typeface="AppleGothic"/>
                <a:ea typeface="AppleGothic"/>
                <a:cs typeface="AppleGothic"/>
              </a:defRPr>
            </a:pPr>
            <a:r>
              <a:rPr sz="1350" b="1">
                <a:solidFill>
                  <a:srgbClr val="FFFFFF"/>
                </a:solidFill>
                <a:latin typeface="AppleGothic"/>
                <a:ea typeface="AppleGothic"/>
                <a:cs typeface="AppleGothic"/>
              </a:rPr>
              <a:t>서버 종료 · Tasks: Terminate Task    |    W08 · 기획서 제출 평가    |    W16 · 실시간 온라인 발표</a:t>
            </a:r>
          </a:p>
        </p:txBody>
      </p:sp>
    </p:spTree>
    <p:extLst>
      <p:ext uri="{BB962C8B-B14F-4D97-AF65-F5344CB8AC3E}">
        <p14:creationId xmlns:p14="http://schemas.microsoft.com/office/powerpoint/2010/main" val="1973329433"/>
      </p:ext>
    </p:extLst>
  </p:cSld>
</p:sld>
</file>

<file path=ppt/theme/theme1.xml><?xml version="1.0" encoding="utf-8"?>
<a:theme xmlns:a="http://schemas.openxmlformats.org/drawingml/2006/main" name="ChatGPT">
  <a:themeElements>
    <a:clrScheme name="BLACK WHITE NAVY BLUE">
      <a:dk1>
        <a:srgbClr val="050505"/>
      </a:dk1>
      <a:lt1>
        <a:srgbClr val="FFFFFF"/>
      </a:lt1>
      <a:dk2>
        <a:srgbClr val="0B1F3A"/>
      </a:dk2>
      <a:lt2>
        <a:srgbClr val="F7F8FA"/>
      </a:lt2>
      <a:accent1>
        <a:srgbClr val="2563EB"/>
      </a:accent1>
      <a:accent2>
        <a:srgbClr val="0B1F3A"/>
      </a:accent2>
      <a:accent3>
        <a:srgbClr val="667085"/>
      </a:accent3>
      <a:accent4>
        <a:srgbClr val="E0F0FE"/>
      </a:accent4>
      <a:accent5>
        <a:srgbClr val="191919"/>
      </a:accent5>
      <a:accent6>
        <a:srgbClr val="98A2B3"/>
      </a:accent6>
      <a:hlink>
        <a:srgbClr val="2563EB"/>
      </a:hlink>
      <a:folHlink>
        <a:srgbClr val="0B1F3A"/>
      </a:folHlink>
    </a:clrScheme>
    <a:fontScheme name="Office">
      <a:majorFont>
        <a:latin typeface="Calibri Light"/>
        <a:ea typeface="Calibri Light"/>
        <a:cs typeface="Calibri Light"/>
      </a:majorFont>
      <a:minorFont>
        <a:latin typeface="Calibri"/>
        <a:ea typeface="Calibri"/>
        <a:cs typeface="Calibri"/>
      </a:minorFont>
    </a:fontScheme>
    <a:fmtScheme name="BLACK WHITE NAV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2026-09-04T08:48:48.0790000Z</dcterms:created>
  <dcterms:modified xsi:type="dcterms:W3CDTF">2026-09-04T08:48:48.0790000Z</dcterms:modified>
</coreProperties>
</file>