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69557a252df45a7" /><Relationship Type="http://schemas.openxmlformats.org/officeDocument/2006/relationships/extended-properties" Target="/docProps/app.xml" Id="R1c6316d16c664145" /><Relationship Type="http://schemas.openxmlformats.org/officeDocument/2006/relationships/officeDocument" Target="/ppt/presentation.xml" Id="R3fa9ac1514194c74" /></Relationships>
</file>

<file path=ppt/presentation.xml><?xml version="1.0" encoding="utf-8"?>
<p:presentation xmlns:p="http://schemas.openxmlformats.org/presentationml/2006/main">
  <p:sldMasterIdLst>
    <p:sldMasterId xmlns:r="http://schemas.openxmlformats.org/officeDocument/2006/relationships" id="2147483648" r:id="R84604ffd02054da7"/>
  </p:sldMasterIdLst>
  <p:notesMasterIdLst>
    <p:notesMasterId xmlns:r="http://schemas.openxmlformats.org/officeDocument/2006/relationships" r:id="Rc77e2cebbd654108"/>
  </p:notesMasterIdLst>
  <p:sldIdLst>
    <p:sldId xmlns:r="http://schemas.openxmlformats.org/officeDocument/2006/relationships" id="256" r:id="Rbce20c56a4aa4029"/>
    <p:sldId xmlns:r="http://schemas.openxmlformats.org/officeDocument/2006/relationships" id="257" r:id="R008931e5627c46fb"/>
    <p:sldId xmlns:r="http://schemas.openxmlformats.org/officeDocument/2006/relationships" id="258" r:id="Rfab8236211ec4bbb"/>
    <p:sldId xmlns:r="http://schemas.openxmlformats.org/officeDocument/2006/relationships" id="259" r:id="Rbc4bc52b95484702"/>
    <p:sldId xmlns:r="http://schemas.openxmlformats.org/officeDocument/2006/relationships" id="260" r:id="R3fc3e044193b4dc0"/>
    <p:sldId xmlns:r="http://schemas.openxmlformats.org/officeDocument/2006/relationships" id="261" r:id="R0a78998e1f184dcf"/>
    <p:sldId xmlns:r="http://schemas.openxmlformats.org/officeDocument/2006/relationships" id="262" r:id="R74aaa2109a5547d6"/>
    <p:sldId xmlns:r="http://schemas.openxmlformats.org/officeDocument/2006/relationships" id="263" r:id="Rea562d472e83425a"/>
    <p:sldId xmlns:r="http://schemas.openxmlformats.org/officeDocument/2006/relationships" id="264" r:id="R0dd92ed828ed4df0"/>
    <p:sldId xmlns:r="http://schemas.openxmlformats.org/officeDocument/2006/relationships" id="265" r:id="R3bb4a74e4b744213"/>
    <p:sldId xmlns:r="http://schemas.openxmlformats.org/officeDocument/2006/relationships" id="266" r:id="R34dc775c21e045af"/>
    <p:sldId xmlns:r="http://schemas.openxmlformats.org/officeDocument/2006/relationships" id="267" r:id="Rd656fad8a5524cec"/>
    <p:sldId xmlns:r="http://schemas.openxmlformats.org/officeDocument/2006/relationships" id="268" r:id="Rfb9f0924336d4786"/>
    <p:sldId xmlns:r="http://schemas.openxmlformats.org/officeDocument/2006/relationships" id="269" r:id="R174cd3ed6eb6436d"/>
    <p:sldId xmlns:r="http://schemas.openxmlformats.org/officeDocument/2006/relationships" id="270" r:id="Rf55a8ea0dd884f0d"/>
    <p:sldId xmlns:r="http://schemas.openxmlformats.org/officeDocument/2006/relationships" id="271" r:id="Rb5a891ea88b34fba"/>
    <p:sldId xmlns:r="http://schemas.openxmlformats.org/officeDocument/2006/relationships" id="272" r:id="R010bc24af8a84e68"/>
    <p:sldId xmlns:r="http://schemas.openxmlformats.org/officeDocument/2006/relationships" id="273" r:id="Rb9fba4f66f33473b"/>
    <p:sldId xmlns:r="http://schemas.openxmlformats.org/officeDocument/2006/relationships" id="274" r:id="R033bc29fde2e4406"/>
    <p:sldId xmlns:r="http://schemas.openxmlformats.org/officeDocument/2006/relationships" id="275" r:id="R3f8d4dc9fbac4c9d"/>
    <p:sldId xmlns:r="http://schemas.openxmlformats.org/officeDocument/2006/relationships" id="276" r:id="R5d06f540b9ab47b8"/>
    <p:sldId xmlns:r="http://schemas.openxmlformats.org/officeDocument/2006/relationships" id="277" r:id="Re4aec21e1a1a48bf"/>
    <p:sldId xmlns:r="http://schemas.openxmlformats.org/officeDocument/2006/relationships" id="278" r:id="R82d7d663d89f4147"/>
    <p:sldId xmlns:r="http://schemas.openxmlformats.org/officeDocument/2006/relationships" id="279" r:id="Re490ce6a70924fa4"/>
    <p:sldId xmlns:r="http://schemas.openxmlformats.org/officeDocument/2006/relationships" id="280" r:id="R9be9cc9da3a749cc"/>
    <p:sldId xmlns:r="http://schemas.openxmlformats.org/officeDocument/2006/relationships" id="281" r:id="R62953888726e4b64"/>
    <p:sldId xmlns:r="http://schemas.openxmlformats.org/officeDocument/2006/relationships" id="282" r:id="Rdfe32badc59e452b"/>
    <p:sldId xmlns:r="http://schemas.openxmlformats.org/officeDocument/2006/relationships" id="283" r:id="R2600caaf58c54602"/>
    <p:sldId xmlns:r="http://schemas.openxmlformats.org/officeDocument/2006/relationships" id="284" r:id="R7e31a5c4b3164fcf"/>
    <p:sldId xmlns:r="http://schemas.openxmlformats.org/officeDocument/2006/relationships" id="285" r:id="Rb8449f54b63142e1"/>
    <p:sldId xmlns:r="http://schemas.openxmlformats.org/officeDocument/2006/relationships" id="286" r:id="Re5bf0ee87cb4407c"/>
    <p:sldId xmlns:r="http://schemas.openxmlformats.org/officeDocument/2006/relationships" id="287" r:id="R9f8180f30ac0462a"/>
    <p:sldId xmlns:r="http://schemas.openxmlformats.org/officeDocument/2006/relationships" id="288" r:id="R2e93ad743db74d35"/>
    <p:sldId xmlns:r="http://schemas.openxmlformats.org/officeDocument/2006/relationships" id="289" r:id="Ra22d1e5538fc4254"/>
    <p:sldId xmlns:r="http://schemas.openxmlformats.org/officeDocument/2006/relationships" id="290" r:id="Rf7785c1bdb154253"/>
    <p:sldId xmlns:r="http://schemas.openxmlformats.org/officeDocument/2006/relationships" id="291" r:id="Rfe2d1d20554445ad"/>
    <p:sldId xmlns:r="http://schemas.openxmlformats.org/officeDocument/2006/relationships" id="292" r:id="Rac1eb96017e24c02"/>
    <p:sldId xmlns:r="http://schemas.openxmlformats.org/officeDocument/2006/relationships" id="293" r:id="R1b6b49c859494cda"/>
    <p:sldId xmlns:r="http://schemas.openxmlformats.org/officeDocument/2006/relationships" id="294" r:id="Ra5aa697f37eb4d31"/>
    <p:sldId xmlns:r="http://schemas.openxmlformats.org/officeDocument/2006/relationships" id="295" r:id="R84c8588602cc4b80"/>
    <p:sldId xmlns:r="http://schemas.openxmlformats.org/officeDocument/2006/relationships" id="296" r:id="Rbb2c17ba36364eba"/>
    <p:sldId xmlns:r="http://schemas.openxmlformats.org/officeDocument/2006/relationships" id="297" r:id="Rff3fad8c97114183"/>
    <p:sldId xmlns:r="http://schemas.openxmlformats.org/officeDocument/2006/relationships" id="298" r:id="R0c5ea78eb8da4376"/>
    <p:sldId xmlns:r="http://schemas.openxmlformats.org/officeDocument/2006/relationships" id="299" r:id="Rc896ac2db80543fd"/>
    <p:sldId xmlns:r="http://schemas.openxmlformats.org/officeDocument/2006/relationships" id="300" r:id="Rf61a7fb4f1494279"/>
    <p:sldId xmlns:r="http://schemas.openxmlformats.org/officeDocument/2006/relationships" id="301" r:id="Rc49601b2f27d46ff"/>
    <p:sldId xmlns:r="http://schemas.openxmlformats.org/officeDocument/2006/relationships" id="302" r:id="Rf855af80a2454c8e"/>
    <p:sldId xmlns:r="http://schemas.openxmlformats.org/officeDocument/2006/relationships" id="303" r:id="R1cd1a2deef8a453e"/>
    <p:sldId xmlns:r="http://schemas.openxmlformats.org/officeDocument/2006/relationships" id="304" r:id="R5e9b07c6fd4b4953"/>
    <p:sldId xmlns:r="http://schemas.openxmlformats.org/officeDocument/2006/relationships" id="305" r:id="R50e6da35dddb447d"/>
    <p:sldId xmlns:r="http://schemas.openxmlformats.org/officeDocument/2006/relationships" id="306" r:id="R06d054ebc841460d"/>
    <p:sldId xmlns:r="http://schemas.openxmlformats.org/officeDocument/2006/relationships" id="307" r:id="R845c47296b6a4cd5"/>
    <p:sldId xmlns:r="http://schemas.openxmlformats.org/officeDocument/2006/relationships" id="308" r:id="R02d0fb2ed8a246f7"/>
    <p:sldId xmlns:r="http://schemas.openxmlformats.org/officeDocument/2006/relationships" id="309" r:id="Ref6dab6b5bf44481"/>
    <p:sldId xmlns:r="http://schemas.openxmlformats.org/officeDocument/2006/relationships" id="310" r:id="R6b4f6e852d894f7c"/>
    <p:sldId xmlns:r="http://schemas.openxmlformats.org/officeDocument/2006/relationships" id="311" r:id="Ra3f05951b6fc4be5"/>
    <p:sldId xmlns:r="http://schemas.openxmlformats.org/officeDocument/2006/relationships" id="312" r:id="R898781a3a1ad4f22"/>
    <p:sldId xmlns:r="http://schemas.openxmlformats.org/officeDocument/2006/relationships" id="313" r:id="Ra7382ffc29814ea4"/>
    <p:sldId xmlns:r="http://schemas.openxmlformats.org/officeDocument/2006/relationships" id="314" r:id="R7ba4a8bd03db4c44"/>
    <p:sldId xmlns:r="http://schemas.openxmlformats.org/officeDocument/2006/relationships" id="315" r:id="R8fff6b0ff3204438"/>
    <p:sldId xmlns:r="http://schemas.openxmlformats.org/officeDocument/2006/relationships" id="316" r:id="R9d3e92687f614e82"/>
    <p:sldId xmlns:r="http://schemas.openxmlformats.org/officeDocument/2006/relationships" id="317" r:id="R9c6cf8d37e1249d3"/>
    <p:sldId xmlns:r="http://schemas.openxmlformats.org/officeDocument/2006/relationships" id="318" r:id="Rc71f28391a404088"/>
    <p:sldId xmlns:r="http://schemas.openxmlformats.org/officeDocument/2006/relationships" id="319" r:id="R280d611940d34f15"/>
    <p:sldId xmlns:r="http://schemas.openxmlformats.org/officeDocument/2006/relationships" id="320" r:id="R11a2d0e94c9d4679"/>
    <p:sldId xmlns:r="http://schemas.openxmlformats.org/officeDocument/2006/relationships" id="321" r:id="R583e19d88f074243"/>
    <p:sldId xmlns:r="http://schemas.openxmlformats.org/officeDocument/2006/relationships" id="322" r:id="R10a6e24f013b40c9"/>
    <p:sldId xmlns:r="http://schemas.openxmlformats.org/officeDocument/2006/relationships" id="323" r:id="Rff5d73d220144888"/>
    <p:sldId xmlns:r="http://schemas.openxmlformats.org/officeDocument/2006/relationships" id="324" r:id="R077340d9438c46ae"/>
    <p:sldId xmlns:r="http://schemas.openxmlformats.org/officeDocument/2006/relationships" id="325" r:id="R235df8be36d44ad2"/>
    <p:sldId xmlns:r="http://schemas.openxmlformats.org/officeDocument/2006/relationships" id="326" r:id="Rf4abf4e8632e40d4"/>
    <p:sldId xmlns:r="http://schemas.openxmlformats.org/officeDocument/2006/relationships" id="327" r:id="Rff40ecdce0ac4797"/>
    <p:sldId xmlns:r="http://schemas.openxmlformats.org/officeDocument/2006/relationships" id="328" r:id="Re99404e3bc0144d9"/>
    <p:sldId xmlns:r="http://schemas.openxmlformats.org/officeDocument/2006/relationships" id="329" r:id="Ra7ec8787c70d4013"/>
    <p:sldId xmlns:r="http://schemas.openxmlformats.org/officeDocument/2006/relationships" id="330" r:id="Rb9ab0821d7494411"/>
    <p:sldId xmlns:r="http://schemas.openxmlformats.org/officeDocument/2006/relationships" id="331" r:id="R46a9bd58f73247b5"/>
    <p:sldId xmlns:r="http://schemas.openxmlformats.org/officeDocument/2006/relationships" id="332" r:id="Ra059569763204407"/>
    <p:sldId xmlns:r="http://schemas.openxmlformats.org/officeDocument/2006/relationships" id="333" r:id="Ra4ba73ffc43e4da6"/>
    <p:sldId xmlns:r="http://schemas.openxmlformats.org/officeDocument/2006/relationships" id="334" r:id="R7ac2061e776541c2"/>
    <p:sldId xmlns:r="http://schemas.openxmlformats.org/officeDocument/2006/relationships" id="335" r:id="Rbb6772d5093f48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286b70955f74c04" /><Relationship Type="http://schemas.openxmlformats.org/officeDocument/2006/relationships/slideMaster" Target="/ppt/slideMasters/slideMaster1.xml" Id="R84604ffd02054da7" /><Relationship Type="http://schemas.openxmlformats.org/officeDocument/2006/relationships/notesMaster" Target="/ppt/notesMasters/notesMaster1.xml" Id="Rc77e2cebbd654108" /><Relationship Type="http://schemas.openxmlformats.org/officeDocument/2006/relationships/presProps" Target="/ppt/presProps.xml" Id="Re74c882f1bff4965" /><Relationship Type="http://schemas.openxmlformats.org/officeDocument/2006/relationships/tableStyles" Target="/ppt/tableStyles.xml" Id="R811d56cd69e34159" /><Relationship Type="http://schemas.openxmlformats.org/officeDocument/2006/relationships/slide" Target="/ppt/slides/slide1.xml" Id="Rbce20c56a4aa4029" /><Relationship Type="http://schemas.openxmlformats.org/officeDocument/2006/relationships/slide" Target="/ppt/slides/slide2.xml" Id="R008931e5627c46fb" /><Relationship Type="http://schemas.openxmlformats.org/officeDocument/2006/relationships/slide" Target="/ppt/slides/slide3.xml" Id="Rfab8236211ec4bbb" /><Relationship Type="http://schemas.openxmlformats.org/officeDocument/2006/relationships/slide" Target="/ppt/slides/slide4.xml" Id="Rbc4bc52b95484702" /><Relationship Type="http://schemas.openxmlformats.org/officeDocument/2006/relationships/slide" Target="/ppt/slides/slide5.xml" Id="R3fc3e044193b4dc0" /><Relationship Type="http://schemas.openxmlformats.org/officeDocument/2006/relationships/slide" Target="/ppt/slides/slide6.xml" Id="R0a78998e1f184dcf" /><Relationship Type="http://schemas.openxmlformats.org/officeDocument/2006/relationships/slide" Target="/ppt/slides/slide7.xml" Id="R74aaa2109a5547d6" /><Relationship Type="http://schemas.openxmlformats.org/officeDocument/2006/relationships/slide" Target="/ppt/slides/slide8.xml" Id="Rea562d472e83425a" /><Relationship Type="http://schemas.openxmlformats.org/officeDocument/2006/relationships/slide" Target="/ppt/slides/slide9.xml" Id="R0dd92ed828ed4df0" /><Relationship Type="http://schemas.openxmlformats.org/officeDocument/2006/relationships/slide" Target="/ppt/slides/slide10.xml" Id="R3bb4a74e4b744213" /><Relationship Type="http://schemas.openxmlformats.org/officeDocument/2006/relationships/slide" Target="/ppt/slides/slide11.xml" Id="R34dc775c21e045af" /><Relationship Type="http://schemas.openxmlformats.org/officeDocument/2006/relationships/slide" Target="/ppt/slides/slide12.xml" Id="Rd656fad8a5524cec" /><Relationship Type="http://schemas.openxmlformats.org/officeDocument/2006/relationships/slide" Target="/ppt/slides/slide13.xml" Id="Rfb9f0924336d4786" /><Relationship Type="http://schemas.openxmlformats.org/officeDocument/2006/relationships/slide" Target="/ppt/slides/slide14.xml" Id="R174cd3ed6eb6436d" /><Relationship Type="http://schemas.openxmlformats.org/officeDocument/2006/relationships/slide" Target="/ppt/slides/slide15.xml" Id="Rf55a8ea0dd884f0d" /><Relationship Type="http://schemas.openxmlformats.org/officeDocument/2006/relationships/slide" Target="/ppt/slides/slide16.xml" Id="Rb5a891ea88b34fba" /><Relationship Type="http://schemas.openxmlformats.org/officeDocument/2006/relationships/slide" Target="/ppt/slides/slide17.xml" Id="R010bc24af8a84e68" /><Relationship Type="http://schemas.openxmlformats.org/officeDocument/2006/relationships/slide" Target="/ppt/slides/slide18.xml" Id="Rb9fba4f66f33473b" /><Relationship Type="http://schemas.openxmlformats.org/officeDocument/2006/relationships/slide" Target="/ppt/slides/slide19.xml" Id="R033bc29fde2e4406" /><Relationship Type="http://schemas.openxmlformats.org/officeDocument/2006/relationships/slide" Target="/ppt/slides/slide20.xml" Id="R3f8d4dc9fbac4c9d" /><Relationship Type="http://schemas.openxmlformats.org/officeDocument/2006/relationships/slide" Target="/ppt/slides/slide21.xml" Id="R5d06f540b9ab47b8" /><Relationship Type="http://schemas.openxmlformats.org/officeDocument/2006/relationships/slide" Target="/ppt/slides/slide22.xml" Id="Re4aec21e1a1a48bf" /><Relationship Type="http://schemas.openxmlformats.org/officeDocument/2006/relationships/slide" Target="/ppt/slides/slide23.xml" Id="R82d7d663d89f4147" /><Relationship Type="http://schemas.openxmlformats.org/officeDocument/2006/relationships/slide" Target="/ppt/slides/slide24.xml" Id="Re490ce6a70924fa4" /><Relationship Type="http://schemas.openxmlformats.org/officeDocument/2006/relationships/slide" Target="/ppt/slides/slide25.xml" Id="R9be9cc9da3a749cc" /><Relationship Type="http://schemas.openxmlformats.org/officeDocument/2006/relationships/slide" Target="/ppt/slides/slide26.xml" Id="R62953888726e4b64" /><Relationship Type="http://schemas.openxmlformats.org/officeDocument/2006/relationships/slide" Target="/ppt/slides/slide27.xml" Id="Rdfe32badc59e452b" /><Relationship Type="http://schemas.openxmlformats.org/officeDocument/2006/relationships/slide" Target="/ppt/slides/slide28.xml" Id="R2600caaf58c54602" /><Relationship Type="http://schemas.openxmlformats.org/officeDocument/2006/relationships/slide" Target="/ppt/slides/slide29.xml" Id="R7e31a5c4b3164fcf" /><Relationship Type="http://schemas.openxmlformats.org/officeDocument/2006/relationships/slide" Target="/ppt/slides/slide30.xml" Id="Rb8449f54b63142e1" /><Relationship Type="http://schemas.openxmlformats.org/officeDocument/2006/relationships/slide" Target="/ppt/slides/slide31.xml" Id="Re5bf0ee87cb4407c" /><Relationship Type="http://schemas.openxmlformats.org/officeDocument/2006/relationships/slide" Target="/ppt/slides/slide32.xml" Id="R9f8180f30ac0462a" /><Relationship Type="http://schemas.openxmlformats.org/officeDocument/2006/relationships/slide" Target="/ppt/slides/slide33.xml" Id="R2e93ad743db74d35" /><Relationship Type="http://schemas.openxmlformats.org/officeDocument/2006/relationships/slide" Target="/ppt/slides/slide34.xml" Id="Ra22d1e5538fc4254" /><Relationship Type="http://schemas.openxmlformats.org/officeDocument/2006/relationships/slide" Target="/ppt/slides/slide35.xml" Id="Rf7785c1bdb154253" /><Relationship Type="http://schemas.openxmlformats.org/officeDocument/2006/relationships/slide" Target="/ppt/slides/slide36.xml" Id="Rfe2d1d20554445ad" /><Relationship Type="http://schemas.openxmlformats.org/officeDocument/2006/relationships/slide" Target="/ppt/slides/slide37.xml" Id="Rac1eb96017e24c02" /><Relationship Type="http://schemas.openxmlformats.org/officeDocument/2006/relationships/slide" Target="/ppt/slides/slide38.xml" Id="R1b6b49c859494cda" /><Relationship Type="http://schemas.openxmlformats.org/officeDocument/2006/relationships/slide" Target="/ppt/slides/slide39.xml" Id="Ra5aa697f37eb4d31" /><Relationship Type="http://schemas.openxmlformats.org/officeDocument/2006/relationships/slide" Target="/ppt/slides/slide40.xml" Id="R84c8588602cc4b80" /><Relationship Type="http://schemas.openxmlformats.org/officeDocument/2006/relationships/slide" Target="/ppt/slides/slide41.xml" Id="Rbb2c17ba36364eba" /><Relationship Type="http://schemas.openxmlformats.org/officeDocument/2006/relationships/slide" Target="/ppt/slides/slide42.xml" Id="Rff3fad8c97114183" /><Relationship Type="http://schemas.openxmlformats.org/officeDocument/2006/relationships/slide" Target="/ppt/slides/slide43.xml" Id="R0c5ea78eb8da4376" /><Relationship Type="http://schemas.openxmlformats.org/officeDocument/2006/relationships/slide" Target="/ppt/slides/slide44.xml" Id="Rc896ac2db80543fd" /><Relationship Type="http://schemas.openxmlformats.org/officeDocument/2006/relationships/slide" Target="/ppt/slides/slide45.xml" Id="Rf61a7fb4f1494279" /><Relationship Type="http://schemas.openxmlformats.org/officeDocument/2006/relationships/slide" Target="/ppt/slides/slide46.xml" Id="Rc49601b2f27d46ff" /><Relationship Type="http://schemas.openxmlformats.org/officeDocument/2006/relationships/slide" Target="/ppt/slides/slide47.xml" Id="Rf855af80a2454c8e" /><Relationship Type="http://schemas.openxmlformats.org/officeDocument/2006/relationships/slide" Target="/ppt/slides/slide48.xml" Id="R1cd1a2deef8a453e" /><Relationship Type="http://schemas.openxmlformats.org/officeDocument/2006/relationships/slide" Target="/ppt/slides/slide49.xml" Id="R5e9b07c6fd4b4953" /><Relationship Type="http://schemas.openxmlformats.org/officeDocument/2006/relationships/slide" Target="/ppt/slides/slide50.xml" Id="R50e6da35dddb447d" /><Relationship Type="http://schemas.openxmlformats.org/officeDocument/2006/relationships/slide" Target="/ppt/slides/slide51.xml" Id="R06d054ebc841460d" /><Relationship Type="http://schemas.openxmlformats.org/officeDocument/2006/relationships/slide" Target="/ppt/slides/slide52.xml" Id="R845c47296b6a4cd5" /><Relationship Type="http://schemas.openxmlformats.org/officeDocument/2006/relationships/slide" Target="/ppt/slides/slide53.xml" Id="R02d0fb2ed8a246f7" /><Relationship Type="http://schemas.openxmlformats.org/officeDocument/2006/relationships/slide" Target="/ppt/slides/slide54.xml" Id="Ref6dab6b5bf44481" /><Relationship Type="http://schemas.openxmlformats.org/officeDocument/2006/relationships/slide" Target="/ppt/slides/slide55.xml" Id="R6b4f6e852d894f7c" /><Relationship Type="http://schemas.openxmlformats.org/officeDocument/2006/relationships/slide" Target="/ppt/slides/slide56.xml" Id="Ra3f05951b6fc4be5" /><Relationship Type="http://schemas.openxmlformats.org/officeDocument/2006/relationships/slide" Target="/ppt/slides/slide57.xml" Id="R898781a3a1ad4f22" /><Relationship Type="http://schemas.openxmlformats.org/officeDocument/2006/relationships/slide" Target="/ppt/slides/slide58.xml" Id="Ra7382ffc29814ea4" /><Relationship Type="http://schemas.openxmlformats.org/officeDocument/2006/relationships/slide" Target="/ppt/slides/slide59.xml" Id="R7ba4a8bd03db4c44" /><Relationship Type="http://schemas.openxmlformats.org/officeDocument/2006/relationships/slide" Target="/ppt/slides/slide60.xml" Id="R8fff6b0ff3204438" /><Relationship Type="http://schemas.openxmlformats.org/officeDocument/2006/relationships/slide" Target="/ppt/slides/slide61.xml" Id="R9d3e92687f614e82" /><Relationship Type="http://schemas.openxmlformats.org/officeDocument/2006/relationships/slide" Target="/ppt/slides/slide62.xml" Id="R9c6cf8d37e1249d3" /><Relationship Type="http://schemas.openxmlformats.org/officeDocument/2006/relationships/slide" Target="/ppt/slides/slide63.xml" Id="Rc71f28391a404088" /><Relationship Type="http://schemas.openxmlformats.org/officeDocument/2006/relationships/slide" Target="/ppt/slides/slide64.xml" Id="R280d611940d34f15" /><Relationship Type="http://schemas.openxmlformats.org/officeDocument/2006/relationships/slide" Target="/ppt/slides/slide65.xml" Id="R11a2d0e94c9d4679" /><Relationship Type="http://schemas.openxmlformats.org/officeDocument/2006/relationships/slide" Target="/ppt/slides/slide66.xml" Id="R583e19d88f074243" /><Relationship Type="http://schemas.openxmlformats.org/officeDocument/2006/relationships/slide" Target="/ppt/slides/slide67.xml" Id="R10a6e24f013b40c9" /><Relationship Type="http://schemas.openxmlformats.org/officeDocument/2006/relationships/slide" Target="/ppt/slides/slide68.xml" Id="Rff5d73d220144888" /><Relationship Type="http://schemas.openxmlformats.org/officeDocument/2006/relationships/slide" Target="/ppt/slides/slide69.xml" Id="R077340d9438c46ae" /><Relationship Type="http://schemas.openxmlformats.org/officeDocument/2006/relationships/slide" Target="/ppt/slides/slide70.xml" Id="R235df8be36d44ad2" /><Relationship Type="http://schemas.openxmlformats.org/officeDocument/2006/relationships/slide" Target="/ppt/slides/slide71.xml" Id="Rf4abf4e8632e40d4" /><Relationship Type="http://schemas.openxmlformats.org/officeDocument/2006/relationships/slide" Target="/ppt/slides/slide72.xml" Id="Rff40ecdce0ac4797" /><Relationship Type="http://schemas.openxmlformats.org/officeDocument/2006/relationships/slide" Target="/ppt/slides/slide73.xml" Id="Re99404e3bc0144d9" /><Relationship Type="http://schemas.openxmlformats.org/officeDocument/2006/relationships/slide" Target="/ppt/slides/slide74.xml" Id="Ra7ec8787c70d4013" /><Relationship Type="http://schemas.openxmlformats.org/officeDocument/2006/relationships/slide" Target="/ppt/slides/slide75.xml" Id="Rb9ab0821d7494411" /><Relationship Type="http://schemas.openxmlformats.org/officeDocument/2006/relationships/slide" Target="/ppt/slides/slide76.xml" Id="R46a9bd58f73247b5" /><Relationship Type="http://schemas.openxmlformats.org/officeDocument/2006/relationships/slide" Target="/ppt/slides/slide77.xml" Id="Ra059569763204407" /><Relationship Type="http://schemas.openxmlformats.org/officeDocument/2006/relationships/slide" Target="/ppt/slides/slide78.xml" Id="Ra4ba73ffc43e4da6" /><Relationship Type="http://schemas.openxmlformats.org/officeDocument/2006/relationships/slide" Target="/ppt/slides/slide79.xml" Id="R7ac2061e776541c2" /><Relationship Type="http://schemas.openxmlformats.org/officeDocument/2006/relationships/slide" Target="/ppt/slides/slide80.xml" Id="Rbb6772d5093f48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0f3f05396b04e0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98A2B3"/>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1bb3f0427d45a2" /><Relationship Type="http://schemas.openxmlformats.org/officeDocument/2006/relationships/notesMaster" Target="/ppt/notesMasters/notesMaster1.xml" Id="Rccc0a294f85143ed"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005c1f69374c1c" /><Relationship Type="http://schemas.openxmlformats.org/officeDocument/2006/relationships/notesMaster" Target="/ppt/notesMasters/notesMaster1.xml" Id="Re778d04d7437415e" /></Relationships>
</file>

<file path=ppt/notesSlides/_rels/notesSlide3.xml.rels>&#65279;<?xml version="1.0" encoding="utf-8"?><Relationships xmlns="http://schemas.openxmlformats.org/package/2006/relationships"><Relationship Type="http://schemas.openxmlformats.org/officeDocument/2006/relationships/slide" Target="/ppt/slides/slide3.xml" Id="Rc3fd289ce2c34ffe" /><Relationship Type="http://schemas.openxmlformats.org/officeDocument/2006/relationships/notesMaster" Target="/ppt/notesMasters/notesMaster1.xml" Id="Rdcb425bb0dcd4101"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d9c657de7642ca" /><Relationship Type="http://schemas.openxmlformats.org/officeDocument/2006/relationships/notesMaster" Target="/ppt/notesMasters/notesMaster1.xml" Id="Rbcf66561fff04434"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6ca47dd828473a" /><Relationship Type="http://schemas.openxmlformats.org/officeDocument/2006/relationships/notesMaster" Target="/ppt/notesMasters/notesMaster1.xml" Id="Rbe8c15b1360248ac" /></Relationships>
</file>

<file path=ppt/notesSlides/_rels/notesSlide6.xml.rels>&#65279;<?xml version="1.0" encoding="utf-8"?><Relationships xmlns="http://schemas.openxmlformats.org/package/2006/relationships"><Relationship Type="http://schemas.openxmlformats.org/officeDocument/2006/relationships/slide" Target="/ppt/slides/slide6.xml" Id="R2a4c5083b8974808" /><Relationship Type="http://schemas.openxmlformats.org/officeDocument/2006/relationships/notesMaster" Target="/ppt/notesMasters/notesMaster1.xml" Id="R6173d2331ad044e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7bc873d21a44528" /><Relationship Type="http://schemas.openxmlformats.org/officeDocument/2006/relationships/notesMaster" Target="/ppt/notesMasters/notesMaster1.xml" Id="R0513e292a9f147e3" /></Relationships>
</file>

<file path=ppt/notesSlides/_rels/notesSlide8.xml.rels>&#65279;<?xml version="1.0" encoding="utf-8"?><Relationships xmlns="http://schemas.openxmlformats.org/package/2006/relationships"><Relationship Type="http://schemas.openxmlformats.org/officeDocument/2006/relationships/slide" Target="/ppt/slides/slide8.xml" Id="Rc8b3d239330a4a52" /><Relationship Type="http://schemas.openxmlformats.org/officeDocument/2006/relationships/notesMaster" Target="/ppt/notesMasters/notesMaster1.xml" Id="R1749cef5e7854b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a4da139d41f34bb7" /><Relationship Type="http://schemas.openxmlformats.org/officeDocument/2006/relationships/notesMaster" Target="/ppt/notesMasters/notesMaster1.xml" Id="Reb22cdf3afd44f0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74ffc660cda48d4" /><Relationship Type="http://schemas.openxmlformats.org/officeDocument/2006/relationships/notesMaster" Target="/ppt/notesMasters/notesMaster1.xml" Id="R91385c13f8db448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e7422373cc24bde" /><Relationship Type="http://schemas.openxmlformats.org/officeDocument/2006/relationships/notesMaster" Target="/ppt/notesMasters/notesMaster1.xml" Id="Rebb1f47ab6bf437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c4aaf89ff164e04" /><Relationship Type="http://schemas.openxmlformats.org/officeDocument/2006/relationships/notesMaster" Target="/ppt/notesMasters/notesMaster1.xml" Id="Ra45dacc2a3d743b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63a4005fa524d8e" /><Relationship Type="http://schemas.openxmlformats.org/officeDocument/2006/relationships/notesMaster" Target="/ppt/notesMasters/notesMaster1.xml" Id="R90ce24906e5c488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ad1ec2a2fd04154" /><Relationship Type="http://schemas.openxmlformats.org/officeDocument/2006/relationships/notesMaster" Target="/ppt/notesMasters/notesMaster1.xml" Id="R9319666d1df9446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931bf088bb47e2" /><Relationship Type="http://schemas.openxmlformats.org/officeDocument/2006/relationships/notesMaster" Target="/ppt/notesMasters/notesMaster1.xml" Id="Rd3e8cde39862408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bc5870c1f5245f5" /><Relationship Type="http://schemas.openxmlformats.org/officeDocument/2006/relationships/notesMaster" Target="/ppt/notesMasters/notesMaster1.xml" Id="Rbe70d7ea364848f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856b977df694dad" /><Relationship Type="http://schemas.openxmlformats.org/officeDocument/2006/relationships/notesMaster" Target="/ppt/notesMasters/notesMaster1.xml" Id="R9390bac4ca42490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e26c0256572400b" /><Relationship Type="http://schemas.openxmlformats.org/officeDocument/2006/relationships/notesMaster" Target="/ppt/notesMasters/notesMaster1.xml" Id="R72ae2ba12cd24a5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54b826f524d4d06" /><Relationship Type="http://schemas.openxmlformats.org/officeDocument/2006/relationships/notesMaster" Target="/ppt/notesMasters/notesMaster1.xml" Id="R3f208acdfa7947e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5bd328f61df4ae4" /><Relationship Type="http://schemas.openxmlformats.org/officeDocument/2006/relationships/notesMaster" Target="/ppt/notesMasters/notesMaster1.xml" Id="R6fdf6a8133b146c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769b86d494344b6" /><Relationship Type="http://schemas.openxmlformats.org/officeDocument/2006/relationships/notesMaster" Target="/ppt/notesMasters/notesMaster1.xml" Id="R3fa72da4ec03422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9f65bbe38164ad1" /><Relationship Type="http://schemas.openxmlformats.org/officeDocument/2006/relationships/notesMaster" Target="/ppt/notesMasters/notesMaster1.xml" Id="Rc30ace2237974f2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150111711a04248" /><Relationship Type="http://schemas.openxmlformats.org/officeDocument/2006/relationships/notesMaster" Target="/ppt/notesMasters/notesMaster1.xml" Id="Rd97ac7702701485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e96ea5b9a8f4ed7" /><Relationship Type="http://schemas.openxmlformats.org/officeDocument/2006/relationships/notesMaster" Target="/ppt/notesMasters/notesMaster1.xml" Id="Re629c2fb45ff4e7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cf4ea350bcc4319" /><Relationship Type="http://schemas.openxmlformats.org/officeDocument/2006/relationships/notesMaster" Target="/ppt/notesMasters/notesMaster1.xml" Id="R49f39c5e6c54474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b317ec6de224a02" /><Relationship Type="http://schemas.openxmlformats.org/officeDocument/2006/relationships/notesMaster" Target="/ppt/notesMasters/notesMaster1.xml" Id="R8b4f58b0039c474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84a4aad5d964e07" /><Relationship Type="http://schemas.openxmlformats.org/officeDocument/2006/relationships/notesMaster" Target="/ppt/notesMasters/notesMaster1.xml" Id="Rd8c5042b36ef4d9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03c78ace3a94344" /><Relationship Type="http://schemas.openxmlformats.org/officeDocument/2006/relationships/notesMaster" Target="/ppt/notesMasters/notesMaster1.xml" Id="Rcd11b1be4821484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e2c39afa66649af" /><Relationship Type="http://schemas.openxmlformats.org/officeDocument/2006/relationships/notesMaster" Target="/ppt/notesMasters/notesMaster1.xml" Id="Ra04196e89eeb4b9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de5cb0d1ba9437a" /><Relationship Type="http://schemas.openxmlformats.org/officeDocument/2006/relationships/notesMaster" Target="/ppt/notesMasters/notesMaster1.xml" Id="Rafdd7ee5e202439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9d8960019d14a26" /><Relationship Type="http://schemas.openxmlformats.org/officeDocument/2006/relationships/notesMaster" Target="/ppt/notesMasters/notesMaster1.xml" Id="Rcc777948fafc431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884dc950fa64d21" /><Relationship Type="http://schemas.openxmlformats.org/officeDocument/2006/relationships/notesMaster" Target="/ppt/notesMasters/notesMaster1.xml" Id="R236d65d50a6940f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20c7f13abfb4c6f" /><Relationship Type="http://schemas.openxmlformats.org/officeDocument/2006/relationships/notesMaster" Target="/ppt/notesMasters/notesMaster1.xml" Id="Rb486abd0958040d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edfa76b06704a13" /><Relationship Type="http://schemas.openxmlformats.org/officeDocument/2006/relationships/notesMaster" Target="/ppt/notesMasters/notesMaster1.xml" Id="R2a8730af4865428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51692bcdd8e4ad6" /><Relationship Type="http://schemas.openxmlformats.org/officeDocument/2006/relationships/notesMaster" Target="/ppt/notesMasters/notesMaster1.xml" Id="Red36dc4e2e4048a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e22b7c3288049ee" /><Relationship Type="http://schemas.openxmlformats.org/officeDocument/2006/relationships/notesMaster" Target="/ppt/notesMasters/notesMaster1.xml" Id="Raa7ff87bffa34c1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65c52619c314886" /><Relationship Type="http://schemas.openxmlformats.org/officeDocument/2006/relationships/notesMaster" Target="/ppt/notesMasters/notesMaster1.xml" Id="R8fb12375253c41b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e1f8cc1abb54d6d" /><Relationship Type="http://schemas.openxmlformats.org/officeDocument/2006/relationships/notesMaster" Target="/ppt/notesMasters/notesMaster1.xml" Id="Rac5a2aa96a1d4ab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ab6c5afc4a64446" /><Relationship Type="http://schemas.openxmlformats.org/officeDocument/2006/relationships/notesMaster" Target="/ppt/notesMasters/notesMaster1.xml" Id="R7eb1dc2f1fab41c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f8fa765130c4d06" /><Relationship Type="http://schemas.openxmlformats.org/officeDocument/2006/relationships/notesMaster" Target="/ppt/notesMasters/notesMaster1.xml" Id="Ra60edf4c91ff4d7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8e9558f965a40c0" /><Relationship Type="http://schemas.openxmlformats.org/officeDocument/2006/relationships/notesMaster" Target="/ppt/notesMasters/notesMaster1.xml" Id="R589022cf2b8e493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03f260296fe4662" /><Relationship Type="http://schemas.openxmlformats.org/officeDocument/2006/relationships/notesMaster" Target="/ppt/notesMasters/notesMaster1.xml" Id="R369c9c1ce5f142c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82d5570d8c24ba7" /><Relationship Type="http://schemas.openxmlformats.org/officeDocument/2006/relationships/notesMaster" Target="/ppt/notesMasters/notesMaster1.xml" Id="Re9f3c9efa4c4444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c29671428d94281" /><Relationship Type="http://schemas.openxmlformats.org/officeDocument/2006/relationships/notesMaster" Target="/ppt/notesMasters/notesMaster1.xml" Id="R8f506119e6134d0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8ae9853de884cdc" /><Relationship Type="http://schemas.openxmlformats.org/officeDocument/2006/relationships/notesMaster" Target="/ppt/notesMasters/notesMaster1.xml" Id="Ra6f27f6db20e4e9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d93e8bf87104d5f" /><Relationship Type="http://schemas.openxmlformats.org/officeDocument/2006/relationships/notesMaster" Target="/ppt/notesMasters/notesMaster1.xml" Id="R0ab41c016e0041d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b65c9e932034f25" /><Relationship Type="http://schemas.openxmlformats.org/officeDocument/2006/relationships/notesMaster" Target="/ppt/notesMasters/notesMaster1.xml" Id="Rbc901d92a77d414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8837ee1f01745f7" /><Relationship Type="http://schemas.openxmlformats.org/officeDocument/2006/relationships/notesMaster" Target="/ppt/notesMasters/notesMaster1.xml" Id="R5d155d15ce6c446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89f2a3fdb1b4cb7" /><Relationship Type="http://schemas.openxmlformats.org/officeDocument/2006/relationships/notesMaster" Target="/ppt/notesMasters/notesMaster1.xml" Id="R5ee96e70eada486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267b31112f842fa" /><Relationship Type="http://schemas.openxmlformats.org/officeDocument/2006/relationships/notesMaster" Target="/ppt/notesMasters/notesMaster1.xml" Id="R2f9120416dcd4b3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91963ddd1ae4df5" /><Relationship Type="http://schemas.openxmlformats.org/officeDocument/2006/relationships/notesMaster" Target="/ppt/notesMasters/notesMaster1.xml" Id="R2222e36373874d2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95933a588f14fed" /><Relationship Type="http://schemas.openxmlformats.org/officeDocument/2006/relationships/notesMaster" Target="/ppt/notesMasters/notesMaster1.xml" Id="R99036d5e7ad0413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62788e0935b41fd" /><Relationship Type="http://schemas.openxmlformats.org/officeDocument/2006/relationships/notesMaster" Target="/ppt/notesMasters/notesMaster1.xml" Id="Rc8c096a3b96545a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ca9995c606f45a4" /><Relationship Type="http://schemas.openxmlformats.org/officeDocument/2006/relationships/notesMaster" Target="/ppt/notesMasters/notesMaster1.xml" Id="Reb8c89d196d5484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9816a81557647a5" /><Relationship Type="http://schemas.openxmlformats.org/officeDocument/2006/relationships/notesMaster" Target="/ppt/notesMasters/notesMaster1.xml" Id="Recef042f25cf4b5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134507ec73a4aed" /><Relationship Type="http://schemas.openxmlformats.org/officeDocument/2006/relationships/notesMaster" Target="/ppt/notesMasters/notesMaster1.xml" Id="R36d074f538884d6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7a3184888314d95" /><Relationship Type="http://schemas.openxmlformats.org/officeDocument/2006/relationships/notesMaster" Target="/ppt/notesMasters/notesMaster1.xml" Id="R7bec6ad252ff411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1c65336519148d0" /><Relationship Type="http://schemas.openxmlformats.org/officeDocument/2006/relationships/notesMaster" Target="/ppt/notesMasters/notesMaster1.xml" Id="R14fe42da200e4fa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ec1412aa63ae4bd2" /><Relationship Type="http://schemas.openxmlformats.org/officeDocument/2006/relationships/notesMaster" Target="/ppt/notesMasters/notesMaster1.xml" Id="Rc5410bf88b834f8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23e8959e9ac46bf" /><Relationship Type="http://schemas.openxmlformats.org/officeDocument/2006/relationships/notesMaster" Target="/ppt/notesMasters/notesMaster1.xml" Id="Rf42b53c5be52467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dc7f8db83d34b18" /><Relationship Type="http://schemas.openxmlformats.org/officeDocument/2006/relationships/notesMaster" Target="/ppt/notesMasters/notesMaster1.xml" Id="Rf931341d94de4765"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ff29a04666c49ab" /><Relationship Type="http://schemas.openxmlformats.org/officeDocument/2006/relationships/notesMaster" Target="/ppt/notesMasters/notesMaster1.xml" Id="R3d8f83bb3c4e460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301fd5f412849f2" /><Relationship Type="http://schemas.openxmlformats.org/officeDocument/2006/relationships/notesMaster" Target="/ppt/notesMasters/notesMaster1.xml" Id="Rf8feff18250d4d9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35a420c39714a68" /><Relationship Type="http://schemas.openxmlformats.org/officeDocument/2006/relationships/notesMaster" Target="/ppt/notesMasters/notesMaster1.xml" Id="Rb0877a1e4a96429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4820f87e579495e" /><Relationship Type="http://schemas.openxmlformats.org/officeDocument/2006/relationships/notesMaster" Target="/ppt/notesMasters/notesMaster1.xml" Id="R95d6034a776e4d5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d30be75924549f6" /><Relationship Type="http://schemas.openxmlformats.org/officeDocument/2006/relationships/notesMaster" Target="/ppt/notesMasters/notesMaster1.xml" Id="R60975110bf2c4c0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af18218322b2405e" /><Relationship Type="http://schemas.openxmlformats.org/officeDocument/2006/relationships/notesMaster" Target="/ppt/notesMasters/notesMaster1.xml" Id="R65316998bb7644a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3ca526e1ee04530" /><Relationship Type="http://schemas.openxmlformats.org/officeDocument/2006/relationships/notesMaster" Target="/ppt/notesMasters/notesMaster1.xml" Id="R4563e39364c74c8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3342459f3f44725" /><Relationship Type="http://schemas.openxmlformats.org/officeDocument/2006/relationships/notesMaster" Target="/ppt/notesMasters/notesMaster1.xml" Id="R7a61685078b743d9"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e9ad3344edfa41ea" /><Relationship Type="http://schemas.openxmlformats.org/officeDocument/2006/relationships/notesMaster" Target="/ppt/notesMasters/notesMaster1.xml" Id="R97a8a930f1ad45b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dad8f49947004128" /><Relationship Type="http://schemas.openxmlformats.org/officeDocument/2006/relationships/notesMaster" Target="/ppt/notesMasters/notesMaster1.xml" Id="R869e08e411bb482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4e122345b54546a0" /><Relationship Type="http://schemas.openxmlformats.org/officeDocument/2006/relationships/notesMaster" Target="/ppt/notesMasters/notesMaster1.xml" Id="R0a438e7f7d23402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65c44b25de64356" /><Relationship Type="http://schemas.openxmlformats.org/officeDocument/2006/relationships/notesMaster" Target="/ppt/notesMasters/notesMaster1.xml" Id="R719b426c49ca44ff"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3cf2d10740a44f9f" /><Relationship Type="http://schemas.openxmlformats.org/officeDocument/2006/relationships/notesMaster" Target="/ppt/notesMasters/notesMaster1.xml" Id="R6c65655141c54ddf"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2694aebadc934e50" /><Relationship Type="http://schemas.openxmlformats.org/officeDocument/2006/relationships/notesMaster" Target="/ppt/notesMasters/notesMaster1.xml" Id="R19dbf07bf0ae4a5c"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eb1b320a8aff40c5" /><Relationship Type="http://schemas.openxmlformats.org/officeDocument/2006/relationships/notesMaster" Target="/ppt/notesMasters/notesMaster1.xml" Id="Re91c2e896093438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d44cbc2f6d2439b" /><Relationship Type="http://schemas.openxmlformats.org/officeDocument/2006/relationships/notesMaster" Target="/ppt/notesMasters/notesMaster1.xml" Id="R0bf8069fff5142b4"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eea71ad950264776" /><Relationship Type="http://schemas.openxmlformats.org/officeDocument/2006/relationships/notesMaster" Target="/ppt/notesMasters/notesMaster1.xml" Id="R4a90622ef2df4f24"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ac98d5a8ac1d470e" /><Relationship Type="http://schemas.openxmlformats.org/officeDocument/2006/relationships/notesMaster" Target="/ppt/notesMasters/notesMaster1.xml" Id="R3584759c4472460a"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2d07b1ef5be74fd8" /><Relationship Type="http://schemas.openxmlformats.org/officeDocument/2006/relationships/notesMaster" Target="/ppt/notesMasters/notesMaster1.xml" Id="Rcf7e0f149d404f2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1주차는 16주 서비스 운영 포트폴리오의 출발점이다. 수업의 목표는 모델 이름 암기가 아니라 한 번의 실행을 trace로 남기고 비교 가능한 개선으로 바꾸는 일이다.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 repo:curriculum/2026-2/web/course-roadmap.html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매주 강의 초반에 같은 로드맵을 보여주고 현재 주차만 파랑으로 표시한다. Week 01은 문제·기준 구간의 출발점이며, 네 가지 완료 증거를 남긴다.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 repo:week01/lab/README.md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정규 수업은 온라인 실시간 강의로 운영한다. 2026년 9월 25일 추석과 10월 9일 한글날은 실시간 강의 대신 녹화 영상을 업로드한다. 8주차에는 실시간 수업과 중간고사 없이 기말 프로젝트 기획서를 온라인으로 제출해 평가받는다. 16주차 프로젝트 발표는 실시간 온라인으로 진행한다.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 https://www.kasi.re.kr/kor/post/newsMaterial/32031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파랑은 현재 Week 01이 속한 문제·요구사항 구간에만 사용한다. 각 주차의 산출물은 8주차 기획서 제출과 16주차 결과 발표로 연결된다.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로드맵, 2페이지 제안서, 제품 요구사항 문서(Product Requirements Document, PRD)를 HTML로 제공한다. 8주차에는 중간고사와 실시간 수업 없이 이 패키지와 PPT 요약본을 온라인으로 제출해 평가받는다.</a:t>
            </a:r>
          </a:p>
          <a:p xmlns:a="http://schemas.openxmlformats.org/drawingml/2006/main">
            <a:r>
              <a:t/>
            </a:r>
          </a:p>
          <a:p xmlns:a="http://schemas.openxmlformats.org/drawingml/2006/main">
            <a:r>
              <a:t>[Sources]</a:t>
            </a:r>
          </a:p>
          <a:p xmlns:a="http://schemas.openxmlformats.org/drawingml/2006/main">
            <a:r>
              <a:t>- repo:curriculum/2026-2/01_기말프로젝트_기획서_가이드.md</a:t>
            </a:r>
          </a:p>
          <a:p xmlns:a="http://schemas.openxmlformats.org/drawingml/2006/main">
            <a:r>
              <a:t>- repo:curriculum/2026-2/web/course-roadmap.html</a:t>
            </a:r>
          </a:p>
          <a:p xmlns:a="http://schemas.openxmlformats.org/drawingml/2006/main">
            <a:r>
              <a:t>- repo:curriculum/2026-2/web/project-proposal-2pager.html</a:t>
            </a:r>
          </a:p>
          <a:p xmlns:a="http://schemas.openxmlformats.org/drawingml/2006/main">
            <a:r>
              <a:t>- repo:curriculum/2026-2/web/project-prd.html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교수 질의응답은 정답 확인이나 구술시험이 아니다. 문제·데이터·기술·평가·운영 경계의 가정을 점검하고, 학생이 채택·보류·반박을 결정해 문서 버전에 남기는 설계 리뷰다.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repo:curriculum/2026-2/01_기말프로젝트_기획서_가이드.md</a:t>
            </a:r>
          </a:p>
          <a:p xmlns:a="http://schemas.openxmlformats.org/drawingml/2006/main">
            <a:r>
              <a:t>- repo:curriculum/2026-2/web/project-prd.html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평상시 수업은 실시간 온라인으로 운영한다. 두 공휴일 주차에는 실시간 강의 대신 녹화 영상을 업로드한다. 정확한 업로드 위치와 시청 기한은 학습관리시스템 공지를 따른다.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 https://www.kasi.re.kr/kor/post/newsMaterial/32031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사용자가 공개를 승인한 역할명인 무신사 Core AI PM과 아주대 AI대학원 겸임교수만 소개한다. 내부 조직·프로젝트·지표와 연락처는 포함하지 않는다.</a:t>
            </a:r>
          </a:p>
          <a:p xmlns:a="http://schemas.openxmlformats.org/drawingml/2006/main">
            <a:r>
              <a:t/>
            </a:r>
          </a:p>
          <a:p xmlns:a="http://schemas.openxmlformats.org/drawingml/2006/main">
            <a:r>
              <a:t>[Sources]</a:t>
            </a:r>
          </a:p>
          <a:p xmlns:a="http://schemas.openxmlformats.org/drawingml/2006/main">
            <a:r>
              <a:t>- https://github.com/smilesjcha/homepage_sjcha/blob/main/constants.ts</a:t>
            </a:r>
          </a:p>
          <a:p xmlns:a="http://schemas.openxmlformats.org/drawingml/2006/main">
            <a:r>
              <a:t>- Instructor-approved public bio boundary (2026-08-25)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경력의 상세 성과가 아니라 데이터·기술·운영 단위가 어떻게 확장되었는지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4–9)</a:t>
            </a:r>
          </a:p>
          <a:p xmlns:a="http://schemas.openxmlformats.org/drawingml/2006/main">
            <a:r>
              <a:t>- Instructor-approved public bio boundary (2026-08-25)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 정확도만으로 운영 판단이 끝나지 않는다는 현업 관점을 네 질문으로 정리한다.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분류는 경쟁하는 정답이 아니다. 첫 번째는 모델 또는 전체 시스템의 생성부터 종료까지를 설명하는 가능한 분류이고, 두 번째는 이미 학습된 모델을 포함한 서비스를 반복 개선하기 위한 이 수업의 운영 프레임이다.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61–67)</a:t>
            </a:r>
          </a:p>
          <a:p xmlns:a="http://schemas.openxmlformats.org/drawingml/2006/main">
            <a:r>
              <a:t>- repo:AS-IS 2025 2nd semester/01_AS-IS_주차별_통합_강의안.md</a:t>
            </a:r>
          </a:p>
          <a:p xmlns:a="http://schemas.openxmlformats.org/drawingml/2006/main">
            <a:r>
              <a:t>- https://learn.microsoft.com/en-us/azure/architecture/ai-ml/guide/manage-foundation-models-lifecycle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2025년 2학기 실제 1주차 자료 s.62–67을 16주 산출물과 운영 증거에 맞춰 재정리한 수업 프레임임을 명시한다.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62–67)</a:t>
            </a:r>
          </a:p>
          <a:p xmlns:a="http://schemas.openxmlformats.org/drawingml/2006/main">
            <a:r>
              <a:t>- repo:AS-IS 2025 2nd semester/01_AS-IS_주차별_통합_강의안.md</a:t>
            </a:r>
          </a:p>
          <a:p xmlns:a="http://schemas.openxmlformats.org/drawingml/2006/main">
            <a:r>
              <a:t>- https://airc.nist.gov/airmf-resources/airmf/5-sec-core/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자의적인 교수 기준이 아니라 재현 가능한 비교의 조건으로 설명한다. 네 요소 중 이번 주에 새로 남기는 핵심은 버전이 포함된 trace다.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설치 여부가 아니라 산출물 묶음으로 완료를 정의한다. 로컬 모델 설치가 늦으면 demo provider로 먼저 완주한다.</a:t>
            </a:r>
          </a:p>
          <a:p xmlns:a="http://schemas.openxmlformats.org/drawingml/2006/main">
            <a:r>
              <a:t/>
            </a:r>
          </a:p>
          <a:p xmlns:a="http://schemas.openxmlformats.org/drawingml/2006/main">
            <a:r>
              <a:t>[Sources]</a:t>
            </a:r>
          </a:p>
          <a:p xmlns:a="http://schemas.openxmlformats.org/drawingml/2006/main">
            <a:r>
              <a:t>- repo:week01/lab/README.md</a:t>
            </a:r>
          </a:p>
          <a:p xmlns:a="http://schemas.openxmlformats.org/drawingml/2006/main">
            <a:r>
              <a:t>- repo:week01/lab/week01_trace01_lab.ipynb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주 전체 흐름을 네 기능 라벨로 보여주되 장표 제목은 명사형으로 유지한다. TRACE가 호출과 비교를 연결한다.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사례를 이론과 실습 전체에서 유지해 인지 부하를 낮춘다. 실제 고객 원문이 아닌 합성 문장을 사용한다.</a:t>
            </a:r>
          </a:p>
          <a:p xmlns:a="http://schemas.openxmlformats.org/drawingml/2006/main">
            <a:r>
              <a:t/>
            </a:r>
          </a:p>
          <a:p xmlns:a="http://schemas.openxmlformats.org/drawingml/2006/main">
            <a:r>
              <a:t>[Sources]</a:t>
            </a:r>
          </a:p>
          <a:p xmlns:a="http://schemas.openxmlformats.org/drawingml/2006/main">
            <a:r>
              <a:t>- repo:week01/lab/app/providers.py</a:t>
            </a:r>
          </a:p>
          <a:p xmlns:a="http://schemas.openxmlformats.org/drawingml/2006/main">
            <a:r>
              <a:t>- repo:week01/lab/app/schemas.py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없는 5%·95% 수치를 제거한다. 화면 위아래의 구조만으로 호출과 운영 체계의 차이를 설명한다.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https://docs.cloud.google.com/architecture/deploy-operate-generative-ai-applications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기술이 발전하면서 모델이 처리할 수 있는 업무가 넓어졌지만, 서비스 품질·비용·안전은 별도로 관리해야 한다는 점에 집중한다.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17–43)</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규칙 기반 시스템부터 생성형 AI까지 기술의 변화와 함께 운영팀이 관리해야 할 항목이 어떻게 늘었는지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17–40)</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규칙 기반 AI를 낡은 기술로 폄하하지 않는다. 설명 가능성과 통제의 장점, 복잡성과 예외의 한계를 함께 본다.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18–24)</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학습 기반 시스템은 동작 일부를 데이터와 최적화 과정으로 옮긴다. 따라서 데이터와 실험이 새 운영 자산이 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24–35)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딥러닝의 도약을 단일 사건이 아니라 데이터·연산·알고리즘의 결합으로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28–40)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사람의 역할이 사라진 것이 아니라 특징 선택에서 데이터·목표·평가 설계로 이동했음을 강조한다.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29–40)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Transformer 이전의 모든 모델을 단순화하지 않되, recurrent 처리에서의 순차 계산과 장거리 의존성 문제를 직관적으로 소개한다.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 repo:AS-IS 2025 2nd semester/[AI_PR_PR_10] 01 LLM LifeCycle and OT.pptx (slides 36–39)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셀프 어텐션(Self-Attention)을 ‘모든 토큰을 한꺼번에 본다’로만 설명하지 않는다. 토큰 간 관계 가중치를 계산하고 학습 시 위치 병렬화가 가능하다는 직관을 제시한다.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숫자는 개념 설명용 가상 값이다. attention weight 자체를 신뢰 가능한 설명이나 인과로 과해석하지 않는다.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Transformer의 장점을 병렬화와 장거리 관계로 소개하되 decoder 추론은 token별 autoregressive 생성이라는 경계를 함께 말한다.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기반 모델을 동일하게 일반화하지 않고 decoder-only 생성형 LLM의 대표적인 causal language modeling 목표로 범위를 제한한다.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 repo:AS-IS 2025 2nd semester/[AI_PR_PR_10] 01 LLM LifeCycle and OT.pptx (slides 41–44)</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범용 능력을 제품 품질과 동일시하지 않는다. 각 작업은 별도의 입력 계약과 평가 기준을 요구한다.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41–43)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모델이 할 수 있다는 사실과 서비스가 반복적으로 잘해야 한다는 요구를 분리한다.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코드가 같아도 prompt, context, model, sampling 조합이 바뀌면 동작이 달라질 수 있다. 이 조합을 trace로 묶는 이유를 예고한다.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repo:week01/lab/app/schemas.py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사전학습만으로 정해지지 않는 사용자·상황·성공·금지 조건을 제품 요구사항으로 정의해야 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모델을 바꾸기 전에 사용할 수 있는 변경 수단의 적용 위치·비용·롤백 난이도를 구분한다.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42–51)</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절대적인 기술 순위가 아니라 비용·시간·롤백 용이성을 비교하는 교육용 기준이다. 규제·지연·온디바이스 제약은 순서를 바꿀 수 있다.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44–51)</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Prompt는 서비스 행동의 외부 제어면이다. 좋은 문장보다 template, version, schema와 test set으로 관리하는 관점을 예고한다.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51)</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RAG를 모든 환각의 해결책으로 말하지 않는다. 검색 품질, 근거 연결, 최신성·권한을 별도 평가해야 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semester/01_AS-IS_주차별_통합_강의안.md#04주차--basic-of-rag--vectordb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모델이 tool call을 제안하는 것과 코드가 실제 외부 행동을 수행하는 것을 분리한다. 권한과 검증은 runtime의 책임이다.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semester/01_AS-IS_주차별_통합_강의안.md#12주차--agent-chaining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하나의 ‘최고 모델’이 아니라 요청의 품질·지연·비용·데이터 제약에 맞는 선택이 routing의 핵심이다.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SFT를 지식 주입의 만능 도구로 설명하지 않는다. 명확한 반복 행동과 평가셋이 있을 때의 적응 레버로 소개한다.</a:t>
            </a:r>
          </a:p>
          <a:p xmlns:a="http://schemas.openxmlformats.org/drawingml/2006/main">
            <a:r>
              <a:t/>
            </a:r>
          </a:p>
          <a:p xmlns:a="http://schemas.openxmlformats.org/drawingml/2006/main">
            <a:r>
              <a:t>[Sources]</a:t>
            </a:r>
          </a:p>
          <a:p xmlns:a="http://schemas.openxmlformats.org/drawingml/2006/main">
            <a:r>
              <a:t>- https://arxiv.org/abs/2203.02155</a:t>
            </a:r>
          </a:p>
          <a:p xmlns:a="http://schemas.openxmlformats.org/drawingml/2006/main">
            <a:r>
              <a:t>- repo:AS-IS 2025 2nd semester/[AI_PR_PR_10] 01 LLM LifeCycle and OT.pptx (slides 44–49)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instruction, input, ideal output의 세 요소를 고정한다. 학습 데이터와 평가 데이터의 분리를 함께 강조한다.</a:t>
            </a:r>
          </a:p>
          <a:p xmlns:a="http://schemas.openxmlformats.org/drawingml/2006/main">
            <a:r>
              <a:t/>
            </a:r>
          </a:p>
          <a:p xmlns:a="http://schemas.openxmlformats.org/drawingml/2006/main">
            <a:r>
              <a:t>[Sources]</a:t>
            </a:r>
          </a:p>
          <a:p xmlns:a="http://schemas.openxmlformats.org/drawingml/2006/main">
            <a:r>
              <a:t>- https://arxiv.org/abs/2203.02155</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선호 데이터의 최소 단위는 하나의 정답이 아니라 같은 prompt에 대한 chosen/rejected 쌍과 명확한 rubric이다.</a:t>
            </a:r>
          </a:p>
          <a:p xmlns:a="http://schemas.openxmlformats.org/drawingml/2006/main">
            <a:r>
              <a:t/>
            </a:r>
          </a:p>
          <a:p xmlns:a="http://schemas.openxmlformats.org/drawingml/2006/main">
            <a:r>
              <a:t>[Sources]</a:t>
            </a:r>
          </a:p>
          <a:p xmlns:a="http://schemas.openxmlformats.org/drawingml/2006/main">
            <a:r>
              <a:t>- https://arxiv.org/abs/2305.18290</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InstructGPT에 사용된 대표적인 reward model + PPO 경로로 범위를 한정한다. 모든 RLHF 구현이 동일한 세부 구조라는 뜻은 아니다.</a:t>
            </a:r>
          </a:p>
          <a:p xmlns:a="http://schemas.openxmlformats.org/drawingml/2006/main">
            <a:r>
              <a:t/>
            </a:r>
          </a:p>
          <a:p xmlns:a="http://schemas.openxmlformats.org/drawingml/2006/main">
            <a:r>
              <a:t>[Sources]</a:t>
            </a:r>
          </a:p>
          <a:p xmlns:a="http://schemas.openxmlformats.org/drawingml/2006/main">
            <a:r>
              <a:t>- https://arxiv.org/abs/2203.02155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DPO는 별도 reward model과 on-policy RL 없이 preference pair와 reference policy를 사용해 직접 최적화한다.</a:t>
            </a:r>
          </a:p>
          <a:p xmlns:a="http://schemas.openxmlformats.org/drawingml/2006/main">
            <a:r>
              <a:t/>
            </a:r>
          </a:p>
          <a:p xmlns:a="http://schemas.openxmlformats.org/drawingml/2006/main">
            <a:r>
              <a:t>[Sources]</a:t>
            </a:r>
          </a:p>
          <a:p xmlns:a="http://schemas.openxmlformats.org/drawingml/2006/main">
            <a:r>
              <a:t>- https://arxiv.org/abs/2305.18290</a:t>
            </a:r>
          </a:p>
          <a:p xmlns:a="http://schemas.openxmlformats.org/drawingml/2006/main">
            <a:r>
              <a:t>- https://arxiv.org/abs/2203.02155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LoRA는 base weight를 고정하고 low-rank update를 학습한다. 고정된 절감률을 주장하지 않고 설정에 따라 달라짐을 설명한다.</a:t>
            </a:r>
          </a:p>
          <a:p xmlns:a="http://schemas.openxmlformats.org/drawingml/2006/main">
            <a:r>
              <a:t/>
            </a:r>
          </a:p>
          <a:p xmlns:a="http://schemas.openxmlformats.org/drawingml/2006/main">
            <a:r>
              <a:t>[Sources]</a:t>
            </a:r>
          </a:p>
          <a:p xmlns:a="http://schemas.openxmlformats.org/drawingml/2006/main">
            <a:r>
              <a:t>- https://arxiv.org/abs/2106.09685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제약이 없을 때의 실험 휴리스틱으로 설명한다. 규제, 지연, 온디바이스, 라이선스 요건에 따라 routing이나 fine-tuning이 앞설 수 있다.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LLMOps가 MLOps를 대체하는 선형 발전사가 아니라 기존 운영 관심사에 생성형 AI 자산이 추가되는 확장임을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52–60)</a:t>
            </a:r>
          </a:p>
          <a:p xmlns:a="http://schemas.openxmlformats.org/drawingml/2006/main">
            <a:r>
              <a:t>- https://docs.cloud.google.com/architecture/deploy-operate-generative-ai-applications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DevOps, MLOps, LLMOps를 세대 교체처럼 말하지 않는다. GenAIOps는 기존 MLOps 역량을 보완한다.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53–60)</a:t>
            </a:r>
          </a:p>
          <a:p xmlns:a="http://schemas.openxmlformats.org/drawingml/2006/main">
            <a:r>
              <a:t>- https://learn.microsoft.com/en-us/azure/architecture/ai-ml/guide/mlops-maturity-model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응답은 버전 자산이 아니라 실행 증거다. 버전 가능한 prompt·config·dataset과 실제 실행 response·latency·status를 구분한다.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repo:week01/lab/app/schemas.py</a:t>
            </a:r>
          </a:p>
          <a:p xmlns:a="http://schemas.openxmlformats.org/drawingml/2006/main">
            <a:r>
              <a:t>- repo:week01/lab/app/telemetry.py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코드 버전만으로 생성 실행을 재현할 수 없다. 실제 조합을 trace로 남겨야 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repo:week01/lab/app/schemas.py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trace를 단순 로그 한 줄이 아니라 prompt, provider/model, config, output과 운영 지표를 연결하는 실행 단위로 설명한다.</a:t>
            </a:r>
          </a:p>
          <a:p xmlns:a="http://schemas.openxmlformats.org/drawingml/2006/main">
            <a:r>
              <a:t/>
            </a:r>
          </a:p>
          <a:p xmlns:a="http://schemas.openxmlformats.org/drawingml/2006/main">
            <a:r>
              <a:t>[Sources]</a:t>
            </a:r>
          </a:p>
          <a:p xmlns:a="http://schemas.openxmlformats.org/drawingml/2006/main">
            <a:r>
              <a:t>- repo:week01/lab/app/schemas.py</a:t>
            </a:r>
          </a:p>
          <a:p xmlns:a="http://schemas.openxmlformats.org/drawingml/2006/main">
            <a:r>
              <a:t>- repo:week01/lab/app/telemetry.py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업계의 고정된 다섯 KPI라고 주장하지 않는다. 이 과목에서 모든 실험을 비교할 때 공통으로 확인할 판단 축이다.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품질 향상 주장에는 지연·비용·안전·재현성의 regression 확인이 따라야 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단일 범용 품질 점수보다 task의 실패 비용과 output contract에 맞는 지표를 선택한다.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semester/01_AS-IS_주차별_통합_강의안.md#03주차--prompt-evaluation--version-management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예시 분포이며 실측값이 아니다. 평균과 tail percentile을 구분하고 작은 표본에서는 raw trace도 함께 본다.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semester/03_AS-IS_슬라이드_텍스트_원문.md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수식은 개념 구조이며 정산 공식이 아니다. 공급자별 과금 단위와 캐시 정책은 해당 시점의 공식 문서를 별도 확인한다.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안전은 마지막 검수 단계가 아니라 입력, 실행, 출력, 저장 전 구간의 횡단 조건이다.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https://airc.nist.gov/airmf-resources/airmf/5-sec-core/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seed 하나만으로 생성 서비스 전체 재현성이 보장되지 않는다. 실행 조합과 버전 자산을 함께 고정한다.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오프닝의 기준 정의를 앞에서 배운 운영 자산과 판단 축으로 확장해 회수한다. 반복 설명이 아니라 적용된 통합 그림이다.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62–67)</a:t>
            </a:r>
          </a:p>
          <a:p xmlns:a="http://schemas.openxmlformats.org/drawingml/2006/main">
            <a:r>
              <a:t>- repo:AS-IS 2025 2nd semester/00_AS-IS_핵심_커리큘럼.md</a:t>
            </a:r>
          </a:p>
          <a:p xmlns:a="http://schemas.openxmlformats.org/drawingml/2006/main">
            <a:r>
              <a:t>- https://airc.nist.gov/airmf-resources/airmf/5-sec-core/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성공 지표가 4단계에서 처음 생기는 것이 아니라 1단계에서 정의되고 4단계에서 측정됨을 강조한다.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63)</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프롬프트뿐 아니라 retrieved context와 tool 정책도 실행을 바꾸는 외부 자산으로 관리한다.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64)</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실행과 배포는 endpoint 생성만이 아니라 실패 branch, 상태 확인, 책임 주체까지 포함한다.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65)</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evaluation과 production observation을 구분하되 동일한 version과 trace에 연결한다.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66)</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실패한 실험도 다음 선택을 줄인다면 유효하다. 서비스 종료는 이 단계 뒤의 자동 종착점이 아니라 별도의 운영 의사결정이다.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67)</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예시 값은 실제 성능 결과가 아니다. 학생은 자신의 trace와 판단으로 같은 구조를 채운다.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repo:week01/lab/week01_trace01_lab.ipynb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8주차에는 실시간 수업과 중간고사 없이 기말 프로젝트 기획서 0.1을 온라인으로 제출해 평가받는다. 제출본과 교수 설계 리뷰 기록을 이후 구현 기준으로 사용한다. 16주차 발표는 실시간 온라인으로 진행한다.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repo:curriculum/2026-2/01_기말프로젝트_기획서_가이드.md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실습은 설치 성공에 그치지 않고 실행 서비스, 실행 추적, 비교표, 개선 가설까지 연결한다.</a:t>
            </a:r>
          </a:p>
          <a:p xmlns:a="http://schemas.openxmlformats.org/drawingml/2006/main">
            <a:r>
              <a:t/>
            </a:r>
          </a:p>
          <a:p xmlns:a="http://schemas.openxmlformats.org/drawingml/2006/main">
            <a:r>
              <a:t>[Sources]</a:t>
            </a:r>
          </a:p>
          <a:p xmlns:a="http://schemas.openxmlformats.org/drawingml/2006/main">
            <a:r>
              <a:t>- repo:week01/lab/README.md</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 화면, FastAPI 서버, 모델 제공자, 실행 추적 저장소의 역할을 따라간다. 결정론적 데모와 Ollama가 동일한 제공자 인터페이스를 사용한다.</a:t>
            </a:r>
          </a:p>
          <a:p xmlns:a="http://schemas.openxmlformats.org/drawingml/2006/main">
            <a:r>
              <a:t/>
            </a:r>
          </a:p>
          <a:p xmlns:a="http://schemas.openxmlformats.org/drawingml/2006/main">
            <a:r>
              <a:t>[Sources]</a:t>
            </a:r>
          </a:p>
          <a:p xmlns:a="http://schemas.openxmlformats.org/drawingml/2006/main">
            <a:r>
              <a:t>- repo:week01/lab/app/main.py</a:t>
            </a:r>
          </a:p>
          <a:p xmlns:a="http://schemas.openxmlformats.org/drawingml/2006/main">
            <a:r>
              <a:t>- repo:week01/lab/app/providers.py</a:t>
            </a:r>
          </a:p>
          <a:p xmlns:a="http://schemas.openxmlformats.org/drawingml/2006/main">
            <a:r>
              <a:t>- repo:week01/lab/app/telemetry.py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 호출보다 한 개의 비교표가 완료 기준이다. 설치 지연 시 결정론적 데모 제공자로 우선 완주한다.</a:t>
            </a:r>
          </a:p>
          <a:p xmlns:a="http://schemas.openxmlformats.org/drawingml/2006/main">
            <a:r>
              <a:t/>
            </a:r>
          </a:p>
          <a:p xmlns:a="http://schemas.openxmlformats.org/drawingml/2006/main">
            <a:r>
              <a:t>[Sources]</a:t>
            </a:r>
          </a:p>
          <a:p xmlns:a="http://schemas.openxmlformats.org/drawingml/2006/main">
            <a:r>
              <a:t>- repo:week01/lab/README.md</a:t>
            </a:r>
          </a:p>
          <a:p xmlns:a="http://schemas.openxmlformats.org/drawingml/2006/main">
            <a:r>
              <a:t>- repo:week01/lab/week01_trace01_lab.ipynb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Python은 3.11 이상 3.12 미만으로 고정하고 3.11.14를 기준 패치 버전으로 사용한다. 검색 증강 생성(Retrieval-Augmented Generation, RAG), 미세조정, 관측성 환경을 주차별 프로필로 분리한다.</a:t>
            </a:r>
          </a:p>
          <a:p xmlns:a="http://schemas.openxmlformats.org/drawingml/2006/main">
            <a:r>
              <a:t/>
            </a:r>
          </a:p>
          <a:p xmlns:a="http://schemas.openxmlformats.org/drawingml/2006/main">
            <a:r>
              <a:t>[Sources]</a:t>
            </a:r>
          </a:p>
          <a:p xmlns:a="http://schemas.openxmlformats.org/drawingml/2006/main">
            <a:r>
              <a:t>- repo:.python-version</a:t>
            </a:r>
          </a:p>
          <a:p xmlns:a="http://schemas.openxmlformats.org/drawingml/2006/main">
            <a:r>
              <a:t>- repo:requirements/README.md</a:t>
            </a:r>
          </a:p>
          <a:p xmlns:a="http://schemas.openxmlformats.org/drawingml/2006/main">
            <a:r>
              <a:t>- repo:requirements/locks/course-base-py311-macos-arm64.txt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결정론적 데모 제공자는 설치 실패를 우회하는 장난감이 아니라 재현 가능한 기준선이다. Ollama는 모델 다운로드와 실행이 가능한 경우 선택한다. 두 경로 모두 동일한 실행 추적 데이터 구조로 합쳐진다.</a:t>
            </a:r>
          </a:p>
          <a:p xmlns:a="http://schemas.openxmlformats.org/drawingml/2006/main">
            <a:r>
              <a:t/>
            </a:r>
          </a:p>
          <a:p xmlns:a="http://schemas.openxmlformats.org/drawingml/2006/main">
            <a:r>
              <a:t>[Sources]</a:t>
            </a:r>
          </a:p>
          <a:p xmlns:a="http://schemas.openxmlformats.org/drawingml/2006/main">
            <a:r>
              <a:t>- repo:week01/lab/app/providers.py</a:t>
            </a:r>
          </a:p>
          <a:p xmlns:a="http://schemas.openxmlformats.org/drawingml/2006/main">
            <a:r>
              <a:t>- repo:week01/lab/README.md</a:t>
            </a:r>
          </a:p>
          <a:p xmlns:a="http://schemas.openxmlformats.org/drawingml/2006/main">
            <a:r>
              <a:t>- https://docs.ollama.com/api/chat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저장소 루트를 Visual Studio Code로 열고 권장 확장을 설치한 뒤 Python 3.11.14의 .venv를 선택한다. 화면 하단 터미널의 6 passed가 현재 실습 자동 테스트의 실제 결과다.</a:t>
            </a:r>
          </a:p>
          <a:p xmlns:a="http://schemas.openxmlformats.org/drawingml/2006/main">
            <a:r>
              <a:t/>
            </a:r>
          </a:p>
          <a:p xmlns:a="http://schemas.openxmlformats.org/drawingml/2006/main">
            <a:r>
              <a:t>[Sources]</a:t>
            </a:r>
          </a:p>
          <a:p xmlns:a="http://schemas.openxmlformats.org/drawingml/2006/main">
            <a:r>
              <a:t>- repo:week01/lecture/assets/vscode-week01-tests.png</a:t>
            </a:r>
          </a:p>
          <a:p xmlns:a="http://schemas.openxmlformats.org/drawingml/2006/main">
            <a:r>
              <a:t>- repo:week01/VS_CODE_GUIDE.md</a:t>
            </a:r>
          </a:p>
          <a:p xmlns:a="http://schemas.openxmlformats.org/drawingml/2006/main">
            <a:r>
              <a:t>- repo:.vscode/settings.json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FastAPI의 대화형 문서에서 POST /api/v1/generate 경로를 펼쳐 요청 본문을 확인한다. 사용자 화면보다 응용 프로그래밍 인터페이스(Application Programming Interface, API)의 요청·응답 데이터 구조가 서비스 명세의 기준이다.</a:t>
            </a:r>
          </a:p>
          <a:p xmlns:a="http://schemas.openxmlformats.org/drawingml/2006/main">
            <a:r>
              <a:t/>
            </a:r>
          </a:p>
          <a:p xmlns:a="http://schemas.openxmlformats.org/drawingml/2006/main">
            <a:r>
              <a:t>[Sources]</a:t>
            </a:r>
          </a:p>
          <a:p xmlns:a="http://schemas.openxmlformats.org/drawingml/2006/main">
            <a:r>
              <a:t>- repo:week01/lecture/assets/trace01-openapi-generate.png</a:t>
            </a:r>
          </a:p>
          <a:p xmlns:a="http://schemas.openxmlformats.org/drawingml/2006/main">
            <a:r>
              <a:t>- repo:week01/lab/app/schemas.py</a:t>
            </a:r>
          </a:p>
          <a:p xmlns:a="http://schemas.openxmlformats.org/drawingml/2006/main">
            <a:r>
              <a:t>- repo:week01/lab/app/main.py</a:t>
            </a:r>
          </a:p>
          <a:p xmlns:a="http://schemas.openxmlformats.org/drawingml/2006/main">
            <a:r>
              <a:t>- https://fastapi.tiangolo.com/features/#automatic-docs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각 엔드포인트(endpoint)의 목적을 구분한다. /traces는 실행 내역, /stats는 교육용 집계, /metrics는 Prometheus 수집 시스템, /docs는 응용 프로그래밍 인터페이스 명세 확인이다.</a:t>
            </a:r>
          </a:p>
          <a:p xmlns:a="http://schemas.openxmlformats.org/drawingml/2006/main">
            <a:r>
              <a:t/>
            </a:r>
          </a:p>
          <a:p xmlns:a="http://schemas.openxmlformats.org/drawingml/2006/main">
            <a:r>
              <a:t>[Sources]</a:t>
            </a:r>
          </a:p>
          <a:p xmlns:a="http://schemas.openxmlformats.org/drawingml/2006/main">
            <a:r>
              <a:t>- repo:week01/lab/app/main.py</a:t>
            </a:r>
          </a:p>
          <a:p xmlns:a="http://schemas.openxmlformats.org/drawingml/2006/main">
            <a:r>
              <a:t>- repo:week01/lab/app/telemetry.py</a:t>
            </a:r>
          </a:p>
          <a:p xmlns:a="http://schemas.openxmlformats.org/drawingml/2006/main">
            <a:r>
              <a:t>- https://fastapi.tiangolo.com/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실행 전에는 입력, 작업 유형, 모델 제공자, 프롬프트 버전, 온도를 확인한다. 화면 캡처는 실제 로컬 서비스를 브라우저로 실행한 결과이며 예시 목업이 아니다.</a:t>
            </a:r>
          </a:p>
          <a:p xmlns:a="http://schemas.openxmlformats.org/drawingml/2006/main">
            <a:r>
              <a:t/>
            </a:r>
          </a:p>
          <a:p xmlns:a="http://schemas.openxmlformats.org/drawingml/2006/main">
            <a:r>
              <a:t>[Sources]</a:t>
            </a:r>
          </a:p>
          <a:p xmlns:a="http://schemas.openxmlformats.org/drawingml/2006/main">
            <a:r>
              <a:t>- repo:week01/lecture/assets/trace01-ui.png</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구조화 출력과 실행 추적 메타데이터를 한 화면에서 읽는다. 이 캡처의 실행 추적 식별자 ff2c901e8a16, 정상 상태, 0.12밀리초, 63토큰은 실제 로컬 데모 호출에서 관찰한 값이다. 토큰은 모델 토크나이저 실측이 아닌 교육용 추정치다.</a:t>
            </a:r>
          </a:p>
          <a:p xmlns:a="http://schemas.openxmlformats.org/drawingml/2006/main">
            <a:r>
              <a:t/>
            </a:r>
          </a:p>
          <a:p xmlns:a="http://schemas.openxmlformats.org/drawingml/2006/main">
            <a:r>
              <a:t>[Sources]</a:t>
            </a:r>
          </a:p>
          <a:p xmlns:a="http://schemas.openxmlformats.org/drawingml/2006/main">
            <a:r>
              <a:t>- repo:week01/lecture/assets/trace01-run-result.png</a:t>
            </a:r>
          </a:p>
          <a:p xmlns:a="http://schemas.openxmlformats.org/drawingml/2006/main">
            <a:r>
              <a:t>- repo:week01/lab/app/schemas.py</a:t>
            </a:r>
          </a:p>
          <a:p xmlns:a="http://schemas.openxmlformats.org/drawingml/2006/main">
            <a:r>
              <a:t>- repo:week01/lab/app/telemetry.py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온도(temperature) 하나만 바꾸고 나머지를 고정한다. 결정론적 데모 제공자는 의도적으로 온도를 무시하므로 출력 불변도 유효한 관찰이다.</a:t>
            </a:r>
          </a:p>
          <a:p xmlns:a="http://schemas.openxmlformats.org/drawingml/2006/main">
            <a:r>
              <a:t/>
            </a:r>
          </a:p>
          <a:p xmlns:a="http://schemas.openxmlformats.org/drawingml/2006/main">
            <a:r>
              <a:t>[Sources]</a:t>
            </a:r>
          </a:p>
          <a:p xmlns:a="http://schemas.openxmlformats.org/drawingml/2006/main">
            <a:r>
              <a:t>- repo:AS-IS 2025 2nd semester/practice/week01/week01_ollama_practice.ipynb</a:t>
            </a:r>
          </a:p>
          <a:p xmlns:a="http://schemas.openxmlformats.org/drawingml/2006/main">
            <a:r>
              <a:t>- repo:week01/lab/app/providers.py</a:t>
            </a:r>
          </a:p>
          <a:p xmlns:a="http://schemas.openxmlformats.org/drawingml/2006/main">
            <a:r>
              <a:t>- https://docs.ollama.com/api/chat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임의의 88점 같은 정밀도를 사용하지 않는다. 자동으로 확인 가능한 형식·상태·응답 지연과 사람이 검토하는 입력 근거성을 구분한다.</a:t>
            </a:r>
          </a:p>
          <a:p xmlns:a="http://schemas.openxmlformats.org/drawingml/2006/main">
            <a:r>
              <a:t/>
            </a:r>
          </a:p>
          <a:p xmlns:a="http://schemas.openxmlformats.org/drawingml/2006/main">
            <a:r>
              <a:t>[Sources]</a:t>
            </a:r>
          </a:p>
          <a:p xmlns:a="http://schemas.openxmlformats.org/drawingml/2006/main">
            <a:r>
              <a:t>- repo:week01/lecture/assets/trace01-run-result.png</a:t>
            </a:r>
          </a:p>
          <a:p xmlns:a="http://schemas.openxmlformats.org/drawingml/2006/main">
            <a:r>
              <a:t>- repo:week01/lab/app/providers.py</a:t>
            </a:r>
          </a:p>
          <a:p xmlns:a="http://schemas.openxmlformats.org/drawingml/2006/main">
            <a:r>
              <a:t>- repo:AS-IS 2025 2nd semester/practice/week01/week01_ollama_practice.ipynb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필드 존재 여부와 입력 근거를 분리해 본다. 완벽한 문장보다 누락·추가·검증 가능성을 먼저 확인한다.</a:t>
            </a:r>
          </a:p>
          <a:p xmlns:a="http://schemas.openxmlformats.org/drawingml/2006/main">
            <a:r>
              <a:t/>
            </a:r>
          </a:p>
          <a:p xmlns:a="http://schemas.openxmlformats.org/drawingml/2006/main">
            <a:r>
              <a:t>[Sources]</a:t>
            </a:r>
          </a:p>
          <a:p xmlns:a="http://schemas.openxmlformats.org/drawingml/2006/main">
            <a:r>
              <a:t>- repo:week01/lab/app/providers.py</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오류를 숨기지 않고 status와 복구 경로를 운영 증거로 남긴다. 503일 때 수업을 중단하지 말고 demo로 필수 경로를 완료한다.</a:t>
            </a:r>
          </a:p>
          <a:p xmlns:a="http://schemas.openxmlformats.org/drawingml/2006/main">
            <a:r>
              <a:t/>
            </a:r>
          </a:p>
          <a:p xmlns:a="http://schemas.openxmlformats.org/drawingml/2006/main">
            <a:r>
              <a:t>[Sources]</a:t>
            </a:r>
          </a:p>
          <a:p xmlns:a="http://schemas.openxmlformats.org/drawingml/2006/main">
            <a:r>
              <a:t>- repo:week01/lab/app/main.py</a:t>
            </a:r>
          </a:p>
          <a:p xmlns:a="http://schemas.openxmlformats.org/drawingml/2006/main">
            <a:r>
              <a:t>- repo:week01/lab/app/providers.py</a:t>
            </a:r>
          </a:p>
          <a:p xmlns:a="http://schemas.openxmlformats.org/drawingml/2006/main">
            <a:r>
              <a:t>- repo:week01/lab/README.md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학생은 첫 주부터 문제 후보, 실행 증거, 교수에게 확인할 질문을 포트폴리오에 남긴다. 이 기록은 8주차 온라인 제출 기획서와 이후 구현의 근거가 된다. 16주차 프로젝트 발표는 실시간 온라인으로 진행한다.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repo:curriculum/2026-2/01_기말프로젝트_기획서_가이드.md</a:t>
            </a:r>
          </a:p>
          <a:p xmlns:a="http://schemas.openxmlformats.org/drawingml/2006/main">
            <a:r>
              <a:t>- repo:week01/lecture/01_week1_강의안.md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8595b50dec44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c614eae17b4652" /><Relationship Type="http://schemas.openxmlformats.org/officeDocument/2006/relationships/slideLayout" Target="/ppt/slideLayouts/slideLayout1.xml" Id="R85fa104adfbf4e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fa104adfbf4e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98A2B3"/>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8243fb98d984faf" /><Relationship Type="http://schemas.openxmlformats.org/officeDocument/2006/relationships/notesSlide" Target="/ppt/notesSlides/notesSlide1.xml" Id="R30aa41d0f4124f0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a463eabd36b499d" /><Relationship Type="http://schemas.openxmlformats.org/officeDocument/2006/relationships/notesSlide" Target="/ppt/notesSlides/notesSlide2.xml" Id="Rc8bd9cd8aba74e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38e21d586274b2b" /><Relationship Type="http://schemas.openxmlformats.org/officeDocument/2006/relationships/notesSlide" Target="/ppt/notesSlides/notesSlide3.xml" Id="Rd68588efb4d742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fbfc752f8bd4606" /><Relationship Type="http://schemas.openxmlformats.org/officeDocument/2006/relationships/notesSlide" Target="/ppt/notesSlides/notesSlide4.xml" Id="R17e2ded77aa94df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c4df3320e7041fc" /><Relationship Type="http://schemas.openxmlformats.org/officeDocument/2006/relationships/notesSlide" Target="/ppt/notesSlides/notesSlide5.xml" Id="R84cd37fb61c64b1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9a441994b1e4c66" /><Relationship Type="http://schemas.openxmlformats.org/officeDocument/2006/relationships/notesSlide" Target="/ppt/notesSlides/notesSlide6.xml" Id="R2733c3bf145043d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5ffde02c5647a6" /><Relationship Type="http://schemas.openxmlformats.org/officeDocument/2006/relationships/notesSlide" Target="/ppt/notesSlides/notesSlide7.xml" Id="Rfc8ffcf0df3847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9f3408ca2694b4d" /><Relationship Type="http://schemas.openxmlformats.org/officeDocument/2006/relationships/image" Target="/ppt/media/image.png" Id="Rf089a5d2bcc74e27" /><Relationship Type="http://schemas.openxmlformats.org/officeDocument/2006/relationships/notesSlide" Target="/ppt/notesSlides/notesSlide8.xml" Id="R220d8726549e4dd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c604c61f0c74634" /><Relationship Type="http://schemas.openxmlformats.org/officeDocument/2006/relationships/notesSlide" Target="/ppt/notesSlides/notesSlide9.xml" Id="Rd0bd4708417449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d617fa4d8ca412e" /><Relationship Type="http://schemas.openxmlformats.org/officeDocument/2006/relationships/notesSlide" Target="/ppt/notesSlides/notesSlide10.xml" Id="Rf04e3646043446e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4fa9da3f386455a" /><Relationship Type="http://schemas.openxmlformats.org/officeDocument/2006/relationships/notesSlide" Target="/ppt/notesSlides/notesSlide11.xml" Id="R38d238558861450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271e37da3b24561" /><Relationship Type="http://schemas.openxmlformats.org/officeDocument/2006/relationships/notesSlide" Target="/ppt/notesSlides/notesSlide12.xml" Id="Rce77348698a0453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ec991f3ab0f4ae0" /><Relationship Type="http://schemas.openxmlformats.org/officeDocument/2006/relationships/notesSlide" Target="/ppt/notesSlides/notesSlide13.xml" Id="R52c7d6c9a7a6418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53cbdd1249742bf" /><Relationship Type="http://schemas.openxmlformats.org/officeDocument/2006/relationships/notesSlide" Target="/ppt/notesSlides/notesSlide14.xml" Id="R666a32869f68482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a7e55abb5544d09" /><Relationship Type="http://schemas.openxmlformats.org/officeDocument/2006/relationships/notesSlide" Target="/ppt/notesSlides/notesSlide15.xml" Id="Rd66ee952da02431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90e5b0693ee4a62" /><Relationship Type="http://schemas.openxmlformats.org/officeDocument/2006/relationships/notesSlide" Target="/ppt/notesSlides/notesSlide16.xml" Id="Ra5064e983ae744a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350258f70ae417e" /><Relationship Type="http://schemas.openxmlformats.org/officeDocument/2006/relationships/notesSlide" Target="/ppt/notesSlides/notesSlide17.xml" Id="R83f7386a6f11492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902dd07afea4110" /><Relationship Type="http://schemas.openxmlformats.org/officeDocument/2006/relationships/notesSlide" Target="/ppt/notesSlides/notesSlide18.xml" Id="Red26390b96e94b3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f6f1d4b3e114d8c" /><Relationship Type="http://schemas.openxmlformats.org/officeDocument/2006/relationships/notesSlide" Target="/ppt/notesSlides/notesSlide19.xml" Id="Rece794611196406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c1d4c96d3184dcc" /><Relationship Type="http://schemas.openxmlformats.org/officeDocument/2006/relationships/notesSlide" Target="/ppt/notesSlides/notesSlide20.xml" Id="R0a67d65c1ed249c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f3251d679814464" /><Relationship Type="http://schemas.openxmlformats.org/officeDocument/2006/relationships/notesSlide" Target="/ppt/notesSlides/notesSlide21.xml" Id="Rb6fd8ea61844410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a8da1067a7c4b01" /><Relationship Type="http://schemas.openxmlformats.org/officeDocument/2006/relationships/notesSlide" Target="/ppt/notesSlides/notesSlide22.xml" Id="Ra8b62041d4ee481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6104fc5bb024912" /><Relationship Type="http://schemas.openxmlformats.org/officeDocument/2006/relationships/notesSlide" Target="/ppt/notesSlides/notesSlide23.xml" Id="R6d6bcbd62e274b0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f3cd3a431ab443c" /><Relationship Type="http://schemas.openxmlformats.org/officeDocument/2006/relationships/notesSlide" Target="/ppt/notesSlides/notesSlide24.xml" Id="R4a7e1f0001094b2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bdf303a10174e3e" /><Relationship Type="http://schemas.openxmlformats.org/officeDocument/2006/relationships/notesSlide" Target="/ppt/notesSlides/notesSlide25.xml" Id="R160004648d6f4c6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76f042528a14dfe" /><Relationship Type="http://schemas.openxmlformats.org/officeDocument/2006/relationships/notesSlide" Target="/ppt/notesSlides/notesSlide26.xml" Id="R765d3f4138674ba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3924d0dbf9b4aa8" /><Relationship Type="http://schemas.openxmlformats.org/officeDocument/2006/relationships/notesSlide" Target="/ppt/notesSlides/notesSlide27.xml" Id="R0b40901b2227488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c4aed0397a44072" /><Relationship Type="http://schemas.openxmlformats.org/officeDocument/2006/relationships/notesSlide" Target="/ppt/notesSlides/notesSlide28.xml" Id="Rf0ce86ed57c4440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f152e61e5364f53" /><Relationship Type="http://schemas.openxmlformats.org/officeDocument/2006/relationships/notesSlide" Target="/ppt/notesSlides/notesSlide29.xml" Id="R6cbfd719e17d4ad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4e50b23c9ca434b" /><Relationship Type="http://schemas.openxmlformats.org/officeDocument/2006/relationships/notesSlide" Target="/ppt/notesSlides/notesSlide30.xml" Id="R3360c6fc31d843a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d34135129805453b" /><Relationship Type="http://schemas.openxmlformats.org/officeDocument/2006/relationships/notesSlide" Target="/ppt/notesSlides/notesSlide31.xml" Id="R0d6fd8e70c5e4a4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021564efa0f4e4e" /><Relationship Type="http://schemas.openxmlformats.org/officeDocument/2006/relationships/notesSlide" Target="/ppt/notesSlides/notesSlide32.xml" Id="R994a39f9297c48f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2eb5a045c0bf4be6" /><Relationship Type="http://schemas.openxmlformats.org/officeDocument/2006/relationships/notesSlide" Target="/ppt/notesSlides/notesSlide33.xml" Id="R283023e5d0ac489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284748ab6998449c" /><Relationship Type="http://schemas.openxmlformats.org/officeDocument/2006/relationships/notesSlide" Target="/ppt/notesSlides/notesSlide34.xml" Id="Ref24f94ca146482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3098a1ffb3bb4942" /><Relationship Type="http://schemas.openxmlformats.org/officeDocument/2006/relationships/notesSlide" Target="/ppt/notesSlides/notesSlide35.xml" Id="Rd28bc79a1ee24cf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e306439d6d66469e" /><Relationship Type="http://schemas.openxmlformats.org/officeDocument/2006/relationships/notesSlide" Target="/ppt/notesSlides/notesSlide36.xml" Id="Ra30da967ff7840b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2561e0cf1597472d" /><Relationship Type="http://schemas.openxmlformats.org/officeDocument/2006/relationships/notesSlide" Target="/ppt/notesSlides/notesSlide37.xml" Id="R54539bd70edd4dd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17850de727d848e7" /><Relationship Type="http://schemas.openxmlformats.org/officeDocument/2006/relationships/notesSlide" Target="/ppt/notesSlides/notesSlide38.xml" Id="R3babbd2258c0484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fb7cee52858f4592" /><Relationship Type="http://schemas.openxmlformats.org/officeDocument/2006/relationships/notesSlide" Target="/ppt/notesSlides/notesSlide39.xml" Id="R6996fbd7b0bc41d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82b8f829558a4239" /><Relationship Type="http://schemas.openxmlformats.org/officeDocument/2006/relationships/notesSlide" Target="/ppt/notesSlides/notesSlide40.xml" Id="Ra3686b86fe1b405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47291601a814407a" /><Relationship Type="http://schemas.openxmlformats.org/officeDocument/2006/relationships/notesSlide" Target="/ppt/notesSlides/notesSlide41.xml" Id="R2fa6abcb29e04bc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c2092a6a52fc4db5" /><Relationship Type="http://schemas.openxmlformats.org/officeDocument/2006/relationships/notesSlide" Target="/ppt/notesSlides/notesSlide42.xml" Id="R6ff077cbe850478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10584161e6d48a3" /><Relationship Type="http://schemas.openxmlformats.org/officeDocument/2006/relationships/notesSlide" Target="/ppt/notesSlides/notesSlide43.xml" Id="Rd97ffa17fe2b431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4d9ba47c251a4454" /><Relationship Type="http://schemas.openxmlformats.org/officeDocument/2006/relationships/notesSlide" Target="/ppt/notesSlides/notesSlide44.xml" Id="R3a70dd00fee7471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a5d163728aa4311" /><Relationship Type="http://schemas.openxmlformats.org/officeDocument/2006/relationships/notesSlide" Target="/ppt/notesSlides/notesSlide45.xml" Id="R6c496366ffc445c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9e1b84897bb44c7c" /><Relationship Type="http://schemas.openxmlformats.org/officeDocument/2006/relationships/notesSlide" Target="/ppt/notesSlides/notesSlide46.xml" Id="Rafd578b962c2488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440846c3340e4859" /><Relationship Type="http://schemas.openxmlformats.org/officeDocument/2006/relationships/notesSlide" Target="/ppt/notesSlides/notesSlide47.xml" Id="R8524272037514ec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7d25a28589cb42c8" /><Relationship Type="http://schemas.openxmlformats.org/officeDocument/2006/relationships/notesSlide" Target="/ppt/notesSlides/notesSlide48.xml" Id="R54c42077b5dd418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81ceb949d79f4e1b" /><Relationship Type="http://schemas.openxmlformats.org/officeDocument/2006/relationships/notesSlide" Target="/ppt/notesSlides/notesSlide49.xml" Id="Ra37989e4433b4ea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d5ddc4a8caf74dfa" /><Relationship Type="http://schemas.openxmlformats.org/officeDocument/2006/relationships/notesSlide" Target="/ppt/notesSlides/notesSlide50.xml" Id="R7496e5a66a1a43e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f943dbf5eb604181" /><Relationship Type="http://schemas.openxmlformats.org/officeDocument/2006/relationships/notesSlide" Target="/ppt/notesSlides/notesSlide51.xml" Id="Ra991831085114fe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f632d57ef90242bf" /><Relationship Type="http://schemas.openxmlformats.org/officeDocument/2006/relationships/notesSlide" Target="/ppt/notesSlides/notesSlide52.xml" Id="Rb24844d653ee419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7a3c9aa83de947db" /><Relationship Type="http://schemas.openxmlformats.org/officeDocument/2006/relationships/notesSlide" Target="/ppt/notesSlides/notesSlide53.xml" Id="R3a26ec342fc1491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9d89b3d7454a401a" /><Relationship Type="http://schemas.openxmlformats.org/officeDocument/2006/relationships/notesSlide" Target="/ppt/notesSlides/notesSlide54.xml" Id="R868f64345844448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325ebc0473934859" /><Relationship Type="http://schemas.openxmlformats.org/officeDocument/2006/relationships/notesSlide" Target="/ppt/notesSlides/notesSlide55.xml" Id="Rf234b8b3eeec498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2a86612adcc043f4" /><Relationship Type="http://schemas.openxmlformats.org/officeDocument/2006/relationships/notesSlide" Target="/ppt/notesSlides/notesSlide56.xml" Id="R5ab8aecfd82343cc"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0758821c60f4f47" /><Relationship Type="http://schemas.openxmlformats.org/officeDocument/2006/relationships/notesSlide" Target="/ppt/notesSlides/notesSlide57.xml" Id="R638d6d2b3d95434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6e02aae2da044722" /><Relationship Type="http://schemas.openxmlformats.org/officeDocument/2006/relationships/notesSlide" Target="/ppt/notesSlides/notesSlide58.xml" Id="R7ef7f90c940c405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30dfafa117d14da0" /><Relationship Type="http://schemas.openxmlformats.org/officeDocument/2006/relationships/notesSlide" Target="/ppt/notesSlides/notesSlide59.xml" Id="R5f27dd6436c042b9"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47650ae0ad6b4b2c" /><Relationship Type="http://schemas.openxmlformats.org/officeDocument/2006/relationships/notesSlide" Target="/ppt/notesSlides/notesSlide60.xml" Id="Rbc3ee8b9bcd6400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6a3b57c20cbd41c3" /><Relationship Type="http://schemas.openxmlformats.org/officeDocument/2006/relationships/notesSlide" Target="/ppt/notesSlides/notesSlide61.xml" Id="R8ea5a21467fb4186"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270cc70102b845dd" /><Relationship Type="http://schemas.openxmlformats.org/officeDocument/2006/relationships/notesSlide" Target="/ppt/notesSlides/notesSlide62.xml" Id="Rebc7384a08ab4dc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a822a39d49f042e6" /><Relationship Type="http://schemas.openxmlformats.org/officeDocument/2006/relationships/notesSlide" Target="/ppt/notesSlides/notesSlide63.xml" Id="R0c84a2555e6a46a3"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9c40604504b547c1" /><Relationship Type="http://schemas.openxmlformats.org/officeDocument/2006/relationships/notesSlide" Target="/ppt/notesSlides/notesSlide64.xml" Id="Rc09038d9544f4a30"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c5de4ea75c04c67" /><Relationship Type="http://schemas.openxmlformats.org/officeDocument/2006/relationships/notesSlide" Target="/ppt/notesSlides/notesSlide65.xml" Id="R6a9fdb457a8447a3"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ad8085f97b5d4b87" /><Relationship Type="http://schemas.openxmlformats.org/officeDocument/2006/relationships/notesSlide" Target="/ppt/notesSlides/notesSlide66.xml" Id="R21bd0cd724d14331"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fa6b431f9e0941aa" /><Relationship Type="http://schemas.openxmlformats.org/officeDocument/2006/relationships/notesSlide" Target="/ppt/notesSlides/notesSlide67.xml" Id="Ra0b1336ce44e4496"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edab4bf79ae4689" /><Relationship Type="http://schemas.openxmlformats.org/officeDocument/2006/relationships/notesSlide" Target="/ppt/notesSlides/notesSlide68.xml" Id="R087427e4884f41d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aa8bf5b551cc464d" /><Relationship Type="http://schemas.openxmlformats.org/officeDocument/2006/relationships/notesSlide" Target="/ppt/notesSlides/notesSlide69.xml" Id="R05237db54a9241b4"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203cac4056e64db7" /><Relationship Type="http://schemas.openxmlformats.org/officeDocument/2006/relationships/notesSlide" Target="/ppt/notesSlides/notesSlide70.xml" Id="R3761faf6114c427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cbb7557af5d2445a" /><Relationship Type="http://schemas.openxmlformats.org/officeDocument/2006/relationships/image" Target="/ppt/media/image2.png" Id="Rbaa566d25e2e4754" /><Relationship Type="http://schemas.openxmlformats.org/officeDocument/2006/relationships/notesSlide" Target="/ppt/notesSlides/notesSlide71.xml" Id="Raea9ef1c539a4ec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75aa50c5d04948f9" /><Relationship Type="http://schemas.openxmlformats.org/officeDocument/2006/relationships/image" Target="/ppt/media/image3.png" Id="Rf3a273fedadb48ee" /><Relationship Type="http://schemas.openxmlformats.org/officeDocument/2006/relationships/notesSlide" Target="/ppt/notesSlides/notesSlide72.xml" Id="Rb4f8fa3f32264cdd"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00c7217d76ee4294" /><Relationship Type="http://schemas.openxmlformats.org/officeDocument/2006/relationships/notesSlide" Target="/ppt/notesSlides/notesSlide73.xml" Id="R57e6318a6644461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b208325b043d457a" /><Relationship Type="http://schemas.openxmlformats.org/officeDocument/2006/relationships/image" Target="/ppt/media/image4.png" Id="R1bcbcd20452c4005" /><Relationship Type="http://schemas.openxmlformats.org/officeDocument/2006/relationships/notesSlide" Target="/ppt/notesSlides/notesSlide74.xml" Id="R74061cb719914c8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82c4076610a14248" /><Relationship Type="http://schemas.openxmlformats.org/officeDocument/2006/relationships/image" Target="/ppt/media/image5.png" Id="R327d1bea6fc94192" /><Relationship Type="http://schemas.openxmlformats.org/officeDocument/2006/relationships/notesSlide" Target="/ppt/notesSlides/notesSlide75.xml" Id="R1aebbf3f4fbd4daa"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8deb90846101449f" /><Relationship Type="http://schemas.openxmlformats.org/officeDocument/2006/relationships/notesSlide" Target="/ppt/notesSlides/notesSlide76.xml" Id="R36231bc399fe479e"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8edaf36e8e954594" /><Relationship Type="http://schemas.openxmlformats.org/officeDocument/2006/relationships/notesSlide" Target="/ppt/notesSlides/notesSlide77.xml" Id="R28ae702111d340f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3eb6b408894a4c46" /><Relationship Type="http://schemas.openxmlformats.org/officeDocument/2006/relationships/notesSlide" Target="/ppt/notesSlides/notesSlide78.xml" Id="Re046ecf754ca4924"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778c93787bd74a0f" /><Relationship Type="http://schemas.openxmlformats.org/officeDocument/2006/relationships/notesSlide" Target="/ppt/notesSlides/notesSlide79.xml" Id="Ra6a7d214389d4164"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204ba939674947c1" /><Relationship Type="http://schemas.openxmlformats.org/officeDocument/2006/relationships/notesSlide" Target="/ppt/notesSlides/notesSlide80.xml" Id="Rdfed36a7faa44f85"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81F92F7-28F9-45DC-ABDB-29BCEC53B2C0}"/>
              </a:ext>
            </a:extLst>
          </p:cNvPr>
          <p:cNvSpPr>
            <a:spLocks xmlns:a="http://schemas.openxmlformats.org/drawingml/2006/main" noGrp="1"/>
          </p:cNvSpPr>
          <p:nvPr/>
        </p:nvSpPr>
        <p:spPr>
          <a:xfrm xmlns:a="http://schemas.openxmlformats.org/drawingml/2006/main">
            <a:off x="609600" y="40005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ORIENTATION &amp; LIFECYCLE</a:t>
            </a:r>
          </a:p>
        </p:txBody>
      </p:sp>
      <p:sp>
        <p:nvSpPr>
          <p:cNvPr id="2" name="">
            <a:extLst xmlns:a="http://schemas.openxmlformats.org/drawingml/2006/main">
              <a:ext uri="{FF2B5EF4-FFF2-40B4-BE49-F238E27FC236}">
                <a16:creationId xmlns:a16="http://schemas.microsoft.com/office/drawing/2014/main" id="{4EE7E7B3-EF0B-4585-9E86-1323C4EF22E5}"/>
              </a:ext>
            </a:extLst>
          </p:cNvPr>
          <p:cNvSpPr>
            <a:spLocks xmlns:a="http://schemas.openxmlformats.org/drawingml/2006/main" noGrp="1"/>
          </p:cNvSpPr>
          <p:nvPr/>
        </p:nvSpPr>
        <p:spPr>
          <a:xfrm xmlns:a="http://schemas.openxmlformats.org/drawingml/2006/main">
            <a:off x="609600" y="1466850"/>
            <a:ext cx="9525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4350" b="1">
                <a:solidFill>
                  <a:srgbClr val="FFFFFF"/>
                </a:solidFill>
                <a:latin typeface="AppleGothic"/>
                <a:ea typeface="AppleGothic"/>
                <a:cs typeface="AppleGothic"/>
              </a:defRPr>
            </a:pPr>
            <a:r>
              <a:rPr sz="4350" b="1">
                <a:solidFill>
                  <a:srgbClr val="FFFFFF"/>
                </a:solidFill>
                <a:latin typeface="AppleGothic"/>
                <a:ea typeface="AppleGothic"/>
                <a:cs typeface="AppleGothic"/>
              </a:rPr>
              <a:t>LLM 서비스</a:t>
            </a:r>
          </a:p>
        </p:txBody>
      </p:sp>
      <p:sp>
        <p:nvSpPr>
          <p:cNvPr id="3" name="">
            <a:extLst xmlns:a="http://schemas.openxmlformats.org/drawingml/2006/main">
              <a:ext uri="{FF2B5EF4-FFF2-40B4-BE49-F238E27FC236}">
                <a16:creationId xmlns:a16="http://schemas.microsoft.com/office/drawing/2014/main" id="{41151F81-42E0-44D9-B7E7-AAF717EDF180}"/>
              </a:ext>
            </a:extLst>
          </p:cNvPr>
          <p:cNvSpPr>
            <a:spLocks xmlns:a="http://schemas.openxmlformats.org/drawingml/2006/main" noGrp="1"/>
          </p:cNvSpPr>
          <p:nvPr/>
        </p:nvSpPr>
        <p:spPr>
          <a:xfrm xmlns:a="http://schemas.openxmlformats.org/drawingml/2006/main">
            <a:off x="609600" y="2171700"/>
            <a:ext cx="9906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5400" b="1">
                <a:solidFill>
                  <a:srgbClr val="2563EB"/>
                </a:solidFill>
                <a:latin typeface="AppleGothic"/>
                <a:ea typeface="AppleGothic"/>
                <a:cs typeface="AppleGothic"/>
              </a:defRPr>
            </a:pPr>
            <a:r>
              <a:rPr sz="5400" b="1">
                <a:solidFill>
                  <a:srgbClr val="2563EB"/>
                </a:solidFill>
                <a:latin typeface="AppleGothic"/>
                <a:ea typeface="AppleGothic"/>
                <a:cs typeface="AppleGothic"/>
              </a:rPr>
              <a:t>운영의 기본</a:t>
            </a:r>
          </a:p>
        </p:txBody>
      </p:sp>
      <p:sp>
        <p:nvSpPr>
          <p:cNvPr id="4" name="">
            <a:extLst xmlns:a="http://schemas.openxmlformats.org/drawingml/2006/main">
              <a:ext uri="{FF2B5EF4-FFF2-40B4-BE49-F238E27FC236}">
                <a16:creationId xmlns:a16="http://schemas.microsoft.com/office/drawing/2014/main" id="{5BBEFDDE-1F44-4442-8B5C-AB190C87DEF2}"/>
              </a:ext>
            </a:extLst>
          </p:cNvPr>
          <p:cNvSpPr>
            <a:spLocks xmlns:a="http://schemas.openxmlformats.org/drawingml/2006/main" noGrp="1"/>
          </p:cNvSpPr>
          <p:nvPr/>
        </p:nvSpPr>
        <p:spPr>
          <a:xfrm xmlns:a="http://schemas.openxmlformats.org/drawingml/2006/main">
            <a:off x="7848600" y="3067050"/>
            <a:ext cx="3733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LARGE LANGUAGE MODEL (LLM)</a:t>
            </a:r>
          </a:p>
        </p:txBody>
      </p:sp>
      <p:sp>
        <p:nvSpPr>
          <p:cNvPr id="5" name="">
            <a:extLst xmlns:a="http://schemas.openxmlformats.org/drawingml/2006/main">
              <a:ext uri="{FF2B5EF4-FFF2-40B4-BE49-F238E27FC236}">
                <a16:creationId xmlns:a16="http://schemas.microsoft.com/office/drawing/2014/main" id="{D00969C5-ACAA-4B52-A397-24D1EEEA659D}"/>
              </a:ext>
            </a:extLst>
          </p:cNvPr>
          <p:cNvSpPr>
            <a:spLocks xmlns:a="http://schemas.openxmlformats.org/drawingml/2006/main" noGrp="1"/>
          </p:cNvSpPr>
          <p:nvPr/>
        </p:nvSpPr>
        <p:spPr>
          <a:xfrm xmlns:a="http://schemas.openxmlformats.org/drawingml/2006/main" flipH="0" flipV="0">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6" name="">
            <a:extLst xmlns:a="http://schemas.openxmlformats.org/drawingml/2006/main">
              <a:ext uri="{FF2B5EF4-FFF2-40B4-BE49-F238E27FC236}">
                <a16:creationId xmlns:a16="http://schemas.microsoft.com/office/drawing/2014/main" id="{5924138F-E57E-4D2F-91CF-E8D104CF5B6A}"/>
              </a:ext>
            </a:extLst>
          </p:cNvPr>
          <p:cNvSpPr>
            <a:spLocks xmlns:a="http://schemas.openxmlformats.org/drawingml/2006/main" noGrp="1"/>
          </p:cNvSpPr>
          <p:nvPr/>
        </p:nvSpPr>
        <p:spPr>
          <a:xfrm xmlns:a="http://schemas.openxmlformats.org/drawingml/2006/main">
            <a:off x="6096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01  TRACE</a:t>
            </a:r>
          </a:p>
        </p:txBody>
      </p:sp>
      <p:sp>
        <p:nvSpPr>
          <p:cNvPr id="7" name="">
            <a:extLst xmlns:a="http://schemas.openxmlformats.org/drawingml/2006/main">
              <a:ext uri="{FF2B5EF4-FFF2-40B4-BE49-F238E27FC236}">
                <a16:creationId xmlns:a16="http://schemas.microsoft.com/office/drawing/2014/main" id="{A17CAAE0-5092-4521-9DF3-C260AB356876}"/>
              </a:ext>
            </a:extLst>
          </p:cNvPr>
          <p:cNvSpPr>
            <a:spLocks xmlns:a="http://schemas.openxmlformats.org/drawingml/2006/main" noGrp="1"/>
          </p:cNvSpPr>
          <p:nvPr/>
        </p:nvSpPr>
        <p:spPr>
          <a:xfrm xmlns:a="http://schemas.openxmlformats.org/drawingml/2006/main" flipH="0" flipV="0">
            <a:off x="609600" y="4324350"/>
            <a:ext cx="234315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8" name="">
            <a:extLst xmlns:a="http://schemas.openxmlformats.org/drawingml/2006/main">
              <a:ext uri="{FF2B5EF4-FFF2-40B4-BE49-F238E27FC236}">
                <a16:creationId xmlns:a16="http://schemas.microsoft.com/office/drawing/2014/main" id="{2DA13678-10E4-4588-9092-5DCF80B86192}"/>
              </a:ext>
            </a:extLst>
          </p:cNvPr>
          <p:cNvSpPr>
            <a:spLocks xmlns:a="http://schemas.openxmlformats.org/drawingml/2006/main" noGrp="1"/>
          </p:cNvSpPr>
          <p:nvPr/>
        </p:nvSpPr>
        <p:spPr>
          <a:xfrm xmlns:a="http://schemas.openxmlformats.org/drawingml/2006/main">
            <a:off x="33528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02  COMPARE</a:t>
            </a:r>
          </a:p>
        </p:txBody>
      </p:sp>
      <p:sp>
        <p:nvSpPr>
          <p:cNvPr id="9" name="">
            <a:extLst xmlns:a="http://schemas.openxmlformats.org/drawingml/2006/main">
              <a:ext uri="{FF2B5EF4-FFF2-40B4-BE49-F238E27FC236}">
                <a16:creationId xmlns:a16="http://schemas.microsoft.com/office/drawing/2014/main" id="{91F1A4EF-653A-4078-BD4B-47FFE0323098}"/>
              </a:ext>
            </a:extLst>
          </p:cNvPr>
          <p:cNvSpPr>
            <a:spLocks xmlns:a="http://schemas.openxmlformats.org/drawingml/2006/main" noGrp="1"/>
          </p:cNvSpPr>
          <p:nvPr/>
        </p:nvSpPr>
        <p:spPr>
          <a:xfrm xmlns:a="http://schemas.openxmlformats.org/drawingml/2006/main" flipH="0" flipV="0">
            <a:off x="3352800" y="4324350"/>
            <a:ext cx="23431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2EFDF5F0-F21F-4F2D-9B5C-A2482FB5CBA0}"/>
              </a:ext>
            </a:extLst>
          </p:cNvPr>
          <p:cNvSpPr>
            <a:spLocks xmlns:a="http://schemas.openxmlformats.org/drawingml/2006/main" noGrp="1"/>
          </p:cNvSpPr>
          <p:nvPr/>
        </p:nvSpPr>
        <p:spPr>
          <a:xfrm xmlns:a="http://schemas.openxmlformats.org/drawingml/2006/main">
            <a:off x="60960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03  EVALUATE</a:t>
            </a:r>
          </a:p>
        </p:txBody>
      </p:sp>
      <p:sp>
        <p:nvSpPr>
          <p:cNvPr id="11" name="">
            <a:extLst xmlns:a="http://schemas.openxmlformats.org/drawingml/2006/main">
              <a:ext uri="{FF2B5EF4-FFF2-40B4-BE49-F238E27FC236}">
                <a16:creationId xmlns:a16="http://schemas.microsoft.com/office/drawing/2014/main" id="{C4623832-3FE4-411F-B3E8-2D2FA74E33EE}"/>
              </a:ext>
            </a:extLst>
          </p:cNvPr>
          <p:cNvSpPr>
            <a:spLocks xmlns:a="http://schemas.openxmlformats.org/drawingml/2006/main" noGrp="1"/>
          </p:cNvSpPr>
          <p:nvPr/>
        </p:nvSpPr>
        <p:spPr>
          <a:xfrm xmlns:a="http://schemas.openxmlformats.org/drawingml/2006/main" flipH="0" flipV="0">
            <a:off x="6096000" y="4324350"/>
            <a:ext cx="23431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8854161B-B058-4E46-86F9-7867D116020B}"/>
              </a:ext>
            </a:extLst>
          </p:cNvPr>
          <p:cNvSpPr>
            <a:spLocks xmlns:a="http://schemas.openxmlformats.org/drawingml/2006/main" noGrp="1"/>
          </p:cNvSpPr>
          <p:nvPr/>
        </p:nvSpPr>
        <p:spPr>
          <a:xfrm xmlns:a="http://schemas.openxmlformats.org/drawingml/2006/main">
            <a:off x="88392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04  IMPROVE</a:t>
            </a:r>
          </a:p>
        </p:txBody>
      </p:sp>
      <p:sp>
        <p:nvSpPr>
          <p:cNvPr id="13" name="">
            <a:extLst xmlns:a="http://schemas.openxmlformats.org/drawingml/2006/main">
              <a:ext uri="{FF2B5EF4-FFF2-40B4-BE49-F238E27FC236}">
                <a16:creationId xmlns:a16="http://schemas.microsoft.com/office/drawing/2014/main" id="{8AA86F93-E1D0-4983-929B-FF0D99871CFB}"/>
              </a:ext>
            </a:extLst>
          </p:cNvPr>
          <p:cNvSpPr>
            <a:spLocks xmlns:a="http://schemas.openxmlformats.org/drawingml/2006/main" noGrp="1"/>
          </p:cNvSpPr>
          <p:nvPr/>
        </p:nvSpPr>
        <p:spPr>
          <a:xfrm xmlns:a="http://schemas.openxmlformats.org/drawingml/2006/main" flipH="0" flipV="0">
            <a:off x="8839200" y="4324350"/>
            <a:ext cx="23431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C60B95B8-F5A3-4B87-8DEA-F43CB61E233E}"/>
              </a:ext>
            </a:extLst>
          </p:cNvPr>
          <p:cNvSpPr>
            <a:spLocks xmlns:a="http://schemas.openxmlformats.org/drawingml/2006/main" noGrp="1"/>
          </p:cNvSpPr>
          <p:nvPr/>
        </p:nvSpPr>
        <p:spPr>
          <a:xfrm xmlns:a="http://schemas.openxmlformats.org/drawingml/2006/main">
            <a:off x="609600" y="5219700"/>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실행 추적 · 비교 평가 · 16주 프로젝트 운영</a:t>
            </a:r>
          </a:p>
        </p:txBody>
      </p:sp>
      <p:sp>
        <p:nvSpPr>
          <p:cNvPr id="15" name="">
            <a:extLst xmlns:a="http://schemas.openxmlformats.org/drawingml/2006/main">
              <a:ext uri="{FF2B5EF4-FFF2-40B4-BE49-F238E27FC236}">
                <a16:creationId xmlns:a16="http://schemas.microsoft.com/office/drawing/2014/main" id="{CFC0CAED-A871-4E3B-A7C2-FC127C6FF756}"/>
              </a:ext>
            </a:extLst>
          </p:cNvPr>
          <p:cNvSpPr>
            <a:spLocks xmlns:a="http://schemas.openxmlformats.org/drawingml/2006/main" noGrp="1"/>
          </p:cNvSpPr>
          <p:nvPr/>
        </p:nvSpPr>
        <p:spPr>
          <a:xfrm xmlns:a="http://schemas.openxmlformats.org/drawingml/2006/main">
            <a:off x="4057650" y="5715000"/>
            <a:ext cx="7524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ARTIFICIAL INTELLIGENCE (AI) · PRODUCT MANAGER (PM)</a:t>
            </a:r>
          </a:p>
        </p:txBody>
      </p:sp>
      <p:sp>
        <p:nvSpPr>
          <p:cNvPr id="16" name="">
            <a:extLst xmlns:a="http://schemas.openxmlformats.org/drawingml/2006/main">
              <a:ext uri="{FF2B5EF4-FFF2-40B4-BE49-F238E27FC236}">
                <a16:creationId xmlns:a16="http://schemas.microsoft.com/office/drawing/2014/main" id="{49071390-E014-49E5-B2CF-CAC94687CFC3}"/>
              </a:ext>
            </a:extLst>
          </p:cNvPr>
          <p:cNvSpPr>
            <a:spLocks xmlns:a="http://schemas.openxmlformats.org/drawingml/2006/main" noGrp="1"/>
          </p:cNvSpPr>
          <p:nvPr/>
        </p:nvSpPr>
        <p:spPr>
          <a:xfrm xmlns:a="http://schemas.openxmlformats.org/drawingml/2006/main">
            <a:off x="4057650" y="6019800"/>
            <a:ext cx="752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차성재 · 무신사 Core AI PM × 아주대 AI대학원 겸임교수</a:t>
            </a:r>
          </a:p>
        </p:txBody>
      </p:sp>
    </p:spTree>
    <p:extLst>
      <p:ext uri="{BB962C8B-B14F-4D97-AF65-F5344CB8AC3E}">
        <p14:creationId xmlns:p14="http://schemas.microsoft.com/office/powerpoint/2010/main" val="184333357"/>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145CEE08-EE1A-4CFD-8AC9-9763F7B1D1F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4298B1AA-AB30-4DC9-9F6D-EE6EFD6E6BC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02</a:t>
            </a:r>
          </a:p>
        </p:txBody>
      </p:sp>
      <p:sp>
        <p:nvSpPr>
          <p:cNvPr id="3" name="">
            <a:extLst xmlns:a="http://schemas.openxmlformats.org/drawingml/2006/main">
              <a:ext uri="{FF2B5EF4-FFF2-40B4-BE49-F238E27FC236}">
                <a16:creationId xmlns:a16="http://schemas.microsoft.com/office/drawing/2014/main" id="{415BE521-6BF1-43F3-858A-135185387A2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7DFC51D8-E5F5-46B3-96B1-DAEA8F2E056F}"/>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E80E36A-A648-41D4-BFF6-56D6DB7289C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6" name="">
            <a:extLst xmlns:a="http://schemas.openxmlformats.org/drawingml/2006/main">
              <a:ext uri="{FF2B5EF4-FFF2-40B4-BE49-F238E27FC236}">
                <a16:creationId xmlns:a16="http://schemas.microsoft.com/office/drawing/2014/main" id="{0F75C726-92FD-4E93-9285-6E4BE448301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1주차의 위치</a:t>
            </a:r>
          </a:p>
        </p:txBody>
      </p:sp>
      <p:sp>
        <p:nvSpPr>
          <p:cNvPr id="7" name="">
            <a:extLst xmlns:a="http://schemas.openxmlformats.org/drawingml/2006/main">
              <a:ext uri="{FF2B5EF4-FFF2-40B4-BE49-F238E27FC236}">
                <a16:creationId xmlns:a16="http://schemas.microsoft.com/office/drawing/2014/main" id="{3E3C6218-430A-4608-B4A6-6F0A163144AF}"/>
              </a:ext>
            </a:extLst>
          </p:cNvPr>
          <p:cNvSpPr>
            <a:spLocks xmlns:a="http://schemas.openxmlformats.org/drawingml/2006/main" noGrp="1"/>
          </p:cNvSpPr>
          <p:nvPr/>
        </p:nvSpPr>
        <p:spPr>
          <a:xfrm xmlns:a="http://schemas.openxmlformats.org/drawingml/2006/main" rot="0">
            <a:off x="609600" y="1619250"/>
            <a:ext cx="3352800" cy="38862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9CC57078-B5AB-4F6D-B4DD-7064A6956C7E}"/>
              </a:ext>
            </a:extLst>
          </p:cNvPr>
          <p:cNvSpPr>
            <a:spLocks xmlns:a="http://schemas.openxmlformats.org/drawingml/2006/main" noGrp="1"/>
          </p:cNvSpPr>
          <p:nvPr/>
        </p:nvSpPr>
        <p:spPr>
          <a:xfrm xmlns:a="http://schemas.openxmlformats.org/drawingml/2006/main">
            <a:off x="838200" y="18669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CURRENT / WEEK 01 · 실시간 온라인</a:t>
            </a:r>
          </a:p>
        </p:txBody>
      </p:sp>
      <p:sp>
        <p:nvSpPr>
          <p:cNvPr id="9" name="">
            <a:extLst xmlns:a="http://schemas.openxmlformats.org/drawingml/2006/main">
              <a:ext uri="{FF2B5EF4-FFF2-40B4-BE49-F238E27FC236}">
                <a16:creationId xmlns:a16="http://schemas.microsoft.com/office/drawing/2014/main" id="{D02364CF-1181-4AE7-BD52-DA3E7D32BED3}"/>
              </a:ext>
            </a:extLst>
          </p:cNvPr>
          <p:cNvSpPr>
            <a:spLocks xmlns:a="http://schemas.openxmlformats.org/drawingml/2006/main" noGrp="1"/>
          </p:cNvSpPr>
          <p:nvPr/>
        </p:nvSpPr>
        <p:spPr>
          <a:xfrm xmlns:a="http://schemas.openxmlformats.org/drawingml/2006/main">
            <a:off x="838200" y="2266950"/>
            <a:ext cx="2571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150" b="1">
                <a:solidFill>
                  <a:srgbClr val="FFFFFF"/>
                </a:solidFill>
                <a:latin typeface="Menlo"/>
                <a:ea typeface="Menlo"/>
                <a:cs typeface="Menlo"/>
              </a:defRPr>
            </a:pPr>
            <a:r>
              <a:rPr sz="3150" b="1">
                <a:solidFill>
                  <a:srgbClr val="FFFFFF"/>
                </a:solidFill>
                <a:latin typeface="Menlo"/>
                <a:ea typeface="Menlo"/>
                <a:cs typeface="Menlo"/>
              </a:rPr>
              <a:t>09.04</a:t>
            </a:r>
          </a:p>
        </p:txBody>
      </p:sp>
      <p:sp>
        <p:nvSpPr>
          <p:cNvPr id="10" name="">
            <a:extLst xmlns:a="http://schemas.openxmlformats.org/drawingml/2006/main">
              <a:ext uri="{FF2B5EF4-FFF2-40B4-BE49-F238E27FC236}">
                <a16:creationId xmlns:a16="http://schemas.microsoft.com/office/drawing/2014/main" id="{E91A46B5-92C6-43E4-A105-24F68896208C}"/>
              </a:ext>
            </a:extLst>
          </p:cNvPr>
          <p:cNvSpPr>
            <a:spLocks xmlns:a="http://schemas.openxmlformats.org/drawingml/2006/main" noGrp="1"/>
          </p:cNvSpPr>
          <p:nvPr/>
        </p:nvSpPr>
        <p:spPr>
          <a:xfrm xmlns:a="http://schemas.openxmlformats.org/drawingml/2006/main">
            <a:off x="838200" y="2971800"/>
            <a:ext cx="2667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오리엔테이션과</a:t>
            </a:r>
          </a:p>
          <a:p xmlns:a="http://schemas.openxmlformats.org/drawingml/2006/main">
            <a:pPr algn="l">
              <a:lnSpc>
                <a:spcPct val="11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서비스 개선 사이클</a:t>
            </a:r>
          </a:p>
        </p:txBody>
      </p:sp>
      <p:sp>
        <p:nvSpPr>
          <p:cNvPr id="11" name="">
            <a:extLst xmlns:a="http://schemas.openxmlformats.org/drawingml/2006/main">
              <a:ext uri="{FF2B5EF4-FFF2-40B4-BE49-F238E27FC236}">
                <a16:creationId xmlns:a16="http://schemas.microsoft.com/office/drawing/2014/main" id="{877B9623-2A48-466D-9F00-C5205BA53A5B}"/>
              </a:ext>
            </a:extLst>
          </p:cNvPr>
          <p:cNvSpPr>
            <a:spLocks xmlns:a="http://schemas.openxmlformats.org/drawingml/2006/main" noGrp="1"/>
          </p:cNvSpPr>
          <p:nvPr/>
        </p:nvSpPr>
        <p:spPr>
          <a:xfrm xmlns:a="http://schemas.openxmlformats.org/drawingml/2006/main" flipH="0" flipV="0">
            <a:off x="838200" y="3905250"/>
            <a:ext cx="2667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156B1EC6-9335-4FB5-A8A1-353928D10E3C}"/>
              </a:ext>
            </a:extLst>
          </p:cNvPr>
          <p:cNvSpPr>
            <a:spLocks xmlns:a="http://schemas.openxmlformats.org/drawingml/2006/main" noGrp="1"/>
          </p:cNvSpPr>
          <p:nvPr/>
        </p:nvSpPr>
        <p:spPr>
          <a:xfrm xmlns:a="http://schemas.openxmlformats.org/drawingml/2006/main">
            <a:off x="838200" y="4171950"/>
            <a:ext cx="2667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2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한 번의 모델 호출을 어떻게 재현·비교·개선 가능한 서비스 실행으로 바꾸는가</a:t>
            </a:r>
          </a:p>
        </p:txBody>
      </p:sp>
      <p:sp>
        <p:nvSpPr>
          <p:cNvPr id="13" name="">
            <a:extLst xmlns:a="http://schemas.openxmlformats.org/drawingml/2006/main">
              <a:ext uri="{FF2B5EF4-FFF2-40B4-BE49-F238E27FC236}">
                <a16:creationId xmlns:a16="http://schemas.microsoft.com/office/drawing/2014/main" id="{2E56374F-0689-4DF9-B1A8-F9550FEFA2B2}"/>
              </a:ext>
            </a:extLst>
          </p:cNvPr>
          <p:cNvSpPr>
            <a:spLocks xmlns:a="http://schemas.openxmlformats.org/drawingml/2006/main" noGrp="1"/>
          </p:cNvSpPr>
          <p:nvPr/>
        </p:nvSpPr>
        <p:spPr>
          <a:xfrm xmlns:a="http://schemas.openxmlformats.org/drawingml/2006/main">
            <a:off x="4419600" y="163830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16-WEEK PORTFOLIO RAIL</a:t>
            </a:r>
          </a:p>
        </p:txBody>
      </p:sp>
      <p:sp>
        <p:nvSpPr>
          <p:cNvPr id="14" name="">
            <a:extLst xmlns:a="http://schemas.openxmlformats.org/drawingml/2006/main">
              <a:ext uri="{FF2B5EF4-FFF2-40B4-BE49-F238E27FC236}">
                <a16:creationId xmlns:a16="http://schemas.microsoft.com/office/drawing/2014/main" id="{7DEDD00E-FE3B-4C56-88EF-A7F0DA60819B}"/>
              </a:ext>
            </a:extLst>
          </p:cNvPr>
          <p:cNvSpPr>
            <a:spLocks xmlns:a="http://schemas.openxmlformats.org/drawingml/2006/main" noGrp="1"/>
          </p:cNvSpPr>
          <p:nvPr/>
        </p:nvSpPr>
        <p:spPr>
          <a:xfrm xmlns:a="http://schemas.openxmlformats.org/drawingml/2006/main" rot="0">
            <a:off x="4419600" y="2000250"/>
            <a:ext cx="1130300" cy="70485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5" name="">
            <a:extLst xmlns:a="http://schemas.openxmlformats.org/drawingml/2006/main">
              <a:ext uri="{FF2B5EF4-FFF2-40B4-BE49-F238E27FC236}">
                <a16:creationId xmlns:a16="http://schemas.microsoft.com/office/drawing/2014/main" id="{4D62F80A-C34B-4001-B2A4-A1ED3CCDFC13}"/>
              </a:ext>
            </a:extLst>
          </p:cNvPr>
          <p:cNvSpPr>
            <a:spLocks xmlns:a="http://schemas.openxmlformats.org/drawingml/2006/main" noGrp="1"/>
          </p:cNvSpPr>
          <p:nvPr/>
        </p:nvSpPr>
        <p:spPr>
          <a:xfrm xmlns:a="http://schemas.openxmlformats.org/drawingml/2006/main">
            <a:off x="44958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FFFFFF"/>
                </a:solidFill>
                <a:latin typeface="Menlo"/>
                <a:ea typeface="Menlo"/>
                <a:cs typeface="Menlo"/>
              </a:defRPr>
            </a:pPr>
            <a:r>
              <a:rPr sz="1050" b="1">
                <a:solidFill>
                  <a:srgbClr val="FFFFFF"/>
                </a:solidFill>
                <a:latin typeface="Menlo"/>
                <a:ea typeface="Menlo"/>
                <a:cs typeface="Menlo"/>
              </a:rPr>
              <a:t>W01–03</a:t>
            </a:r>
          </a:p>
        </p:txBody>
      </p:sp>
      <p:sp>
        <p:nvSpPr>
          <p:cNvPr id="16" name="">
            <a:extLst xmlns:a="http://schemas.openxmlformats.org/drawingml/2006/main">
              <a:ext uri="{FF2B5EF4-FFF2-40B4-BE49-F238E27FC236}">
                <a16:creationId xmlns:a16="http://schemas.microsoft.com/office/drawing/2014/main" id="{24475BE7-9B70-4AB0-88A4-9C06855C0057}"/>
              </a:ext>
            </a:extLst>
          </p:cNvPr>
          <p:cNvSpPr>
            <a:spLocks xmlns:a="http://schemas.openxmlformats.org/drawingml/2006/main" noGrp="1"/>
          </p:cNvSpPr>
          <p:nvPr/>
        </p:nvSpPr>
        <p:spPr>
          <a:xfrm xmlns:a="http://schemas.openxmlformats.org/drawingml/2006/main">
            <a:off x="44958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FFFFFF"/>
                </a:solidFill>
                <a:latin typeface="AppleGothic"/>
                <a:ea typeface="AppleGothic"/>
                <a:cs typeface="AppleGothic"/>
              </a:defRPr>
            </a:pPr>
            <a:r>
              <a:rPr sz="1125" b="1">
                <a:solidFill>
                  <a:srgbClr val="FFFFFF"/>
                </a:solidFill>
                <a:latin typeface="AppleGothic"/>
                <a:ea typeface="AppleGothic"/>
                <a:cs typeface="AppleGothic"/>
              </a:rPr>
              <a:t>문제·기준</a:t>
            </a:r>
          </a:p>
        </p:txBody>
      </p:sp>
      <p:sp>
        <p:nvSpPr>
          <p:cNvPr id="17" name="">
            <a:extLst xmlns:a="http://schemas.openxmlformats.org/drawingml/2006/main">
              <a:ext uri="{FF2B5EF4-FFF2-40B4-BE49-F238E27FC236}">
                <a16:creationId xmlns:a16="http://schemas.microsoft.com/office/drawing/2014/main" id="{44AC41CA-3BE6-47B5-B3FF-ED333CBE99A9}"/>
              </a:ext>
            </a:extLst>
          </p:cNvPr>
          <p:cNvSpPr>
            <a:spLocks xmlns:a="http://schemas.openxmlformats.org/drawingml/2006/main" noGrp="1"/>
          </p:cNvSpPr>
          <p:nvPr/>
        </p:nvSpPr>
        <p:spPr>
          <a:xfrm xmlns:a="http://schemas.openxmlformats.org/drawingml/2006/main" rot="0">
            <a:off x="56261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A07461A5-F350-4E74-9001-A1C1C0A56A47}"/>
              </a:ext>
            </a:extLst>
          </p:cNvPr>
          <p:cNvSpPr>
            <a:spLocks xmlns:a="http://schemas.openxmlformats.org/drawingml/2006/main" noGrp="1"/>
          </p:cNvSpPr>
          <p:nvPr/>
        </p:nvSpPr>
        <p:spPr>
          <a:xfrm xmlns:a="http://schemas.openxmlformats.org/drawingml/2006/main">
            <a:off x="57023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W04–05</a:t>
            </a:r>
          </a:p>
        </p:txBody>
      </p:sp>
      <p:sp>
        <p:nvSpPr>
          <p:cNvPr id="19" name="">
            <a:extLst xmlns:a="http://schemas.openxmlformats.org/drawingml/2006/main">
              <a:ext uri="{FF2B5EF4-FFF2-40B4-BE49-F238E27FC236}">
                <a16:creationId xmlns:a16="http://schemas.microsoft.com/office/drawing/2014/main" id="{02C3E474-CABF-4901-8BFF-5257585A4569}"/>
              </a:ext>
            </a:extLst>
          </p:cNvPr>
          <p:cNvSpPr>
            <a:spLocks xmlns:a="http://schemas.openxmlformats.org/drawingml/2006/main" noGrp="1"/>
          </p:cNvSpPr>
          <p:nvPr/>
        </p:nvSpPr>
        <p:spPr>
          <a:xfrm xmlns:a="http://schemas.openxmlformats.org/drawingml/2006/main">
            <a:off x="57023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데이터·근거</a:t>
            </a:r>
          </a:p>
        </p:txBody>
      </p:sp>
      <p:sp>
        <p:nvSpPr>
          <p:cNvPr id="20" name="">
            <a:extLst xmlns:a="http://schemas.openxmlformats.org/drawingml/2006/main">
              <a:ext uri="{FF2B5EF4-FFF2-40B4-BE49-F238E27FC236}">
                <a16:creationId xmlns:a16="http://schemas.microsoft.com/office/drawing/2014/main" id="{04A2DF4C-1411-42E7-AA71-563225C0BF9C}"/>
              </a:ext>
            </a:extLst>
          </p:cNvPr>
          <p:cNvSpPr>
            <a:spLocks xmlns:a="http://schemas.openxmlformats.org/drawingml/2006/main" noGrp="1"/>
          </p:cNvSpPr>
          <p:nvPr/>
        </p:nvSpPr>
        <p:spPr>
          <a:xfrm xmlns:a="http://schemas.openxmlformats.org/drawingml/2006/main" rot="0">
            <a:off x="68326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1" name="">
            <a:extLst xmlns:a="http://schemas.openxmlformats.org/drawingml/2006/main">
              <a:ext uri="{FF2B5EF4-FFF2-40B4-BE49-F238E27FC236}">
                <a16:creationId xmlns:a16="http://schemas.microsoft.com/office/drawing/2014/main" id="{18018BE6-1935-43F5-BCDC-E150AB6EB60B}"/>
              </a:ext>
            </a:extLst>
          </p:cNvPr>
          <p:cNvSpPr>
            <a:spLocks xmlns:a="http://schemas.openxmlformats.org/drawingml/2006/main" noGrp="1"/>
          </p:cNvSpPr>
          <p:nvPr/>
        </p:nvSpPr>
        <p:spPr>
          <a:xfrm xmlns:a="http://schemas.openxmlformats.org/drawingml/2006/main">
            <a:off x="69088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W06–08</a:t>
            </a:r>
          </a:p>
        </p:txBody>
      </p:sp>
      <p:sp>
        <p:nvSpPr>
          <p:cNvPr id="22" name="">
            <a:extLst xmlns:a="http://schemas.openxmlformats.org/drawingml/2006/main">
              <a:ext uri="{FF2B5EF4-FFF2-40B4-BE49-F238E27FC236}">
                <a16:creationId xmlns:a16="http://schemas.microsoft.com/office/drawing/2014/main" id="{97729C82-6A20-4716-98F4-46ECD33FF458}"/>
              </a:ext>
            </a:extLst>
          </p:cNvPr>
          <p:cNvSpPr>
            <a:spLocks xmlns:a="http://schemas.openxmlformats.org/drawingml/2006/main" noGrp="1"/>
          </p:cNvSpPr>
          <p:nvPr/>
        </p:nvSpPr>
        <p:spPr>
          <a:xfrm xmlns:a="http://schemas.openxmlformats.org/drawingml/2006/main">
            <a:off x="69088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기술·기획</a:t>
            </a:r>
          </a:p>
        </p:txBody>
      </p:sp>
      <p:sp>
        <p:nvSpPr>
          <p:cNvPr id="23" name="">
            <a:extLst xmlns:a="http://schemas.openxmlformats.org/drawingml/2006/main">
              <a:ext uri="{FF2B5EF4-FFF2-40B4-BE49-F238E27FC236}">
                <a16:creationId xmlns:a16="http://schemas.microsoft.com/office/drawing/2014/main" id="{D6FA309B-1C79-438A-A9AB-E088CA99B2D3}"/>
              </a:ext>
            </a:extLst>
          </p:cNvPr>
          <p:cNvSpPr>
            <a:spLocks xmlns:a="http://schemas.openxmlformats.org/drawingml/2006/main" noGrp="1"/>
          </p:cNvSpPr>
          <p:nvPr/>
        </p:nvSpPr>
        <p:spPr>
          <a:xfrm xmlns:a="http://schemas.openxmlformats.org/drawingml/2006/main" rot="0">
            <a:off x="80391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537E4438-2922-4F19-A1F4-2B3375758D84}"/>
              </a:ext>
            </a:extLst>
          </p:cNvPr>
          <p:cNvSpPr>
            <a:spLocks xmlns:a="http://schemas.openxmlformats.org/drawingml/2006/main" noGrp="1"/>
          </p:cNvSpPr>
          <p:nvPr/>
        </p:nvSpPr>
        <p:spPr>
          <a:xfrm xmlns:a="http://schemas.openxmlformats.org/drawingml/2006/main">
            <a:off x="81153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W09–10</a:t>
            </a:r>
          </a:p>
        </p:txBody>
      </p:sp>
      <p:sp>
        <p:nvSpPr>
          <p:cNvPr id="25" name="">
            <a:extLst xmlns:a="http://schemas.openxmlformats.org/drawingml/2006/main">
              <a:ext uri="{FF2B5EF4-FFF2-40B4-BE49-F238E27FC236}">
                <a16:creationId xmlns:a16="http://schemas.microsoft.com/office/drawing/2014/main" id="{C31F6A06-AF0F-47FE-A8FF-DE4E40BBEE86}"/>
              </a:ext>
            </a:extLst>
          </p:cNvPr>
          <p:cNvSpPr>
            <a:spLocks xmlns:a="http://schemas.openxmlformats.org/drawingml/2006/main" noGrp="1"/>
          </p:cNvSpPr>
          <p:nvPr/>
        </p:nvSpPr>
        <p:spPr>
          <a:xfrm xmlns:a="http://schemas.openxmlformats.org/drawingml/2006/main">
            <a:off x="81153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서비스·관찰</a:t>
            </a:r>
          </a:p>
        </p:txBody>
      </p:sp>
      <p:sp>
        <p:nvSpPr>
          <p:cNvPr id="26" name="">
            <a:extLst xmlns:a="http://schemas.openxmlformats.org/drawingml/2006/main">
              <a:ext uri="{FF2B5EF4-FFF2-40B4-BE49-F238E27FC236}">
                <a16:creationId xmlns:a16="http://schemas.microsoft.com/office/drawing/2014/main" id="{A7CF2786-F743-42D6-99A9-8A60D1894656}"/>
              </a:ext>
            </a:extLst>
          </p:cNvPr>
          <p:cNvSpPr>
            <a:spLocks xmlns:a="http://schemas.openxmlformats.org/drawingml/2006/main" noGrp="1"/>
          </p:cNvSpPr>
          <p:nvPr/>
        </p:nvSpPr>
        <p:spPr>
          <a:xfrm xmlns:a="http://schemas.openxmlformats.org/drawingml/2006/main" rot="0">
            <a:off x="92456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8C7742DB-E6FC-4869-9FE6-8CEE2B2FF3E7}"/>
              </a:ext>
            </a:extLst>
          </p:cNvPr>
          <p:cNvSpPr>
            <a:spLocks xmlns:a="http://schemas.openxmlformats.org/drawingml/2006/main" noGrp="1"/>
          </p:cNvSpPr>
          <p:nvPr/>
        </p:nvSpPr>
        <p:spPr>
          <a:xfrm xmlns:a="http://schemas.openxmlformats.org/drawingml/2006/main">
            <a:off x="93218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W11–14</a:t>
            </a:r>
          </a:p>
        </p:txBody>
      </p:sp>
      <p:sp>
        <p:nvSpPr>
          <p:cNvPr id="28" name="">
            <a:extLst xmlns:a="http://schemas.openxmlformats.org/drawingml/2006/main">
              <a:ext uri="{FF2B5EF4-FFF2-40B4-BE49-F238E27FC236}">
                <a16:creationId xmlns:a16="http://schemas.microsoft.com/office/drawing/2014/main" id="{E525DD82-115E-4944-93D5-486DC3122967}"/>
              </a:ext>
            </a:extLst>
          </p:cNvPr>
          <p:cNvSpPr>
            <a:spLocks xmlns:a="http://schemas.openxmlformats.org/drawingml/2006/main" noGrp="1"/>
          </p:cNvSpPr>
          <p:nvPr/>
        </p:nvSpPr>
        <p:spPr>
          <a:xfrm xmlns:a="http://schemas.openxmlformats.org/drawingml/2006/main">
            <a:off x="93218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평가·운영</a:t>
            </a:r>
          </a:p>
        </p:txBody>
      </p:sp>
      <p:sp>
        <p:nvSpPr>
          <p:cNvPr id="29" name="">
            <a:extLst xmlns:a="http://schemas.openxmlformats.org/drawingml/2006/main">
              <a:ext uri="{FF2B5EF4-FFF2-40B4-BE49-F238E27FC236}">
                <a16:creationId xmlns:a16="http://schemas.microsoft.com/office/drawing/2014/main" id="{429EBBB1-2F4D-455D-80D0-90FEAA852D6A}"/>
              </a:ext>
            </a:extLst>
          </p:cNvPr>
          <p:cNvSpPr>
            <a:spLocks xmlns:a="http://schemas.openxmlformats.org/drawingml/2006/main" noGrp="1"/>
          </p:cNvSpPr>
          <p:nvPr/>
        </p:nvSpPr>
        <p:spPr>
          <a:xfrm xmlns:a="http://schemas.openxmlformats.org/drawingml/2006/main" rot="0">
            <a:off x="104521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8DBE21F4-A87E-41D9-BD97-43DCE05F0069}"/>
              </a:ext>
            </a:extLst>
          </p:cNvPr>
          <p:cNvSpPr>
            <a:spLocks xmlns:a="http://schemas.openxmlformats.org/drawingml/2006/main" noGrp="1"/>
          </p:cNvSpPr>
          <p:nvPr/>
        </p:nvSpPr>
        <p:spPr>
          <a:xfrm xmlns:a="http://schemas.openxmlformats.org/drawingml/2006/main">
            <a:off x="105283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W15–16</a:t>
            </a:r>
          </a:p>
        </p:txBody>
      </p:sp>
      <p:sp>
        <p:nvSpPr>
          <p:cNvPr id="31" name="">
            <a:extLst xmlns:a="http://schemas.openxmlformats.org/drawingml/2006/main">
              <a:ext uri="{FF2B5EF4-FFF2-40B4-BE49-F238E27FC236}">
                <a16:creationId xmlns:a16="http://schemas.microsoft.com/office/drawing/2014/main" id="{CD8ACAEF-2C36-49D4-B99D-BD355001BBD1}"/>
              </a:ext>
            </a:extLst>
          </p:cNvPr>
          <p:cNvSpPr>
            <a:spLocks xmlns:a="http://schemas.openxmlformats.org/drawingml/2006/main" noGrp="1"/>
          </p:cNvSpPr>
          <p:nvPr/>
        </p:nvSpPr>
        <p:spPr>
          <a:xfrm xmlns:a="http://schemas.openxmlformats.org/drawingml/2006/main">
            <a:off x="105283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통합·발표</a:t>
            </a:r>
          </a:p>
        </p:txBody>
      </p:sp>
      <p:sp>
        <p:nvSpPr>
          <p:cNvPr id="32" name="">
            <a:extLst xmlns:a="http://schemas.openxmlformats.org/drawingml/2006/main">
              <a:ext uri="{FF2B5EF4-FFF2-40B4-BE49-F238E27FC236}">
                <a16:creationId xmlns:a16="http://schemas.microsoft.com/office/drawing/2014/main" id="{9A57BEE4-2800-475D-A62E-A048519282E4}"/>
              </a:ext>
            </a:extLst>
          </p:cNvPr>
          <p:cNvSpPr>
            <a:spLocks xmlns:a="http://schemas.openxmlformats.org/drawingml/2006/main" noGrp="1"/>
          </p:cNvSpPr>
          <p:nvPr/>
        </p:nvSpPr>
        <p:spPr>
          <a:xfrm xmlns:a="http://schemas.openxmlformats.org/drawingml/2006/main">
            <a:off x="4419600" y="310515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WEEK 01 / COMPLETION EVIDENCE</a:t>
            </a:r>
          </a:p>
        </p:txBody>
      </p:sp>
      <p:sp>
        <p:nvSpPr>
          <p:cNvPr id="33" name="">
            <a:extLst xmlns:a="http://schemas.openxmlformats.org/drawingml/2006/main">
              <a:ext uri="{FF2B5EF4-FFF2-40B4-BE49-F238E27FC236}">
                <a16:creationId xmlns:a16="http://schemas.microsoft.com/office/drawing/2014/main" id="{E800F667-1DEE-4606-9A08-2C83CC2CEE66}"/>
              </a:ext>
            </a:extLst>
          </p:cNvPr>
          <p:cNvSpPr>
            <a:spLocks xmlns:a="http://schemas.openxmlformats.org/drawingml/2006/main" noGrp="1"/>
          </p:cNvSpPr>
          <p:nvPr/>
        </p:nvSpPr>
        <p:spPr>
          <a:xfrm xmlns:a="http://schemas.openxmlformats.org/drawingml/2006/main">
            <a:off x="4419600" y="350520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01</a:t>
            </a:r>
          </a:p>
        </p:txBody>
      </p:sp>
      <p:sp>
        <p:nvSpPr>
          <p:cNvPr id="34" name="">
            <a:extLst xmlns:a="http://schemas.openxmlformats.org/drawingml/2006/main">
              <a:ext uri="{FF2B5EF4-FFF2-40B4-BE49-F238E27FC236}">
                <a16:creationId xmlns:a16="http://schemas.microsoft.com/office/drawing/2014/main" id="{60BA77A9-446B-4547-AE68-58FE839AC32D}"/>
              </a:ext>
            </a:extLst>
          </p:cNvPr>
          <p:cNvSpPr>
            <a:spLocks xmlns:a="http://schemas.openxmlformats.org/drawingml/2006/main" noGrp="1"/>
          </p:cNvSpPr>
          <p:nvPr/>
        </p:nvSpPr>
        <p:spPr>
          <a:xfrm xmlns:a="http://schemas.openxmlformats.org/drawingml/2006/main">
            <a:off x="5010150" y="348615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프로젝트 문제 후보 1개</a:t>
            </a:r>
          </a:p>
        </p:txBody>
      </p:sp>
      <p:sp>
        <p:nvSpPr>
          <p:cNvPr id="35" name="">
            <a:extLst xmlns:a="http://schemas.openxmlformats.org/drawingml/2006/main">
              <a:ext uri="{FF2B5EF4-FFF2-40B4-BE49-F238E27FC236}">
                <a16:creationId xmlns:a16="http://schemas.microsoft.com/office/drawing/2014/main" id="{FBF10238-0F13-4AA6-B74B-4B978994F459}"/>
              </a:ext>
            </a:extLst>
          </p:cNvPr>
          <p:cNvSpPr>
            <a:spLocks xmlns:a="http://schemas.openxmlformats.org/drawingml/2006/main" noGrp="1"/>
          </p:cNvSpPr>
          <p:nvPr/>
        </p:nvSpPr>
        <p:spPr>
          <a:xfrm xmlns:a="http://schemas.openxmlformats.org/drawingml/2006/main" flipH="0" flipV="0">
            <a:off x="5010150" y="382905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55293E86-5C05-47A2-98D0-2BBF037713FC}"/>
              </a:ext>
            </a:extLst>
          </p:cNvPr>
          <p:cNvSpPr>
            <a:spLocks xmlns:a="http://schemas.openxmlformats.org/drawingml/2006/main" noGrp="1"/>
          </p:cNvSpPr>
          <p:nvPr/>
        </p:nvSpPr>
        <p:spPr>
          <a:xfrm xmlns:a="http://schemas.openxmlformats.org/drawingml/2006/main">
            <a:off x="4419600" y="398145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02</a:t>
            </a:r>
          </a:p>
        </p:txBody>
      </p:sp>
      <p:sp>
        <p:nvSpPr>
          <p:cNvPr id="37" name="">
            <a:extLst xmlns:a="http://schemas.openxmlformats.org/drawingml/2006/main">
              <a:ext uri="{FF2B5EF4-FFF2-40B4-BE49-F238E27FC236}">
                <a16:creationId xmlns:a16="http://schemas.microsoft.com/office/drawing/2014/main" id="{5BDDF779-D89F-4B9A-8345-F7638D86D930}"/>
              </a:ext>
            </a:extLst>
          </p:cNvPr>
          <p:cNvSpPr>
            <a:spLocks xmlns:a="http://schemas.openxmlformats.org/drawingml/2006/main" noGrp="1"/>
          </p:cNvSpPr>
          <p:nvPr/>
        </p:nvSpPr>
        <p:spPr>
          <a:xfrm xmlns:a="http://schemas.openxmlformats.org/drawingml/2006/main">
            <a:off x="5010150" y="396240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기준선·변형 실행 추적 2건</a:t>
            </a:r>
          </a:p>
        </p:txBody>
      </p:sp>
      <p:sp>
        <p:nvSpPr>
          <p:cNvPr id="38" name="">
            <a:extLst xmlns:a="http://schemas.openxmlformats.org/drawingml/2006/main">
              <a:ext uri="{FF2B5EF4-FFF2-40B4-BE49-F238E27FC236}">
                <a16:creationId xmlns:a16="http://schemas.microsoft.com/office/drawing/2014/main" id="{571097FF-3ED9-403F-8876-C3FAB0291BB4}"/>
              </a:ext>
            </a:extLst>
          </p:cNvPr>
          <p:cNvSpPr>
            <a:spLocks xmlns:a="http://schemas.openxmlformats.org/drawingml/2006/main" noGrp="1"/>
          </p:cNvSpPr>
          <p:nvPr/>
        </p:nvSpPr>
        <p:spPr>
          <a:xfrm xmlns:a="http://schemas.openxmlformats.org/drawingml/2006/main" flipH="0" flipV="0">
            <a:off x="5010150" y="430530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9" name="">
            <a:extLst xmlns:a="http://schemas.openxmlformats.org/drawingml/2006/main">
              <a:ext uri="{FF2B5EF4-FFF2-40B4-BE49-F238E27FC236}">
                <a16:creationId xmlns:a16="http://schemas.microsoft.com/office/drawing/2014/main" id="{790E6F07-5B4E-48F3-ABBF-1681D7595F1C}"/>
              </a:ext>
            </a:extLst>
          </p:cNvPr>
          <p:cNvSpPr>
            <a:spLocks xmlns:a="http://schemas.openxmlformats.org/drawingml/2006/main" noGrp="1"/>
          </p:cNvSpPr>
          <p:nvPr/>
        </p:nvSpPr>
        <p:spPr>
          <a:xfrm xmlns:a="http://schemas.openxmlformats.org/drawingml/2006/main">
            <a:off x="4419600" y="445770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03</a:t>
            </a:r>
          </a:p>
        </p:txBody>
      </p:sp>
      <p:sp>
        <p:nvSpPr>
          <p:cNvPr id="40" name="">
            <a:extLst xmlns:a="http://schemas.openxmlformats.org/drawingml/2006/main">
              <a:ext uri="{FF2B5EF4-FFF2-40B4-BE49-F238E27FC236}">
                <a16:creationId xmlns:a16="http://schemas.microsoft.com/office/drawing/2014/main" id="{33CDFB21-A724-4582-AAF4-646E6258B36B}"/>
              </a:ext>
            </a:extLst>
          </p:cNvPr>
          <p:cNvSpPr>
            <a:spLocks xmlns:a="http://schemas.openxmlformats.org/drawingml/2006/main" noGrp="1"/>
          </p:cNvSpPr>
          <p:nvPr/>
        </p:nvSpPr>
        <p:spPr>
          <a:xfrm xmlns:a="http://schemas.openxmlformats.org/drawingml/2006/main">
            <a:off x="5010150" y="443865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단일 변수 비교와 다음 개선 가설</a:t>
            </a:r>
          </a:p>
        </p:txBody>
      </p:sp>
      <p:sp>
        <p:nvSpPr>
          <p:cNvPr id="41" name="">
            <a:extLst xmlns:a="http://schemas.openxmlformats.org/drawingml/2006/main">
              <a:ext uri="{FF2B5EF4-FFF2-40B4-BE49-F238E27FC236}">
                <a16:creationId xmlns:a16="http://schemas.microsoft.com/office/drawing/2014/main" id="{6E235113-CFB5-4EDF-813F-DE66011A7813}"/>
              </a:ext>
            </a:extLst>
          </p:cNvPr>
          <p:cNvSpPr>
            <a:spLocks xmlns:a="http://schemas.openxmlformats.org/drawingml/2006/main" noGrp="1"/>
          </p:cNvSpPr>
          <p:nvPr/>
        </p:nvSpPr>
        <p:spPr>
          <a:xfrm xmlns:a="http://schemas.openxmlformats.org/drawingml/2006/main" flipH="0" flipV="0">
            <a:off x="5010150" y="478155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2" name="">
            <a:extLst xmlns:a="http://schemas.openxmlformats.org/drawingml/2006/main">
              <a:ext uri="{FF2B5EF4-FFF2-40B4-BE49-F238E27FC236}">
                <a16:creationId xmlns:a16="http://schemas.microsoft.com/office/drawing/2014/main" id="{9AD5C40E-BF89-4C2F-9882-DE6E43CCA819}"/>
              </a:ext>
            </a:extLst>
          </p:cNvPr>
          <p:cNvSpPr>
            <a:spLocks xmlns:a="http://schemas.openxmlformats.org/drawingml/2006/main" noGrp="1"/>
          </p:cNvSpPr>
          <p:nvPr/>
        </p:nvSpPr>
        <p:spPr>
          <a:xfrm xmlns:a="http://schemas.openxmlformats.org/drawingml/2006/main">
            <a:off x="4419600" y="493395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04</a:t>
            </a:r>
          </a:p>
        </p:txBody>
      </p:sp>
      <p:sp>
        <p:nvSpPr>
          <p:cNvPr id="43" name="">
            <a:extLst xmlns:a="http://schemas.openxmlformats.org/drawingml/2006/main">
              <a:ext uri="{FF2B5EF4-FFF2-40B4-BE49-F238E27FC236}">
                <a16:creationId xmlns:a16="http://schemas.microsoft.com/office/drawing/2014/main" id="{7CA29A2F-FD0E-48A5-AA32-1507B1F673FD}"/>
              </a:ext>
            </a:extLst>
          </p:cNvPr>
          <p:cNvSpPr>
            <a:spLocks xmlns:a="http://schemas.openxmlformats.org/drawingml/2006/main" noGrp="1"/>
          </p:cNvSpPr>
          <p:nvPr/>
        </p:nvSpPr>
        <p:spPr>
          <a:xfrm xmlns:a="http://schemas.openxmlformats.org/drawingml/2006/main">
            <a:off x="5010150" y="491490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교수 설계 리뷰 질문 1–3개</a:t>
            </a:r>
          </a:p>
        </p:txBody>
      </p:sp>
      <p:sp>
        <p:nvSpPr>
          <p:cNvPr id="44" name="">
            <a:extLst xmlns:a="http://schemas.openxmlformats.org/drawingml/2006/main">
              <a:ext uri="{FF2B5EF4-FFF2-40B4-BE49-F238E27FC236}">
                <a16:creationId xmlns:a16="http://schemas.microsoft.com/office/drawing/2014/main" id="{5EB7EE14-3E0F-4948-99D1-BFFC78583E91}"/>
              </a:ext>
            </a:extLst>
          </p:cNvPr>
          <p:cNvSpPr>
            <a:spLocks xmlns:a="http://schemas.openxmlformats.org/drawingml/2006/main" noGrp="1"/>
          </p:cNvSpPr>
          <p:nvPr/>
        </p:nvSpPr>
        <p:spPr>
          <a:xfrm xmlns:a="http://schemas.openxmlformats.org/drawingml/2006/main" flipH="0" flipV="0">
            <a:off x="5010150" y="525780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5" name="">
            <a:extLst xmlns:a="http://schemas.openxmlformats.org/drawingml/2006/main">
              <a:ext uri="{FF2B5EF4-FFF2-40B4-BE49-F238E27FC236}">
                <a16:creationId xmlns:a16="http://schemas.microsoft.com/office/drawing/2014/main" id="{14C54523-E3FD-4EDE-84AE-BE3B7970F17C}"/>
              </a:ext>
            </a:extLst>
          </p:cNvPr>
          <p:cNvSpPr>
            <a:spLocks xmlns:a="http://schemas.openxmlformats.org/drawingml/2006/main" noGrp="1"/>
          </p:cNvSpPr>
          <p:nvPr/>
        </p:nvSpPr>
        <p:spPr>
          <a:xfrm xmlns:a="http://schemas.openxmlformats.org/drawingml/2006/main">
            <a:off x="4419600" y="5543550"/>
            <a:ext cx="6781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매주 같은 위치의 로드맵에서 해당 주차만 파랑으로 갱신</a:t>
            </a:r>
          </a:p>
        </p:txBody>
      </p:sp>
    </p:spTree>
    <p:extLst>
      <p:ext uri="{BB962C8B-B14F-4D97-AF65-F5344CB8AC3E}">
        <p14:creationId xmlns:p14="http://schemas.microsoft.com/office/powerpoint/2010/main" val="246998163"/>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91" name="">
            <a:extLst xmlns:a="http://schemas.openxmlformats.org/drawingml/2006/main">
              <a:ext uri="{FF2B5EF4-FFF2-40B4-BE49-F238E27FC236}">
                <a16:creationId xmlns:a16="http://schemas.microsoft.com/office/drawing/2014/main" id="{6552DD33-7AA2-48F3-BDDA-4AC728AD5C2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3DD5FFBA-B5A1-40DF-8BC5-1E056A37073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03</a:t>
            </a:r>
          </a:p>
        </p:txBody>
      </p:sp>
      <p:sp>
        <p:nvSpPr>
          <p:cNvPr id="3" name="">
            <a:extLst xmlns:a="http://schemas.openxmlformats.org/drawingml/2006/main">
              <a:ext uri="{FF2B5EF4-FFF2-40B4-BE49-F238E27FC236}">
                <a16:creationId xmlns:a16="http://schemas.microsoft.com/office/drawing/2014/main" id="{8AA7E1B7-13BA-47E2-A686-81F6D1652E7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D385AFC4-E46D-4B24-B094-ADF5A2DBF0B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81798F5-B501-415D-9B0C-F180A62ED0D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1F404E28-9B9E-48B9-9FDA-34285B14484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16주 수업 일정</a:t>
            </a:r>
          </a:p>
        </p:txBody>
      </p:sp>
      <p:sp>
        <p:nvSpPr>
          <p:cNvPr id="7" name="">
            <a:extLst xmlns:a="http://schemas.openxmlformats.org/drawingml/2006/main">
              <a:ext uri="{FF2B5EF4-FFF2-40B4-BE49-F238E27FC236}">
                <a16:creationId xmlns:a16="http://schemas.microsoft.com/office/drawing/2014/main" id="{6F95051A-6904-4D7E-BDDB-F136EAEE1C7B}"/>
              </a:ext>
            </a:extLst>
          </p:cNvPr>
          <p:cNvSpPr>
            <a:spLocks xmlns:a="http://schemas.openxmlformats.org/drawingml/2006/main" noGrp="1"/>
          </p:cNvSpPr>
          <p:nvPr/>
        </p:nvSpPr>
        <p:spPr>
          <a:xfrm xmlns:a="http://schemas.openxmlformats.org/drawingml/2006/main">
            <a:off x="609600" y="137160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AppleGothic"/>
                <a:ea typeface="AppleGothic"/>
                <a:cs typeface="AppleGothic"/>
              </a:defRPr>
            </a:pPr>
            <a:r>
              <a:rPr sz="1350" b="1">
                <a:solidFill>
                  <a:srgbClr val="667085"/>
                </a:solidFill>
                <a:latin typeface="AppleGothic"/>
                <a:ea typeface="AppleGothic"/>
                <a:cs typeface="AppleGothic"/>
              </a:rPr>
              <a:t>전 주차 온라인 운영 · 기본 실시간 강의 · W04·W06 녹화 영상 · W08 온라인 제출</a:t>
            </a:r>
          </a:p>
        </p:txBody>
      </p:sp>
      <p:sp>
        <p:nvSpPr>
          <p:cNvPr id="8" name="">
            <a:extLst xmlns:a="http://schemas.openxmlformats.org/drawingml/2006/main">
              <a:ext uri="{FF2B5EF4-FFF2-40B4-BE49-F238E27FC236}">
                <a16:creationId xmlns:a16="http://schemas.microsoft.com/office/drawing/2014/main" id="{E02B85D6-BDD1-4B49-AFDC-971016E46FF4}"/>
              </a:ext>
            </a:extLst>
          </p:cNvPr>
          <p:cNvSpPr>
            <a:spLocks xmlns:a="http://schemas.openxmlformats.org/drawingml/2006/main" noGrp="1"/>
          </p:cNvSpPr>
          <p:nvPr/>
        </p:nvSpPr>
        <p:spPr>
          <a:xfrm xmlns:a="http://schemas.openxmlformats.org/drawingml/2006/main">
            <a:off x="609600" y="1790700"/>
            <a:ext cx="5353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W01–08 / DESIGN</a:t>
            </a:r>
          </a:p>
        </p:txBody>
      </p:sp>
      <p:sp>
        <p:nvSpPr>
          <p:cNvPr id="9" name="">
            <a:extLst xmlns:a="http://schemas.openxmlformats.org/drawingml/2006/main">
              <a:ext uri="{FF2B5EF4-FFF2-40B4-BE49-F238E27FC236}">
                <a16:creationId xmlns:a16="http://schemas.microsoft.com/office/drawing/2014/main" id="{6C2B1BD4-D0DA-412B-AB46-5E06421B88CA}"/>
              </a:ext>
            </a:extLst>
          </p:cNvPr>
          <p:cNvSpPr>
            <a:spLocks xmlns:a="http://schemas.openxmlformats.org/drawingml/2006/main" noGrp="1"/>
          </p:cNvSpPr>
          <p:nvPr/>
        </p:nvSpPr>
        <p:spPr>
          <a:xfrm xmlns:a="http://schemas.openxmlformats.org/drawingml/2006/main" rot="0">
            <a:off x="609600" y="2133600"/>
            <a:ext cx="5353050" cy="41910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0" name="">
            <a:extLst xmlns:a="http://schemas.openxmlformats.org/drawingml/2006/main">
              <a:ext uri="{FF2B5EF4-FFF2-40B4-BE49-F238E27FC236}">
                <a16:creationId xmlns:a16="http://schemas.microsoft.com/office/drawing/2014/main" id="{B8C171CC-802F-4046-9DE8-BAD0A1D348F7}"/>
              </a:ext>
            </a:extLst>
          </p:cNvPr>
          <p:cNvSpPr>
            <a:spLocks xmlns:a="http://schemas.openxmlformats.org/drawingml/2006/main" noGrp="1"/>
          </p:cNvSpPr>
          <p:nvPr/>
        </p:nvSpPr>
        <p:spPr>
          <a:xfrm xmlns:a="http://schemas.openxmlformats.org/drawingml/2006/main">
            <a:off x="723900" y="2133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W01</a:t>
            </a:r>
          </a:p>
        </p:txBody>
      </p:sp>
      <p:sp>
        <p:nvSpPr>
          <p:cNvPr id="11" name="">
            <a:extLst xmlns:a="http://schemas.openxmlformats.org/drawingml/2006/main">
              <a:ext uri="{FF2B5EF4-FFF2-40B4-BE49-F238E27FC236}">
                <a16:creationId xmlns:a16="http://schemas.microsoft.com/office/drawing/2014/main" id="{20D8AD3E-59FA-40E3-B583-752530DDD0C9}"/>
              </a:ext>
            </a:extLst>
          </p:cNvPr>
          <p:cNvSpPr>
            <a:spLocks xmlns:a="http://schemas.openxmlformats.org/drawingml/2006/main" noGrp="1"/>
          </p:cNvSpPr>
          <p:nvPr/>
        </p:nvSpPr>
        <p:spPr>
          <a:xfrm xmlns:a="http://schemas.openxmlformats.org/drawingml/2006/main">
            <a:off x="1295400" y="2133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FFFFFF"/>
                </a:solidFill>
                <a:latin typeface="Menlo"/>
                <a:ea typeface="Menlo"/>
                <a:cs typeface="Menlo"/>
              </a:defRPr>
            </a:pPr>
            <a:r>
              <a:rPr sz="1050" b="1">
                <a:solidFill>
                  <a:srgbClr val="FFFFFF"/>
                </a:solidFill>
                <a:latin typeface="Menlo"/>
                <a:ea typeface="Menlo"/>
                <a:cs typeface="Menlo"/>
              </a:rPr>
              <a:t>09.04</a:t>
            </a:r>
          </a:p>
        </p:txBody>
      </p:sp>
      <p:sp>
        <p:nvSpPr>
          <p:cNvPr id="12" name="">
            <a:extLst xmlns:a="http://schemas.openxmlformats.org/drawingml/2006/main">
              <a:ext uri="{FF2B5EF4-FFF2-40B4-BE49-F238E27FC236}">
                <a16:creationId xmlns:a16="http://schemas.microsoft.com/office/drawing/2014/main" id="{0638616F-9630-4887-B5E0-4A75372A3D33}"/>
              </a:ext>
            </a:extLst>
          </p:cNvPr>
          <p:cNvSpPr>
            <a:spLocks xmlns:a="http://schemas.openxmlformats.org/drawingml/2006/main" noGrp="1"/>
          </p:cNvSpPr>
          <p:nvPr/>
        </p:nvSpPr>
        <p:spPr>
          <a:xfrm xmlns:a="http://schemas.openxmlformats.org/drawingml/2006/main">
            <a:off x="2000250" y="2133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AppleGothic"/>
                <a:ea typeface="AppleGothic"/>
                <a:cs typeface="AppleGothic"/>
              </a:defRPr>
            </a:pPr>
            <a:r>
              <a:rPr sz="1200" b="1">
                <a:solidFill>
                  <a:srgbClr val="FFFFFF"/>
                </a:solidFill>
                <a:latin typeface="AppleGothic"/>
                <a:ea typeface="AppleGothic"/>
                <a:cs typeface="AppleGothic"/>
              </a:rPr>
              <a:t>오리엔테이션·개선 사이클</a:t>
            </a:r>
          </a:p>
        </p:txBody>
      </p:sp>
      <p:sp>
        <p:nvSpPr>
          <p:cNvPr id="13" name="">
            <a:extLst xmlns:a="http://schemas.openxmlformats.org/drawingml/2006/main">
              <a:ext uri="{FF2B5EF4-FFF2-40B4-BE49-F238E27FC236}">
                <a16:creationId xmlns:a16="http://schemas.microsoft.com/office/drawing/2014/main" id="{E86E95BF-B9CB-4534-BF32-C2D51E568602}"/>
              </a:ext>
            </a:extLst>
          </p:cNvPr>
          <p:cNvSpPr>
            <a:spLocks xmlns:a="http://schemas.openxmlformats.org/drawingml/2006/main" noGrp="1"/>
          </p:cNvSpPr>
          <p:nvPr/>
        </p:nvSpPr>
        <p:spPr>
          <a:xfrm xmlns:a="http://schemas.openxmlformats.org/drawingml/2006/main">
            <a:off x="4724400" y="2133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FFFFFF"/>
                </a:solidFill>
                <a:latin typeface="Menlo"/>
                <a:ea typeface="Menlo"/>
                <a:cs typeface="Menlo"/>
              </a:defRPr>
            </a:pPr>
            <a:r>
              <a:rPr sz="1050" b="1">
                <a:solidFill>
                  <a:srgbClr val="FFFFFF"/>
                </a:solidFill>
                <a:latin typeface="Menlo"/>
                <a:ea typeface="Menlo"/>
                <a:cs typeface="Menlo"/>
              </a:rPr>
              <a:t>현재 · 실시간</a:t>
            </a:r>
          </a:p>
        </p:txBody>
      </p:sp>
      <p:sp>
        <p:nvSpPr>
          <p:cNvPr id="14" name="">
            <a:extLst xmlns:a="http://schemas.openxmlformats.org/drawingml/2006/main">
              <a:ext uri="{FF2B5EF4-FFF2-40B4-BE49-F238E27FC236}">
                <a16:creationId xmlns:a16="http://schemas.microsoft.com/office/drawing/2014/main" id="{F7DF0C46-D650-478B-961C-BECCDE65B1C9}"/>
              </a:ext>
            </a:extLst>
          </p:cNvPr>
          <p:cNvSpPr>
            <a:spLocks xmlns:a="http://schemas.openxmlformats.org/drawingml/2006/main" noGrp="1"/>
          </p:cNvSpPr>
          <p:nvPr/>
        </p:nvSpPr>
        <p:spPr>
          <a:xfrm xmlns:a="http://schemas.openxmlformats.org/drawingml/2006/main" rot="0">
            <a:off x="609600" y="2590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FAA28528-6BD2-4C0F-827E-D58C0B8AA866}"/>
              </a:ext>
            </a:extLst>
          </p:cNvPr>
          <p:cNvSpPr>
            <a:spLocks xmlns:a="http://schemas.openxmlformats.org/drawingml/2006/main" noGrp="1"/>
          </p:cNvSpPr>
          <p:nvPr/>
        </p:nvSpPr>
        <p:spPr>
          <a:xfrm xmlns:a="http://schemas.openxmlformats.org/drawingml/2006/main">
            <a:off x="723900" y="2590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W02</a:t>
            </a:r>
          </a:p>
        </p:txBody>
      </p:sp>
      <p:sp>
        <p:nvSpPr>
          <p:cNvPr id="16" name="">
            <a:extLst xmlns:a="http://schemas.openxmlformats.org/drawingml/2006/main">
              <a:ext uri="{FF2B5EF4-FFF2-40B4-BE49-F238E27FC236}">
                <a16:creationId xmlns:a16="http://schemas.microsoft.com/office/drawing/2014/main" id="{A98D6F51-6D14-4B38-9212-914CC0D11782}"/>
              </a:ext>
            </a:extLst>
          </p:cNvPr>
          <p:cNvSpPr>
            <a:spLocks xmlns:a="http://schemas.openxmlformats.org/drawingml/2006/main" noGrp="1"/>
          </p:cNvSpPr>
          <p:nvPr/>
        </p:nvSpPr>
        <p:spPr>
          <a:xfrm xmlns:a="http://schemas.openxmlformats.org/drawingml/2006/main">
            <a:off x="1295400" y="2590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09.11</a:t>
            </a:r>
          </a:p>
        </p:txBody>
      </p:sp>
      <p:sp>
        <p:nvSpPr>
          <p:cNvPr id="17" name="">
            <a:extLst xmlns:a="http://schemas.openxmlformats.org/drawingml/2006/main">
              <a:ext uri="{FF2B5EF4-FFF2-40B4-BE49-F238E27FC236}">
                <a16:creationId xmlns:a16="http://schemas.microsoft.com/office/drawing/2014/main" id="{80F7C166-A59A-479B-AF01-96457F75FECD}"/>
              </a:ext>
            </a:extLst>
          </p:cNvPr>
          <p:cNvSpPr>
            <a:spLocks xmlns:a="http://schemas.openxmlformats.org/drawingml/2006/main" noGrp="1"/>
          </p:cNvSpPr>
          <p:nvPr/>
        </p:nvSpPr>
        <p:spPr>
          <a:xfrm xmlns:a="http://schemas.openxmlformats.org/drawingml/2006/main">
            <a:off x="2000250" y="2590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프롬프트 기준·버전</a:t>
            </a:r>
          </a:p>
        </p:txBody>
      </p:sp>
      <p:sp>
        <p:nvSpPr>
          <p:cNvPr id="18" name="">
            <a:extLst xmlns:a="http://schemas.openxmlformats.org/drawingml/2006/main">
              <a:ext uri="{FF2B5EF4-FFF2-40B4-BE49-F238E27FC236}">
                <a16:creationId xmlns:a16="http://schemas.microsoft.com/office/drawing/2014/main" id="{E780D012-CE17-4C38-B0ED-228B36D9D3D5}"/>
              </a:ext>
            </a:extLst>
          </p:cNvPr>
          <p:cNvSpPr>
            <a:spLocks xmlns:a="http://schemas.openxmlformats.org/drawingml/2006/main" noGrp="1"/>
          </p:cNvSpPr>
          <p:nvPr/>
        </p:nvSpPr>
        <p:spPr>
          <a:xfrm xmlns:a="http://schemas.openxmlformats.org/drawingml/2006/main">
            <a:off x="4724400" y="2590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19" name="">
            <a:extLst xmlns:a="http://schemas.openxmlformats.org/drawingml/2006/main">
              <a:ext uri="{FF2B5EF4-FFF2-40B4-BE49-F238E27FC236}">
                <a16:creationId xmlns:a16="http://schemas.microsoft.com/office/drawing/2014/main" id="{9D570755-C26A-4904-9E46-3D0855170B64}"/>
              </a:ext>
            </a:extLst>
          </p:cNvPr>
          <p:cNvSpPr>
            <a:spLocks xmlns:a="http://schemas.openxmlformats.org/drawingml/2006/main" noGrp="1"/>
          </p:cNvSpPr>
          <p:nvPr/>
        </p:nvSpPr>
        <p:spPr>
          <a:xfrm xmlns:a="http://schemas.openxmlformats.org/drawingml/2006/main" rot="0">
            <a:off x="609600" y="3048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20FE2A05-0657-4EDD-A783-55AB29363CEF}"/>
              </a:ext>
            </a:extLst>
          </p:cNvPr>
          <p:cNvSpPr>
            <a:spLocks xmlns:a="http://schemas.openxmlformats.org/drawingml/2006/main" noGrp="1"/>
          </p:cNvSpPr>
          <p:nvPr/>
        </p:nvSpPr>
        <p:spPr>
          <a:xfrm xmlns:a="http://schemas.openxmlformats.org/drawingml/2006/main">
            <a:off x="723900" y="3048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W03</a:t>
            </a:r>
          </a:p>
        </p:txBody>
      </p:sp>
      <p:sp>
        <p:nvSpPr>
          <p:cNvPr id="21" name="">
            <a:extLst xmlns:a="http://schemas.openxmlformats.org/drawingml/2006/main">
              <a:ext uri="{FF2B5EF4-FFF2-40B4-BE49-F238E27FC236}">
                <a16:creationId xmlns:a16="http://schemas.microsoft.com/office/drawing/2014/main" id="{27B16076-DCC8-4200-974D-B689550BDD4B}"/>
              </a:ext>
            </a:extLst>
          </p:cNvPr>
          <p:cNvSpPr>
            <a:spLocks xmlns:a="http://schemas.openxmlformats.org/drawingml/2006/main" noGrp="1"/>
          </p:cNvSpPr>
          <p:nvPr/>
        </p:nvSpPr>
        <p:spPr>
          <a:xfrm xmlns:a="http://schemas.openxmlformats.org/drawingml/2006/main">
            <a:off x="1295400" y="3048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09.18</a:t>
            </a:r>
          </a:p>
        </p:txBody>
      </p:sp>
      <p:sp>
        <p:nvSpPr>
          <p:cNvPr id="22" name="">
            <a:extLst xmlns:a="http://schemas.openxmlformats.org/drawingml/2006/main">
              <a:ext uri="{FF2B5EF4-FFF2-40B4-BE49-F238E27FC236}">
                <a16:creationId xmlns:a16="http://schemas.microsoft.com/office/drawing/2014/main" id="{7464BE2E-FD0B-453F-83CB-3D8F85297696}"/>
              </a:ext>
            </a:extLst>
          </p:cNvPr>
          <p:cNvSpPr>
            <a:spLocks xmlns:a="http://schemas.openxmlformats.org/drawingml/2006/main" noGrp="1"/>
          </p:cNvSpPr>
          <p:nvPr/>
        </p:nvSpPr>
        <p:spPr>
          <a:xfrm xmlns:a="http://schemas.openxmlformats.org/drawingml/2006/main">
            <a:off x="2000250" y="3048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프롬프트 평가·오류</a:t>
            </a:r>
          </a:p>
        </p:txBody>
      </p:sp>
      <p:sp>
        <p:nvSpPr>
          <p:cNvPr id="23" name="">
            <a:extLst xmlns:a="http://schemas.openxmlformats.org/drawingml/2006/main">
              <a:ext uri="{FF2B5EF4-FFF2-40B4-BE49-F238E27FC236}">
                <a16:creationId xmlns:a16="http://schemas.microsoft.com/office/drawing/2014/main" id="{7C871474-0F21-4D14-86CD-8D814A1A91C0}"/>
              </a:ext>
            </a:extLst>
          </p:cNvPr>
          <p:cNvSpPr>
            <a:spLocks xmlns:a="http://schemas.openxmlformats.org/drawingml/2006/main" noGrp="1"/>
          </p:cNvSpPr>
          <p:nvPr/>
        </p:nvSpPr>
        <p:spPr>
          <a:xfrm xmlns:a="http://schemas.openxmlformats.org/drawingml/2006/main">
            <a:off x="4724400" y="3048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24" name="">
            <a:extLst xmlns:a="http://schemas.openxmlformats.org/drawingml/2006/main">
              <a:ext uri="{FF2B5EF4-FFF2-40B4-BE49-F238E27FC236}">
                <a16:creationId xmlns:a16="http://schemas.microsoft.com/office/drawing/2014/main" id="{8E58756C-593C-41C1-97C6-5ED64219A14F}"/>
              </a:ext>
            </a:extLst>
          </p:cNvPr>
          <p:cNvSpPr>
            <a:spLocks xmlns:a="http://schemas.openxmlformats.org/drawingml/2006/main" noGrp="1"/>
          </p:cNvSpPr>
          <p:nvPr/>
        </p:nvSpPr>
        <p:spPr>
          <a:xfrm xmlns:a="http://schemas.openxmlformats.org/drawingml/2006/main" rot="0">
            <a:off x="609600" y="35052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7FBB7F89-589B-4B8A-BDE2-252CC9F58555}"/>
              </a:ext>
            </a:extLst>
          </p:cNvPr>
          <p:cNvSpPr>
            <a:spLocks xmlns:a="http://schemas.openxmlformats.org/drawingml/2006/main" noGrp="1"/>
          </p:cNvSpPr>
          <p:nvPr/>
        </p:nvSpPr>
        <p:spPr>
          <a:xfrm xmlns:a="http://schemas.openxmlformats.org/drawingml/2006/main">
            <a:off x="723900" y="35052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W04</a:t>
            </a:r>
          </a:p>
        </p:txBody>
      </p:sp>
      <p:sp>
        <p:nvSpPr>
          <p:cNvPr id="26" name="">
            <a:extLst xmlns:a="http://schemas.openxmlformats.org/drawingml/2006/main">
              <a:ext uri="{FF2B5EF4-FFF2-40B4-BE49-F238E27FC236}">
                <a16:creationId xmlns:a16="http://schemas.microsoft.com/office/drawing/2014/main" id="{C3DF3DFB-4420-4A5E-932A-70AAF440B913}"/>
              </a:ext>
            </a:extLst>
          </p:cNvPr>
          <p:cNvSpPr>
            <a:spLocks xmlns:a="http://schemas.openxmlformats.org/drawingml/2006/main" noGrp="1"/>
          </p:cNvSpPr>
          <p:nvPr/>
        </p:nvSpPr>
        <p:spPr>
          <a:xfrm xmlns:a="http://schemas.openxmlformats.org/drawingml/2006/main">
            <a:off x="1295400" y="35052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09.25</a:t>
            </a:r>
          </a:p>
        </p:txBody>
      </p:sp>
      <p:sp>
        <p:nvSpPr>
          <p:cNvPr id="27" name="">
            <a:extLst xmlns:a="http://schemas.openxmlformats.org/drawingml/2006/main">
              <a:ext uri="{FF2B5EF4-FFF2-40B4-BE49-F238E27FC236}">
                <a16:creationId xmlns:a16="http://schemas.microsoft.com/office/drawing/2014/main" id="{11DB61EF-7D18-4942-A187-3EFBABF227EE}"/>
              </a:ext>
            </a:extLst>
          </p:cNvPr>
          <p:cNvSpPr>
            <a:spLocks xmlns:a="http://schemas.openxmlformats.org/drawingml/2006/main" noGrp="1"/>
          </p:cNvSpPr>
          <p:nvPr/>
        </p:nvSpPr>
        <p:spPr>
          <a:xfrm xmlns:a="http://schemas.openxmlformats.org/drawingml/2006/main">
            <a:off x="2000250" y="35052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검색 근거 기준</a:t>
            </a:r>
          </a:p>
        </p:txBody>
      </p:sp>
      <p:sp>
        <p:nvSpPr>
          <p:cNvPr id="28" name="">
            <a:extLst xmlns:a="http://schemas.openxmlformats.org/drawingml/2006/main">
              <a:ext uri="{FF2B5EF4-FFF2-40B4-BE49-F238E27FC236}">
                <a16:creationId xmlns:a16="http://schemas.microsoft.com/office/drawing/2014/main" id="{ADDDBFAD-AAEE-4CC4-9DF5-348D9212D977}"/>
              </a:ext>
            </a:extLst>
          </p:cNvPr>
          <p:cNvSpPr>
            <a:spLocks xmlns:a="http://schemas.openxmlformats.org/drawingml/2006/main" noGrp="1"/>
          </p:cNvSpPr>
          <p:nvPr/>
        </p:nvSpPr>
        <p:spPr>
          <a:xfrm xmlns:a="http://schemas.openxmlformats.org/drawingml/2006/main">
            <a:off x="4724400" y="35052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녹화 · 추석</a:t>
            </a:r>
          </a:p>
        </p:txBody>
      </p:sp>
      <p:sp>
        <p:nvSpPr>
          <p:cNvPr id="29" name="">
            <a:extLst xmlns:a="http://schemas.openxmlformats.org/drawingml/2006/main">
              <a:ext uri="{FF2B5EF4-FFF2-40B4-BE49-F238E27FC236}">
                <a16:creationId xmlns:a16="http://schemas.microsoft.com/office/drawing/2014/main" id="{82D59030-9C23-42B8-961B-F2F1A7E79784}"/>
              </a:ext>
            </a:extLst>
          </p:cNvPr>
          <p:cNvSpPr>
            <a:spLocks xmlns:a="http://schemas.openxmlformats.org/drawingml/2006/main" noGrp="1"/>
          </p:cNvSpPr>
          <p:nvPr/>
        </p:nvSpPr>
        <p:spPr>
          <a:xfrm xmlns:a="http://schemas.openxmlformats.org/drawingml/2006/main" rot="0">
            <a:off x="609600" y="39624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0D4D7B5E-D142-4714-8ED4-97E62C5FB429}"/>
              </a:ext>
            </a:extLst>
          </p:cNvPr>
          <p:cNvSpPr>
            <a:spLocks xmlns:a="http://schemas.openxmlformats.org/drawingml/2006/main" noGrp="1"/>
          </p:cNvSpPr>
          <p:nvPr/>
        </p:nvSpPr>
        <p:spPr>
          <a:xfrm xmlns:a="http://schemas.openxmlformats.org/drawingml/2006/main">
            <a:off x="723900" y="39624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W05</a:t>
            </a:r>
          </a:p>
        </p:txBody>
      </p:sp>
      <p:sp>
        <p:nvSpPr>
          <p:cNvPr id="31" name="">
            <a:extLst xmlns:a="http://schemas.openxmlformats.org/drawingml/2006/main">
              <a:ext uri="{FF2B5EF4-FFF2-40B4-BE49-F238E27FC236}">
                <a16:creationId xmlns:a16="http://schemas.microsoft.com/office/drawing/2014/main" id="{F3FBC05D-B203-4BB4-A416-336810D2F29C}"/>
              </a:ext>
            </a:extLst>
          </p:cNvPr>
          <p:cNvSpPr>
            <a:spLocks xmlns:a="http://schemas.openxmlformats.org/drawingml/2006/main" noGrp="1"/>
          </p:cNvSpPr>
          <p:nvPr/>
        </p:nvSpPr>
        <p:spPr>
          <a:xfrm xmlns:a="http://schemas.openxmlformats.org/drawingml/2006/main">
            <a:off x="1295400" y="39624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10.02</a:t>
            </a:r>
          </a:p>
        </p:txBody>
      </p:sp>
      <p:sp>
        <p:nvSpPr>
          <p:cNvPr id="32" name="">
            <a:extLst xmlns:a="http://schemas.openxmlformats.org/drawingml/2006/main">
              <a:ext uri="{FF2B5EF4-FFF2-40B4-BE49-F238E27FC236}">
                <a16:creationId xmlns:a16="http://schemas.microsoft.com/office/drawing/2014/main" id="{3CDAB0DA-F491-45CC-8D79-24DA94186D40}"/>
              </a:ext>
            </a:extLst>
          </p:cNvPr>
          <p:cNvSpPr>
            <a:spLocks xmlns:a="http://schemas.openxmlformats.org/drawingml/2006/main" noGrp="1"/>
          </p:cNvSpPr>
          <p:nvPr/>
        </p:nvSpPr>
        <p:spPr>
          <a:xfrm xmlns:a="http://schemas.openxmlformats.org/drawingml/2006/main">
            <a:off x="2000250" y="39624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검색 품질·파이프라인</a:t>
            </a:r>
          </a:p>
        </p:txBody>
      </p:sp>
      <p:sp>
        <p:nvSpPr>
          <p:cNvPr id="33" name="">
            <a:extLst xmlns:a="http://schemas.openxmlformats.org/drawingml/2006/main">
              <a:ext uri="{FF2B5EF4-FFF2-40B4-BE49-F238E27FC236}">
                <a16:creationId xmlns:a16="http://schemas.microsoft.com/office/drawing/2014/main" id="{A9DED1F5-CDE6-4016-8D36-17FB90D08077}"/>
              </a:ext>
            </a:extLst>
          </p:cNvPr>
          <p:cNvSpPr>
            <a:spLocks xmlns:a="http://schemas.openxmlformats.org/drawingml/2006/main" noGrp="1"/>
          </p:cNvSpPr>
          <p:nvPr/>
        </p:nvSpPr>
        <p:spPr>
          <a:xfrm xmlns:a="http://schemas.openxmlformats.org/drawingml/2006/main">
            <a:off x="4724400" y="39624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34" name="">
            <a:extLst xmlns:a="http://schemas.openxmlformats.org/drawingml/2006/main">
              <a:ext uri="{FF2B5EF4-FFF2-40B4-BE49-F238E27FC236}">
                <a16:creationId xmlns:a16="http://schemas.microsoft.com/office/drawing/2014/main" id="{7A4DD75A-6B81-4F7D-B462-51115C8D82D6}"/>
              </a:ext>
            </a:extLst>
          </p:cNvPr>
          <p:cNvSpPr>
            <a:spLocks xmlns:a="http://schemas.openxmlformats.org/drawingml/2006/main" noGrp="1"/>
          </p:cNvSpPr>
          <p:nvPr/>
        </p:nvSpPr>
        <p:spPr>
          <a:xfrm xmlns:a="http://schemas.openxmlformats.org/drawingml/2006/main" rot="0">
            <a:off x="609600" y="44196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5" name="">
            <a:extLst xmlns:a="http://schemas.openxmlformats.org/drawingml/2006/main">
              <a:ext uri="{FF2B5EF4-FFF2-40B4-BE49-F238E27FC236}">
                <a16:creationId xmlns:a16="http://schemas.microsoft.com/office/drawing/2014/main" id="{1B868A40-60E5-4EFB-9AD8-5704222EAC92}"/>
              </a:ext>
            </a:extLst>
          </p:cNvPr>
          <p:cNvSpPr>
            <a:spLocks xmlns:a="http://schemas.openxmlformats.org/drawingml/2006/main" noGrp="1"/>
          </p:cNvSpPr>
          <p:nvPr/>
        </p:nvSpPr>
        <p:spPr>
          <a:xfrm xmlns:a="http://schemas.openxmlformats.org/drawingml/2006/main">
            <a:off x="723900" y="4419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W06</a:t>
            </a:r>
          </a:p>
        </p:txBody>
      </p:sp>
      <p:sp>
        <p:nvSpPr>
          <p:cNvPr id="36" name="">
            <a:extLst xmlns:a="http://schemas.openxmlformats.org/drawingml/2006/main">
              <a:ext uri="{FF2B5EF4-FFF2-40B4-BE49-F238E27FC236}">
                <a16:creationId xmlns:a16="http://schemas.microsoft.com/office/drawing/2014/main" id="{2FB72597-9B0A-4A60-B08D-3D47FB31984F}"/>
              </a:ext>
            </a:extLst>
          </p:cNvPr>
          <p:cNvSpPr>
            <a:spLocks xmlns:a="http://schemas.openxmlformats.org/drawingml/2006/main" noGrp="1"/>
          </p:cNvSpPr>
          <p:nvPr/>
        </p:nvSpPr>
        <p:spPr>
          <a:xfrm xmlns:a="http://schemas.openxmlformats.org/drawingml/2006/main">
            <a:off x="1295400" y="4419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10.09</a:t>
            </a:r>
          </a:p>
        </p:txBody>
      </p:sp>
      <p:sp>
        <p:nvSpPr>
          <p:cNvPr id="37" name="">
            <a:extLst xmlns:a="http://schemas.openxmlformats.org/drawingml/2006/main">
              <a:ext uri="{FF2B5EF4-FFF2-40B4-BE49-F238E27FC236}">
                <a16:creationId xmlns:a16="http://schemas.microsoft.com/office/drawing/2014/main" id="{24C162AC-CC31-46BC-8474-87EDEF3A24B4}"/>
              </a:ext>
            </a:extLst>
          </p:cNvPr>
          <p:cNvSpPr>
            <a:spLocks xmlns:a="http://schemas.openxmlformats.org/drawingml/2006/main" noGrp="1"/>
          </p:cNvSpPr>
          <p:nvPr/>
        </p:nvSpPr>
        <p:spPr>
          <a:xfrm xmlns:a="http://schemas.openxmlformats.org/drawingml/2006/main">
            <a:off x="2000250" y="4419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미세조정·데이터</a:t>
            </a:r>
          </a:p>
        </p:txBody>
      </p:sp>
      <p:sp>
        <p:nvSpPr>
          <p:cNvPr id="38" name="">
            <a:extLst xmlns:a="http://schemas.openxmlformats.org/drawingml/2006/main">
              <a:ext uri="{FF2B5EF4-FFF2-40B4-BE49-F238E27FC236}">
                <a16:creationId xmlns:a16="http://schemas.microsoft.com/office/drawing/2014/main" id="{5C285B9E-0A2F-4240-BB06-98A0AFFD925E}"/>
              </a:ext>
            </a:extLst>
          </p:cNvPr>
          <p:cNvSpPr>
            <a:spLocks xmlns:a="http://schemas.openxmlformats.org/drawingml/2006/main" noGrp="1"/>
          </p:cNvSpPr>
          <p:nvPr/>
        </p:nvSpPr>
        <p:spPr>
          <a:xfrm xmlns:a="http://schemas.openxmlformats.org/drawingml/2006/main">
            <a:off x="4724400" y="4419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녹화 · 한글날</a:t>
            </a:r>
          </a:p>
        </p:txBody>
      </p:sp>
      <p:sp>
        <p:nvSpPr>
          <p:cNvPr id="39" name="">
            <a:extLst xmlns:a="http://schemas.openxmlformats.org/drawingml/2006/main">
              <a:ext uri="{FF2B5EF4-FFF2-40B4-BE49-F238E27FC236}">
                <a16:creationId xmlns:a16="http://schemas.microsoft.com/office/drawing/2014/main" id="{E2BCE41B-2FB6-469C-A7D5-78817393C69A}"/>
              </a:ext>
            </a:extLst>
          </p:cNvPr>
          <p:cNvSpPr>
            <a:spLocks xmlns:a="http://schemas.openxmlformats.org/drawingml/2006/main" noGrp="1"/>
          </p:cNvSpPr>
          <p:nvPr/>
        </p:nvSpPr>
        <p:spPr>
          <a:xfrm xmlns:a="http://schemas.openxmlformats.org/drawingml/2006/main" rot="0">
            <a:off x="609600" y="4876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40" name="">
            <a:extLst xmlns:a="http://schemas.openxmlformats.org/drawingml/2006/main">
              <a:ext uri="{FF2B5EF4-FFF2-40B4-BE49-F238E27FC236}">
                <a16:creationId xmlns:a16="http://schemas.microsoft.com/office/drawing/2014/main" id="{230EA757-D879-4DF2-8B27-F36F5C8C8CCC}"/>
              </a:ext>
            </a:extLst>
          </p:cNvPr>
          <p:cNvSpPr>
            <a:spLocks xmlns:a="http://schemas.openxmlformats.org/drawingml/2006/main" noGrp="1"/>
          </p:cNvSpPr>
          <p:nvPr/>
        </p:nvSpPr>
        <p:spPr>
          <a:xfrm xmlns:a="http://schemas.openxmlformats.org/drawingml/2006/main">
            <a:off x="723900" y="4876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W07</a:t>
            </a:r>
          </a:p>
        </p:txBody>
      </p:sp>
      <p:sp>
        <p:nvSpPr>
          <p:cNvPr id="41" name="">
            <a:extLst xmlns:a="http://schemas.openxmlformats.org/drawingml/2006/main">
              <a:ext uri="{FF2B5EF4-FFF2-40B4-BE49-F238E27FC236}">
                <a16:creationId xmlns:a16="http://schemas.microsoft.com/office/drawing/2014/main" id="{53CA4945-FBFB-4C7E-B80B-D0E9F0AF85AA}"/>
              </a:ext>
            </a:extLst>
          </p:cNvPr>
          <p:cNvSpPr>
            <a:spLocks xmlns:a="http://schemas.openxmlformats.org/drawingml/2006/main" noGrp="1"/>
          </p:cNvSpPr>
          <p:nvPr/>
        </p:nvSpPr>
        <p:spPr>
          <a:xfrm xmlns:a="http://schemas.openxmlformats.org/drawingml/2006/main">
            <a:off x="1295400" y="4876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10.16</a:t>
            </a:r>
          </a:p>
        </p:txBody>
      </p:sp>
      <p:sp>
        <p:nvSpPr>
          <p:cNvPr id="42" name="">
            <a:extLst xmlns:a="http://schemas.openxmlformats.org/drawingml/2006/main">
              <a:ext uri="{FF2B5EF4-FFF2-40B4-BE49-F238E27FC236}">
                <a16:creationId xmlns:a16="http://schemas.microsoft.com/office/drawing/2014/main" id="{AB2E33D8-3B7E-43A2-ACAE-78A682845129}"/>
              </a:ext>
            </a:extLst>
          </p:cNvPr>
          <p:cNvSpPr>
            <a:spLocks xmlns:a="http://schemas.openxmlformats.org/drawingml/2006/main" noGrp="1"/>
          </p:cNvSpPr>
          <p:nvPr/>
        </p:nvSpPr>
        <p:spPr>
          <a:xfrm xmlns:a="http://schemas.openxmlformats.org/drawingml/2006/main">
            <a:off x="2000250" y="4876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선호 최적화·대안</a:t>
            </a:r>
          </a:p>
        </p:txBody>
      </p:sp>
      <p:sp>
        <p:nvSpPr>
          <p:cNvPr id="43" name="">
            <a:extLst xmlns:a="http://schemas.openxmlformats.org/drawingml/2006/main">
              <a:ext uri="{FF2B5EF4-FFF2-40B4-BE49-F238E27FC236}">
                <a16:creationId xmlns:a16="http://schemas.microsoft.com/office/drawing/2014/main" id="{3B9A8D82-59E7-452E-AABC-B68F8BD36520}"/>
              </a:ext>
            </a:extLst>
          </p:cNvPr>
          <p:cNvSpPr>
            <a:spLocks xmlns:a="http://schemas.openxmlformats.org/drawingml/2006/main" noGrp="1"/>
          </p:cNvSpPr>
          <p:nvPr/>
        </p:nvSpPr>
        <p:spPr>
          <a:xfrm xmlns:a="http://schemas.openxmlformats.org/drawingml/2006/main">
            <a:off x="4724400" y="4876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44" name="">
            <a:extLst xmlns:a="http://schemas.openxmlformats.org/drawingml/2006/main">
              <a:ext uri="{FF2B5EF4-FFF2-40B4-BE49-F238E27FC236}">
                <a16:creationId xmlns:a16="http://schemas.microsoft.com/office/drawing/2014/main" id="{B460CB2C-8A8B-4D56-A783-CEE2B2A3C57E}"/>
              </a:ext>
            </a:extLst>
          </p:cNvPr>
          <p:cNvSpPr>
            <a:spLocks xmlns:a="http://schemas.openxmlformats.org/drawingml/2006/main" noGrp="1"/>
          </p:cNvSpPr>
          <p:nvPr/>
        </p:nvSpPr>
        <p:spPr>
          <a:xfrm xmlns:a="http://schemas.openxmlformats.org/drawingml/2006/main" rot="0">
            <a:off x="609600" y="5334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45" name="">
            <a:extLst xmlns:a="http://schemas.openxmlformats.org/drawingml/2006/main">
              <a:ext uri="{FF2B5EF4-FFF2-40B4-BE49-F238E27FC236}">
                <a16:creationId xmlns:a16="http://schemas.microsoft.com/office/drawing/2014/main" id="{B49B871C-406D-4A65-B3EB-5BBD964BAF31}"/>
              </a:ext>
            </a:extLst>
          </p:cNvPr>
          <p:cNvSpPr>
            <a:spLocks xmlns:a="http://schemas.openxmlformats.org/drawingml/2006/main" noGrp="1"/>
          </p:cNvSpPr>
          <p:nvPr/>
        </p:nvSpPr>
        <p:spPr>
          <a:xfrm xmlns:a="http://schemas.openxmlformats.org/drawingml/2006/main">
            <a:off x="723900" y="5334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W08</a:t>
            </a:r>
          </a:p>
        </p:txBody>
      </p:sp>
      <p:sp>
        <p:nvSpPr>
          <p:cNvPr id="46" name="">
            <a:extLst xmlns:a="http://schemas.openxmlformats.org/drawingml/2006/main">
              <a:ext uri="{FF2B5EF4-FFF2-40B4-BE49-F238E27FC236}">
                <a16:creationId xmlns:a16="http://schemas.microsoft.com/office/drawing/2014/main" id="{EC207420-A15F-44C2-9133-9352F5EA3E5D}"/>
              </a:ext>
            </a:extLst>
          </p:cNvPr>
          <p:cNvSpPr>
            <a:spLocks xmlns:a="http://schemas.openxmlformats.org/drawingml/2006/main" noGrp="1"/>
          </p:cNvSpPr>
          <p:nvPr/>
        </p:nvSpPr>
        <p:spPr>
          <a:xfrm xmlns:a="http://schemas.openxmlformats.org/drawingml/2006/main">
            <a:off x="1295400" y="5334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10.23</a:t>
            </a:r>
          </a:p>
        </p:txBody>
      </p:sp>
      <p:sp>
        <p:nvSpPr>
          <p:cNvPr id="47" name="">
            <a:extLst xmlns:a="http://schemas.openxmlformats.org/drawingml/2006/main">
              <a:ext uri="{FF2B5EF4-FFF2-40B4-BE49-F238E27FC236}">
                <a16:creationId xmlns:a16="http://schemas.microsoft.com/office/drawing/2014/main" id="{AF1751C2-1E7E-4AA0-B6BF-4C0FED42AC6C}"/>
              </a:ext>
            </a:extLst>
          </p:cNvPr>
          <p:cNvSpPr>
            <a:spLocks xmlns:a="http://schemas.openxmlformats.org/drawingml/2006/main" noGrp="1"/>
          </p:cNvSpPr>
          <p:nvPr/>
        </p:nvSpPr>
        <p:spPr>
          <a:xfrm xmlns:a="http://schemas.openxmlformats.org/drawingml/2006/main">
            <a:off x="2000250" y="5334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기말 프로젝트 기획서</a:t>
            </a:r>
          </a:p>
        </p:txBody>
      </p:sp>
      <p:sp>
        <p:nvSpPr>
          <p:cNvPr id="48" name="">
            <a:extLst xmlns:a="http://schemas.openxmlformats.org/drawingml/2006/main">
              <a:ext uri="{FF2B5EF4-FFF2-40B4-BE49-F238E27FC236}">
                <a16:creationId xmlns:a16="http://schemas.microsoft.com/office/drawing/2014/main" id="{6F627375-CE61-4F12-9475-77CDF06FEB15}"/>
              </a:ext>
            </a:extLst>
          </p:cNvPr>
          <p:cNvSpPr>
            <a:spLocks xmlns:a="http://schemas.openxmlformats.org/drawingml/2006/main" noGrp="1"/>
          </p:cNvSpPr>
          <p:nvPr/>
        </p:nvSpPr>
        <p:spPr>
          <a:xfrm xmlns:a="http://schemas.openxmlformats.org/drawingml/2006/main">
            <a:off x="4724400" y="5334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온라인 제출</a:t>
            </a:r>
          </a:p>
        </p:txBody>
      </p:sp>
      <p:sp>
        <p:nvSpPr>
          <p:cNvPr id="49" name="">
            <a:extLst xmlns:a="http://schemas.openxmlformats.org/drawingml/2006/main">
              <a:ext uri="{FF2B5EF4-FFF2-40B4-BE49-F238E27FC236}">
                <a16:creationId xmlns:a16="http://schemas.microsoft.com/office/drawing/2014/main" id="{D1A02C91-618B-4366-9A8F-F41BFE9307C8}"/>
              </a:ext>
            </a:extLst>
          </p:cNvPr>
          <p:cNvSpPr>
            <a:spLocks xmlns:a="http://schemas.openxmlformats.org/drawingml/2006/main" noGrp="1"/>
          </p:cNvSpPr>
          <p:nvPr/>
        </p:nvSpPr>
        <p:spPr>
          <a:xfrm xmlns:a="http://schemas.openxmlformats.org/drawingml/2006/main">
            <a:off x="6229350" y="1790700"/>
            <a:ext cx="5353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W09–16 / OPERATE</a:t>
            </a:r>
          </a:p>
        </p:txBody>
      </p:sp>
      <p:sp>
        <p:nvSpPr>
          <p:cNvPr id="50" name="">
            <a:extLst xmlns:a="http://schemas.openxmlformats.org/drawingml/2006/main">
              <a:ext uri="{FF2B5EF4-FFF2-40B4-BE49-F238E27FC236}">
                <a16:creationId xmlns:a16="http://schemas.microsoft.com/office/drawing/2014/main" id="{1F4F8CE7-69A9-4696-9DF1-B1122175684B}"/>
              </a:ext>
            </a:extLst>
          </p:cNvPr>
          <p:cNvSpPr>
            <a:spLocks xmlns:a="http://schemas.openxmlformats.org/drawingml/2006/main" noGrp="1"/>
          </p:cNvSpPr>
          <p:nvPr/>
        </p:nvSpPr>
        <p:spPr>
          <a:xfrm xmlns:a="http://schemas.openxmlformats.org/drawingml/2006/main" rot="0">
            <a:off x="6229350" y="21336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51" name="">
            <a:extLst xmlns:a="http://schemas.openxmlformats.org/drawingml/2006/main">
              <a:ext uri="{FF2B5EF4-FFF2-40B4-BE49-F238E27FC236}">
                <a16:creationId xmlns:a16="http://schemas.microsoft.com/office/drawing/2014/main" id="{B10FEBEC-8892-4FB6-A9B1-5D8D638B5A0D}"/>
              </a:ext>
            </a:extLst>
          </p:cNvPr>
          <p:cNvSpPr>
            <a:spLocks xmlns:a="http://schemas.openxmlformats.org/drawingml/2006/main" noGrp="1"/>
          </p:cNvSpPr>
          <p:nvPr/>
        </p:nvSpPr>
        <p:spPr>
          <a:xfrm xmlns:a="http://schemas.openxmlformats.org/drawingml/2006/main">
            <a:off x="6343650" y="2133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W09</a:t>
            </a:r>
          </a:p>
        </p:txBody>
      </p:sp>
      <p:sp>
        <p:nvSpPr>
          <p:cNvPr id="52" name="">
            <a:extLst xmlns:a="http://schemas.openxmlformats.org/drawingml/2006/main">
              <a:ext uri="{FF2B5EF4-FFF2-40B4-BE49-F238E27FC236}">
                <a16:creationId xmlns:a16="http://schemas.microsoft.com/office/drawing/2014/main" id="{6B5B7024-0B76-4D5D-A4E2-57A11C97B906}"/>
              </a:ext>
            </a:extLst>
          </p:cNvPr>
          <p:cNvSpPr>
            <a:spLocks xmlns:a="http://schemas.openxmlformats.org/drawingml/2006/main" noGrp="1"/>
          </p:cNvSpPr>
          <p:nvPr/>
        </p:nvSpPr>
        <p:spPr>
          <a:xfrm xmlns:a="http://schemas.openxmlformats.org/drawingml/2006/main">
            <a:off x="6915150" y="2133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10.30</a:t>
            </a:r>
          </a:p>
        </p:txBody>
      </p:sp>
      <p:sp>
        <p:nvSpPr>
          <p:cNvPr id="53" name="">
            <a:extLst xmlns:a="http://schemas.openxmlformats.org/drawingml/2006/main">
              <a:ext uri="{FF2B5EF4-FFF2-40B4-BE49-F238E27FC236}">
                <a16:creationId xmlns:a16="http://schemas.microsoft.com/office/drawing/2014/main" id="{F1A3CE90-0D18-4711-A640-CF1EED78FCE9}"/>
              </a:ext>
            </a:extLst>
          </p:cNvPr>
          <p:cNvSpPr>
            <a:spLocks xmlns:a="http://schemas.openxmlformats.org/drawingml/2006/main" noGrp="1"/>
          </p:cNvSpPr>
          <p:nvPr/>
        </p:nvSpPr>
        <p:spPr>
          <a:xfrm xmlns:a="http://schemas.openxmlformats.org/drawingml/2006/main">
            <a:off x="7620000" y="2133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요청·응답 서비스 명세</a:t>
            </a:r>
          </a:p>
        </p:txBody>
      </p:sp>
      <p:sp>
        <p:nvSpPr>
          <p:cNvPr id="54" name="">
            <a:extLst xmlns:a="http://schemas.openxmlformats.org/drawingml/2006/main">
              <a:ext uri="{FF2B5EF4-FFF2-40B4-BE49-F238E27FC236}">
                <a16:creationId xmlns:a16="http://schemas.microsoft.com/office/drawing/2014/main" id="{4FCBDBF7-EB81-4C94-8ADF-E467071B87B4}"/>
              </a:ext>
            </a:extLst>
          </p:cNvPr>
          <p:cNvSpPr>
            <a:spLocks xmlns:a="http://schemas.openxmlformats.org/drawingml/2006/main" noGrp="1"/>
          </p:cNvSpPr>
          <p:nvPr/>
        </p:nvSpPr>
        <p:spPr>
          <a:xfrm xmlns:a="http://schemas.openxmlformats.org/drawingml/2006/main">
            <a:off x="10344150" y="2133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55" name="">
            <a:extLst xmlns:a="http://schemas.openxmlformats.org/drawingml/2006/main">
              <a:ext uri="{FF2B5EF4-FFF2-40B4-BE49-F238E27FC236}">
                <a16:creationId xmlns:a16="http://schemas.microsoft.com/office/drawing/2014/main" id="{0EBFCC89-F611-4C79-BB0A-D083BBFEC465}"/>
              </a:ext>
            </a:extLst>
          </p:cNvPr>
          <p:cNvSpPr>
            <a:spLocks xmlns:a="http://schemas.openxmlformats.org/drawingml/2006/main" noGrp="1"/>
          </p:cNvSpPr>
          <p:nvPr/>
        </p:nvSpPr>
        <p:spPr>
          <a:xfrm xmlns:a="http://schemas.openxmlformats.org/drawingml/2006/main" rot="0">
            <a:off x="6229350" y="2590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56" name="">
            <a:extLst xmlns:a="http://schemas.openxmlformats.org/drawingml/2006/main">
              <a:ext uri="{FF2B5EF4-FFF2-40B4-BE49-F238E27FC236}">
                <a16:creationId xmlns:a16="http://schemas.microsoft.com/office/drawing/2014/main" id="{9B1B78EC-489A-4AB9-A4D9-EF82D02D619A}"/>
              </a:ext>
            </a:extLst>
          </p:cNvPr>
          <p:cNvSpPr>
            <a:spLocks xmlns:a="http://schemas.openxmlformats.org/drawingml/2006/main" noGrp="1"/>
          </p:cNvSpPr>
          <p:nvPr/>
        </p:nvSpPr>
        <p:spPr>
          <a:xfrm xmlns:a="http://schemas.openxmlformats.org/drawingml/2006/main">
            <a:off x="6343650" y="2590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W10</a:t>
            </a:r>
          </a:p>
        </p:txBody>
      </p:sp>
      <p:sp>
        <p:nvSpPr>
          <p:cNvPr id="57" name="">
            <a:extLst xmlns:a="http://schemas.openxmlformats.org/drawingml/2006/main">
              <a:ext uri="{FF2B5EF4-FFF2-40B4-BE49-F238E27FC236}">
                <a16:creationId xmlns:a16="http://schemas.microsoft.com/office/drawing/2014/main" id="{64EC80D3-C056-4B6A-93AE-89E2F4F43C8D}"/>
              </a:ext>
            </a:extLst>
          </p:cNvPr>
          <p:cNvSpPr>
            <a:spLocks xmlns:a="http://schemas.openxmlformats.org/drawingml/2006/main" noGrp="1"/>
          </p:cNvSpPr>
          <p:nvPr/>
        </p:nvSpPr>
        <p:spPr>
          <a:xfrm xmlns:a="http://schemas.openxmlformats.org/drawingml/2006/main">
            <a:off x="6915150" y="2590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11.06</a:t>
            </a:r>
          </a:p>
        </p:txBody>
      </p:sp>
      <p:sp>
        <p:nvSpPr>
          <p:cNvPr id="58" name="">
            <a:extLst xmlns:a="http://schemas.openxmlformats.org/drawingml/2006/main">
              <a:ext uri="{FF2B5EF4-FFF2-40B4-BE49-F238E27FC236}">
                <a16:creationId xmlns:a16="http://schemas.microsoft.com/office/drawing/2014/main" id="{98B74648-1CD9-492C-A927-3FEAC3F8F17D}"/>
              </a:ext>
            </a:extLst>
          </p:cNvPr>
          <p:cNvSpPr>
            <a:spLocks xmlns:a="http://schemas.openxmlformats.org/drawingml/2006/main" noGrp="1"/>
          </p:cNvSpPr>
          <p:nvPr/>
        </p:nvSpPr>
        <p:spPr>
          <a:xfrm xmlns:a="http://schemas.openxmlformats.org/drawingml/2006/main">
            <a:off x="7620000" y="2590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관찰 가능한 배포</a:t>
            </a:r>
          </a:p>
        </p:txBody>
      </p:sp>
      <p:sp>
        <p:nvSpPr>
          <p:cNvPr id="59" name="">
            <a:extLst xmlns:a="http://schemas.openxmlformats.org/drawingml/2006/main">
              <a:ext uri="{FF2B5EF4-FFF2-40B4-BE49-F238E27FC236}">
                <a16:creationId xmlns:a16="http://schemas.microsoft.com/office/drawing/2014/main" id="{90CE165E-E895-4F1F-9832-A1E568B6B242}"/>
              </a:ext>
            </a:extLst>
          </p:cNvPr>
          <p:cNvSpPr>
            <a:spLocks xmlns:a="http://schemas.openxmlformats.org/drawingml/2006/main" noGrp="1"/>
          </p:cNvSpPr>
          <p:nvPr/>
        </p:nvSpPr>
        <p:spPr>
          <a:xfrm xmlns:a="http://schemas.openxmlformats.org/drawingml/2006/main">
            <a:off x="10344150" y="2590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60" name="">
            <a:extLst xmlns:a="http://schemas.openxmlformats.org/drawingml/2006/main">
              <a:ext uri="{FF2B5EF4-FFF2-40B4-BE49-F238E27FC236}">
                <a16:creationId xmlns:a16="http://schemas.microsoft.com/office/drawing/2014/main" id="{212179F5-22DC-4C10-A3DF-76F9112DA7D7}"/>
              </a:ext>
            </a:extLst>
          </p:cNvPr>
          <p:cNvSpPr>
            <a:spLocks xmlns:a="http://schemas.openxmlformats.org/drawingml/2006/main" noGrp="1"/>
          </p:cNvSpPr>
          <p:nvPr/>
        </p:nvSpPr>
        <p:spPr>
          <a:xfrm xmlns:a="http://schemas.openxmlformats.org/drawingml/2006/main" rot="0">
            <a:off x="6229350" y="3048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61" name="">
            <a:extLst xmlns:a="http://schemas.openxmlformats.org/drawingml/2006/main">
              <a:ext uri="{FF2B5EF4-FFF2-40B4-BE49-F238E27FC236}">
                <a16:creationId xmlns:a16="http://schemas.microsoft.com/office/drawing/2014/main" id="{C64DCE39-BF08-4DF2-B093-5CCAC828BB6A}"/>
              </a:ext>
            </a:extLst>
          </p:cNvPr>
          <p:cNvSpPr>
            <a:spLocks xmlns:a="http://schemas.openxmlformats.org/drawingml/2006/main" noGrp="1"/>
          </p:cNvSpPr>
          <p:nvPr/>
        </p:nvSpPr>
        <p:spPr>
          <a:xfrm xmlns:a="http://schemas.openxmlformats.org/drawingml/2006/main">
            <a:off x="6343650" y="3048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W11</a:t>
            </a:r>
          </a:p>
        </p:txBody>
      </p:sp>
      <p:sp>
        <p:nvSpPr>
          <p:cNvPr id="62" name="">
            <a:extLst xmlns:a="http://schemas.openxmlformats.org/drawingml/2006/main">
              <a:ext uri="{FF2B5EF4-FFF2-40B4-BE49-F238E27FC236}">
                <a16:creationId xmlns:a16="http://schemas.microsoft.com/office/drawing/2014/main" id="{231DE69A-464F-44B7-8428-ED3FADD32BBE}"/>
              </a:ext>
            </a:extLst>
          </p:cNvPr>
          <p:cNvSpPr>
            <a:spLocks xmlns:a="http://schemas.openxmlformats.org/drawingml/2006/main" noGrp="1"/>
          </p:cNvSpPr>
          <p:nvPr/>
        </p:nvSpPr>
        <p:spPr>
          <a:xfrm xmlns:a="http://schemas.openxmlformats.org/drawingml/2006/main">
            <a:off x="6915150" y="3048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11.13</a:t>
            </a:r>
          </a:p>
        </p:txBody>
      </p:sp>
      <p:sp>
        <p:nvSpPr>
          <p:cNvPr id="63" name="">
            <a:extLst xmlns:a="http://schemas.openxmlformats.org/drawingml/2006/main">
              <a:ext uri="{FF2B5EF4-FFF2-40B4-BE49-F238E27FC236}">
                <a16:creationId xmlns:a16="http://schemas.microsoft.com/office/drawing/2014/main" id="{CBBC3DBA-C4E6-4C4E-859E-13D9FFC1F049}"/>
              </a:ext>
            </a:extLst>
          </p:cNvPr>
          <p:cNvSpPr>
            <a:spLocks xmlns:a="http://schemas.openxmlformats.org/drawingml/2006/main" noGrp="1"/>
          </p:cNvSpPr>
          <p:nvPr/>
        </p:nvSpPr>
        <p:spPr>
          <a:xfrm xmlns:a="http://schemas.openxmlformats.org/drawingml/2006/main">
            <a:off x="7620000" y="3048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오프라인 평가</a:t>
            </a:r>
          </a:p>
        </p:txBody>
      </p:sp>
      <p:sp>
        <p:nvSpPr>
          <p:cNvPr id="64" name="">
            <a:extLst xmlns:a="http://schemas.openxmlformats.org/drawingml/2006/main">
              <a:ext uri="{FF2B5EF4-FFF2-40B4-BE49-F238E27FC236}">
                <a16:creationId xmlns:a16="http://schemas.microsoft.com/office/drawing/2014/main" id="{522CE21D-A473-403D-B259-72F23A871103}"/>
              </a:ext>
            </a:extLst>
          </p:cNvPr>
          <p:cNvSpPr>
            <a:spLocks xmlns:a="http://schemas.openxmlformats.org/drawingml/2006/main" noGrp="1"/>
          </p:cNvSpPr>
          <p:nvPr/>
        </p:nvSpPr>
        <p:spPr>
          <a:xfrm xmlns:a="http://schemas.openxmlformats.org/drawingml/2006/main">
            <a:off x="10344150" y="3048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65" name="">
            <a:extLst xmlns:a="http://schemas.openxmlformats.org/drawingml/2006/main">
              <a:ext uri="{FF2B5EF4-FFF2-40B4-BE49-F238E27FC236}">
                <a16:creationId xmlns:a16="http://schemas.microsoft.com/office/drawing/2014/main" id="{66DF56D4-9D63-4626-A609-BB9B812FD3AA}"/>
              </a:ext>
            </a:extLst>
          </p:cNvPr>
          <p:cNvSpPr>
            <a:spLocks xmlns:a="http://schemas.openxmlformats.org/drawingml/2006/main" noGrp="1"/>
          </p:cNvSpPr>
          <p:nvPr/>
        </p:nvSpPr>
        <p:spPr>
          <a:xfrm xmlns:a="http://schemas.openxmlformats.org/drawingml/2006/main" rot="0">
            <a:off x="6229350" y="35052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66" name="">
            <a:extLst xmlns:a="http://schemas.openxmlformats.org/drawingml/2006/main">
              <a:ext uri="{FF2B5EF4-FFF2-40B4-BE49-F238E27FC236}">
                <a16:creationId xmlns:a16="http://schemas.microsoft.com/office/drawing/2014/main" id="{40464E37-86AF-4944-9651-38FF435B8EB1}"/>
              </a:ext>
            </a:extLst>
          </p:cNvPr>
          <p:cNvSpPr>
            <a:spLocks xmlns:a="http://schemas.openxmlformats.org/drawingml/2006/main" noGrp="1"/>
          </p:cNvSpPr>
          <p:nvPr/>
        </p:nvSpPr>
        <p:spPr>
          <a:xfrm xmlns:a="http://schemas.openxmlformats.org/drawingml/2006/main">
            <a:off x="6343650" y="35052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W12</a:t>
            </a:r>
          </a:p>
        </p:txBody>
      </p:sp>
      <p:sp>
        <p:nvSpPr>
          <p:cNvPr id="67" name="">
            <a:extLst xmlns:a="http://schemas.openxmlformats.org/drawingml/2006/main">
              <a:ext uri="{FF2B5EF4-FFF2-40B4-BE49-F238E27FC236}">
                <a16:creationId xmlns:a16="http://schemas.microsoft.com/office/drawing/2014/main" id="{B2959D0F-873F-4021-ABDC-D75A159B7BA1}"/>
              </a:ext>
            </a:extLst>
          </p:cNvPr>
          <p:cNvSpPr>
            <a:spLocks xmlns:a="http://schemas.openxmlformats.org/drawingml/2006/main" noGrp="1"/>
          </p:cNvSpPr>
          <p:nvPr/>
        </p:nvSpPr>
        <p:spPr>
          <a:xfrm xmlns:a="http://schemas.openxmlformats.org/drawingml/2006/main">
            <a:off x="6915150" y="35052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11.20</a:t>
            </a:r>
          </a:p>
        </p:txBody>
      </p:sp>
      <p:sp>
        <p:nvSpPr>
          <p:cNvPr id="68" name="">
            <a:extLst xmlns:a="http://schemas.openxmlformats.org/drawingml/2006/main">
              <a:ext uri="{FF2B5EF4-FFF2-40B4-BE49-F238E27FC236}">
                <a16:creationId xmlns:a16="http://schemas.microsoft.com/office/drawing/2014/main" id="{90DE9B5C-CA64-4F14-954C-53524AB77310}"/>
              </a:ext>
            </a:extLst>
          </p:cNvPr>
          <p:cNvSpPr>
            <a:spLocks xmlns:a="http://schemas.openxmlformats.org/drawingml/2006/main" noGrp="1"/>
          </p:cNvSpPr>
          <p:nvPr/>
        </p:nvSpPr>
        <p:spPr>
          <a:xfrm xmlns:a="http://schemas.openxmlformats.org/drawingml/2006/main">
            <a:off x="7620000" y="35052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온라인 관찰·실험</a:t>
            </a:r>
          </a:p>
        </p:txBody>
      </p:sp>
      <p:sp>
        <p:nvSpPr>
          <p:cNvPr id="69" name="">
            <a:extLst xmlns:a="http://schemas.openxmlformats.org/drawingml/2006/main">
              <a:ext uri="{FF2B5EF4-FFF2-40B4-BE49-F238E27FC236}">
                <a16:creationId xmlns:a16="http://schemas.microsoft.com/office/drawing/2014/main" id="{221E7EFE-E79C-4C77-A8AA-481D71981E47}"/>
              </a:ext>
            </a:extLst>
          </p:cNvPr>
          <p:cNvSpPr>
            <a:spLocks xmlns:a="http://schemas.openxmlformats.org/drawingml/2006/main" noGrp="1"/>
          </p:cNvSpPr>
          <p:nvPr/>
        </p:nvSpPr>
        <p:spPr>
          <a:xfrm xmlns:a="http://schemas.openxmlformats.org/drawingml/2006/main">
            <a:off x="10344150" y="35052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70" name="">
            <a:extLst xmlns:a="http://schemas.openxmlformats.org/drawingml/2006/main">
              <a:ext uri="{FF2B5EF4-FFF2-40B4-BE49-F238E27FC236}">
                <a16:creationId xmlns:a16="http://schemas.microsoft.com/office/drawing/2014/main" id="{249CEE55-6097-47B5-A858-38396DA23072}"/>
              </a:ext>
            </a:extLst>
          </p:cNvPr>
          <p:cNvSpPr>
            <a:spLocks xmlns:a="http://schemas.openxmlformats.org/drawingml/2006/main" noGrp="1"/>
          </p:cNvSpPr>
          <p:nvPr/>
        </p:nvSpPr>
        <p:spPr>
          <a:xfrm xmlns:a="http://schemas.openxmlformats.org/drawingml/2006/main" rot="0">
            <a:off x="6229350" y="39624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71" name="">
            <a:extLst xmlns:a="http://schemas.openxmlformats.org/drawingml/2006/main">
              <a:ext uri="{FF2B5EF4-FFF2-40B4-BE49-F238E27FC236}">
                <a16:creationId xmlns:a16="http://schemas.microsoft.com/office/drawing/2014/main" id="{A7632435-2115-4BFD-960F-ACA85C428CF1}"/>
              </a:ext>
            </a:extLst>
          </p:cNvPr>
          <p:cNvSpPr>
            <a:spLocks xmlns:a="http://schemas.openxmlformats.org/drawingml/2006/main" noGrp="1"/>
          </p:cNvSpPr>
          <p:nvPr/>
        </p:nvSpPr>
        <p:spPr>
          <a:xfrm xmlns:a="http://schemas.openxmlformats.org/drawingml/2006/main">
            <a:off x="6343650" y="39624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W13</a:t>
            </a:r>
          </a:p>
        </p:txBody>
      </p:sp>
      <p:sp>
        <p:nvSpPr>
          <p:cNvPr id="72" name="">
            <a:extLst xmlns:a="http://schemas.openxmlformats.org/drawingml/2006/main">
              <a:ext uri="{FF2B5EF4-FFF2-40B4-BE49-F238E27FC236}">
                <a16:creationId xmlns:a16="http://schemas.microsoft.com/office/drawing/2014/main" id="{B67DC21E-451F-4305-8135-035D001AE751}"/>
              </a:ext>
            </a:extLst>
          </p:cNvPr>
          <p:cNvSpPr>
            <a:spLocks xmlns:a="http://schemas.openxmlformats.org/drawingml/2006/main" noGrp="1"/>
          </p:cNvSpPr>
          <p:nvPr/>
        </p:nvSpPr>
        <p:spPr>
          <a:xfrm xmlns:a="http://schemas.openxmlformats.org/drawingml/2006/main">
            <a:off x="6915150" y="39624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11.27</a:t>
            </a:r>
          </a:p>
        </p:txBody>
      </p:sp>
      <p:sp>
        <p:nvSpPr>
          <p:cNvPr id="73" name="">
            <a:extLst xmlns:a="http://schemas.openxmlformats.org/drawingml/2006/main">
              <a:ext uri="{FF2B5EF4-FFF2-40B4-BE49-F238E27FC236}">
                <a16:creationId xmlns:a16="http://schemas.microsoft.com/office/drawing/2014/main" id="{59BC94CE-708D-4FD6-9394-B12AD065AFA2}"/>
              </a:ext>
            </a:extLst>
          </p:cNvPr>
          <p:cNvSpPr>
            <a:spLocks xmlns:a="http://schemas.openxmlformats.org/drawingml/2006/main" noGrp="1"/>
          </p:cNvSpPr>
          <p:nvPr/>
        </p:nvSpPr>
        <p:spPr>
          <a:xfrm xmlns:a="http://schemas.openxmlformats.org/drawingml/2006/main">
            <a:off x="7620000" y="39624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안전성·거버넌스</a:t>
            </a:r>
          </a:p>
        </p:txBody>
      </p:sp>
      <p:sp>
        <p:nvSpPr>
          <p:cNvPr id="74" name="">
            <a:extLst xmlns:a="http://schemas.openxmlformats.org/drawingml/2006/main">
              <a:ext uri="{FF2B5EF4-FFF2-40B4-BE49-F238E27FC236}">
                <a16:creationId xmlns:a16="http://schemas.microsoft.com/office/drawing/2014/main" id="{CCC59E8B-A2A5-4843-BC9F-BAA5675726C3}"/>
              </a:ext>
            </a:extLst>
          </p:cNvPr>
          <p:cNvSpPr>
            <a:spLocks xmlns:a="http://schemas.openxmlformats.org/drawingml/2006/main" noGrp="1"/>
          </p:cNvSpPr>
          <p:nvPr/>
        </p:nvSpPr>
        <p:spPr>
          <a:xfrm xmlns:a="http://schemas.openxmlformats.org/drawingml/2006/main">
            <a:off x="10344150" y="39624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75" name="">
            <a:extLst xmlns:a="http://schemas.openxmlformats.org/drawingml/2006/main">
              <a:ext uri="{FF2B5EF4-FFF2-40B4-BE49-F238E27FC236}">
                <a16:creationId xmlns:a16="http://schemas.microsoft.com/office/drawing/2014/main" id="{5D9BB4E4-06BE-4424-9CE7-6979C31247EB}"/>
              </a:ext>
            </a:extLst>
          </p:cNvPr>
          <p:cNvSpPr>
            <a:spLocks xmlns:a="http://schemas.openxmlformats.org/drawingml/2006/main" noGrp="1"/>
          </p:cNvSpPr>
          <p:nvPr/>
        </p:nvSpPr>
        <p:spPr>
          <a:xfrm xmlns:a="http://schemas.openxmlformats.org/drawingml/2006/main" rot="0">
            <a:off x="6229350" y="44196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76" name="">
            <a:extLst xmlns:a="http://schemas.openxmlformats.org/drawingml/2006/main">
              <a:ext uri="{FF2B5EF4-FFF2-40B4-BE49-F238E27FC236}">
                <a16:creationId xmlns:a16="http://schemas.microsoft.com/office/drawing/2014/main" id="{74618D1F-A17E-4A1D-8229-AD15F8FCBC1C}"/>
              </a:ext>
            </a:extLst>
          </p:cNvPr>
          <p:cNvSpPr>
            <a:spLocks xmlns:a="http://schemas.openxmlformats.org/drawingml/2006/main" noGrp="1"/>
          </p:cNvSpPr>
          <p:nvPr/>
        </p:nvSpPr>
        <p:spPr>
          <a:xfrm xmlns:a="http://schemas.openxmlformats.org/drawingml/2006/main">
            <a:off x="6343650" y="4419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W14</a:t>
            </a:r>
          </a:p>
        </p:txBody>
      </p:sp>
      <p:sp>
        <p:nvSpPr>
          <p:cNvPr id="77" name="">
            <a:extLst xmlns:a="http://schemas.openxmlformats.org/drawingml/2006/main">
              <a:ext uri="{FF2B5EF4-FFF2-40B4-BE49-F238E27FC236}">
                <a16:creationId xmlns:a16="http://schemas.microsoft.com/office/drawing/2014/main" id="{E9AC0009-8911-4505-9DA0-3AC12EB4499D}"/>
              </a:ext>
            </a:extLst>
          </p:cNvPr>
          <p:cNvSpPr>
            <a:spLocks xmlns:a="http://schemas.openxmlformats.org/drawingml/2006/main" noGrp="1"/>
          </p:cNvSpPr>
          <p:nvPr/>
        </p:nvSpPr>
        <p:spPr>
          <a:xfrm xmlns:a="http://schemas.openxmlformats.org/drawingml/2006/main">
            <a:off x="6915150" y="4419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12.04</a:t>
            </a:r>
          </a:p>
        </p:txBody>
      </p:sp>
      <p:sp>
        <p:nvSpPr>
          <p:cNvPr id="78" name="">
            <a:extLst xmlns:a="http://schemas.openxmlformats.org/drawingml/2006/main">
              <a:ext uri="{FF2B5EF4-FFF2-40B4-BE49-F238E27FC236}">
                <a16:creationId xmlns:a16="http://schemas.microsoft.com/office/drawing/2014/main" id="{0DC03253-E1D9-4B4B-9DEE-1B1A5D098FDA}"/>
              </a:ext>
            </a:extLst>
          </p:cNvPr>
          <p:cNvSpPr>
            <a:spLocks xmlns:a="http://schemas.openxmlformats.org/drawingml/2006/main" noGrp="1"/>
          </p:cNvSpPr>
          <p:nvPr/>
        </p:nvSpPr>
        <p:spPr>
          <a:xfrm xmlns:a="http://schemas.openxmlformats.org/drawingml/2006/main">
            <a:off x="7620000" y="4419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비용·지연·용량</a:t>
            </a:r>
          </a:p>
        </p:txBody>
      </p:sp>
      <p:sp>
        <p:nvSpPr>
          <p:cNvPr id="79" name="">
            <a:extLst xmlns:a="http://schemas.openxmlformats.org/drawingml/2006/main">
              <a:ext uri="{FF2B5EF4-FFF2-40B4-BE49-F238E27FC236}">
                <a16:creationId xmlns:a16="http://schemas.microsoft.com/office/drawing/2014/main" id="{B26CB340-F7D0-4D48-8FC2-C76B293154BC}"/>
              </a:ext>
            </a:extLst>
          </p:cNvPr>
          <p:cNvSpPr>
            <a:spLocks xmlns:a="http://schemas.openxmlformats.org/drawingml/2006/main" noGrp="1"/>
          </p:cNvSpPr>
          <p:nvPr/>
        </p:nvSpPr>
        <p:spPr>
          <a:xfrm xmlns:a="http://schemas.openxmlformats.org/drawingml/2006/main">
            <a:off x="10344150" y="4419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80" name="">
            <a:extLst xmlns:a="http://schemas.openxmlformats.org/drawingml/2006/main">
              <a:ext uri="{FF2B5EF4-FFF2-40B4-BE49-F238E27FC236}">
                <a16:creationId xmlns:a16="http://schemas.microsoft.com/office/drawing/2014/main" id="{8F248DDA-0BDD-4A16-B756-B0000A1D3C63}"/>
              </a:ext>
            </a:extLst>
          </p:cNvPr>
          <p:cNvSpPr>
            <a:spLocks xmlns:a="http://schemas.openxmlformats.org/drawingml/2006/main" noGrp="1"/>
          </p:cNvSpPr>
          <p:nvPr/>
        </p:nvSpPr>
        <p:spPr>
          <a:xfrm xmlns:a="http://schemas.openxmlformats.org/drawingml/2006/main" rot="0">
            <a:off x="6229350" y="4876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1" name="">
            <a:extLst xmlns:a="http://schemas.openxmlformats.org/drawingml/2006/main">
              <a:ext uri="{FF2B5EF4-FFF2-40B4-BE49-F238E27FC236}">
                <a16:creationId xmlns:a16="http://schemas.microsoft.com/office/drawing/2014/main" id="{7DD98FF9-5CBF-4B79-88FD-9AF5518F2CB3}"/>
              </a:ext>
            </a:extLst>
          </p:cNvPr>
          <p:cNvSpPr>
            <a:spLocks xmlns:a="http://schemas.openxmlformats.org/drawingml/2006/main" noGrp="1"/>
          </p:cNvSpPr>
          <p:nvPr/>
        </p:nvSpPr>
        <p:spPr>
          <a:xfrm xmlns:a="http://schemas.openxmlformats.org/drawingml/2006/main">
            <a:off x="6343650" y="4876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W15</a:t>
            </a:r>
          </a:p>
        </p:txBody>
      </p:sp>
      <p:sp>
        <p:nvSpPr>
          <p:cNvPr id="82" name="">
            <a:extLst xmlns:a="http://schemas.openxmlformats.org/drawingml/2006/main">
              <a:ext uri="{FF2B5EF4-FFF2-40B4-BE49-F238E27FC236}">
                <a16:creationId xmlns:a16="http://schemas.microsoft.com/office/drawing/2014/main" id="{70406066-66B9-4810-94F8-5CED7503FF40}"/>
              </a:ext>
            </a:extLst>
          </p:cNvPr>
          <p:cNvSpPr>
            <a:spLocks xmlns:a="http://schemas.openxmlformats.org/drawingml/2006/main" noGrp="1"/>
          </p:cNvSpPr>
          <p:nvPr/>
        </p:nvSpPr>
        <p:spPr>
          <a:xfrm xmlns:a="http://schemas.openxmlformats.org/drawingml/2006/main">
            <a:off x="6915150" y="4876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12.11</a:t>
            </a:r>
          </a:p>
        </p:txBody>
      </p:sp>
      <p:sp>
        <p:nvSpPr>
          <p:cNvPr id="83" name="">
            <a:extLst xmlns:a="http://schemas.openxmlformats.org/drawingml/2006/main">
              <a:ext uri="{FF2B5EF4-FFF2-40B4-BE49-F238E27FC236}">
                <a16:creationId xmlns:a16="http://schemas.microsoft.com/office/drawing/2014/main" id="{3464C062-0385-47A1-BCA9-65681342D896}"/>
              </a:ext>
            </a:extLst>
          </p:cNvPr>
          <p:cNvSpPr>
            <a:spLocks xmlns:a="http://schemas.openxmlformats.org/drawingml/2006/main" noGrp="1"/>
          </p:cNvSpPr>
          <p:nvPr/>
        </p:nvSpPr>
        <p:spPr>
          <a:xfrm xmlns:a="http://schemas.openxmlformats.org/drawingml/2006/main">
            <a:off x="7620000" y="4876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통합 검증·리허설</a:t>
            </a:r>
          </a:p>
        </p:txBody>
      </p:sp>
      <p:sp>
        <p:nvSpPr>
          <p:cNvPr id="84" name="">
            <a:extLst xmlns:a="http://schemas.openxmlformats.org/drawingml/2006/main">
              <a:ext uri="{FF2B5EF4-FFF2-40B4-BE49-F238E27FC236}">
                <a16:creationId xmlns:a16="http://schemas.microsoft.com/office/drawing/2014/main" id="{58185054-E4A1-45A7-9508-06139027FD14}"/>
              </a:ext>
            </a:extLst>
          </p:cNvPr>
          <p:cNvSpPr>
            <a:spLocks xmlns:a="http://schemas.openxmlformats.org/drawingml/2006/main" noGrp="1"/>
          </p:cNvSpPr>
          <p:nvPr/>
        </p:nvSpPr>
        <p:spPr>
          <a:xfrm xmlns:a="http://schemas.openxmlformats.org/drawingml/2006/main">
            <a:off x="10344150" y="4876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85" name="">
            <a:extLst xmlns:a="http://schemas.openxmlformats.org/drawingml/2006/main">
              <a:ext uri="{FF2B5EF4-FFF2-40B4-BE49-F238E27FC236}">
                <a16:creationId xmlns:a16="http://schemas.microsoft.com/office/drawing/2014/main" id="{C196B5F0-6D00-4808-A26C-CEB56DE0F44E}"/>
              </a:ext>
            </a:extLst>
          </p:cNvPr>
          <p:cNvSpPr>
            <a:spLocks xmlns:a="http://schemas.openxmlformats.org/drawingml/2006/main" noGrp="1"/>
          </p:cNvSpPr>
          <p:nvPr/>
        </p:nvSpPr>
        <p:spPr>
          <a:xfrm xmlns:a="http://schemas.openxmlformats.org/drawingml/2006/main" rot="0">
            <a:off x="6229350" y="5334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6" name="">
            <a:extLst xmlns:a="http://schemas.openxmlformats.org/drawingml/2006/main">
              <a:ext uri="{FF2B5EF4-FFF2-40B4-BE49-F238E27FC236}">
                <a16:creationId xmlns:a16="http://schemas.microsoft.com/office/drawing/2014/main" id="{D8B9164D-DEA7-4692-A150-BB4CB64B0F05}"/>
              </a:ext>
            </a:extLst>
          </p:cNvPr>
          <p:cNvSpPr>
            <a:spLocks xmlns:a="http://schemas.openxmlformats.org/drawingml/2006/main" noGrp="1"/>
          </p:cNvSpPr>
          <p:nvPr/>
        </p:nvSpPr>
        <p:spPr>
          <a:xfrm xmlns:a="http://schemas.openxmlformats.org/drawingml/2006/main">
            <a:off x="6343650" y="5334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W16</a:t>
            </a:r>
          </a:p>
        </p:txBody>
      </p:sp>
      <p:sp>
        <p:nvSpPr>
          <p:cNvPr id="87" name="">
            <a:extLst xmlns:a="http://schemas.openxmlformats.org/drawingml/2006/main">
              <a:ext uri="{FF2B5EF4-FFF2-40B4-BE49-F238E27FC236}">
                <a16:creationId xmlns:a16="http://schemas.microsoft.com/office/drawing/2014/main" id="{ADB43E70-CBD2-4130-B3C5-2528F99C295D}"/>
              </a:ext>
            </a:extLst>
          </p:cNvPr>
          <p:cNvSpPr>
            <a:spLocks xmlns:a="http://schemas.openxmlformats.org/drawingml/2006/main" noGrp="1"/>
          </p:cNvSpPr>
          <p:nvPr/>
        </p:nvSpPr>
        <p:spPr>
          <a:xfrm xmlns:a="http://schemas.openxmlformats.org/drawingml/2006/main">
            <a:off x="6915150" y="5334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12.18</a:t>
            </a:r>
          </a:p>
        </p:txBody>
      </p:sp>
      <p:sp>
        <p:nvSpPr>
          <p:cNvPr id="88" name="">
            <a:extLst xmlns:a="http://schemas.openxmlformats.org/drawingml/2006/main">
              <a:ext uri="{FF2B5EF4-FFF2-40B4-BE49-F238E27FC236}">
                <a16:creationId xmlns:a16="http://schemas.microsoft.com/office/drawing/2014/main" id="{1E79F715-2AB8-4703-845E-8BFF25CBF04F}"/>
              </a:ext>
            </a:extLst>
          </p:cNvPr>
          <p:cNvSpPr>
            <a:spLocks xmlns:a="http://schemas.openxmlformats.org/drawingml/2006/main" noGrp="1"/>
          </p:cNvSpPr>
          <p:nvPr/>
        </p:nvSpPr>
        <p:spPr>
          <a:xfrm xmlns:a="http://schemas.openxmlformats.org/drawingml/2006/main">
            <a:off x="7620000" y="5334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기말 프로젝트 발표</a:t>
            </a:r>
          </a:p>
        </p:txBody>
      </p:sp>
      <p:sp>
        <p:nvSpPr>
          <p:cNvPr id="89" name="">
            <a:extLst xmlns:a="http://schemas.openxmlformats.org/drawingml/2006/main">
              <a:ext uri="{FF2B5EF4-FFF2-40B4-BE49-F238E27FC236}">
                <a16:creationId xmlns:a16="http://schemas.microsoft.com/office/drawing/2014/main" id="{80D7EBD9-1C10-4900-98E9-AF6CAF994704}"/>
              </a:ext>
            </a:extLst>
          </p:cNvPr>
          <p:cNvSpPr>
            <a:spLocks xmlns:a="http://schemas.openxmlformats.org/drawingml/2006/main" noGrp="1"/>
          </p:cNvSpPr>
          <p:nvPr/>
        </p:nvSpPr>
        <p:spPr>
          <a:xfrm xmlns:a="http://schemas.openxmlformats.org/drawingml/2006/main">
            <a:off x="10344150" y="5334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발표</a:t>
            </a:r>
          </a:p>
        </p:txBody>
      </p:sp>
      <p:sp>
        <p:nvSpPr>
          <p:cNvPr id="90" name="">
            <a:extLst xmlns:a="http://schemas.openxmlformats.org/drawingml/2006/main">
              <a:ext uri="{FF2B5EF4-FFF2-40B4-BE49-F238E27FC236}">
                <a16:creationId xmlns:a16="http://schemas.microsoft.com/office/drawing/2014/main" id="{E9EEB960-18DB-42CA-94F4-2C8F3E1FE56E}"/>
              </a:ext>
            </a:extLst>
          </p:cNvPr>
          <p:cNvSpPr>
            <a:spLocks xmlns:a="http://schemas.openxmlformats.org/drawingml/2006/main" noGrp="1"/>
          </p:cNvSpPr>
          <p:nvPr/>
        </p:nvSpPr>
        <p:spPr>
          <a:xfrm xmlns:a="http://schemas.openxmlformats.org/drawingml/2006/main">
            <a:off x="609600" y="5924550"/>
            <a:ext cx="10972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W08 · 실시간 수업 없이 온라인 기획서 제출 평가 / W16 · 실시간 온라인 프로젝트 발표</a:t>
            </a:r>
          </a:p>
        </p:txBody>
      </p:sp>
    </p:spTree>
    <p:extLst>
      <p:ext uri="{BB962C8B-B14F-4D97-AF65-F5344CB8AC3E}">
        <p14:creationId xmlns:p14="http://schemas.microsoft.com/office/powerpoint/2010/main" val="1386612397"/>
      </p:ext>
    </p:extLst>
  </p:cSld>
</p:sld>
</file>

<file path=ppt/slides/slide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241C40DD-6FBE-484A-954B-9016A43E4A3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E15D4F6C-80FD-4B19-9BF9-4469415387E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04</a:t>
            </a:r>
          </a:p>
        </p:txBody>
      </p:sp>
      <p:sp>
        <p:nvSpPr>
          <p:cNvPr id="3" name="">
            <a:extLst xmlns:a="http://schemas.openxmlformats.org/drawingml/2006/main">
              <a:ext uri="{FF2B5EF4-FFF2-40B4-BE49-F238E27FC236}">
                <a16:creationId xmlns:a16="http://schemas.microsoft.com/office/drawing/2014/main" id="{85A91532-4B6A-42DC-B532-DF485508966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5D7BB442-682E-41CC-889F-953B3C95B0C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8A52EF4E-88CC-4810-8D17-4EEB0C66466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7BA97629-16F3-48A8-B4D3-855B6AD825C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16주 포트폴리오 로드맵</a:t>
            </a:r>
          </a:p>
        </p:txBody>
      </p:sp>
      <p:sp>
        <p:nvSpPr>
          <p:cNvPr id="7" name="">
            <a:extLst xmlns:a="http://schemas.openxmlformats.org/drawingml/2006/main">
              <a:ext uri="{FF2B5EF4-FFF2-40B4-BE49-F238E27FC236}">
                <a16:creationId xmlns:a16="http://schemas.microsoft.com/office/drawing/2014/main" id="{91B07E6F-1FE2-4EBC-942C-FAAA1E7830AD}"/>
              </a:ext>
            </a:extLst>
          </p:cNvPr>
          <p:cNvSpPr>
            <a:spLocks xmlns:a="http://schemas.openxmlformats.org/drawingml/2006/main" noGrp="1"/>
          </p:cNvSpPr>
          <p:nvPr/>
        </p:nvSpPr>
        <p:spPr>
          <a:xfrm xmlns:a="http://schemas.openxmlformats.org/drawingml/2006/main" flipH="0" flipV="0">
            <a:off x="876300" y="3276600"/>
            <a:ext cx="100965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20A173E6-106C-48C9-AC06-85C5CDB56C13}"/>
              </a:ext>
            </a:extLst>
          </p:cNvPr>
          <p:cNvSpPr>
            <a:spLocks xmlns:a="http://schemas.openxmlformats.org/drawingml/2006/main" noGrp="1"/>
          </p:cNvSpPr>
          <p:nvPr/>
        </p:nvSpPr>
        <p:spPr>
          <a:xfrm xmlns:a="http://schemas.openxmlformats.org/drawingml/2006/main" rot="0">
            <a:off x="723900" y="3124200"/>
            <a:ext cx="304800" cy="30480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9" name="">
            <a:extLst xmlns:a="http://schemas.openxmlformats.org/drawingml/2006/main">
              <a:ext uri="{FF2B5EF4-FFF2-40B4-BE49-F238E27FC236}">
                <a16:creationId xmlns:a16="http://schemas.microsoft.com/office/drawing/2014/main" id="{D20D0608-72BD-46E4-91A0-D8B10F6EF2B3}"/>
              </a:ext>
            </a:extLst>
          </p:cNvPr>
          <p:cNvSpPr>
            <a:spLocks xmlns:a="http://schemas.openxmlformats.org/drawingml/2006/main" noGrp="1"/>
          </p:cNvSpPr>
          <p:nvPr/>
        </p:nvSpPr>
        <p:spPr>
          <a:xfrm xmlns:a="http://schemas.openxmlformats.org/drawingml/2006/main">
            <a:off x="152400" y="20002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W01–03</a:t>
            </a:r>
          </a:p>
        </p:txBody>
      </p:sp>
      <p:sp>
        <p:nvSpPr>
          <p:cNvPr id="10" name="">
            <a:extLst xmlns:a="http://schemas.openxmlformats.org/drawingml/2006/main">
              <a:ext uri="{FF2B5EF4-FFF2-40B4-BE49-F238E27FC236}">
                <a16:creationId xmlns:a16="http://schemas.microsoft.com/office/drawing/2014/main" id="{4838D999-B2EA-4DC3-8F5E-11304B446309}"/>
              </a:ext>
            </a:extLst>
          </p:cNvPr>
          <p:cNvSpPr>
            <a:spLocks xmlns:a="http://schemas.openxmlformats.org/drawingml/2006/main" noGrp="1"/>
          </p:cNvSpPr>
          <p:nvPr/>
        </p:nvSpPr>
        <p:spPr>
          <a:xfrm xmlns:a="http://schemas.openxmlformats.org/drawingml/2006/main">
            <a:off x="38100" y="23431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2563EB"/>
                </a:solidFill>
                <a:latin typeface="AppleGothic"/>
                <a:ea typeface="AppleGothic"/>
                <a:cs typeface="AppleGothic"/>
              </a:defRPr>
            </a:pPr>
            <a:r>
              <a:rPr sz="1500" b="1">
                <a:solidFill>
                  <a:srgbClr val="2563EB"/>
                </a:solidFill>
                <a:latin typeface="AppleGothic"/>
                <a:ea typeface="AppleGothic"/>
                <a:cs typeface="AppleGothic"/>
              </a:rPr>
              <a:t>문제·요구사항</a:t>
            </a:r>
          </a:p>
          <a:p xmlns:a="http://schemas.openxmlformats.org/drawingml/2006/main">
            <a:pPr algn="ctr">
              <a:lnSpc>
                <a:spcPct val="110000"/>
              </a:lnSpc>
              <a:buNone/>
              <a:defRPr sz="1500" b="1">
                <a:solidFill>
                  <a:srgbClr val="2563EB"/>
                </a:solidFill>
                <a:latin typeface="AppleGothic"/>
                <a:ea typeface="AppleGothic"/>
                <a:cs typeface="AppleGothic"/>
              </a:defRPr>
            </a:pPr>
            <a:r>
              <a:rPr sz="1500" b="1">
                <a:solidFill>
                  <a:srgbClr val="2563EB"/>
                </a:solidFill>
                <a:latin typeface="AppleGothic"/>
                <a:ea typeface="AppleGothic"/>
                <a:cs typeface="AppleGothic"/>
              </a:rPr>
              <a:t>평가 기준</a:t>
            </a:r>
          </a:p>
        </p:txBody>
      </p:sp>
      <p:sp>
        <p:nvSpPr>
          <p:cNvPr id="11" name="">
            <a:extLst xmlns:a="http://schemas.openxmlformats.org/drawingml/2006/main">
              <a:ext uri="{FF2B5EF4-FFF2-40B4-BE49-F238E27FC236}">
                <a16:creationId xmlns:a16="http://schemas.microsoft.com/office/drawing/2014/main" id="{776FD1E8-C9E1-43DC-8EDA-3EA17E718E95}"/>
              </a:ext>
            </a:extLst>
          </p:cNvPr>
          <p:cNvSpPr>
            <a:spLocks xmlns:a="http://schemas.openxmlformats.org/drawingml/2006/main" noGrp="1"/>
          </p:cNvSpPr>
          <p:nvPr/>
        </p:nvSpPr>
        <p:spPr>
          <a:xfrm xmlns:a="http://schemas.openxmlformats.org/drawingml/2006/main" rot="0">
            <a:off x="27432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2" name="">
            <a:extLst xmlns:a="http://schemas.openxmlformats.org/drawingml/2006/main">
              <a:ext uri="{FF2B5EF4-FFF2-40B4-BE49-F238E27FC236}">
                <a16:creationId xmlns:a16="http://schemas.microsoft.com/office/drawing/2014/main" id="{8CDDB401-7A06-46AD-8506-EEF07630C0E7}"/>
              </a:ext>
            </a:extLst>
          </p:cNvPr>
          <p:cNvSpPr>
            <a:spLocks xmlns:a="http://schemas.openxmlformats.org/drawingml/2006/main" noGrp="1"/>
          </p:cNvSpPr>
          <p:nvPr/>
        </p:nvSpPr>
        <p:spPr>
          <a:xfrm xmlns:a="http://schemas.openxmlformats.org/drawingml/2006/main">
            <a:off x="2171700" y="37147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W04–05</a:t>
            </a:r>
          </a:p>
        </p:txBody>
      </p:sp>
      <p:sp>
        <p:nvSpPr>
          <p:cNvPr id="13" name="">
            <a:extLst xmlns:a="http://schemas.openxmlformats.org/drawingml/2006/main">
              <a:ext uri="{FF2B5EF4-FFF2-40B4-BE49-F238E27FC236}">
                <a16:creationId xmlns:a16="http://schemas.microsoft.com/office/drawing/2014/main" id="{E339C8F9-4663-49D6-8191-8587A89142B4}"/>
              </a:ext>
            </a:extLst>
          </p:cNvPr>
          <p:cNvSpPr>
            <a:spLocks xmlns:a="http://schemas.openxmlformats.org/drawingml/2006/main" noGrp="1"/>
          </p:cNvSpPr>
          <p:nvPr/>
        </p:nvSpPr>
        <p:spPr>
          <a:xfrm xmlns:a="http://schemas.openxmlformats.org/drawingml/2006/main">
            <a:off x="2057400" y="40576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데이터·근거</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검색 기준선</a:t>
            </a:r>
          </a:p>
        </p:txBody>
      </p:sp>
      <p:sp>
        <p:nvSpPr>
          <p:cNvPr id="14" name="">
            <a:extLst xmlns:a="http://schemas.openxmlformats.org/drawingml/2006/main">
              <a:ext uri="{FF2B5EF4-FFF2-40B4-BE49-F238E27FC236}">
                <a16:creationId xmlns:a16="http://schemas.microsoft.com/office/drawing/2014/main" id="{BD0A777E-6854-4E5E-A9A2-740C31D2C0E5}"/>
              </a:ext>
            </a:extLst>
          </p:cNvPr>
          <p:cNvSpPr>
            <a:spLocks xmlns:a="http://schemas.openxmlformats.org/drawingml/2006/main" noGrp="1"/>
          </p:cNvSpPr>
          <p:nvPr/>
        </p:nvSpPr>
        <p:spPr>
          <a:xfrm xmlns:a="http://schemas.openxmlformats.org/drawingml/2006/main" rot="0">
            <a:off x="47625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5" name="">
            <a:extLst xmlns:a="http://schemas.openxmlformats.org/drawingml/2006/main">
              <a:ext uri="{FF2B5EF4-FFF2-40B4-BE49-F238E27FC236}">
                <a16:creationId xmlns:a16="http://schemas.microsoft.com/office/drawing/2014/main" id="{1250E3CF-448D-4362-A4F7-7FA4FFFD8E86}"/>
              </a:ext>
            </a:extLst>
          </p:cNvPr>
          <p:cNvSpPr>
            <a:spLocks xmlns:a="http://schemas.openxmlformats.org/drawingml/2006/main" noGrp="1"/>
          </p:cNvSpPr>
          <p:nvPr/>
        </p:nvSpPr>
        <p:spPr>
          <a:xfrm xmlns:a="http://schemas.openxmlformats.org/drawingml/2006/main">
            <a:off x="4191000" y="20002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W06–08</a:t>
            </a:r>
          </a:p>
        </p:txBody>
      </p:sp>
      <p:sp>
        <p:nvSpPr>
          <p:cNvPr id="16" name="">
            <a:extLst xmlns:a="http://schemas.openxmlformats.org/drawingml/2006/main">
              <a:ext uri="{FF2B5EF4-FFF2-40B4-BE49-F238E27FC236}">
                <a16:creationId xmlns:a16="http://schemas.microsoft.com/office/drawing/2014/main" id="{24106D5E-6125-434A-B56B-3E90C23920B1}"/>
              </a:ext>
            </a:extLst>
          </p:cNvPr>
          <p:cNvSpPr>
            <a:spLocks xmlns:a="http://schemas.openxmlformats.org/drawingml/2006/main" noGrp="1"/>
          </p:cNvSpPr>
          <p:nvPr/>
        </p:nvSpPr>
        <p:spPr>
          <a:xfrm xmlns:a="http://schemas.openxmlformats.org/drawingml/2006/main">
            <a:off x="4076700" y="23431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기술 대안</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기획서 제출</a:t>
            </a:r>
          </a:p>
        </p:txBody>
      </p:sp>
      <p:sp>
        <p:nvSpPr>
          <p:cNvPr id="17" name="">
            <a:extLst xmlns:a="http://schemas.openxmlformats.org/drawingml/2006/main">
              <a:ext uri="{FF2B5EF4-FFF2-40B4-BE49-F238E27FC236}">
                <a16:creationId xmlns:a16="http://schemas.microsoft.com/office/drawing/2014/main" id="{DC014107-80A7-49E7-BA01-662BC80B490C}"/>
              </a:ext>
            </a:extLst>
          </p:cNvPr>
          <p:cNvSpPr>
            <a:spLocks xmlns:a="http://schemas.openxmlformats.org/drawingml/2006/main" noGrp="1"/>
          </p:cNvSpPr>
          <p:nvPr/>
        </p:nvSpPr>
        <p:spPr>
          <a:xfrm xmlns:a="http://schemas.openxmlformats.org/drawingml/2006/main" rot="0">
            <a:off x="67818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8" name="">
            <a:extLst xmlns:a="http://schemas.openxmlformats.org/drawingml/2006/main">
              <a:ext uri="{FF2B5EF4-FFF2-40B4-BE49-F238E27FC236}">
                <a16:creationId xmlns:a16="http://schemas.microsoft.com/office/drawing/2014/main" id="{CB59D317-E328-4132-BBB2-B0BFF5EDCCAE}"/>
              </a:ext>
            </a:extLst>
          </p:cNvPr>
          <p:cNvSpPr>
            <a:spLocks xmlns:a="http://schemas.openxmlformats.org/drawingml/2006/main" noGrp="1"/>
          </p:cNvSpPr>
          <p:nvPr/>
        </p:nvSpPr>
        <p:spPr>
          <a:xfrm xmlns:a="http://schemas.openxmlformats.org/drawingml/2006/main">
            <a:off x="6210300" y="37147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W09–10</a:t>
            </a:r>
          </a:p>
        </p:txBody>
      </p:sp>
      <p:sp>
        <p:nvSpPr>
          <p:cNvPr id="19" name="">
            <a:extLst xmlns:a="http://schemas.openxmlformats.org/drawingml/2006/main">
              <a:ext uri="{FF2B5EF4-FFF2-40B4-BE49-F238E27FC236}">
                <a16:creationId xmlns:a16="http://schemas.microsoft.com/office/drawing/2014/main" id="{AF308F6B-0011-46AC-83E4-03727E9FB5AE}"/>
              </a:ext>
            </a:extLst>
          </p:cNvPr>
          <p:cNvSpPr>
            <a:spLocks xmlns:a="http://schemas.openxmlformats.org/drawingml/2006/main" noGrp="1"/>
          </p:cNvSpPr>
          <p:nvPr/>
        </p:nvSpPr>
        <p:spPr>
          <a:xfrm xmlns:a="http://schemas.openxmlformats.org/drawingml/2006/main">
            <a:off x="6096000" y="40576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서비스 구현</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관찰 구조</a:t>
            </a:r>
          </a:p>
        </p:txBody>
      </p:sp>
      <p:sp>
        <p:nvSpPr>
          <p:cNvPr id="20" name="">
            <a:extLst xmlns:a="http://schemas.openxmlformats.org/drawingml/2006/main">
              <a:ext uri="{FF2B5EF4-FFF2-40B4-BE49-F238E27FC236}">
                <a16:creationId xmlns:a16="http://schemas.microsoft.com/office/drawing/2014/main" id="{7898A607-E33F-4C45-93DA-023AB9DAA095}"/>
              </a:ext>
            </a:extLst>
          </p:cNvPr>
          <p:cNvSpPr>
            <a:spLocks xmlns:a="http://schemas.openxmlformats.org/drawingml/2006/main" noGrp="1"/>
          </p:cNvSpPr>
          <p:nvPr/>
        </p:nvSpPr>
        <p:spPr>
          <a:xfrm xmlns:a="http://schemas.openxmlformats.org/drawingml/2006/main" rot="0">
            <a:off x="88011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21" name="">
            <a:extLst xmlns:a="http://schemas.openxmlformats.org/drawingml/2006/main">
              <a:ext uri="{FF2B5EF4-FFF2-40B4-BE49-F238E27FC236}">
                <a16:creationId xmlns:a16="http://schemas.microsoft.com/office/drawing/2014/main" id="{6E7D1601-4D3A-437A-B497-097584518422}"/>
              </a:ext>
            </a:extLst>
          </p:cNvPr>
          <p:cNvSpPr>
            <a:spLocks xmlns:a="http://schemas.openxmlformats.org/drawingml/2006/main" noGrp="1"/>
          </p:cNvSpPr>
          <p:nvPr/>
        </p:nvSpPr>
        <p:spPr>
          <a:xfrm xmlns:a="http://schemas.openxmlformats.org/drawingml/2006/main">
            <a:off x="8229600" y="20002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W11–14</a:t>
            </a:r>
          </a:p>
        </p:txBody>
      </p:sp>
      <p:sp>
        <p:nvSpPr>
          <p:cNvPr id="22" name="">
            <a:extLst xmlns:a="http://schemas.openxmlformats.org/drawingml/2006/main">
              <a:ext uri="{FF2B5EF4-FFF2-40B4-BE49-F238E27FC236}">
                <a16:creationId xmlns:a16="http://schemas.microsoft.com/office/drawing/2014/main" id="{FDF5FF89-9BF0-403F-9F89-B451EFC8BA22}"/>
              </a:ext>
            </a:extLst>
          </p:cNvPr>
          <p:cNvSpPr>
            <a:spLocks xmlns:a="http://schemas.openxmlformats.org/drawingml/2006/main" noGrp="1"/>
          </p:cNvSpPr>
          <p:nvPr/>
        </p:nvSpPr>
        <p:spPr>
          <a:xfrm xmlns:a="http://schemas.openxmlformats.org/drawingml/2006/main">
            <a:off x="8115300" y="23431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평가·안전</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비용 판단</a:t>
            </a:r>
          </a:p>
        </p:txBody>
      </p:sp>
      <p:sp>
        <p:nvSpPr>
          <p:cNvPr id="23" name="">
            <a:extLst xmlns:a="http://schemas.openxmlformats.org/drawingml/2006/main">
              <a:ext uri="{FF2B5EF4-FFF2-40B4-BE49-F238E27FC236}">
                <a16:creationId xmlns:a16="http://schemas.microsoft.com/office/drawing/2014/main" id="{4A3C4D57-D2AA-4F37-8EA7-DCC8A9A5B66F}"/>
              </a:ext>
            </a:extLst>
          </p:cNvPr>
          <p:cNvSpPr>
            <a:spLocks xmlns:a="http://schemas.openxmlformats.org/drawingml/2006/main" noGrp="1"/>
          </p:cNvSpPr>
          <p:nvPr/>
        </p:nvSpPr>
        <p:spPr>
          <a:xfrm xmlns:a="http://schemas.openxmlformats.org/drawingml/2006/main" rot="0">
            <a:off x="108204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24" name="">
            <a:extLst xmlns:a="http://schemas.openxmlformats.org/drawingml/2006/main">
              <a:ext uri="{FF2B5EF4-FFF2-40B4-BE49-F238E27FC236}">
                <a16:creationId xmlns:a16="http://schemas.microsoft.com/office/drawing/2014/main" id="{E5DED5AB-1842-4589-BD8D-5D1CF406CED1}"/>
              </a:ext>
            </a:extLst>
          </p:cNvPr>
          <p:cNvSpPr>
            <a:spLocks xmlns:a="http://schemas.openxmlformats.org/drawingml/2006/main" noGrp="1"/>
          </p:cNvSpPr>
          <p:nvPr/>
        </p:nvSpPr>
        <p:spPr>
          <a:xfrm xmlns:a="http://schemas.openxmlformats.org/drawingml/2006/main">
            <a:off x="10248900" y="37147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W15–16</a:t>
            </a:r>
          </a:p>
        </p:txBody>
      </p:sp>
      <p:sp>
        <p:nvSpPr>
          <p:cNvPr id="25" name="">
            <a:extLst xmlns:a="http://schemas.openxmlformats.org/drawingml/2006/main">
              <a:ext uri="{FF2B5EF4-FFF2-40B4-BE49-F238E27FC236}">
                <a16:creationId xmlns:a16="http://schemas.microsoft.com/office/drawing/2014/main" id="{BC642721-C101-4C66-A8F6-50708CEBB156}"/>
              </a:ext>
            </a:extLst>
          </p:cNvPr>
          <p:cNvSpPr>
            <a:spLocks xmlns:a="http://schemas.openxmlformats.org/drawingml/2006/main" noGrp="1"/>
          </p:cNvSpPr>
          <p:nvPr/>
        </p:nvSpPr>
        <p:spPr>
          <a:xfrm xmlns:a="http://schemas.openxmlformats.org/drawingml/2006/main">
            <a:off x="10134600" y="40576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통합 검증</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결과 발표</a:t>
            </a:r>
          </a:p>
        </p:txBody>
      </p:sp>
      <p:sp>
        <p:nvSpPr>
          <p:cNvPr id="26" name="">
            <a:extLst xmlns:a="http://schemas.openxmlformats.org/drawingml/2006/main">
              <a:ext uri="{FF2B5EF4-FFF2-40B4-BE49-F238E27FC236}">
                <a16:creationId xmlns:a16="http://schemas.microsoft.com/office/drawing/2014/main" id="{5B40D72F-3D8E-4B53-8F3F-EAC96E6562A6}"/>
              </a:ext>
            </a:extLst>
          </p:cNvPr>
          <p:cNvSpPr>
            <a:spLocks xmlns:a="http://schemas.openxmlformats.org/drawingml/2006/main" noGrp="1"/>
          </p:cNvSpPr>
          <p:nvPr/>
        </p:nvSpPr>
        <p:spPr>
          <a:xfrm xmlns:a="http://schemas.openxmlformats.org/drawingml/2006/main">
            <a:off x="609600" y="55435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문제 정의 · 실행 증거 · 평가 기준 · 운영 판단 · 버전 개선의 누적</a:t>
            </a:r>
          </a:p>
        </p:txBody>
      </p:sp>
    </p:spTree>
    <p:extLst>
      <p:ext uri="{BB962C8B-B14F-4D97-AF65-F5344CB8AC3E}">
        <p14:creationId xmlns:p14="http://schemas.microsoft.com/office/powerpoint/2010/main" val="1802748782"/>
      </p:ext>
    </p:extLst>
  </p:cSld>
</p:sld>
</file>

<file path=ppt/slides/slide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AA1B8C4-DF4C-4BCC-99EA-05954F88298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617D8012-27A0-4C93-A3ED-CC9685BC214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05</a:t>
            </a:r>
          </a:p>
        </p:txBody>
      </p:sp>
      <p:sp>
        <p:nvSpPr>
          <p:cNvPr id="3" name="">
            <a:extLst xmlns:a="http://schemas.openxmlformats.org/drawingml/2006/main">
              <a:ext uri="{FF2B5EF4-FFF2-40B4-BE49-F238E27FC236}">
                <a16:creationId xmlns:a16="http://schemas.microsoft.com/office/drawing/2014/main" id="{20370233-1B79-43D7-9084-698D7873346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57CAED20-6BD7-401B-9449-19652C24022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77041FA-D375-4FA8-BD0C-F95E0B5F149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14564D25-C41C-416A-A8F6-07FFC38D3218}"/>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기획서 제출 패키지</a:t>
            </a:r>
          </a:p>
        </p:txBody>
      </p:sp>
      <p:sp>
        <p:nvSpPr>
          <p:cNvPr id="7" name="">
            <a:extLst xmlns:a="http://schemas.openxmlformats.org/drawingml/2006/main">
              <a:ext uri="{FF2B5EF4-FFF2-40B4-BE49-F238E27FC236}">
                <a16:creationId xmlns:a16="http://schemas.microsoft.com/office/drawing/2014/main" id="{F72EF51B-B856-415C-BA4E-4CE5A1BC0B7D}"/>
              </a:ext>
            </a:extLst>
          </p:cNvPr>
          <p:cNvSpPr>
            <a:spLocks xmlns:a="http://schemas.openxmlformats.org/drawingml/2006/main" noGrp="1"/>
          </p:cNvSpPr>
          <p:nvPr/>
        </p:nvSpPr>
        <p:spPr>
          <a:xfrm xmlns:a="http://schemas.openxmlformats.org/drawingml/2006/main">
            <a:off x="609600" y="140970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667085"/>
                </a:solidFill>
                <a:latin typeface="AppleGothic"/>
                <a:ea typeface="AppleGothic"/>
                <a:cs typeface="AppleGothic"/>
              </a:defRPr>
            </a:pPr>
            <a:r>
              <a:rPr sz="1500" b="1">
                <a:solidFill>
                  <a:srgbClr val="667085"/>
                </a:solidFill>
                <a:latin typeface="AppleGothic"/>
                <a:ea typeface="AppleGothic"/>
                <a:cs typeface="AppleGothic"/>
              </a:rPr>
              <a:t>화면 검토와 인쇄 제출을 함께 지원하는 세 가지 HTML 기준 문서</a:t>
            </a:r>
          </a:p>
        </p:txBody>
      </p:sp>
      <p:sp>
        <p:nvSpPr>
          <p:cNvPr id="8" name="">
            <a:extLst xmlns:a="http://schemas.openxmlformats.org/drawingml/2006/main">
              <a:ext uri="{FF2B5EF4-FFF2-40B4-BE49-F238E27FC236}">
                <a16:creationId xmlns:a16="http://schemas.microsoft.com/office/drawing/2014/main" id="{71335174-F98E-4A3C-A156-4984E513E2EB}"/>
              </a:ext>
            </a:extLst>
          </p:cNvPr>
          <p:cNvSpPr>
            <a:spLocks xmlns:a="http://schemas.openxmlformats.org/drawingml/2006/main" noGrp="1"/>
          </p:cNvSpPr>
          <p:nvPr/>
        </p:nvSpPr>
        <p:spPr>
          <a:xfrm xmlns:a="http://schemas.openxmlformats.org/drawingml/2006/main" rot="0">
            <a:off x="609600" y="1981200"/>
            <a:ext cx="32194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5E0C63C0-908C-4C1A-A1D8-BBC322BD8BDF}"/>
              </a:ext>
            </a:extLst>
          </p:cNvPr>
          <p:cNvSpPr>
            <a:spLocks xmlns:a="http://schemas.openxmlformats.org/drawingml/2006/main" noGrp="1"/>
          </p:cNvSpPr>
          <p:nvPr/>
        </p:nvSpPr>
        <p:spPr>
          <a:xfrm xmlns:a="http://schemas.openxmlformats.org/drawingml/2006/main" rot="0">
            <a:off x="609600" y="1981200"/>
            <a:ext cx="3219450" cy="47625"/>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BB6E4843-8FF9-4497-B877-A079A7187FEC}"/>
              </a:ext>
            </a:extLst>
          </p:cNvPr>
          <p:cNvSpPr>
            <a:spLocks xmlns:a="http://schemas.openxmlformats.org/drawingml/2006/main" noGrp="1"/>
          </p:cNvSpPr>
          <p:nvPr/>
        </p:nvSpPr>
        <p:spPr>
          <a:xfrm xmlns:a="http://schemas.openxmlformats.org/drawingml/2006/main">
            <a:off x="838200" y="2228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01</a:t>
            </a:r>
          </a:p>
        </p:txBody>
      </p:sp>
      <p:sp>
        <p:nvSpPr>
          <p:cNvPr id="11" name="">
            <a:extLst xmlns:a="http://schemas.openxmlformats.org/drawingml/2006/main">
              <a:ext uri="{FF2B5EF4-FFF2-40B4-BE49-F238E27FC236}">
                <a16:creationId xmlns:a16="http://schemas.microsoft.com/office/drawing/2014/main" id="{4DF43FC8-7190-4508-8233-4F56DF9D2517}"/>
              </a:ext>
            </a:extLst>
          </p:cNvPr>
          <p:cNvSpPr>
            <a:spLocks xmlns:a="http://schemas.openxmlformats.org/drawingml/2006/main" noGrp="1"/>
          </p:cNvSpPr>
          <p:nvPr/>
        </p:nvSpPr>
        <p:spPr>
          <a:xfrm xmlns:a="http://schemas.openxmlformats.org/drawingml/2006/main">
            <a:off x="838200" y="26479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16주 과정</a:t>
            </a:r>
          </a:p>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로드맵</a:t>
            </a:r>
          </a:p>
        </p:txBody>
      </p:sp>
      <p:sp>
        <p:nvSpPr>
          <p:cNvPr id="12" name="">
            <a:extLst xmlns:a="http://schemas.openxmlformats.org/drawingml/2006/main">
              <a:ext uri="{FF2B5EF4-FFF2-40B4-BE49-F238E27FC236}">
                <a16:creationId xmlns:a16="http://schemas.microsoft.com/office/drawing/2014/main" id="{8FCF706B-37BC-47A1-816C-4656EDA1F18C}"/>
              </a:ext>
            </a:extLst>
          </p:cNvPr>
          <p:cNvSpPr>
            <a:spLocks xmlns:a="http://schemas.openxmlformats.org/drawingml/2006/main" noGrp="1"/>
          </p:cNvSpPr>
          <p:nvPr/>
        </p:nvSpPr>
        <p:spPr>
          <a:xfrm xmlns:a="http://schemas.openxmlformats.org/drawingml/2006/main" flipH="0" flipV="0">
            <a:off x="838200" y="3409950"/>
            <a:ext cx="2762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3B07EC99-1225-4089-9F67-201B7DFFDC4C}"/>
              </a:ext>
            </a:extLst>
          </p:cNvPr>
          <p:cNvSpPr>
            <a:spLocks xmlns:a="http://schemas.openxmlformats.org/drawingml/2006/main" noGrp="1"/>
          </p:cNvSpPr>
          <p:nvPr/>
        </p:nvSpPr>
        <p:spPr>
          <a:xfrm xmlns:a="http://schemas.openxmlformats.org/drawingml/2006/main">
            <a:off x="838200" y="363855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현재 주차·학습 질문</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주차별 일정·누적 산출물</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온라인 영상 대체 일정</a:t>
            </a:r>
          </a:p>
        </p:txBody>
      </p:sp>
      <p:sp>
        <p:nvSpPr>
          <p:cNvPr id="14" name="">
            <a:extLst xmlns:a="http://schemas.openxmlformats.org/drawingml/2006/main">
              <a:ext uri="{FF2B5EF4-FFF2-40B4-BE49-F238E27FC236}">
                <a16:creationId xmlns:a16="http://schemas.microsoft.com/office/drawing/2014/main" id="{861C65FF-CC3B-4A04-96F7-C4FA9C29FB43}"/>
              </a:ext>
            </a:extLst>
          </p:cNvPr>
          <p:cNvSpPr>
            <a:spLocks xmlns:a="http://schemas.openxmlformats.org/drawingml/2006/main" noGrp="1"/>
          </p:cNvSpPr>
          <p:nvPr/>
        </p:nvSpPr>
        <p:spPr>
          <a:xfrm xmlns:a="http://schemas.openxmlformats.org/drawingml/2006/main">
            <a:off x="838200" y="449580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curriculum/2026-2/web/</a:t>
            </a:r>
          </a:p>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course-roadmap.html</a:t>
            </a:r>
          </a:p>
        </p:txBody>
      </p:sp>
      <p:sp>
        <p:nvSpPr>
          <p:cNvPr id="15" name="">
            <a:extLst xmlns:a="http://schemas.openxmlformats.org/drawingml/2006/main">
              <a:ext uri="{FF2B5EF4-FFF2-40B4-BE49-F238E27FC236}">
                <a16:creationId xmlns:a16="http://schemas.microsoft.com/office/drawing/2014/main" id="{B8BDDCEB-6499-47ED-B36E-BA6965861ACC}"/>
              </a:ext>
            </a:extLst>
          </p:cNvPr>
          <p:cNvSpPr>
            <a:spLocks xmlns:a="http://schemas.openxmlformats.org/drawingml/2006/main" noGrp="1"/>
          </p:cNvSpPr>
          <p:nvPr/>
        </p:nvSpPr>
        <p:spPr>
          <a:xfrm xmlns:a="http://schemas.openxmlformats.org/drawingml/2006/main" rot="0">
            <a:off x="4267200" y="1981200"/>
            <a:ext cx="32194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721E7E78-F748-4FE1-80B5-473CBB6892D7}"/>
              </a:ext>
            </a:extLst>
          </p:cNvPr>
          <p:cNvSpPr>
            <a:spLocks xmlns:a="http://schemas.openxmlformats.org/drawingml/2006/main" noGrp="1"/>
          </p:cNvSpPr>
          <p:nvPr/>
        </p:nvSpPr>
        <p:spPr>
          <a:xfrm xmlns:a="http://schemas.openxmlformats.org/drawingml/2006/main" rot="0">
            <a:off x="4267200" y="1981200"/>
            <a:ext cx="3219450" cy="47625"/>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7" name="">
            <a:extLst xmlns:a="http://schemas.openxmlformats.org/drawingml/2006/main">
              <a:ext uri="{FF2B5EF4-FFF2-40B4-BE49-F238E27FC236}">
                <a16:creationId xmlns:a16="http://schemas.microsoft.com/office/drawing/2014/main" id="{F11B63C5-8623-46E6-983D-F798B1900D73}"/>
              </a:ext>
            </a:extLst>
          </p:cNvPr>
          <p:cNvSpPr>
            <a:spLocks xmlns:a="http://schemas.openxmlformats.org/drawingml/2006/main" noGrp="1"/>
          </p:cNvSpPr>
          <p:nvPr/>
        </p:nvSpPr>
        <p:spPr>
          <a:xfrm xmlns:a="http://schemas.openxmlformats.org/drawingml/2006/main">
            <a:off x="4495800" y="2228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8" name="">
            <a:extLst xmlns:a="http://schemas.openxmlformats.org/drawingml/2006/main">
              <a:ext uri="{FF2B5EF4-FFF2-40B4-BE49-F238E27FC236}">
                <a16:creationId xmlns:a16="http://schemas.microsoft.com/office/drawing/2014/main" id="{7D655E91-4AE1-4773-87EA-0CAD644839A7}"/>
              </a:ext>
            </a:extLst>
          </p:cNvPr>
          <p:cNvSpPr>
            <a:spLocks xmlns:a="http://schemas.openxmlformats.org/drawingml/2006/main" noGrp="1"/>
          </p:cNvSpPr>
          <p:nvPr/>
        </p:nvSpPr>
        <p:spPr>
          <a:xfrm xmlns:a="http://schemas.openxmlformats.org/drawingml/2006/main">
            <a:off x="4495800" y="26479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2페이지</a:t>
            </a:r>
          </a:p>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제안서</a:t>
            </a:r>
          </a:p>
        </p:txBody>
      </p:sp>
      <p:sp>
        <p:nvSpPr>
          <p:cNvPr id="19" name="">
            <a:extLst xmlns:a="http://schemas.openxmlformats.org/drawingml/2006/main">
              <a:ext uri="{FF2B5EF4-FFF2-40B4-BE49-F238E27FC236}">
                <a16:creationId xmlns:a16="http://schemas.microsoft.com/office/drawing/2014/main" id="{D7E2253F-DA85-4109-8983-5F4FAE023D75}"/>
              </a:ext>
            </a:extLst>
          </p:cNvPr>
          <p:cNvSpPr>
            <a:spLocks xmlns:a="http://schemas.openxmlformats.org/drawingml/2006/main" noGrp="1"/>
          </p:cNvSpPr>
          <p:nvPr/>
        </p:nvSpPr>
        <p:spPr>
          <a:xfrm xmlns:a="http://schemas.openxmlformats.org/drawingml/2006/main" flipH="0" flipV="0">
            <a:off x="4495800" y="3409950"/>
            <a:ext cx="2762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3165F236-963C-4E66-899D-52CF05EC0F96}"/>
              </a:ext>
            </a:extLst>
          </p:cNvPr>
          <p:cNvSpPr>
            <a:spLocks xmlns:a="http://schemas.openxmlformats.org/drawingml/2006/main" noGrp="1"/>
          </p:cNvSpPr>
          <p:nvPr/>
        </p:nvSpPr>
        <p:spPr>
          <a:xfrm xmlns:a="http://schemas.openxmlformats.org/drawingml/2006/main">
            <a:off x="4495800" y="363855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문제와 사용자·기준선</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입력·출력 명세</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해법·평가·교수 질문</a:t>
            </a:r>
          </a:p>
        </p:txBody>
      </p:sp>
      <p:sp>
        <p:nvSpPr>
          <p:cNvPr id="21" name="">
            <a:extLst xmlns:a="http://schemas.openxmlformats.org/drawingml/2006/main">
              <a:ext uri="{FF2B5EF4-FFF2-40B4-BE49-F238E27FC236}">
                <a16:creationId xmlns:a16="http://schemas.microsoft.com/office/drawing/2014/main" id="{59BF7B8C-29F6-43EA-B433-4FB8D9B17D7C}"/>
              </a:ext>
            </a:extLst>
          </p:cNvPr>
          <p:cNvSpPr>
            <a:spLocks xmlns:a="http://schemas.openxmlformats.org/drawingml/2006/main" noGrp="1"/>
          </p:cNvSpPr>
          <p:nvPr/>
        </p:nvSpPr>
        <p:spPr>
          <a:xfrm xmlns:a="http://schemas.openxmlformats.org/drawingml/2006/main">
            <a:off x="4495800" y="449580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curriculum/2026-2/web/</a:t>
            </a:r>
          </a:p>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project-proposal-2pager.html</a:t>
            </a:r>
          </a:p>
        </p:txBody>
      </p:sp>
      <p:sp>
        <p:nvSpPr>
          <p:cNvPr id="22" name="">
            <a:extLst xmlns:a="http://schemas.openxmlformats.org/drawingml/2006/main">
              <a:ext uri="{FF2B5EF4-FFF2-40B4-BE49-F238E27FC236}">
                <a16:creationId xmlns:a16="http://schemas.microsoft.com/office/drawing/2014/main" id="{8553AB03-E8DA-442C-8986-19F79C941EB6}"/>
              </a:ext>
            </a:extLst>
          </p:cNvPr>
          <p:cNvSpPr>
            <a:spLocks xmlns:a="http://schemas.openxmlformats.org/drawingml/2006/main" noGrp="1"/>
          </p:cNvSpPr>
          <p:nvPr/>
        </p:nvSpPr>
        <p:spPr>
          <a:xfrm xmlns:a="http://schemas.openxmlformats.org/drawingml/2006/main" rot="0">
            <a:off x="7924800" y="1981200"/>
            <a:ext cx="32194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AC787F55-1AEA-46F7-9663-72ED113B3F3D}"/>
              </a:ext>
            </a:extLst>
          </p:cNvPr>
          <p:cNvSpPr>
            <a:spLocks xmlns:a="http://schemas.openxmlformats.org/drawingml/2006/main" noGrp="1"/>
          </p:cNvSpPr>
          <p:nvPr/>
        </p:nvSpPr>
        <p:spPr>
          <a:xfrm xmlns:a="http://schemas.openxmlformats.org/drawingml/2006/main" rot="0">
            <a:off x="7924800" y="1981200"/>
            <a:ext cx="3219450" cy="47625"/>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4" name="">
            <a:extLst xmlns:a="http://schemas.openxmlformats.org/drawingml/2006/main">
              <a:ext uri="{FF2B5EF4-FFF2-40B4-BE49-F238E27FC236}">
                <a16:creationId xmlns:a16="http://schemas.microsoft.com/office/drawing/2014/main" id="{6F7837FB-31E4-42C0-83C0-39821AE997D4}"/>
              </a:ext>
            </a:extLst>
          </p:cNvPr>
          <p:cNvSpPr>
            <a:spLocks xmlns:a="http://schemas.openxmlformats.org/drawingml/2006/main" noGrp="1"/>
          </p:cNvSpPr>
          <p:nvPr/>
        </p:nvSpPr>
        <p:spPr>
          <a:xfrm xmlns:a="http://schemas.openxmlformats.org/drawingml/2006/main">
            <a:off x="8153400" y="2228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25" name="">
            <a:extLst xmlns:a="http://schemas.openxmlformats.org/drawingml/2006/main">
              <a:ext uri="{FF2B5EF4-FFF2-40B4-BE49-F238E27FC236}">
                <a16:creationId xmlns:a16="http://schemas.microsoft.com/office/drawing/2014/main" id="{9EFF3AF3-CD60-4004-AB83-7988D66507F1}"/>
              </a:ext>
            </a:extLst>
          </p:cNvPr>
          <p:cNvSpPr>
            <a:spLocks xmlns:a="http://schemas.openxmlformats.org/drawingml/2006/main" noGrp="1"/>
          </p:cNvSpPr>
          <p:nvPr/>
        </p:nvSpPr>
        <p:spPr>
          <a:xfrm xmlns:a="http://schemas.openxmlformats.org/drawingml/2006/main">
            <a:off x="8153400" y="26479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제품 요구사항</a:t>
            </a:r>
          </a:p>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문서(PRD)</a:t>
            </a:r>
          </a:p>
        </p:txBody>
      </p:sp>
      <p:sp>
        <p:nvSpPr>
          <p:cNvPr id="26" name="">
            <a:extLst xmlns:a="http://schemas.openxmlformats.org/drawingml/2006/main">
              <a:ext uri="{FF2B5EF4-FFF2-40B4-BE49-F238E27FC236}">
                <a16:creationId xmlns:a16="http://schemas.microsoft.com/office/drawing/2014/main" id="{05291B6B-E11F-430A-98CD-79EC5AE54BCB}"/>
              </a:ext>
            </a:extLst>
          </p:cNvPr>
          <p:cNvSpPr>
            <a:spLocks xmlns:a="http://schemas.openxmlformats.org/drawingml/2006/main" noGrp="1"/>
          </p:cNvSpPr>
          <p:nvPr/>
        </p:nvSpPr>
        <p:spPr>
          <a:xfrm xmlns:a="http://schemas.openxmlformats.org/drawingml/2006/main" flipH="0" flipV="0">
            <a:off x="8153400" y="3409950"/>
            <a:ext cx="2762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80EB4F42-30D6-49BD-8BD1-F19E1B083085}"/>
              </a:ext>
            </a:extLst>
          </p:cNvPr>
          <p:cNvSpPr>
            <a:spLocks xmlns:a="http://schemas.openxmlformats.org/drawingml/2006/main" noGrp="1"/>
          </p:cNvSpPr>
          <p:nvPr/>
        </p:nvSpPr>
        <p:spPr>
          <a:xfrm xmlns:a="http://schemas.openxmlformats.org/drawingml/2006/main">
            <a:off x="8153400" y="363855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기능·비기능 요구사항</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데이터·권한·위험</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수락·승격·중단 기준</a:t>
            </a:r>
          </a:p>
        </p:txBody>
      </p:sp>
      <p:sp>
        <p:nvSpPr>
          <p:cNvPr id="28" name="">
            <a:extLst xmlns:a="http://schemas.openxmlformats.org/drawingml/2006/main">
              <a:ext uri="{FF2B5EF4-FFF2-40B4-BE49-F238E27FC236}">
                <a16:creationId xmlns:a16="http://schemas.microsoft.com/office/drawing/2014/main" id="{71CDE87F-7F72-433D-8B93-800EBB2D5BA5}"/>
              </a:ext>
            </a:extLst>
          </p:cNvPr>
          <p:cNvSpPr>
            <a:spLocks xmlns:a="http://schemas.openxmlformats.org/drawingml/2006/main" noGrp="1"/>
          </p:cNvSpPr>
          <p:nvPr/>
        </p:nvSpPr>
        <p:spPr>
          <a:xfrm xmlns:a="http://schemas.openxmlformats.org/drawingml/2006/main">
            <a:off x="8153400" y="449580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curriculum/2026-2/web/</a:t>
            </a:r>
          </a:p>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project-prd.html</a:t>
            </a:r>
          </a:p>
        </p:txBody>
      </p:sp>
      <p:sp>
        <p:nvSpPr>
          <p:cNvPr id="29" name="">
            <a:extLst xmlns:a="http://schemas.openxmlformats.org/drawingml/2006/main">
              <a:ext uri="{FF2B5EF4-FFF2-40B4-BE49-F238E27FC236}">
                <a16:creationId xmlns:a16="http://schemas.microsoft.com/office/drawing/2014/main" id="{B115500A-D7D7-469C-8C90-9917814A8CD3}"/>
              </a:ext>
            </a:extLst>
          </p:cNvPr>
          <p:cNvSpPr>
            <a:spLocks xmlns:a="http://schemas.openxmlformats.org/drawingml/2006/main" noGrp="1"/>
          </p:cNvSpPr>
          <p:nvPr/>
        </p:nvSpPr>
        <p:spPr>
          <a:xfrm xmlns:a="http://schemas.openxmlformats.org/drawingml/2006/main" rot="0">
            <a:off x="609600" y="5276850"/>
            <a:ext cx="10972800" cy="6667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30" name="">
            <a:extLst xmlns:a="http://schemas.openxmlformats.org/drawingml/2006/main">
              <a:ext uri="{FF2B5EF4-FFF2-40B4-BE49-F238E27FC236}">
                <a16:creationId xmlns:a16="http://schemas.microsoft.com/office/drawing/2014/main" id="{ABEDA605-F8B8-4B24-9522-F7398486813F}"/>
              </a:ext>
            </a:extLst>
          </p:cNvPr>
          <p:cNvSpPr>
            <a:spLocks xmlns:a="http://schemas.openxmlformats.org/drawingml/2006/main" noGrp="1"/>
          </p:cNvSpPr>
          <p:nvPr/>
        </p:nvSpPr>
        <p:spPr>
          <a:xfrm xmlns:a="http://schemas.openxmlformats.org/drawingml/2006/main">
            <a:off x="838200" y="5410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W08 / ONLINE SUBMISSION</a:t>
            </a:r>
          </a:p>
        </p:txBody>
      </p:sp>
      <p:sp>
        <p:nvSpPr>
          <p:cNvPr id="31" name="">
            <a:extLst xmlns:a="http://schemas.openxmlformats.org/drawingml/2006/main">
              <a:ext uri="{FF2B5EF4-FFF2-40B4-BE49-F238E27FC236}">
                <a16:creationId xmlns:a16="http://schemas.microsoft.com/office/drawing/2014/main" id="{483D7F62-FC78-4911-9918-11237F1E3C77}"/>
              </a:ext>
            </a:extLst>
          </p:cNvPr>
          <p:cNvSpPr>
            <a:spLocks xmlns:a="http://schemas.openxmlformats.org/drawingml/2006/main" noGrp="1"/>
          </p:cNvSpPr>
          <p:nvPr/>
        </p:nvSpPr>
        <p:spPr>
          <a:xfrm xmlns:a="http://schemas.openxmlformats.org/drawingml/2006/main">
            <a:off x="3638550" y="5391150"/>
            <a:ext cx="7715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중간고사 없음 · 실시간 수업 없음 · 세 문서와 PPT 요약본의 온라인 제출로 평가</a:t>
            </a:r>
          </a:p>
        </p:txBody>
      </p:sp>
    </p:spTree>
    <p:extLst>
      <p:ext uri="{BB962C8B-B14F-4D97-AF65-F5344CB8AC3E}">
        <p14:creationId xmlns:p14="http://schemas.microsoft.com/office/powerpoint/2010/main" val="1342052075"/>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DD73586-975C-4894-90DE-59A34B9E5E0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DBA4DCCF-BA84-4CDD-9D42-ABA40156EBA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06</a:t>
            </a:r>
          </a:p>
        </p:txBody>
      </p:sp>
      <p:sp>
        <p:nvSpPr>
          <p:cNvPr id="3" name="">
            <a:extLst xmlns:a="http://schemas.openxmlformats.org/drawingml/2006/main">
              <a:ext uri="{FF2B5EF4-FFF2-40B4-BE49-F238E27FC236}">
                <a16:creationId xmlns:a16="http://schemas.microsoft.com/office/drawing/2014/main" id="{4E8780E4-26ED-4D45-B478-C404F88B284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97646DC-F24D-46BD-A42B-783EE6E0635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C4D8F56-6E50-4EB4-ACDF-3EC8BDC5104B}"/>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FFFD1B03-B470-4CAF-BB5B-4A73E6D187E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교수 설계 리뷰와 수정 기록</a:t>
            </a:r>
          </a:p>
        </p:txBody>
      </p:sp>
      <p:sp>
        <p:nvSpPr>
          <p:cNvPr id="7" name="">
            <a:extLst xmlns:a="http://schemas.openxmlformats.org/drawingml/2006/main">
              <a:ext uri="{FF2B5EF4-FFF2-40B4-BE49-F238E27FC236}">
                <a16:creationId xmlns:a16="http://schemas.microsoft.com/office/drawing/2014/main" id="{4028826A-6196-481A-82B8-515FEF6E0F1A}"/>
              </a:ext>
            </a:extLst>
          </p:cNvPr>
          <p:cNvSpPr>
            <a:spLocks xmlns:a="http://schemas.openxmlformats.org/drawingml/2006/main" noGrp="1"/>
          </p:cNvSpPr>
          <p:nvPr/>
        </p:nvSpPr>
        <p:spPr>
          <a:xfrm xmlns:a="http://schemas.openxmlformats.org/drawingml/2006/main">
            <a:off x="609600" y="15240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초안 0.1 · 근거 확인 · 학생 결정 · 수정안 0.2</a:t>
            </a:r>
          </a:p>
        </p:txBody>
      </p:sp>
      <p:sp>
        <p:nvSpPr>
          <p:cNvPr id="8" name="">
            <a:extLst xmlns:a="http://schemas.openxmlformats.org/drawingml/2006/main">
              <a:ext uri="{FF2B5EF4-FFF2-40B4-BE49-F238E27FC236}">
                <a16:creationId xmlns:a16="http://schemas.microsoft.com/office/drawing/2014/main" id="{B83BCBD5-7D59-47D2-82D4-09AA325CD6F6}"/>
              </a:ext>
            </a:extLst>
          </p:cNvPr>
          <p:cNvSpPr>
            <a:spLocks xmlns:a="http://schemas.openxmlformats.org/drawingml/2006/main" noGrp="1"/>
          </p:cNvSpPr>
          <p:nvPr/>
        </p:nvSpPr>
        <p:spPr>
          <a:xfrm xmlns:a="http://schemas.openxmlformats.org/drawingml/2006/main">
            <a:off x="6096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DRAFT 0.1</a:t>
            </a:r>
          </a:p>
        </p:txBody>
      </p:sp>
      <p:sp>
        <p:nvSpPr>
          <p:cNvPr id="9" name="">
            <a:extLst xmlns:a="http://schemas.openxmlformats.org/drawingml/2006/main">
              <a:ext uri="{FF2B5EF4-FFF2-40B4-BE49-F238E27FC236}">
                <a16:creationId xmlns:a16="http://schemas.microsoft.com/office/drawing/2014/main" id="{CD644A0F-3166-456A-970A-49A7DF88B6B3}"/>
              </a:ext>
            </a:extLst>
          </p:cNvPr>
          <p:cNvSpPr>
            <a:spLocks xmlns:a="http://schemas.openxmlformats.org/drawingml/2006/main" noGrp="1"/>
          </p:cNvSpPr>
          <p:nvPr/>
        </p:nvSpPr>
        <p:spPr>
          <a:xfrm xmlns:a="http://schemas.openxmlformats.org/drawingml/2006/main">
            <a:off x="6096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현재 기획</a:t>
            </a:r>
          </a:p>
        </p:txBody>
      </p:sp>
      <p:sp>
        <p:nvSpPr>
          <p:cNvPr id="10" name="">
            <a:extLst xmlns:a="http://schemas.openxmlformats.org/drawingml/2006/main">
              <a:ext uri="{FF2B5EF4-FFF2-40B4-BE49-F238E27FC236}">
                <a16:creationId xmlns:a16="http://schemas.microsoft.com/office/drawing/2014/main" id="{1F04C684-62F9-4938-AD9E-B6462C7435CF}"/>
              </a:ext>
            </a:extLst>
          </p:cNvPr>
          <p:cNvSpPr>
            <a:spLocks xmlns:a="http://schemas.openxmlformats.org/drawingml/2006/main" noGrp="1"/>
          </p:cNvSpPr>
          <p:nvPr/>
        </p:nvSpPr>
        <p:spPr>
          <a:xfrm xmlns:a="http://schemas.openxmlformats.org/drawingml/2006/main" flipH="0" flipV="0">
            <a:off x="609600" y="3638550"/>
            <a:ext cx="219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4384A86C-35E7-48A2-A362-F9E77A9BA867}"/>
              </a:ext>
            </a:extLst>
          </p:cNvPr>
          <p:cNvSpPr>
            <a:spLocks xmlns:a="http://schemas.openxmlformats.org/drawingml/2006/main" noGrp="1"/>
          </p:cNvSpPr>
          <p:nvPr/>
        </p:nvSpPr>
        <p:spPr>
          <a:xfrm xmlns:a="http://schemas.openxmlformats.org/drawingml/2006/main">
            <a:off x="6096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가정과 선택지</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확인할 질문 1–3개</a:t>
            </a:r>
          </a:p>
        </p:txBody>
      </p:sp>
      <p:sp>
        <p:nvSpPr>
          <p:cNvPr id="12" name="">
            <a:extLst xmlns:a="http://schemas.openxmlformats.org/drawingml/2006/main">
              <a:ext uri="{FF2B5EF4-FFF2-40B4-BE49-F238E27FC236}">
                <a16:creationId xmlns:a16="http://schemas.microsoft.com/office/drawing/2014/main" id="{7B0A047F-09DB-469C-A933-7457B32C87C9}"/>
              </a:ext>
            </a:extLst>
          </p:cNvPr>
          <p:cNvSpPr>
            <a:spLocks xmlns:a="http://schemas.openxmlformats.org/drawingml/2006/main" noGrp="1"/>
          </p:cNvSpPr>
          <p:nvPr/>
        </p:nvSpPr>
        <p:spPr>
          <a:xfrm xmlns:a="http://schemas.openxmlformats.org/drawingml/2006/main" flipH="0" flipV="0">
            <a:off x="2876550" y="3162300"/>
            <a:ext cx="457200" cy="0"/>
          </a:xfrm>
          <a:prstGeom xmlns:a="http://schemas.openxmlformats.org/drawingml/2006/main" prst="line">
            <a:avLst/>
          </a:prstGeom>
          <a:noFill xmlns:a="http://schemas.openxmlformats.org/drawingml/2006/main"/>
          <a:ln xmlns:a="http://schemas.openxmlformats.org/drawingml/2006/main" w="9525">
            <a:solidFill>
              <a:srgbClr val="98A2B3"/>
            </a:solidFill>
            <a:prstDash val="solid"/>
          </a:ln>
        </p:spPr>
      </p:sp>
      <p:sp>
        <p:nvSpPr>
          <p:cNvPr id="13" name="">
            <a:extLst xmlns:a="http://schemas.openxmlformats.org/drawingml/2006/main">
              <a:ext uri="{FF2B5EF4-FFF2-40B4-BE49-F238E27FC236}">
                <a16:creationId xmlns:a16="http://schemas.microsoft.com/office/drawing/2014/main" id="{5E390553-00D4-46E6-A8F7-035A20B4A14D}"/>
              </a:ext>
            </a:extLst>
          </p:cNvPr>
          <p:cNvSpPr>
            <a:spLocks xmlns:a="http://schemas.openxmlformats.org/drawingml/2006/main" noGrp="1"/>
          </p:cNvSpPr>
          <p:nvPr/>
        </p:nvSpPr>
        <p:spPr>
          <a:xfrm xmlns:a="http://schemas.openxmlformats.org/drawingml/2006/main" rot="0">
            <a:off x="3276600" y="3114675"/>
            <a:ext cx="95250" cy="95250"/>
          </a:xfrm>
          <a:prstGeom xmlns:a="http://schemas.openxmlformats.org/drawingml/2006/main" prst="ellipse">
            <a:avLst/>
          </a:prstGeom>
          <a:solidFill xmlns:a="http://schemas.openxmlformats.org/drawingml/2006/main">
            <a:srgbClr val="98A2B3"/>
          </a:solidFill>
          <a:ln xmlns:a="http://schemas.openxmlformats.org/drawingml/2006/main" w="0">
            <a:solidFill>
              <a:srgbClr val="98A2B3"/>
            </a:solidFill>
            <a:prstDash val="solid"/>
          </a:ln>
        </p:spPr>
      </p:sp>
      <p:sp>
        <p:nvSpPr>
          <p:cNvPr id="14" name="">
            <a:extLst xmlns:a="http://schemas.openxmlformats.org/drawingml/2006/main">
              <a:ext uri="{FF2B5EF4-FFF2-40B4-BE49-F238E27FC236}">
                <a16:creationId xmlns:a16="http://schemas.microsoft.com/office/drawing/2014/main" id="{A611315F-6BBF-442A-8C42-36DADD4B68CE}"/>
              </a:ext>
            </a:extLst>
          </p:cNvPr>
          <p:cNvSpPr>
            <a:spLocks xmlns:a="http://schemas.openxmlformats.org/drawingml/2006/main" noGrp="1"/>
          </p:cNvSpPr>
          <p:nvPr/>
        </p:nvSpPr>
        <p:spPr>
          <a:xfrm xmlns:a="http://schemas.openxmlformats.org/drawingml/2006/main">
            <a:off x="34290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DESIGN REVIEW</a:t>
            </a:r>
          </a:p>
        </p:txBody>
      </p:sp>
      <p:sp>
        <p:nvSpPr>
          <p:cNvPr id="15" name="">
            <a:extLst xmlns:a="http://schemas.openxmlformats.org/drawingml/2006/main">
              <a:ext uri="{FF2B5EF4-FFF2-40B4-BE49-F238E27FC236}">
                <a16:creationId xmlns:a16="http://schemas.microsoft.com/office/drawing/2014/main" id="{2A74B933-D0CC-4DA8-910D-9679DE11940D}"/>
              </a:ext>
            </a:extLst>
          </p:cNvPr>
          <p:cNvSpPr>
            <a:spLocks xmlns:a="http://schemas.openxmlformats.org/drawingml/2006/main" noGrp="1"/>
          </p:cNvSpPr>
          <p:nvPr/>
        </p:nvSpPr>
        <p:spPr>
          <a:xfrm xmlns:a="http://schemas.openxmlformats.org/drawingml/2006/main">
            <a:off x="34290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교수 질문</a:t>
            </a:r>
          </a:p>
        </p:txBody>
      </p:sp>
      <p:sp>
        <p:nvSpPr>
          <p:cNvPr id="16" name="">
            <a:extLst xmlns:a="http://schemas.openxmlformats.org/drawingml/2006/main">
              <a:ext uri="{FF2B5EF4-FFF2-40B4-BE49-F238E27FC236}">
                <a16:creationId xmlns:a16="http://schemas.microsoft.com/office/drawing/2014/main" id="{FA5A06EB-BA75-46BE-A09D-82D2E3DB1A13}"/>
              </a:ext>
            </a:extLst>
          </p:cNvPr>
          <p:cNvSpPr>
            <a:spLocks xmlns:a="http://schemas.openxmlformats.org/drawingml/2006/main" noGrp="1"/>
          </p:cNvSpPr>
          <p:nvPr/>
        </p:nvSpPr>
        <p:spPr>
          <a:xfrm xmlns:a="http://schemas.openxmlformats.org/drawingml/2006/main" flipH="0" flipV="0">
            <a:off x="3429000" y="3638550"/>
            <a:ext cx="219075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7" name="">
            <a:extLst xmlns:a="http://schemas.openxmlformats.org/drawingml/2006/main">
              <a:ext uri="{FF2B5EF4-FFF2-40B4-BE49-F238E27FC236}">
                <a16:creationId xmlns:a16="http://schemas.microsoft.com/office/drawing/2014/main" id="{1C17EFE4-43E3-496E-9B14-4D86CE464F09}"/>
              </a:ext>
            </a:extLst>
          </p:cNvPr>
          <p:cNvSpPr>
            <a:spLocks xmlns:a="http://schemas.openxmlformats.org/drawingml/2006/main" noGrp="1"/>
          </p:cNvSpPr>
          <p:nvPr/>
        </p:nvSpPr>
        <p:spPr>
          <a:xfrm xmlns:a="http://schemas.openxmlformats.org/drawingml/2006/main">
            <a:off x="34290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빈 근거와 경계</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반례·추가 확인</a:t>
            </a:r>
          </a:p>
        </p:txBody>
      </p:sp>
      <p:sp>
        <p:nvSpPr>
          <p:cNvPr id="18" name="">
            <a:extLst xmlns:a="http://schemas.openxmlformats.org/drawingml/2006/main">
              <a:ext uri="{FF2B5EF4-FFF2-40B4-BE49-F238E27FC236}">
                <a16:creationId xmlns:a16="http://schemas.microsoft.com/office/drawing/2014/main" id="{BB296B87-96A8-401B-9886-F4FCCB9926AD}"/>
              </a:ext>
            </a:extLst>
          </p:cNvPr>
          <p:cNvSpPr>
            <a:spLocks xmlns:a="http://schemas.openxmlformats.org/drawingml/2006/main" noGrp="1"/>
          </p:cNvSpPr>
          <p:nvPr/>
        </p:nvSpPr>
        <p:spPr>
          <a:xfrm xmlns:a="http://schemas.openxmlformats.org/drawingml/2006/main" flipH="0" flipV="0">
            <a:off x="5695950" y="3162300"/>
            <a:ext cx="457200" cy="0"/>
          </a:xfrm>
          <a:prstGeom xmlns:a="http://schemas.openxmlformats.org/drawingml/2006/main" prst="line">
            <a:avLst/>
          </a:prstGeom>
          <a:noFill xmlns:a="http://schemas.openxmlformats.org/drawingml/2006/main"/>
          <a:ln xmlns:a="http://schemas.openxmlformats.org/drawingml/2006/main" w="9525">
            <a:solidFill>
              <a:srgbClr val="98A2B3"/>
            </a:solidFill>
            <a:prstDash val="solid"/>
          </a:ln>
        </p:spPr>
      </p:sp>
      <p:sp>
        <p:nvSpPr>
          <p:cNvPr id="19" name="">
            <a:extLst xmlns:a="http://schemas.openxmlformats.org/drawingml/2006/main">
              <a:ext uri="{FF2B5EF4-FFF2-40B4-BE49-F238E27FC236}">
                <a16:creationId xmlns:a16="http://schemas.microsoft.com/office/drawing/2014/main" id="{E39C304A-5FC9-4E7B-BC67-AA70EC9F81F0}"/>
              </a:ext>
            </a:extLst>
          </p:cNvPr>
          <p:cNvSpPr>
            <a:spLocks xmlns:a="http://schemas.openxmlformats.org/drawingml/2006/main" noGrp="1"/>
          </p:cNvSpPr>
          <p:nvPr/>
        </p:nvSpPr>
        <p:spPr>
          <a:xfrm xmlns:a="http://schemas.openxmlformats.org/drawingml/2006/main" rot="0">
            <a:off x="6096000" y="3114675"/>
            <a:ext cx="95250" cy="95250"/>
          </a:xfrm>
          <a:prstGeom xmlns:a="http://schemas.openxmlformats.org/drawingml/2006/main" prst="ellipse">
            <a:avLst/>
          </a:prstGeom>
          <a:solidFill xmlns:a="http://schemas.openxmlformats.org/drawingml/2006/main">
            <a:srgbClr val="98A2B3"/>
          </a:solidFill>
          <a:ln xmlns:a="http://schemas.openxmlformats.org/drawingml/2006/main" w="0">
            <a:solidFill>
              <a:srgbClr val="98A2B3"/>
            </a:solidFill>
            <a:prstDash val="solid"/>
          </a:ln>
        </p:spPr>
      </p:sp>
      <p:sp>
        <p:nvSpPr>
          <p:cNvPr id="20" name="">
            <a:extLst xmlns:a="http://schemas.openxmlformats.org/drawingml/2006/main">
              <a:ext uri="{FF2B5EF4-FFF2-40B4-BE49-F238E27FC236}">
                <a16:creationId xmlns:a16="http://schemas.microsoft.com/office/drawing/2014/main" id="{072BF9DF-DA84-41E6-B82C-93C68C49BE06}"/>
              </a:ext>
            </a:extLst>
          </p:cNvPr>
          <p:cNvSpPr>
            <a:spLocks xmlns:a="http://schemas.openxmlformats.org/drawingml/2006/main" noGrp="1"/>
          </p:cNvSpPr>
          <p:nvPr/>
        </p:nvSpPr>
        <p:spPr>
          <a:xfrm xmlns:a="http://schemas.openxmlformats.org/drawingml/2006/main">
            <a:off x="62484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DECISION</a:t>
            </a:r>
          </a:p>
        </p:txBody>
      </p:sp>
      <p:sp>
        <p:nvSpPr>
          <p:cNvPr id="21" name="">
            <a:extLst xmlns:a="http://schemas.openxmlformats.org/drawingml/2006/main">
              <a:ext uri="{FF2B5EF4-FFF2-40B4-BE49-F238E27FC236}">
                <a16:creationId xmlns:a16="http://schemas.microsoft.com/office/drawing/2014/main" id="{A4A6CAFC-FE89-43C3-B426-9418FE2F197D}"/>
              </a:ext>
            </a:extLst>
          </p:cNvPr>
          <p:cNvSpPr>
            <a:spLocks xmlns:a="http://schemas.openxmlformats.org/drawingml/2006/main" noGrp="1"/>
          </p:cNvSpPr>
          <p:nvPr/>
        </p:nvSpPr>
        <p:spPr>
          <a:xfrm xmlns:a="http://schemas.openxmlformats.org/drawingml/2006/main">
            <a:off x="62484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학생 판단</a:t>
            </a:r>
          </a:p>
        </p:txBody>
      </p:sp>
      <p:sp>
        <p:nvSpPr>
          <p:cNvPr id="22" name="">
            <a:extLst xmlns:a="http://schemas.openxmlformats.org/drawingml/2006/main">
              <a:ext uri="{FF2B5EF4-FFF2-40B4-BE49-F238E27FC236}">
                <a16:creationId xmlns:a16="http://schemas.microsoft.com/office/drawing/2014/main" id="{75BA87CE-ECB2-4419-9D04-1DBA3941A76E}"/>
              </a:ext>
            </a:extLst>
          </p:cNvPr>
          <p:cNvSpPr>
            <a:spLocks xmlns:a="http://schemas.openxmlformats.org/drawingml/2006/main" noGrp="1"/>
          </p:cNvSpPr>
          <p:nvPr/>
        </p:nvSpPr>
        <p:spPr>
          <a:xfrm xmlns:a="http://schemas.openxmlformats.org/drawingml/2006/main" flipH="0" flipV="0">
            <a:off x="6248400" y="3638550"/>
            <a:ext cx="219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3" name="">
            <a:extLst xmlns:a="http://schemas.openxmlformats.org/drawingml/2006/main">
              <a:ext uri="{FF2B5EF4-FFF2-40B4-BE49-F238E27FC236}">
                <a16:creationId xmlns:a16="http://schemas.microsoft.com/office/drawing/2014/main" id="{4BDBB93E-CF27-42C7-BF8E-447A017CC450}"/>
              </a:ext>
            </a:extLst>
          </p:cNvPr>
          <p:cNvSpPr>
            <a:spLocks xmlns:a="http://schemas.openxmlformats.org/drawingml/2006/main" noGrp="1"/>
          </p:cNvSpPr>
          <p:nvPr/>
        </p:nvSpPr>
        <p:spPr>
          <a:xfrm xmlns:a="http://schemas.openxmlformats.org/drawingml/2006/main">
            <a:off x="62484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채택 · 보류 · 반박</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결정 이유</a:t>
            </a:r>
          </a:p>
        </p:txBody>
      </p:sp>
      <p:sp>
        <p:nvSpPr>
          <p:cNvPr id="24" name="">
            <a:extLst xmlns:a="http://schemas.openxmlformats.org/drawingml/2006/main">
              <a:ext uri="{FF2B5EF4-FFF2-40B4-BE49-F238E27FC236}">
                <a16:creationId xmlns:a16="http://schemas.microsoft.com/office/drawing/2014/main" id="{B4774D5D-22DD-4C77-A094-D0D9F7D19B88}"/>
              </a:ext>
            </a:extLst>
          </p:cNvPr>
          <p:cNvSpPr>
            <a:spLocks xmlns:a="http://schemas.openxmlformats.org/drawingml/2006/main" noGrp="1"/>
          </p:cNvSpPr>
          <p:nvPr/>
        </p:nvSpPr>
        <p:spPr>
          <a:xfrm xmlns:a="http://schemas.openxmlformats.org/drawingml/2006/main" flipH="0" flipV="0">
            <a:off x="8515350" y="3162300"/>
            <a:ext cx="457200" cy="0"/>
          </a:xfrm>
          <a:prstGeom xmlns:a="http://schemas.openxmlformats.org/drawingml/2006/main" prst="line">
            <a:avLst/>
          </a:prstGeom>
          <a:noFill xmlns:a="http://schemas.openxmlformats.org/drawingml/2006/main"/>
          <a:ln xmlns:a="http://schemas.openxmlformats.org/drawingml/2006/main" w="9525">
            <a:solidFill>
              <a:srgbClr val="98A2B3"/>
            </a:solidFill>
            <a:prstDash val="solid"/>
          </a:ln>
        </p:spPr>
      </p:sp>
      <p:sp>
        <p:nvSpPr>
          <p:cNvPr id="25" name="">
            <a:extLst xmlns:a="http://schemas.openxmlformats.org/drawingml/2006/main">
              <a:ext uri="{FF2B5EF4-FFF2-40B4-BE49-F238E27FC236}">
                <a16:creationId xmlns:a16="http://schemas.microsoft.com/office/drawing/2014/main" id="{861E14EA-EFA0-4B28-8B32-807D89105E24}"/>
              </a:ext>
            </a:extLst>
          </p:cNvPr>
          <p:cNvSpPr>
            <a:spLocks xmlns:a="http://schemas.openxmlformats.org/drawingml/2006/main" noGrp="1"/>
          </p:cNvSpPr>
          <p:nvPr/>
        </p:nvSpPr>
        <p:spPr>
          <a:xfrm xmlns:a="http://schemas.openxmlformats.org/drawingml/2006/main" rot="0">
            <a:off x="8915400" y="3114675"/>
            <a:ext cx="95250" cy="95250"/>
          </a:xfrm>
          <a:prstGeom xmlns:a="http://schemas.openxmlformats.org/drawingml/2006/main" prst="ellipse">
            <a:avLst/>
          </a:prstGeom>
          <a:solidFill xmlns:a="http://schemas.openxmlformats.org/drawingml/2006/main">
            <a:srgbClr val="98A2B3"/>
          </a:solidFill>
          <a:ln xmlns:a="http://schemas.openxmlformats.org/drawingml/2006/main" w="0">
            <a:solidFill>
              <a:srgbClr val="98A2B3"/>
            </a:solidFill>
            <a:prstDash val="solid"/>
          </a:ln>
        </p:spPr>
      </p:sp>
      <p:sp>
        <p:nvSpPr>
          <p:cNvPr id="26" name="">
            <a:extLst xmlns:a="http://schemas.openxmlformats.org/drawingml/2006/main">
              <a:ext uri="{FF2B5EF4-FFF2-40B4-BE49-F238E27FC236}">
                <a16:creationId xmlns:a16="http://schemas.microsoft.com/office/drawing/2014/main" id="{52BE9853-2D3C-4DB3-B357-42EC5FDA91A0}"/>
              </a:ext>
            </a:extLst>
          </p:cNvPr>
          <p:cNvSpPr>
            <a:spLocks xmlns:a="http://schemas.openxmlformats.org/drawingml/2006/main" noGrp="1"/>
          </p:cNvSpPr>
          <p:nvPr/>
        </p:nvSpPr>
        <p:spPr>
          <a:xfrm xmlns:a="http://schemas.openxmlformats.org/drawingml/2006/main">
            <a:off x="90678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REVISION 0.2</a:t>
            </a:r>
          </a:p>
        </p:txBody>
      </p:sp>
      <p:sp>
        <p:nvSpPr>
          <p:cNvPr id="27" name="">
            <a:extLst xmlns:a="http://schemas.openxmlformats.org/drawingml/2006/main">
              <a:ext uri="{FF2B5EF4-FFF2-40B4-BE49-F238E27FC236}">
                <a16:creationId xmlns:a16="http://schemas.microsoft.com/office/drawing/2014/main" id="{7EBF14DE-AF16-4220-8049-7CA10ADDC9D0}"/>
              </a:ext>
            </a:extLst>
          </p:cNvPr>
          <p:cNvSpPr>
            <a:spLocks xmlns:a="http://schemas.openxmlformats.org/drawingml/2006/main" noGrp="1"/>
          </p:cNvSpPr>
          <p:nvPr/>
        </p:nvSpPr>
        <p:spPr>
          <a:xfrm xmlns:a="http://schemas.openxmlformats.org/drawingml/2006/main">
            <a:off x="90678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문서 수정</a:t>
            </a:r>
          </a:p>
        </p:txBody>
      </p:sp>
      <p:sp>
        <p:nvSpPr>
          <p:cNvPr id="28" name="">
            <a:extLst xmlns:a="http://schemas.openxmlformats.org/drawingml/2006/main">
              <a:ext uri="{FF2B5EF4-FFF2-40B4-BE49-F238E27FC236}">
                <a16:creationId xmlns:a16="http://schemas.microsoft.com/office/drawing/2014/main" id="{F2864744-D5D3-4282-B13B-F2191CCFD07D}"/>
              </a:ext>
            </a:extLst>
          </p:cNvPr>
          <p:cNvSpPr>
            <a:spLocks xmlns:a="http://schemas.openxmlformats.org/drawingml/2006/main" noGrp="1"/>
          </p:cNvSpPr>
          <p:nvPr/>
        </p:nvSpPr>
        <p:spPr>
          <a:xfrm xmlns:a="http://schemas.openxmlformats.org/drawingml/2006/main" flipH="0" flipV="0">
            <a:off x="9067800" y="3638550"/>
            <a:ext cx="219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9" name="">
            <a:extLst xmlns:a="http://schemas.openxmlformats.org/drawingml/2006/main">
              <a:ext uri="{FF2B5EF4-FFF2-40B4-BE49-F238E27FC236}">
                <a16:creationId xmlns:a16="http://schemas.microsoft.com/office/drawing/2014/main" id="{74980ED4-42A6-4EC6-B3E2-E813CE8E7AED}"/>
              </a:ext>
            </a:extLst>
          </p:cNvPr>
          <p:cNvSpPr>
            <a:spLocks xmlns:a="http://schemas.openxmlformats.org/drawingml/2006/main" noGrp="1"/>
          </p:cNvSpPr>
          <p:nvPr/>
        </p:nvSpPr>
        <p:spPr>
          <a:xfrm xmlns:a="http://schemas.openxmlformats.org/drawingml/2006/main">
            <a:off x="90678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변경 전후와 근거</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남은 위험</a:t>
            </a:r>
          </a:p>
        </p:txBody>
      </p:sp>
      <p:sp>
        <p:nvSpPr>
          <p:cNvPr id="30" name="">
            <a:extLst xmlns:a="http://schemas.openxmlformats.org/drawingml/2006/main">
              <a:ext uri="{FF2B5EF4-FFF2-40B4-BE49-F238E27FC236}">
                <a16:creationId xmlns:a16="http://schemas.microsoft.com/office/drawing/2014/main" id="{0F19F769-BA87-4841-8E3A-73FE4E2A773F}"/>
              </a:ext>
            </a:extLst>
          </p:cNvPr>
          <p:cNvSpPr>
            <a:spLocks xmlns:a="http://schemas.openxmlformats.org/drawingml/2006/main" noGrp="1"/>
          </p:cNvSpPr>
          <p:nvPr/>
        </p:nvSpPr>
        <p:spPr>
          <a:xfrm xmlns:a="http://schemas.openxmlformats.org/drawingml/2006/main">
            <a:off x="609600" y="5429250"/>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질의응답은 시험이 아닌 상시 설계 리뷰 · 최종 선택과 책임은 학생에게 귀속</a:t>
            </a:r>
          </a:p>
        </p:txBody>
      </p:sp>
    </p:spTree>
    <p:extLst>
      <p:ext uri="{BB962C8B-B14F-4D97-AF65-F5344CB8AC3E}">
        <p14:creationId xmlns:p14="http://schemas.microsoft.com/office/powerpoint/2010/main" val="443314301"/>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9DC45B0-F889-4A98-8E5A-9B793448B9D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514A37A1-E418-482D-814F-BF132BD4096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07</a:t>
            </a:r>
          </a:p>
        </p:txBody>
      </p:sp>
      <p:sp>
        <p:nvSpPr>
          <p:cNvPr id="3" name="">
            <a:extLst xmlns:a="http://schemas.openxmlformats.org/drawingml/2006/main">
              <a:ext uri="{FF2B5EF4-FFF2-40B4-BE49-F238E27FC236}">
                <a16:creationId xmlns:a16="http://schemas.microsoft.com/office/drawing/2014/main" id="{ACE19345-684B-4F2A-ACB0-69B6DC9464F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E4B3A56-7936-4B22-A5BF-2D7B8EF84DD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2B32EFC1-7FC8-45B7-85A4-4FAE5B3A956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500A865E-0EB9-4F9F-A2DD-89B135FD4F28}"/>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공휴일 주차의 녹화 강의</a:t>
            </a:r>
          </a:p>
        </p:txBody>
      </p:sp>
      <p:sp>
        <p:nvSpPr>
          <p:cNvPr id="7" name="">
            <a:extLst xmlns:a="http://schemas.openxmlformats.org/drawingml/2006/main">
              <a:ext uri="{FF2B5EF4-FFF2-40B4-BE49-F238E27FC236}">
                <a16:creationId xmlns:a16="http://schemas.microsoft.com/office/drawing/2014/main" id="{90C5B877-25E0-42B1-BE89-F36C35B11E16}"/>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W04 / 2026.09.25 · 추석</a:t>
            </a:r>
          </a:p>
        </p:txBody>
      </p:sp>
      <p:sp>
        <p:nvSpPr>
          <p:cNvPr id="8" name="">
            <a:extLst xmlns:a="http://schemas.openxmlformats.org/drawingml/2006/main">
              <a:ext uri="{FF2B5EF4-FFF2-40B4-BE49-F238E27FC236}">
                <a16:creationId xmlns:a16="http://schemas.microsoft.com/office/drawing/2014/main" id="{90860A6F-2062-4346-AE8F-D174FFA7D847}"/>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검색 근거 기준</a:t>
            </a:r>
          </a:p>
        </p:txBody>
      </p:sp>
      <p:sp>
        <p:nvSpPr>
          <p:cNvPr id="9" name="">
            <a:extLst xmlns:a="http://schemas.openxmlformats.org/drawingml/2006/main">
              <a:ext uri="{FF2B5EF4-FFF2-40B4-BE49-F238E27FC236}">
                <a16:creationId xmlns:a16="http://schemas.microsoft.com/office/drawing/2014/main" id="{DC63CE8E-5C6E-4775-B2E5-0B8DF6FB54E4}"/>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4B115ACB-2630-4626-92AD-7B90F35C9FF3}"/>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실시간 온라인 강의 없음</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녹화 강의영상 업로드로 대체</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학습관리시스템 공지에 따른 시청·산출물 제출</a:t>
            </a:r>
          </a:p>
        </p:txBody>
      </p:sp>
      <p:sp>
        <p:nvSpPr>
          <p:cNvPr id="11" name="">
            <a:extLst xmlns:a="http://schemas.openxmlformats.org/drawingml/2006/main">
              <a:ext uri="{FF2B5EF4-FFF2-40B4-BE49-F238E27FC236}">
                <a16:creationId xmlns:a16="http://schemas.microsoft.com/office/drawing/2014/main" id="{EE6B45A7-DDA4-4325-9037-B3B499971514}"/>
              </a:ext>
            </a:extLst>
          </p:cNvPr>
          <p:cNvSpPr>
            <a:spLocks xmlns:a="http://schemas.openxmlformats.org/drawingml/2006/main" noGrp="1"/>
          </p:cNvSpPr>
          <p:nvPr/>
        </p:nvSpPr>
        <p:spPr>
          <a:xfrm xmlns:a="http://schemas.openxmlformats.org/drawingml/2006/main">
            <a:off x="609600" y="54292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완료 증거 · 데이터 출처·권한·검색 기준선</a:t>
            </a:r>
          </a:p>
        </p:txBody>
      </p:sp>
      <p:sp>
        <p:nvSpPr>
          <p:cNvPr id="12" name="">
            <a:extLst xmlns:a="http://schemas.openxmlformats.org/drawingml/2006/main">
              <a:ext uri="{FF2B5EF4-FFF2-40B4-BE49-F238E27FC236}">
                <a16:creationId xmlns:a16="http://schemas.microsoft.com/office/drawing/2014/main" id="{3241B85F-AB75-4C9F-83F0-CFF8B4739BAC}"/>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W06 / 2026.10.09 · 한글날</a:t>
            </a:r>
          </a:p>
        </p:txBody>
      </p:sp>
      <p:sp>
        <p:nvSpPr>
          <p:cNvPr id="13" name="">
            <a:extLst xmlns:a="http://schemas.openxmlformats.org/drawingml/2006/main">
              <a:ext uri="{FF2B5EF4-FFF2-40B4-BE49-F238E27FC236}">
                <a16:creationId xmlns:a16="http://schemas.microsoft.com/office/drawing/2014/main" id="{1C2A5134-23D4-4C53-9663-1120DFC64846}"/>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미세조정과 데이터</a:t>
            </a:r>
          </a:p>
        </p:txBody>
      </p:sp>
      <p:sp>
        <p:nvSpPr>
          <p:cNvPr id="14" name="">
            <a:extLst xmlns:a="http://schemas.openxmlformats.org/drawingml/2006/main">
              <a:ext uri="{FF2B5EF4-FFF2-40B4-BE49-F238E27FC236}">
                <a16:creationId xmlns:a16="http://schemas.microsoft.com/office/drawing/2014/main" id="{2042CAB2-D6C3-4F23-A6D9-2A9E3F159324}"/>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135FA483-FFD5-4DA2-9900-4E81BD5ADAC7}"/>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실시간 온라인 강의 없음</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녹화 강의영상 업로드로 대체</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학습관리시스템 공지에 따른 시청·산출물 제출</a:t>
            </a:r>
          </a:p>
        </p:txBody>
      </p:sp>
      <p:sp>
        <p:nvSpPr>
          <p:cNvPr id="16" name="">
            <a:extLst xmlns:a="http://schemas.openxmlformats.org/drawingml/2006/main">
              <a:ext uri="{FF2B5EF4-FFF2-40B4-BE49-F238E27FC236}">
                <a16:creationId xmlns:a16="http://schemas.microsoft.com/office/drawing/2014/main" id="{7BF55722-4171-41CE-B15F-A7D307F76703}"/>
              </a:ext>
            </a:extLst>
          </p:cNvPr>
          <p:cNvSpPr>
            <a:spLocks xmlns:a="http://schemas.openxmlformats.org/drawingml/2006/main" noGrp="1"/>
          </p:cNvSpPr>
          <p:nvPr/>
        </p:nvSpPr>
        <p:spPr>
          <a:xfrm xmlns:a="http://schemas.openxmlformats.org/drawingml/2006/main">
            <a:off x="6267450" y="54292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완료 증거 · 모델 적응 판단·데이터 제외 기준</a:t>
            </a:r>
          </a:p>
        </p:txBody>
      </p:sp>
      <p:sp>
        <p:nvSpPr>
          <p:cNvPr id="17" name="">
            <a:extLst xmlns:a="http://schemas.openxmlformats.org/drawingml/2006/main">
              <a:ext uri="{FF2B5EF4-FFF2-40B4-BE49-F238E27FC236}">
                <a16:creationId xmlns:a16="http://schemas.microsoft.com/office/drawing/2014/main" id="{26768358-664D-4A38-8579-D43AB07C0737}"/>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49745326"/>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4C8D24B-4428-4575-8581-AE0B05CA893B}"/>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PROFILE</a:t>
            </a:r>
          </a:p>
        </p:txBody>
      </p:sp>
      <p:sp>
        <p:nvSpPr>
          <p:cNvPr id="2" name="">
            <a:extLst xmlns:a="http://schemas.openxmlformats.org/drawingml/2006/main">
              <a:ext uri="{FF2B5EF4-FFF2-40B4-BE49-F238E27FC236}">
                <a16:creationId xmlns:a16="http://schemas.microsoft.com/office/drawing/2014/main" id="{BDD6255D-BDAC-48F3-93BC-0A477CD6F8E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08</a:t>
            </a:r>
          </a:p>
        </p:txBody>
      </p:sp>
      <p:sp>
        <p:nvSpPr>
          <p:cNvPr id="3" name="">
            <a:extLst xmlns:a="http://schemas.openxmlformats.org/drawingml/2006/main">
              <a:ext uri="{FF2B5EF4-FFF2-40B4-BE49-F238E27FC236}">
                <a16:creationId xmlns:a16="http://schemas.microsoft.com/office/drawing/2014/main" id="{DDF096FD-7730-497E-9AB9-95DCF8F712D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FDE77B42-3B38-495F-A1BE-E154B3AD3FF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4C1A9B9-1F65-457E-B2F0-FE0C272A64F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9F53F310-EBAC-461C-9B28-212B54491492}"/>
              </a:ext>
            </a:extLst>
          </p:cNvPr>
          <p:cNvSpPr>
            <a:spLocks xmlns:a="http://schemas.openxmlformats.org/drawingml/2006/main" noGrp="1"/>
          </p:cNvSpPr>
          <p:nvPr/>
        </p:nvSpPr>
        <p:spPr>
          <a:xfrm xmlns:a="http://schemas.openxmlformats.org/drawingml/2006/main">
            <a:off x="838200" y="685800"/>
            <a:ext cx="723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AI 제품과 교육의 운영 경험</a:t>
            </a:r>
          </a:p>
        </p:txBody>
      </p:sp>
      <p:sp>
        <p:nvSpPr>
          <p:cNvPr id="7" name="">
            <a:extLst xmlns:a="http://schemas.openxmlformats.org/drawingml/2006/main">
              <a:ext uri="{FF2B5EF4-FFF2-40B4-BE49-F238E27FC236}">
                <a16:creationId xmlns:a16="http://schemas.microsoft.com/office/drawing/2014/main" id="{C8477FA3-4973-473F-8574-07CC27718372}"/>
              </a:ext>
            </a:extLst>
          </p:cNvPr>
          <p:cNvSpPr>
            <a:spLocks xmlns:a="http://schemas.openxmlformats.org/drawingml/2006/main" noGrp="1"/>
          </p:cNvSpPr>
          <p:nvPr/>
        </p:nvSpPr>
        <p:spPr>
          <a:xfrm xmlns:a="http://schemas.openxmlformats.org/drawingml/2006/main">
            <a:off x="609600" y="173355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450" b="1">
                <a:solidFill>
                  <a:srgbClr val="FFFFFF"/>
                </a:solidFill>
                <a:latin typeface="AppleGothic"/>
                <a:ea typeface="AppleGothic"/>
                <a:cs typeface="AppleGothic"/>
              </a:defRPr>
            </a:pPr>
            <a:r>
              <a:rPr sz="3450" b="1">
                <a:solidFill>
                  <a:srgbClr val="FFFFFF"/>
                </a:solidFill>
                <a:latin typeface="AppleGothic"/>
                <a:ea typeface="AppleGothic"/>
                <a:cs typeface="AppleGothic"/>
              </a:rPr>
              <a:t>차성재</a:t>
            </a:r>
          </a:p>
        </p:txBody>
      </p:sp>
      <p:sp>
        <p:nvSpPr>
          <p:cNvPr id="8" name="">
            <a:extLst xmlns:a="http://schemas.openxmlformats.org/drawingml/2006/main">
              <a:ext uri="{FF2B5EF4-FFF2-40B4-BE49-F238E27FC236}">
                <a16:creationId xmlns:a16="http://schemas.microsoft.com/office/drawing/2014/main" id="{E689AB14-315A-4513-BCAE-1B37DC9204F8}"/>
              </a:ext>
            </a:extLst>
          </p:cNvPr>
          <p:cNvSpPr>
            <a:spLocks xmlns:a="http://schemas.openxmlformats.org/drawingml/2006/main" noGrp="1"/>
          </p:cNvSpPr>
          <p:nvPr/>
        </p:nvSpPr>
        <p:spPr>
          <a:xfrm xmlns:a="http://schemas.openxmlformats.org/drawingml/2006/main">
            <a:off x="609600" y="2419350"/>
            <a:ext cx="657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무신사 Core AI PM × 아주대 AI대학원 겸임교수</a:t>
            </a:r>
          </a:p>
        </p:txBody>
      </p:sp>
      <p:sp>
        <p:nvSpPr>
          <p:cNvPr id="9" name="">
            <a:extLst xmlns:a="http://schemas.openxmlformats.org/drawingml/2006/main">
              <a:ext uri="{FF2B5EF4-FFF2-40B4-BE49-F238E27FC236}">
                <a16:creationId xmlns:a16="http://schemas.microsoft.com/office/drawing/2014/main" id="{482E6249-E1D9-4E16-B31F-9C2C41459062}"/>
              </a:ext>
            </a:extLst>
          </p:cNvPr>
          <p:cNvSpPr>
            <a:spLocks xmlns:a="http://schemas.openxmlformats.org/drawingml/2006/main" noGrp="1"/>
          </p:cNvSpPr>
          <p:nvPr/>
        </p:nvSpPr>
        <p:spPr>
          <a:xfrm xmlns:a="http://schemas.openxmlformats.org/drawingml/2006/main">
            <a:off x="609600" y="2819400"/>
            <a:ext cx="657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Artificial Intelligence (AI) · Product Manager (PM)</a:t>
            </a:r>
          </a:p>
        </p:txBody>
      </p:sp>
      <p:sp>
        <p:nvSpPr>
          <p:cNvPr id="10" name="">
            <a:extLst xmlns:a="http://schemas.openxmlformats.org/drawingml/2006/main">
              <a:ext uri="{FF2B5EF4-FFF2-40B4-BE49-F238E27FC236}">
                <a16:creationId xmlns:a16="http://schemas.microsoft.com/office/drawing/2014/main" id="{5608192E-0125-415C-B12F-8A17FA645E19}"/>
              </a:ext>
            </a:extLst>
          </p:cNvPr>
          <p:cNvSpPr>
            <a:spLocks xmlns:a="http://schemas.openxmlformats.org/drawingml/2006/main" noGrp="1"/>
          </p:cNvSpPr>
          <p:nvPr/>
        </p:nvSpPr>
        <p:spPr>
          <a:xfrm xmlns:a="http://schemas.openxmlformats.org/drawingml/2006/main">
            <a:off x="609600" y="3333750"/>
            <a:ext cx="621030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금융 · 자동화 머신러닝과 운영</a:t>
            </a:r>
          </a:p>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의료 · 컴퓨터 비전과 데이터 운영</a:t>
            </a:r>
          </a:p>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교육 · 거대 언어 모델 운영과 AI 컨택센터</a:t>
            </a:r>
          </a:p>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커머스 · 에이전트형 AI 제품</a:t>
            </a:r>
          </a:p>
        </p:txBody>
      </p:sp>
      <p:sp>
        <p:nvSpPr>
          <p:cNvPr id="11" name="">
            <a:extLst xmlns:a="http://schemas.openxmlformats.org/drawingml/2006/main">
              <a:ext uri="{FF2B5EF4-FFF2-40B4-BE49-F238E27FC236}">
                <a16:creationId xmlns:a16="http://schemas.microsoft.com/office/drawing/2014/main" id="{2E7F706C-6839-42F8-A892-2CBF9AF65633}"/>
              </a:ext>
            </a:extLst>
          </p:cNvPr>
          <p:cNvSpPr>
            <a:spLocks xmlns:a="http://schemas.openxmlformats.org/drawingml/2006/main" noGrp="1"/>
          </p:cNvSpPr>
          <p:nvPr/>
        </p:nvSpPr>
        <p:spPr>
          <a:xfrm xmlns:a="http://schemas.openxmlformats.org/drawingml/2006/main">
            <a:off x="609600" y="5391150"/>
            <a:ext cx="638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문제 정의 · 제품 요구사항 · 평가 · 운영 지표의 연결</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f089a5d2bcc74e27"/>
          <a:stretch xmlns:a="http://schemas.openxmlformats.org/drawingml/2006/main"/>
        </p:blipFill>
        <p:spPr>
          <a:xfrm xmlns:a="http://schemas.openxmlformats.org/drawingml/2006/main">
            <a:off x="7734300" y="1428750"/>
            <a:ext cx="3390900" cy="33909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41DF21B-7704-44CE-BA7C-2B6ED9345853}"/>
              </a:ext>
            </a:extLst>
          </p:cNvPr>
          <p:cNvSpPr>
            <a:spLocks xmlns:a="http://schemas.openxmlformats.org/drawingml/2006/main" noGrp="1"/>
          </p:cNvSpPr>
          <p:nvPr/>
        </p:nvSpPr>
        <p:spPr>
          <a:xfrm xmlns:a="http://schemas.openxmlformats.org/drawingml/2006/main" flipH="0" flipV="0">
            <a:off x="7334250" y="5162550"/>
            <a:ext cx="4248150" cy="0"/>
          </a:xfrm>
          <a:prstGeom xmlns:a="http://schemas.openxmlformats.org/drawingml/2006/main" prst="line">
            <a:avLst/>
          </a:prstGeom>
          <a:noFill xmlns:a="http://schemas.openxmlformats.org/drawingml/2006/main"/>
          <a:ln xmlns:a="http://schemas.openxmlformats.org/drawingml/2006/main" w="19050">
            <a:solidFill>
              <a:srgbClr val="25324A"/>
            </a:solidFill>
            <a:prstDash val="solid"/>
          </a:ln>
        </p:spPr>
      </p:sp>
      <p:sp>
        <p:nvSpPr>
          <p:cNvPr id="14" name="">
            <a:extLst xmlns:a="http://schemas.openxmlformats.org/drawingml/2006/main">
              <a:ext uri="{FF2B5EF4-FFF2-40B4-BE49-F238E27FC236}">
                <a16:creationId xmlns:a16="http://schemas.microsoft.com/office/drawing/2014/main" id="{A3718F6B-369F-41FF-B9CD-408240FD2EA7}"/>
              </a:ext>
            </a:extLst>
          </p:cNvPr>
          <p:cNvSpPr>
            <a:spLocks xmlns:a="http://schemas.openxmlformats.org/drawingml/2006/main" noGrp="1"/>
          </p:cNvSpPr>
          <p:nvPr/>
        </p:nvSpPr>
        <p:spPr>
          <a:xfrm xmlns:a="http://schemas.openxmlformats.org/drawingml/2006/main">
            <a:off x="7334250" y="5372100"/>
            <a:ext cx="424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350" b="1">
                <a:solidFill>
                  <a:srgbClr val="FFFFFF"/>
                </a:solidFill>
                <a:latin typeface="Menlo"/>
                <a:ea typeface="Menlo"/>
                <a:cs typeface="Menlo"/>
              </a:defRPr>
            </a:pPr>
            <a:r>
              <a:rPr sz="1350" b="1">
                <a:solidFill>
                  <a:srgbClr val="FFFFFF"/>
                </a:solidFill>
                <a:latin typeface="Menlo"/>
                <a:ea typeface="Menlo"/>
                <a:cs typeface="Menlo"/>
              </a:rPr>
              <a:t>PRODUCT · EDUCATION · OPERATION</a:t>
            </a:r>
          </a:p>
        </p:txBody>
      </p:sp>
    </p:spTree>
    <p:extLst>
      <p:ext uri="{BB962C8B-B14F-4D97-AF65-F5344CB8AC3E}">
        <p14:creationId xmlns:p14="http://schemas.microsoft.com/office/powerpoint/2010/main" val="1639268849"/>
      </p:ext>
    </p:extLst>
  </p:cSld>
</p:sld>
</file>

<file path=ppt/slides/slide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6934110-BD6A-47D5-B546-556BB9C24B4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PROFILE</a:t>
            </a:r>
          </a:p>
        </p:txBody>
      </p:sp>
      <p:sp>
        <p:nvSpPr>
          <p:cNvPr id="2" name="">
            <a:extLst xmlns:a="http://schemas.openxmlformats.org/drawingml/2006/main">
              <a:ext uri="{FF2B5EF4-FFF2-40B4-BE49-F238E27FC236}">
                <a16:creationId xmlns:a16="http://schemas.microsoft.com/office/drawing/2014/main" id="{E7F0E5C7-CE2A-4802-9ED7-76F43341FC8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a:t>
            </a:r>
          </a:p>
        </p:txBody>
      </p:sp>
      <p:sp>
        <p:nvSpPr>
          <p:cNvPr id="3" name="">
            <a:extLst xmlns:a="http://schemas.openxmlformats.org/drawingml/2006/main">
              <a:ext uri="{FF2B5EF4-FFF2-40B4-BE49-F238E27FC236}">
                <a16:creationId xmlns:a16="http://schemas.microsoft.com/office/drawing/2014/main" id="{1963EF31-5FBB-45E5-B4AF-C5576B0D61E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5E1E0DD-E395-4AD2-AF3E-79DF6425B5F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EA60BFCC-CDDB-415B-A1F1-364132A0AD93}"/>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9129BD54-072D-4C14-95CA-2E9A7FB0E45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정형 데이터에서 생성형 AI까지</a:t>
            </a:r>
          </a:p>
        </p:txBody>
      </p:sp>
      <p:sp>
        <p:nvSpPr>
          <p:cNvPr id="7" name="">
            <a:extLst xmlns:a="http://schemas.openxmlformats.org/drawingml/2006/main">
              <a:ext uri="{FF2B5EF4-FFF2-40B4-BE49-F238E27FC236}">
                <a16:creationId xmlns:a16="http://schemas.microsoft.com/office/drawing/2014/main" id="{9DEC7CCA-EDDC-42A5-A856-2A8444D04258}"/>
              </a:ext>
            </a:extLst>
          </p:cNvPr>
          <p:cNvSpPr>
            <a:spLocks xmlns:a="http://schemas.openxmlformats.org/drawingml/2006/main" noGrp="1"/>
          </p:cNvSpPr>
          <p:nvPr/>
        </p:nvSpPr>
        <p:spPr>
          <a:xfrm xmlns:a="http://schemas.openxmlformats.org/drawingml/2006/main" flipH="0" flipV="0">
            <a:off x="1562100" y="3429000"/>
            <a:ext cx="90678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3041FDB5-BEA2-4A07-B830-EC1C44238494}"/>
              </a:ext>
            </a:extLst>
          </p:cNvPr>
          <p:cNvSpPr>
            <a:spLocks xmlns:a="http://schemas.openxmlformats.org/drawingml/2006/main" noGrp="1"/>
          </p:cNvSpPr>
          <p:nvPr/>
        </p:nvSpPr>
        <p:spPr>
          <a:xfrm xmlns:a="http://schemas.openxmlformats.org/drawingml/2006/main" rot="0">
            <a:off x="14192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9" name="">
            <a:extLst xmlns:a="http://schemas.openxmlformats.org/drawingml/2006/main">
              <a:ext uri="{FF2B5EF4-FFF2-40B4-BE49-F238E27FC236}">
                <a16:creationId xmlns:a16="http://schemas.microsoft.com/office/drawing/2014/main" id="{015D0AE5-8BBB-4F00-9B87-E668762ECA01}"/>
              </a:ext>
            </a:extLst>
          </p:cNvPr>
          <p:cNvSpPr>
            <a:spLocks xmlns:a="http://schemas.openxmlformats.org/drawingml/2006/main" noGrp="1"/>
          </p:cNvSpPr>
          <p:nvPr/>
        </p:nvSpPr>
        <p:spPr>
          <a:xfrm xmlns:a="http://schemas.openxmlformats.org/drawingml/2006/main">
            <a:off x="6858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금융</a:t>
            </a:r>
          </a:p>
        </p:txBody>
      </p:sp>
      <p:sp>
        <p:nvSpPr>
          <p:cNvPr id="10" name="">
            <a:extLst xmlns:a="http://schemas.openxmlformats.org/drawingml/2006/main">
              <a:ext uri="{FF2B5EF4-FFF2-40B4-BE49-F238E27FC236}">
                <a16:creationId xmlns:a16="http://schemas.microsoft.com/office/drawing/2014/main" id="{635E642E-313A-44D5-8B5C-D904256B616A}"/>
              </a:ext>
            </a:extLst>
          </p:cNvPr>
          <p:cNvSpPr>
            <a:spLocks xmlns:a="http://schemas.openxmlformats.org/drawingml/2006/main" noGrp="1"/>
          </p:cNvSpPr>
          <p:nvPr/>
        </p:nvSpPr>
        <p:spPr>
          <a:xfrm xmlns:a="http://schemas.openxmlformats.org/drawingml/2006/main">
            <a:off x="6096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자동화 머신러닝</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머신러닝 운영</a:t>
            </a:r>
          </a:p>
        </p:txBody>
      </p:sp>
      <p:sp>
        <p:nvSpPr>
          <p:cNvPr id="11" name="">
            <a:extLst xmlns:a="http://schemas.openxmlformats.org/drawingml/2006/main">
              <a:ext uri="{FF2B5EF4-FFF2-40B4-BE49-F238E27FC236}">
                <a16:creationId xmlns:a16="http://schemas.microsoft.com/office/drawing/2014/main" id="{3F819C41-C4E7-4DA9-B0DC-F67DF99DBD7E}"/>
              </a:ext>
            </a:extLst>
          </p:cNvPr>
          <p:cNvSpPr>
            <a:spLocks xmlns:a="http://schemas.openxmlformats.org/drawingml/2006/main" noGrp="1"/>
          </p:cNvSpPr>
          <p:nvPr/>
        </p:nvSpPr>
        <p:spPr>
          <a:xfrm xmlns:a="http://schemas.openxmlformats.org/drawingml/2006/main" rot="0">
            <a:off x="44418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2" name="">
            <a:extLst xmlns:a="http://schemas.openxmlformats.org/drawingml/2006/main">
              <a:ext uri="{FF2B5EF4-FFF2-40B4-BE49-F238E27FC236}">
                <a16:creationId xmlns:a16="http://schemas.microsoft.com/office/drawing/2014/main" id="{8ECCFC59-C1E9-414D-BB69-EF944565138F}"/>
              </a:ext>
            </a:extLst>
          </p:cNvPr>
          <p:cNvSpPr>
            <a:spLocks xmlns:a="http://schemas.openxmlformats.org/drawingml/2006/main" noGrp="1"/>
          </p:cNvSpPr>
          <p:nvPr/>
        </p:nvSpPr>
        <p:spPr>
          <a:xfrm xmlns:a="http://schemas.openxmlformats.org/drawingml/2006/main">
            <a:off x="370840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의료</a:t>
            </a:r>
          </a:p>
        </p:txBody>
      </p:sp>
      <p:sp>
        <p:nvSpPr>
          <p:cNvPr id="13" name="">
            <a:extLst xmlns:a="http://schemas.openxmlformats.org/drawingml/2006/main">
              <a:ext uri="{FF2B5EF4-FFF2-40B4-BE49-F238E27FC236}">
                <a16:creationId xmlns:a16="http://schemas.microsoft.com/office/drawing/2014/main" id="{318B309F-FFA5-43EC-B1B2-16B7D809E0D8}"/>
              </a:ext>
            </a:extLst>
          </p:cNvPr>
          <p:cNvSpPr>
            <a:spLocks xmlns:a="http://schemas.openxmlformats.org/drawingml/2006/main" noGrp="1"/>
          </p:cNvSpPr>
          <p:nvPr/>
        </p:nvSpPr>
        <p:spPr>
          <a:xfrm xmlns:a="http://schemas.openxmlformats.org/drawingml/2006/main">
            <a:off x="363220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컴퓨터 비전</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데이터 운영</a:t>
            </a:r>
          </a:p>
        </p:txBody>
      </p:sp>
      <p:sp>
        <p:nvSpPr>
          <p:cNvPr id="14" name="">
            <a:extLst xmlns:a="http://schemas.openxmlformats.org/drawingml/2006/main">
              <a:ext uri="{FF2B5EF4-FFF2-40B4-BE49-F238E27FC236}">
                <a16:creationId xmlns:a16="http://schemas.microsoft.com/office/drawing/2014/main" id="{EACAC746-657D-4385-8A2F-CB9728E01E57}"/>
              </a:ext>
            </a:extLst>
          </p:cNvPr>
          <p:cNvSpPr>
            <a:spLocks xmlns:a="http://schemas.openxmlformats.org/drawingml/2006/main" noGrp="1"/>
          </p:cNvSpPr>
          <p:nvPr/>
        </p:nvSpPr>
        <p:spPr>
          <a:xfrm xmlns:a="http://schemas.openxmlformats.org/drawingml/2006/main" rot="0">
            <a:off x="74644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5" name="">
            <a:extLst xmlns:a="http://schemas.openxmlformats.org/drawingml/2006/main">
              <a:ext uri="{FF2B5EF4-FFF2-40B4-BE49-F238E27FC236}">
                <a16:creationId xmlns:a16="http://schemas.microsoft.com/office/drawing/2014/main" id="{84660C50-7466-4086-B757-829F138DAFD1}"/>
              </a:ext>
            </a:extLst>
          </p:cNvPr>
          <p:cNvSpPr>
            <a:spLocks xmlns:a="http://schemas.openxmlformats.org/drawingml/2006/main" noGrp="1"/>
          </p:cNvSpPr>
          <p:nvPr/>
        </p:nvSpPr>
        <p:spPr>
          <a:xfrm xmlns:a="http://schemas.openxmlformats.org/drawingml/2006/main">
            <a:off x="67310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교육</a:t>
            </a:r>
          </a:p>
        </p:txBody>
      </p:sp>
      <p:sp>
        <p:nvSpPr>
          <p:cNvPr id="16" name="">
            <a:extLst xmlns:a="http://schemas.openxmlformats.org/drawingml/2006/main">
              <a:ext uri="{FF2B5EF4-FFF2-40B4-BE49-F238E27FC236}">
                <a16:creationId xmlns:a16="http://schemas.microsoft.com/office/drawing/2014/main" id="{F0FB1B92-5148-478B-9CB2-5C616EBC907F}"/>
              </a:ext>
            </a:extLst>
          </p:cNvPr>
          <p:cNvSpPr>
            <a:spLocks xmlns:a="http://schemas.openxmlformats.org/drawingml/2006/main" noGrp="1"/>
          </p:cNvSpPr>
          <p:nvPr/>
        </p:nvSpPr>
        <p:spPr>
          <a:xfrm xmlns:a="http://schemas.openxmlformats.org/drawingml/2006/main">
            <a:off x="66548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거대 언어 모델 운영</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AI 컨택센터</a:t>
            </a:r>
          </a:p>
        </p:txBody>
      </p:sp>
      <p:sp>
        <p:nvSpPr>
          <p:cNvPr id="17" name="">
            <a:extLst xmlns:a="http://schemas.openxmlformats.org/drawingml/2006/main">
              <a:ext uri="{FF2B5EF4-FFF2-40B4-BE49-F238E27FC236}">
                <a16:creationId xmlns:a16="http://schemas.microsoft.com/office/drawing/2014/main" id="{7DC1C01F-26B9-40D0-8E2F-A2FE7238CCCF}"/>
              </a:ext>
            </a:extLst>
          </p:cNvPr>
          <p:cNvSpPr>
            <a:spLocks xmlns:a="http://schemas.openxmlformats.org/drawingml/2006/main" noGrp="1"/>
          </p:cNvSpPr>
          <p:nvPr/>
        </p:nvSpPr>
        <p:spPr>
          <a:xfrm xmlns:a="http://schemas.openxmlformats.org/drawingml/2006/main" rot="0">
            <a:off x="10487025" y="3286125"/>
            <a:ext cx="285750" cy="28575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D5272847-F6D3-4E31-90EF-825D8233A9BD}"/>
              </a:ext>
            </a:extLst>
          </p:cNvPr>
          <p:cNvSpPr>
            <a:spLocks xmlns:a="http://schemas.openxmlformats.org/drawingml/2006/main" noGrp="1"/>
          </p:cNvSpPr>
          <p:nvPr/>
        </p:nvSpPr>
        <p:spPr>
          <a:xfrm xmlns:a="http://schemas.openxmlformats.org/drawingml/2006/main">
            <a:off x="975360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2563EB"/>
                </a:solidFill>
                <a:latin typeface="Menlo"/>
                <a:ea typeface="Menlo"/>
                <a:cs typeface="Menlo"/>
              </a:defRPr>
            </a:pPr>
            <a:r>
              <a:rPr sz="1275" b="1">
                <a:solidFill>
                  <a:srgbClr val="2563EB"/>
                </a:solidFill>
                <a:latin typeface="Menlo"/>
                <a:ea typeface="Menlo"/>
                <a:cs typeface="Menlo"/>
              </a:rPr>
              <a:t>커머스 · 현재</a:t>
            </a:r>
          </a:p>
        </p:txBody>
      </p:sp>
      <p:sp>
        <p:nvSpPr>
          <p:cNvPr id="19" name="">
            <a:extLst xmlns:a="http://schemas.openxmlformats.org/drawingml/2006/main">
              <a:ext uri="{FF2B5EF4-FFF2-40B4-BE49-F238E27FC236}">
                <a16:creationId xmlns:a16="http://schemas.microsoft.com/office/drawing/2014/main" id="{161707E7-AE02-4078-8496-0D57DE496BF8}"/>
              </a:ext>
            </a:extLst>
          </p:cNvPr>
          <p:cNvSpPr>
            <a:spLocks xmlns:a="http://schemas.openxmlformats.org/drawingml/2006/main" noGrp="1"/>
          </p:cNvSpPr>
          <p:nvPr/>
        </p:nvSpPr>
        <p:spPr>
          <a:xfrm xmlns:a="http://schemas.openxmlformats.org/drawingml/2006/main">
            <a:off x="967740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에이전트형 AI</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제품 관리</a:t>
            </a:r>
          </a:p>
        </p:txBody>
      </p:sp>
      <p:sp>
        <p:nvSpPr>
          <p:cNvPr id="20" name="">
            <a:extLst xmlns:a="http://schemas.openxmlformats.org/drawingml/2006/main">
              <a:ext uri="{FF2B5EF4-FFF2-40B4-BE49-F238E27FC236}">
                <a16:creationId xmlns:a16="http://schemas.microsoft.com/office/drawing/2014/main" id="{07908F69-F73E-4BE5-A56E-496FC7B808C2}"/>
              </a:ext>
            </a:extLst>
          </p:cNvPr>
          <p:cNvSpPr>
            <a:spLocks xmlns:a="http://schemas.openxmlformats.org/drawingml/2006/main" noGrp="1"/>
          </p:cNvSpPr>
          <p:nvPr/>
        </p:nvSpPr>
        <p:spPr>
          <a:xfrm xmlns:a="http://schemas.openxmlformats.org/drawingml/2006/main">
            <a:off x="609600" y="55626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도메인은 달라도 서비스 운영의 질문은 반복</a:t>
            </a:r>
          </a:p>
        </p:txBody>
      </p:sp>
    </p:spTree>
    <p:extLst>
      <p:ext uri="{BB962C8B-B14F-4D97-AF65-F5344CB8AC3E}">
        <p14:creationId xmlns:p14="http://schemas.microsoft.com/office/powerpoint/2010/main" val="2020924725"/>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AD4EF3D-5DE3-4C62-A29F-0267916C652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PROFILE</a:t>
            </a:r>
          </a:p>
        </p:txBody>
      </p:sp>
      <p:sp>
        <p:nvSpPr>
          <p:cNvPr id="2" name="">
            <a:extLst xmlns:a="http://schemas.openxmlformats.org/drawingml/2006/main">
              <a:ext uri="{FF2B5EF4-FFF2-40B4-BE49-F238E27FC236}">
                <a16:creationId xmlns:a16="http://schemas.microsoft.com/office/drawing/2014/main" id="{C9629CEB-893C-4BD6-843D-B9FE1B533B4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10</a:t>
            </a:r>
          </a:p>
        </p:txBody>
      </p:sp>
      <p:sp>
        <p:nvSpPr>
          <p:cNvPr id="3" name="">
            <a:extLst xmlns:a="http://schemas.openxmlformats.org/drawingml/2006/main">
              <a:ext uri="{FF2B5EF4-FFF2-40B4-BE49-F238E27FC236}">
                <a16:creationId xmlns:a16="http://schemas.microsoft.com/office/drawing/2014/main" id="{251DEA45-67C4-4D48-B99D-A10611C73DD9}"/>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D056CD3-1932-4A61-95C1-D682219BE3A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D380CBF3-447A-42DC-9371-A14ADDEED31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73BF90D7-CB38-4AED-9109-78FCCE17472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AI 제품 운영의 공통 질문</a:t>
            </a:r>
          </a:p>
        </p:txBody>
      </p:sp>
      <p:sp>
        <p:nvSpPr>
          <p:cNvPr id="7" name="">
            <a:extLst xmlns:a="http://schemas.openxmlformats.org/drawingml/2006/main">
              <a:ext uri="{FF2B5EF4-FFF2-40B4-BE49-F238E27FC236}">
                <a16:creationId xmlns:a16="http://schemas.microsoft.com/office/drawing/2014/main" id="{AA801A0E-CB7E-47F8-8C09-ED19272E2787}"/>
              </a:ext>
            </a:extLst>
          </p:cNvPr>
          <p:cNvSpPr>
            <a:spLocks xmlns:a="http://schemas.openxmlformats.org/drawingml/2006/main" noGrp="1"/>
          </p:cNvSpPr>
          <p:nvPr/>
        </p:nvSpPr>
        <p:spPr>
          <a:xfrm xmlns:a="http://schemas.openxmlformats.org/drawingml/2006/main">
            <a:off x="609600" y="14859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8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정확도만으로</a:t>
            </a:r>
          </a:p>
          <a:p xmlns:a="http://schemas.openxmlformats.org/drawingml/2006/main">
            <a:pPr algn="l">
              <a:lnSpc>
                <a:spcPct val="118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답할 수 없는 질문</a:t>
            </a:r>
          </a:p>
        </p:txBody>
      </p:sp>
      <p:sp>
        <p:nvSpPr>
          <p:cNvPr id="8" name="">
            <a:extLst xmlns:a="http://schemas.openxmlformats.org/drawingml/2006/main">
              <a:ext uri="{FF2B5EF4-FFF2-40B4-BE49-F238E27FC236}">
                <a16:creationId xmlns:a16="http://schemas.microsoft.com/office/drawing/2014/main" id="{38C2FAED-EAA5-4815-8A65-F7623CC429FE}"/>
              </a:ext>
            </a:extLst>
          </p:cNvPr>
          <p:cNvSpPr>
            <a:spLocks xmlns:a="http://schemas.openxmlformats.org/drawingml/2006/main" noGrp="1"/>
          </p:cNvSpPr>
          <p:nvPr/>
        </p:nvSpPr>
        <p:spPr>
          <a:xfrm xmlns:a="http://schemas.openxmlformats.org/drawingml/2006/main">
            <a:off x="609600" y="2628900"/>
            <a:ext cx="4000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현업에서는 한 번의 좋은 응답보다 같은 조건의 재실행, 실패의 관찰, 정책 통제와 변경 설명이 필요하다.</a:t>
            </a:r>
          </a:p>
        </p:txBody>
      </p:sp>
      <p:sp>
        <p:nvSpPr>
          <p:cNvPr id="9" name="">
            <a:extLst xmlns:a="http://schemas.openxmlformats.org/drawingml/2006/main">
              <a:ext uri="{FF2B5EF4-FFF2-40B4-BE49-F238E27FC236}">
                <a16:creationId xmlns:a16="http://schemas.microsoft.com/office/drawing/2014/main" id="{7BC7C4AD-8AD2-45A5-A03E-164759118BB7}"/>
              </a:ext>
            </a:extLst>
          </p:cNvPr>
          <p:cNvSpPr>
            <a:spLocks xmlns:a="http://schemas.openxmlformats.org/drawingml/2006/main" noGrp="1"/>
          </p:cNvSpPr>
          <p:nvPr/>
        </p:nvSpPr>
        <p:spPr>
          <a:xfrm xmlns:a="http://schemas.openxmlformats.org/drawingml/2006/main">
            <a:off x="5219700" y="14859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01</a:t>
            </a:r>
          </a:p>
        </p:txBody>
      </p:sp>
      <p:sp>
        <p:nvSpPr>
          <p:cNvPr id="10" name="">
            <a:extLst xmlns:a="http://schemas.openxmlformats.org/drawingml/2006/main">
              <a:ext uri="{FF2B5EF4-FFF2-40B4-BE49-F238E27FC236}">
                <a16:creationId xmlns:a16="http://schemas.microsoft.com/office/drawing/2014/main" id="{38672D03-820C-4646-AFE2-8301CA601EAD}"/>
              </a:ext>
            </a:extLst>
          </p:cNvPr>
          <p:cNvSpPr>
            <a:spLocks xmlns:a="http://schemas.openxmlformats.org/drawingml/2006/main" noGrp="1"/>
          </p:cNvSpPr>
          <p:nvPr/>
        </p:nvSpPr>
        <p:spPr>
          <a:xfrm xmlns:a="http://schemas.openxmlformats.org/drawingml/2006/main">
            <a:off x="5924550" y="14478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재현성</a:t>
            </a:r>
          </a:p>
        </p:txBody>
      </p:sp>
      <p:sp>
        <p:nvSpPr>
          <p:cNvPr id="11" name="">
            <a:extLst xmlns:a="http://schemas.openxmlformats.org/drawingml/2006/main">
              <a:ext uri="{FF2B5EF4-FFF2-40B4-BE49-F238E27FC236}">
                <a16:creationId xmlns:a16="http://schemas.microsoft.com/office/drawing/2014/main" id="{C2860A34-1F5B-4890-8438-34B27D8C8759}"/>
              </a:ext>
            </a:extLst>
          </p:cNvPr>
          <p:cNvSpPr>
            <a:spLocks xmlns:a="http://schemas.openxmlformats.org/drawingml/2006/main" noGrp="1"/>
          </p:cNvSpPr>
          <p:nvPr/>
        </p:nvSpPr>
        <p:spPr>
          <a:xfrm xmlns:a="http://schemas.openxmlformats.org/drawingml/2006/main">
            <a:off x="8401050" y="14859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같은 조건의 재실행</a:t>
            </a:r>
          </a:p>
        </p:txBody>
      </p:sp>
      <p:sp>
        <p:nvSpPr>
          <p:cNvPr id="12" name="">
            <a:extLst xmlns:a="http://schemas.openxmlformats.org/drawingml/2006/main">
              <a:ext uri="{FF2B5EF4-FFF2-40B4-BE49-F238E27FC236}">
                <a16:creationId xmlns:a16="http://schemas.microsoft.com/office/drawing/2014/main" id="{C554AE78-9E41-49A1-880D-413E5A858286}"/>
              </a:ext>
            </a:extLst>
          </p:cNvPr>
          <p:cNvSpPr>
            <a:spLocks xmlns:a="http://schemas.openxmlformats.org/drawingml/2006/main" noGrp="1"/>
          </p:cNvSpPr>
          <p:nvPr/>
        </p:nvSpPr>
        <p:spPr>
          <a:xfrm xmlns:a="http://schemas.openxmlformats.org/drawingml/2006/main" flipH="0" flipV="0">
            <a:off x="5924550" y="21145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B7C79420-1D88-4919-99C3-18C06D810DFB}"/>
              </a:ext>
            </a:extLst>
          </p:cNvPr>
          <p:cNvSpPr>
            <a:spLocks xmlns:a="http://schemas.openxmlformats.org/drawingml/2006/main" noGrp="1"/>
          </p:cNvSpPr>
          <p:nvPr/>
        </p:nvSpPr>
        <p:spPr>
          <a:xfrm xmlns:a="http://schemas.openxmlformats.org/drawingml/2006/main">
            <a:off x="5219700" y="25527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02</a:t>
            </a:r>
          </a:p>
        </p:txBody>
      </p:sp>
      <p:sp>
        <p:nvSpPr>
          <p:cNvPr id="14" name="">
            <a:extLst xmlns:a="http://schemas.openxmlformats.org/drawingml/2006/main">
              <a:ext uri="{FF2B5EF4-FFF2-40B4-BE49-F238E27FC236}">
                <a16:creationId xmlns:a16="http://schemas.microsoft.com/office/drawing/2014/main" id="{1E326195-C42C-4E0F-8B42-D85F31CC9490}"/>
              </a:ext>
            </a:extLst>
          </p:cNvPr>
          <p:cNvSpPr>
            <a:spLocks xmlns:a="http://schemas.openxmlformats.org/drawingml/2006/main" noGrp="1"/>
          </p:cNvSpPr>
          <p:nvPr/>
        </p:nvSpPr>
        <p:spPr>
          <a:xfrm xmlns:a="http://schemas.openxmlformats.org/drawingml/2006/main">
            <a:off x="5924550" y="25146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관찰 가능성</a:t>
            </a:r>
          </a:p>
        </p:txBody>
      </p:sp>
      <p:sp>
        <p:nvSpPr>
          <p:cNvPr id="15" name="">
            <a:extLst xmlns:a="http://schemas.openxmlformats.org/drawingml/2006/main">
              <a:ext uri="{FF2B5EF4-FFF2-40B4-BE49-F238E27FC236}">
                <a16:creationId xmlns:a16="http://schemas.microsoft.com/office/drawing/2014/main" id="{BFBD8DA2-43F8-4402-8A57-8DB94729B334}"/>
              </a:ext>
            </a:extLst>
          </p:cNvPr>
          <p:cNvSpPr>
            <a:spLocks xmlns:a="http://schemas.openxmlformats.org/drawingml/2006/main" noGrp="1"/>
          </p:cNvSpPr>
          <p:nvPr/>
        </p:nvSpPr>
        <p:spPr>
          <a:xfrm xmlns:a="http://schemas.openxmlformats.org/drawingml/2006/main">
            <a:off x="8401050" y="25527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실패 위치와 분포</a:t>
            </a:r>
          </a:p>
        </p:txBody>
      </p:sp>
      <p:sp>
        <p:nvSpPr>
          <p:cNvPr id="16" name="">
            <a:extLst xmlns:a="http://schemas.openxmlformats.org/drawingml/2006/main">
              <a:ext uri="{FF2B5EF4-FFF2-40B4-BE49-F238E27FC236}">
                <a16:creationId xmlns:a16="http://schemas.microsoft.com/office/drawing/2014/main" id="{C67D9CED-82F4-4F60-BFC0-D707B8BB3A04}"/>
              </a:ext>
            </a:extLst>
          </p:cNvPr>
          <p:cNvSpPr>
            <a:spLocks xmlns:a="http://schemas.openxmlformats.org/drawingml/2006/main" noGrp="1"/>
          </p:cNvSpPr>
          <p:nvPr/>
        </p:nvSpPr>
        <p:spPr>
          <a:xfrm xmlns:a="http://schemas.openxmlformats.org/drawingml/2006/main" flipH="0" flipV="0">
            <a:off x="5924550" y="31813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7" name="">
            <a:extLst xmlns:a="http://schemas.openxmlformats.org/drawingml/2006/main">
              <a:ext uri="{FF2B5EF4-FFF2-40B4-BE49-F238E27FC236}">
                <a16:creationId xmlns:a16="http://schemas.microsoft.com/office/drawing/2014/main" id="{0B876FEB-BA52-434E-8753-82E2F6BCACF3}"/>
              </a:ext>
            </a:extLst>
          </p:cNvPr>
          <p:cNvSpPr>
            <a:spLocks xmlns:a="http://schemas.openxmlformats.org/drawingml/2006/main" noGrp="1"/>
          </p:cNvSpPr>
          <p:nvPr/>
        </p:nvSpPr>
        <p:spPr>
          <a:xfrm xmlns:a="http://schemas.openxmlformats.org/drawingml/2006/main">
            <a:off x="5219700" y="36195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E8AFED63-3063-420C-9D77-430F99C8FB24}"/>
              </a:ext>
            </a:extLst>
          </p:cNvPr>
          <p:cNvSpPr>
            <a:spLocks xmlns:a="http://schemas.openxmlformats.org/drawingml/2006/main" noGrp="1"/>
          </p:cNvSpPr>
          <p:nvPr/>
        </p:nvSpPr>
        <p:spPr>
          <a:xfrm xmlns:a="http://schemas.openxmlformats.org/drawingml/2006/main">
            <a:off x="5924550" y="35814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통제 가능성</a:t>
            </a:r>
          </a:p>
        </p:txBody>
      </p:sp>
      <p:sp>
        <p:nvSpPr>
          <p:cNvPr id="19" name="">
            <a:extLst xmlns:a="http://schemas.openxmlformats.org/drawingml/2006/main">
              <a:ext uri="{FF2B5EF4-FFF2-40B4-BE49-F238E27FC236}">
                <a16:creationId xmlns:a16="http://schemas.microsoft.com/office/drawing/2014/main" id="{A331B951-EA78-489C-B3C1-F935BE6283F3}"/>
              </a:ext>
            </a:extLst>
          </p:cNvPr>
          <p:cNvSpPr>
            <a:spLocks xmlns:a="http://schemas.openxmlformats.org/drawingml/2006/main" noGrp="1"/>
          </p:cNvSpPr>
          <p:nvPr/>
        </p:nvSpPr>
        <p:spPr>
          <a:xfrm xmlns:a="http://schemas.openxmlformats.org/drawingml/2006/main">
            <a:off x="8401050" y="36195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권한·정책·대체 경로</a:t>
            </a:r>
          </a:p>
        </p:txBody>
      </p:sp>
      <p:sp>
        <p:nvSpPr>
          <p:cNvPr id="20" name="">
            <a:extLst xmlns:a="http://schemas.openxmlformats.org/drawingml/2006/main">
              <a:ext uri="{FF2B5EF4-FFF2-40B4-BE49-F238E27FC236}">
                <a16:creationId xmlns:a16="http://schemas.microsoft.com/office/drawing/2014/main" id="{1C96953B-CEE2-4FBB-913E-6F01A30D0D48}"/>
              </a:ext>
            </a:extLst>
          </p:cNvPr>
          <p:cNvSpPr>
            <a:spLocks xmlns:a="http://schemas.openxmlformats.org/drawingml/2006/main" noGrp="1"/>
          </p:cNvSpPr>
          <p:nvPr/>
        </p:nvSpPr>
        <p:spPr>
          <a:xfrm xmlns:a="http://schemas.openxmlformats.org/drawingml/2006/main" flipH="0" flipV="0">
            <a:off x="5924550" y="42481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1" name="">
            <a:extLst xmlns:a="http://schemas.openxmlformats.org/drawingml/2006/main">
              <a:ext uri="{FF2B5EF4-FFF2-40B4-BE49-F238E27FC236}">
                <a16:creationId xmlns:a16="http://schemas.microsoft.com/office/drawing/2014/main" id="{688E2D02-F967-40EE-B219-7764E2A9813E}"/>
              </a:ext>
            </a:extLst>
          </p:cNvPr>
          <p:cNvSpPr>
            <a:spLocks xmlns:a="http://schemas.openxmlformats.org/drawingml/2006/main" noGrp="1"/>
          </p:cNvSpPr>
          <p:nvPr/>
        </p:nvSpPr>
        <p:spPr>
          <a:xfrm xmlns:a="http://schemas.openxmlformats.org/drawingml/2006/main">
            <a:off x="5219700" y="46863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04</a:t>
            </a:r>
          </a:p>
        </p:txBody>
      </p:sp>
      <p:sp>
        <p:nvSpPr>
          <p:cNvPr id="22" name="">
            <a:extLst xmlns:a="http://schemas.openxmlformats.org/drawingml/2006/main">
              <a:ext uri="{FF2B5EF4-FFF2-40B4-BE49-F238E27FC236}">
                <a16:creationId xmlns:a16="http://schemas.microsoft.com/office/drawing/2014/main" id="{A2F8C2C4-529D-46D6-A8A2-7286B622FC0F}"/>
              </a:ext>
            </a:extLst>
          </p:cNvPr>
          <p:cNvSpPr>
            <a:spLocks xmlns:a="http://schemas.openxmlformats.org/drawingml/2006/main" noGrp="1"/>
          </p:cNvSpPr>
          <p:nvPr/>
        </p:nvSpPr>
        <p:spPr>
          <a:xfrm xmlns:a="http://schemas.openxmlformats.org/drawingml/2006/main">
            <a:off x="5924550" y="46482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설명 가능성</a:t>
            </a:r>
          </a:p>
        </p:txBody>
      </p:sp>
      <p:sp>
        <p:nvSpPr>
          <p:cNvPr id="23" name="">
            <a:extLst xmlns:a="http://schemas.openxmlformats.org/drawingml/2006/main">
              <a:ext uri="{FF2B5EF4-FFF2-40B4-BE49-F238E27FC236}">
                <a16:creationId xmlns:a16="http://schemas.microsoft.com/office/drawing/2014/main" id="{2A727E01-9250-4403-B260-4198FE459530}"/>
              </a:ext>
            </a:extLst>
          </p:cNvPr>
          <p:cNvSpPr>
            <a:spLocks xmlns:a="http://schemas.openxmlformats.org/drawingml/2006/main" noGrp="1"/>
          </p:cNvSpPr>
          <p:nvPr/>
        </p:nvSpPr>
        <p:spPr>
          <a:xfrm xmlns:a="http://schemas.openxmlformats.org/drawingml/2006/main">
            <a:off x="8401050" y="46863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변경 이유와 의사결정</a:t>
            </a:r>
          </a:p>
        </p:txBody>
      </p:sp>
      <p:sp>
        <p:nvSpPr>
          <p:cNvPr id="24" name="">
            <a:extLst xmlns:a="http://schemas.openxmlformats.org/drawingml/2006/main">
              <a:ext uri="{FF2B5EF4-FFF2-40B4-BE49-F238E27FC236}">
                <a16:creationId xmlns:a16="http://schemas.microsoft.com/office/drawing/2014/main" id="{D2D719E6-B177-468B-BEB0-3CE1384484B5}"/>
              </a:ext>
            </a:extLst>
          </p:cNvPr>
          <p:cNvSpPr>
            <a:spLocks xmlns:a="http://schemas.openxmlformats.org/drawingml/2006/main" noGrp="1"/>
          </p:cNvSpPr>
          <p:nvPr/>
        </p:nvSpPr>
        <p:spPr>
          <a:xfrm xmlns:a="http://schemas.openxmlformats.org/drawingml/2006/main" flipH="0" flipV="0">
            <a:off x="5924550" y="53149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5" name="">
            <a:extLst xmlns:a="http://schemas.openxmlformats.org/drawingml/2006/main">
              <a:ext uri="{FF2B5EF4-FFF2-40B4-BE49-F238E27FC236}">
                <a16:creationId xmlns:a16="http://schemas.microsoft.com/office/drawing/2014/main" id="{F58C5D9E-2E17-4EFB-8875-E9F323B445C4}"/>
              </a:ext>
            </a:extLst>
          </p:cNvPr>
          <p:cNvSpPr>
            <a:spLocks xmlns:a="http://schemas.openxmlformats.org/drawingml/2006/main" noGrp="1"/>
          </p:cNvSpPr>
          <p:nvPr/>
        </p:nvSpPr>
        <p:spPr>
          <a:xfrm xmlns:a="http://schemas.openxmlformats.org/drawingml/2006/main">
            <a:off x="609600" y="5581650"/>
            <a:ext cx="10591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모델 점수 · 서비스 행동 · 운영 증거의 분리</a:t>
            </a:r>
          </a:p>
        </p:txBody>
      </p:sp>
    </p:spTree>
    <p:extLst>
      <p:ext uri="{BB962C8B-B14F-4D97-AF65-F5344CB8AC3E}">
        <p14:creationId xmlns:p14="http://schemas.microsoft.com/office/powerpoint/2010/main" val="1420326298"/>
      </p:ext>
    </p:extLst>
  </p:cSld>
</p:sld>
</file>

<file path=ppt/slides/slide1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29C471B1-D18F-4536-B727-29BCC9BA2BD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STANDARD</a:t>
            </a:r>
          </a:p>
        </p:txBody>
      </p:sp>
      <p:sp>
        <p:nvSpPr>
          <p:cNvPr id="2" name="">
            <a:extLst xmlns:a="http://schemas.openxmlformats.org/drawingml/2006/main">
              <a:ext uri="{FF2B5EF4-FFF2-40B4-BE49-F238E27FC236}">
                <a16:creationId xmlns:a16="http://schemas.microsoft.com/office/drawing/2014/main" id="{40706FA7-6D13-4EC9-B276-CB6D1947D72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a:t>
            </a:r>
          </a:p>
        </p:txBody>
      </p:sp>
      <p:sp>
        <p:nvSpPr>
          <p:cNvPr id="3" name="">
            <a:extLst xmlns:a="http://schemas.openxmlformats.org/drawingml/2006/main">
              <a:ext uri="{FF2B5EF4-FFF2-40B4-BE49-F238E27FC236}">
                <a16:creationId xmlns:a16="http://schemas.microsoft.com/office/drawing/2014/main" id="{744D578D-DE4C-4D38-9EFE-8389B5CC030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8FF259D7-9F69-4949-99DB-DC7946C2037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E56BA453-EA01-484A-9668-81C52BFE76D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9338B2F3-B6F1-4017-95CF-0B87A5AA8F4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두 라이프사이클의 관리 범위</a:t>
            </a:r>
          </a:p>
        </p:txBody>
      </p:sp>
      <p:sp>
        <p:nvSpPr>
          <p:cNvPr id="7" name="">
            <a:extLst xmlns:a="http://schemas.openxmlformats.org/drawingml/2006/main">
              <a:ext uri="{FF2B5EF4-FFF2-40B4-BE49-F238E27FC236}">
                <a16:creationId xmlns:a16="http://schemas.microsoft.com/office/drawing/2014/main" id="{D673A3F6-6AD6-4B4E-B387-3F5672041D1E}"/>
              </a:ext>
            </a:extLst>
          </p:cNvPr>
          <p:cNvSpPr>
            <a:spLocks xmlns:a="http://schemas.openxmlformats.org/drawingml/2006/main" noGrp="1"/>
          </p:cNvSpPr>
          <p:nvPr/>
        </p:nvSpPr>
        <p:spPr>
          <a:xfrm xmlns:a="http://schemas.openxmlformats.org/drawingml/2006/main" rot="0">
            <a:off x="609600" y="1581150"/>
            <a:ext cx="18097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467CEF45-5CB0-43C4-AB63-E604219FCB32}"/>
              </a:ext>
            </a:extLst>
          </p:cNvPr>
          <p:cNvSpPr>
            <a:spLocks xmlns:a="http://schemas.openxmlformats.org/drawingml/2006/main" noGrp="1"/>
          </p:cNvSpPr>
          <p:nvPr/>
        </p:nvSpPr>
        <p:spPr>
          <a:xfrm xmlns:a="http://schemas.openxmlformats.org/drawingml/2006/main">
            <a:off x="742950" y="1581150"/>
            <a:ext cx="1543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비교 축</a:t>
            </a:r>
          </a:p>
        </p:txBody>
      </p:sp>
      <p:sp>
        <p:nvSpPr>
          <p:cNvPr id="9" name="">
            <a:extLst xmlns:a="http://schemas.openxmlformats.org/drawingml/2006/main">
              <a:ext uri="{FF2B5EF4-FFF2-40B4-BE49-F238E27FC236}">
                <a16:creationId xmlns:a16="http://schemas.microsoft.com/office/drawing/2014/main" id="{07068FE6-24FC-4EFB-BB86-989DEA9994A1}"/>
              </a:ext>
            </a:extLst>
          </p:cNvPr>
          <p:cNvSpPr>
            <a:spLocks xmlns:a="http://schemas.openxmlformats.org/drawingml/2006/main" noGrp="1"/>
          </p:cNvSpPr>
          <p:nvPr/>
        </p:nvSpPr>
        <p:spPr>
          <a:xfrm xmlns:a="http://schemas.openxmlformats.org/drawingml/2006/main" rot="0">
            <a:off x="2419350" y="1581150"/>
            <a:ext cx="434340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A06A4286-FF54-4A24-8555-4D7464D2E200}"/>
              </a:ext>
            </a:extLst>
          </p:cNvPr>
          <p:cNvSpPr>
            <a:spLocks xmlns:a="http://schemas.openxmlformats.org/drawingml/2006/main" noGrp="1"/>
          </p:cNvSpPr>
          <p:nvPr/>
        </p:nvSpPr>
        <p:spPr>
          <a:xfrm xmlns:a="http://schemas.openxmlformats.org/drawingml/2006/main">
            <a:off x="2552700" y="1581150"/>
            <a:ext cx="40767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모델·시스템 수명주기</a:t>
            </a:r>
          </a:p>
        </p:txBody>
      </p:sp>
      <p:sp>
        <p:nvSpPr>
          <p:cNvPr id="11" name="">
            <a:extLst xmlns:a="http://schemas.openxmlformats.org/drawingml/2006/main">
              <a:ext uri="{FF2B5EF4-FFF2-40B4-BE49-F238E27FC236}">
                <a16:creationId xmlns:a16="http://schemas.microsoft.com/office/drawing/2014/main" id="{0F127D34-70FF-4243-B7E8-7E57282AEC77}"/>
              </a:ext>
            </a:extLst>
          </p:cNvPr>
          <p:cNvSpPr>
            <a:spLocks xmlns:a="http://schemas.openxmlformats.org/drawingml/2006/main" noGrp="1"/>
          </p:cNvSpPr>
          <p:nvPr/>
        </p:nvSpPr>
        <p:spPr>
          <a:xfrm xmlns:a="http://schemas.openxmlformats.org/drawingml/2006/main" rot="0">
            <a:off x="6762750" y="1581150"/>
            <a:ext cx="48196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CC9FB7B3-BFFA-4F5C-AFC3-A7E7420D0B11}"/>
              </a:ext>
            </a:extLst>
          </p:cNvPr>
          <p:cNvSpPr>
            <a:spLocks xmlns:a="http://schemas.openxmlformats.org/drawingml/2006/main" noGrp="1"/>
          </p:cNvSpPr>
          <p:nvPr/>
        </p:nvSpPr>
        <p:spPr>
          <a:xfrm xmlns:a="http://schemas.openxmlformats.org/drawingml/2006/main">
            <a:off x="6896100" y="1581150"/>
            <a:ext cx="45529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수업의 서비스 개선 사이클</a:t>
            </a:r>
          </a:p>
        </p:txBody>
      </p:sp>
      <p:sp>
        <p:nvSpPr>
          <p:cNvPr id="13" name="">
            <a:extLst xmlns:a="http://schemas.openxmlformats.org/drawingml/2006/main">
              <a:ext uri="{FF2B5EF4-FFF2-40B4-BE49-F238E27FC236}">
                <a16:creationId xmlns:a16="http://schemas.microsoft.com/office/drawing/2014/main" id="{66A559A1-0CE8-47D7-A40C-A6DF3F6F9DDB}"/>
              </a:ext>
            </a:extLst>
          </p:cNvPr>
          <p:cNvSpPr>
            <a:spLocks xmlns:a="http://schemas.openxmlformats.org/drawingml/2006/main" noGrp="1"/>
          </p:cNvSpPr>
          <p:nvPr/>
        </p:nvSpPr>
        <p:spPr>
          <a:xfrm xmlns:a="http://schemas.openxmlformats.org/drawingml/2006/main" rot="0">
            <a:off x="609600" y="2095500"/>
            <a:ext cx="18097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8497698E-6660-4AAD-AA1F-0C921B788A5C}"/>
              </a:ext>
            </a:extLst>
          </p:cNvPr>
          <p:cNvSpPr>
            <a:spLocks xmlns:a="http://schemas.openxmlformats.org/drawingml/2006/main" noGrp="1"/>
          </p:cNvSpPr>
          <p:nvPr/>
        </p:nvSpPr>
        <p:spPr>
          <a:xfrm xmlns:a="http://schemas.openxmlformats.org/drawingml/2006/main">
            <a:off x="742950" y="2095500"/>
            <a:ext cx="15430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단계 구조</a:t>
            </a:r>
          </a:p>
        </p:txBody>
      </p:sp>
      <p:sp>
        <p:nvSpPr>
          <p:cNvPr id="15" name="">
            <a:extLst xmlns:a="http://schemas.openxmlformats.org/drawingml/2006/main">
              <a:ext uri="{FF2B5EF4-FFF2-40B4-BE49-F238E27FC236}">
                <a16:creationId xmlns:a16="http://schemas.microsoft.com/office/drawing/2014/main" id="{05424902-3129-41B0-BAC7-7A4BE6584B21}"/>
              </a:ext>
            </a:extLst>
          </p:cNvPr>
          <p:cNvSpPr>
            <a:spLocks xmlns:a="http://schemas.openxmlformats.org/drawingml/2006/main" noGrp="1"/>
          </p:cNvSpPr>
          <p:nvPr/>
        </p:nvSpPr>
        <p:spPr>
          <a:xfrm xmlns:a="http://schemas.openxmlformats.org/drawingml/2006/main" rot="0">
            <a:off x="2419350" y="2095500"/>
            <a:ext cx="434340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9ECB32E6-04ED-4678-B93B-C1905D87E5A8}"/>
              </a:ext>
            </a:extLst>
          </p:cNvPr>
          <p:cNvSpPr>
            <a:spLocks xmlns:a="http://schemas.openxmlformats.org/drawingml/2006/main" noGrp="1"/>
          </p:cNvSpPr>
          <p:nvPr/>
        </p:nvSpPr>
        <p:spPr>
          <a:xfrm xmlns:a="http://schemas.openxmlformats.org/drawingml/2006/main">
            <a:off x="2552700" y="2095500"/>
            <a:ext cx="40767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1. 학습(Training)</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2. 평가(Evaluation)</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3. 배포(Deployment)</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4. 유지(Maintenance)</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5. 종료(Retirement)</a:t>
            </a:r>
          </a:p>
        </p:txBody>
      </p:sp>
      <p:sp>
        <p:nvSpPr>
          <p:cNvPr id="17" name="">
            <a:extLst xmlns:a="http://schemas.openxmlformats.org/drawingml/2006/main">
              <a:ext uri="{FF2B5EF4-FFF2-40B4-BE49-F238E27FC236}">
                <a16:creationId xmlns:a16="http://schemas.microsoft.com/office/drawing/2014/main" id="{57311724-7340-4C9D-9AE4-C1D1D7AE62B7}"/>
              </a:ext>
            </a:extLst>
          </p:cNvPr>
          <p:cNvSpPr>
            <a:spLocks xmlns:a="http://schemas.openxmlformats.org/drawingml/2006/main" noGrp="1"/>
          </p:cNvSpPr>
          <p:nvPr/>
        </p:nvSpPr>
        <p:spPr>
          <a:xfrm xmlns:a="http://schemas.openxmlformats.org/drawingml/2006/main" rot="0">
            <a:off x="6762750" y="2095500"/>
            <a:ext cx="48196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2ED226F5-F7E1-4A36-9A53-4C653A327968}"/>
              </a:ext>
            </a:extLst>
          </p:cNvPr>
          <p:cNvSpPr>
            <a:spLocks xmlns:a="http://schemas.openxmlformats.org/drawingml/2006/main" noGrp="1"/>
          </p:cNvSpPr>
          <p:nvPr/>
        </p:nvSpPr>
        <p:spPr>
          <a:xfrm xmlns:a="http://schemas.openxmlformats.org/drawingml/2006/main">
            <a:off x="6896100" y="2095500"/>
            <a:ext cx="45529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1. 기획·데이터</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2. 프롬프트·맥락</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3. 실행·배포</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4. 평가·관찰</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5. 개선·버전</a:t>
            </a:r>
          </a:p>
        </p:txBody>
      </p:sp>
      <p:sp>
        <p:nvSpPr>
          <p:cNvPr id="19" name="">
            <a:extLst xmlns:a="http://schemas.openxmlformats.org/drawingml/2006/main">
              <a:ext uri="{FF2B5EF4-FFF2-40B4-BE49-F238E27FC236}">
                <a16:creationId xmlns:a16="http://schemas.microsoft.com/office/drawing/2014/main" id="{24D95393-A4F7-452D-B319-EBCE7AA965F4}"/>
              </a:ext>
            </a:extLst>
          </p:cNvPr>
          <p:cNvSpPr>
            <a:spLocks xmlns:a="http://schemas.openxmlformats.org/drawingml/2006/main" noGrp="1"/>
          </p:cNvSpPr>
          <p:nvPr/>
        </p:nvSpPr>
        <p:spPr>
          <a:xfrm xmlns:a="http://schemas.openxmlformats.org/drawingml/2006/main" rot="0">
            <a:off x="609600" y="3276600"/>
            <a:ext cx="1809750" cy="11811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676FE206-7F32-4941-A866-37A87FCB6FF3}"/>
              </a:ext>
            </a:extLst>
          </p:cNvPr>
          <p:cNvSpPr>
            <a:spLocks xmlns:a="http://schemas.openxmlformats.org/drawingml/2006/main" noGrp="1"/>
          </p:cNvSpPr>
          <p:nvPr/>
        </p:nvSpPr>
        <p:spPr>
          <a:xfrm xmlns:a="http://schemas.openxmlformats.org/drawingml/2006/main">
            <a:off x="742950" y="3276600"/>
            <a:ext cx="15430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관리 단위</a:t>
            </a:r>
          </a:p>
        </p:txBody>
      </p:sp>
      <p:sp>
        <p:nvSpPr>
          <p:cNvPr id="21" name="">
            <a:extLst xmlns:a="http://schemas.openxmlformats.org/drawingml/2006/main">
              <a:ext uri="{FF2B5EF4-FFF2-40B4-BE49-F238E27FC236}">
                <a16:creationId xmlns:a16="http://schemas.microsoft.com/office/drawing/2014/main" id="{B2BC9D20-AE0C-419B-9050-BE894FD82076}"/>
              </a:ext>
            </a:extLst>
          </p:cNvPr>
          <p:cNvSpPr>
            <a:spLocks xmlns:a="http://schemas.openxmlformats.org/drawingml/2006/main" noGrp="1"/>
          </p:cNvSpPr>
          <p:nvPr/>
        </p:nvSpPr>
        <p:spPr>
          <a:xfrm xmlns:a="http://schemas.openxmlformats.org/drawingml/2006/main" rot="0">
            <a:off x="2419350" y="3276600"/>
            <a:ext cx="4343400" cy="11811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3D71D0A5-5901-49C8-BA8F-A24D961981F6}"/>
              </a:ext>
            </a:extLst>
          </p:cNvPr>
          <p:cNvSpPr>
            <a:spLocks xmlns:a="http://schemas.openxmlformats.org/drawingml/2006/main" noGrp="1"/>
          </p:cNvSpPr>
          <p:nvPr/>
        </p:nvSpPr>
        <p:spPr>
          <a:xfrm xmlns:a="http://schemas.openxmlformats.org/drawingml/2006/main">
            <a:off x="2552700" y="3276600"/>
            <a:ext cx="40767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모델 또는 전체 인공지능 시스템</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생성부터 유지·종료까지의 상태</a:t>
            </a:r>
          </a:p>
        </p:txBody>
      </p:sp>
      <p:sp>
        <p:nvSpPr>
          <p:cNvPr id="23" name="">
            <a:extLst xmlns:a="http://schemas.openxmlformats.org/drawingml/2006/main">
              <a:ext uri="{FF2B5EF4-FFF2-40B4-BE49-F238E27FC236}">
                <a16:creationId xmlns:a16="http://schemas.microsoft.com/office/drawing/2014/main" id="{C94002A4-15F7-4204-8715-7C98D9431BF8}"/>
              </a:ext>
            </a:extLst>
          </p:cNvPr>
          <p:cNvSpPr>
            <a:spLocks xmlns:a="http://schemas.openxmlformats.org/drawingml/2006/main" noGrp="1"/>
          </p:cNvSpPr>
          <p:nvPr/>
        </p:nvSpPr>
        <p:spPr>
          <a:xfrm xmlns:a="http://schemas.openxmlformats.org/drawingml/2006/main" rot="0">
            <a:off x="6762750" y="3276600"/>
            <a:ext cx="4819650" cy="11811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91964BAD-1781-4EF3-952A-1B97DC659DD3}"/>
              </a:ext>
            </a:extLst>
          </p:cNvPr>
          <p:cNvSpPr>
            <a:spLocks xmlns:a="http://schemas.openxmlformats.org/drawingml/2006/main" noGrp="1"/>
          </p:cNvSpPr>
          <p:nvPr/>
        </p:nvSpPr>
        <p:spPr>
          <a:xfrm xmlns:a="http://schemas.openxmlformats.org/drawingml/2006/main">
            <a:off x="6896100" y="3276600"/>
            <a:ext cx="45529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프롬프트·맥락·코드·설정·정책</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서비스 행동과 실행 증거</a:t>
            </a:r>
          </a:p>
        </p:txBody>
      </p:sp>
      <p:sp>
        <p:nvSpPr>
          <p:cNvPr id="25" name="">
            <a:extLst xmlns:a="http://schemas.openxmlformats.org/drawingml/2006/main">
              <a:ext uri="{FF2B5EF4-FFF2-40B4-BE49-F238E27FC236}">
                <a16:creationId xmlns:a16="http://schemas.microsoft.com/office/drawing/2014/main" id="{BEFEBF07-E625-4C74-B0AC-77D2F35AB33B}"/>
              </a:ext>
            </a:extLst>
          </p:cNvPr>
          <p:cNvSpPr>
            <a:spLocks xmlns:a="http://schemas.openxmlformats.org/drawingml/2006/main" noGrp="1"/>
          </p:cNvSpPr>
          <p:nvPr/>
        </p:nvSpPr>
        <p:spPr>
          <a:xfrm xmlns:a="http://schemas.openxmlformats.org/drawingml/2006/main" rot="0">
            <a:off x="609600" y="4457700"/>
            <a:ext cx="18097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477C7D23-33EC-49D1-9ED8-75942658D6DD}"/>
              </a:ext>
            </a:extLst>
          </p:cNvPr>
          <p:cNvSpPr>
            <a:spLocks xmlns:a="http://schemas.openxmlformats.org/drawingml/2006/main" noGrp="1"/>
          </p:cNvSpPr>
          <p:nvPr/>
        </p:nvSpPr>
        <p:spPr>
          <a:xfrm xmlns:a="http://schemas.openxmlformats.org/drawingml/2006/main">
            <a:off x="742950" y="4457700"/>
            <a:ext cx="15430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수업의 사용</a:t>
            </a:r>
          </a:p>
        </p:txBody>
      </p:sp>
      <p:sp>
        <p:nvSpPr>
          <p:cNvPr id="27" name="">
            <a:extLst xmlns:a="http://schemas.openxmlformats.org/drawingml/2006/main">
              <a:ext uri="{FF2B5EF4-FFF2-40B4-BE49-F238E27FC236}">
                <a16:creationId xmlns:a16="http://schemas.microsoft.com/office/drawing/2014/main" id="{A1A6BF56-DACB-4F52-8569-29104AC0DD56}"/>
              </a:ext>
            </a:extLst>
          </p:cNvPr>
          <p:cNvSpPr>
            <a:spLocks xmlns:a="http://schemas.openxmlformats.org/drawingml/2006/main" noGrp="1"/>
          </p:cNvSpPr>
          <p:nvPr/>
        </p:nvSpPr>
        <p:spPr>
          <a:xfrm xmlns:a="http://schemas.openxmlformats.org/drawingml/2006/main" rot="0">
            <a:off x="2419350" y="4457700"/>
            <a:ext cx="434340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9118EB34-44E3-47FF-B111-E8B0C823529D}"/>
              </a:ext>
            </a:extLst>
          </p:cNvPr>
          <p:cNvSpPr>
            <a:spLocks xmlns:a="http://schemas.openxmlformats.org/drawingml/2006/main" noGrp="1"/>
          </p:cNvSpPr>
          <p:nvPr/>
        </p:nvSpPr>
        <p:spPr>
          <a:xfrm xmlns:a="http://schemas.openxmlformats.org/drawingml/2006/main">
            <a:off x="2552700" y="4457700"/>
            <a:ext cx="40767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모델과 시스템의 전체 생애를</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설명할 때 활용 가능한 분류</a:t>
            </a:r>
          </a:p>
        </p:txBody>
      </p:sp>
      <p:sp>
        <p:nvSpPr>
          <p:cNvPr id="29" name="">
            <a:extLst xmlns:a="http://schemas.openxmlformats.org/drawingml/2006/main">
              <a:ext uri="{FF2B5EF4-FFF2-40B4-BE49-F238E27FC236}">
                <a16:creationId xmlns:a16="http://schemas.microsoft.com/office/drawing/2014/main" id="{7C8F52EB-FBBF-4F34-9059-A49378514A9A}"/>
              </a:ext>
            </a:extLst>
          </p:cNvPr>
          <p:cNvSpPr>
            <a:spLocks xmlns:a="http://schemas.openxmlformats.org/drawingml/2006/main" noGrp="1"/>
          </p:cNvSpPr>
          <p:nvPr/>
        </p:nvSpPr>
        <p:spPr>
          <a:xfrm xmlns:a="http://schemas.openxmlformats.org/drawingml/2006/main" rot="0">
            <a:off x="6762750" y="4457700"/>
            <a:ext cx="48196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E2C6112E-C586-46CB-9581-C76B6C4D84A4}"/>
              </a:ext>
            </a:extLst>
          </p:cNvPr>
          <p:cNvSpPr>
            <a:spLocks xmlns:a="http://schemas.openxmlformats.org/drawingml/2006/main" noGrp="1"/>
          </p:cNvSpPr>
          <p:nvPr/>
        </p:nvSpPr>
        <p:spPr>
          <a:xfrm xmlns:a="http://schemas.openxmlformats.org/drawingml/2006/main">
            <a:off x="6896100" y="4457700"/>
            <a:ext cx="45529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매주 실행을 재현·비교·평가하고</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다음 버전을 설계하는 공통 좌표</a:t>
            </a:r>
          </a:p>
        </p:txBody>
      </p:sp>
    </p:spTree>
    <p:extLst>
      <p:ext uri="{BB962C8B-B14F-4D97-AF65-F5344CB8AC3E}">
        <p14:creationId xmlns:p14="http://schemas.microsoft.com/office/powerpoint/2010/main" val="1579417829"/>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7559538E-245C-4B5C-BBBD-C585A60E7C4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STANDARD</a:t>
            </a:r>
          </a:p>
        </p:txBody>
      </p:sp>
      <p:sp>
        <p:nvSpPr>
          <p:cNvPr id="2" name="">
            <a:extLst xmlns:a="http://schemas.openxmlformats.org/drawingml/2006/main">
              <a:ext uri="{FF2B5EF4-FFF2-40B4-BE49-F238E27FC236}">
                <a16:creationId xmlns:a16="http://schemas.microsoft.com/office/drawing/2014/main" id="{428A127E-859F-49D6-8F71-3E9725D4F7A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12</a:t>
            </a:r>
          </a:p>
        </p:txBody>
      </p:sp>
      <p:sp>
        <p:nvSpPr>
          <p:cNvPr id="3" name="">
            <a:extLst xmlns:a="http://schemas.openxmlformats.org/drawingml/2006/main">
              <a:ext uri="{FF2B5EF4-FFF2-40B4-BE49-F238E27FC236}">
                <a16:creationId xmlns:a16="http://schemas.microsoft.com/office/drawing/2014/main" id="{AA13C2C3-3411-424E-9BF5-39E0734A59D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D32AA741-3CC7-4316-85C6-21373A5E03A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3286FB43-7AC4-488C-875C-AB31DA4C09A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5E364324-BA64-4230-A794-4C3061F5368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수업 운영 프레임: 서비스 개선 사이클</a:t>
            </a:r>
          </a:p>
        </p:txBody>
      </p:sp>
      <p:sp>
        <p:nvSpPr>
          <p:cNvPr id="7" name="">
            <a:extLst xmlns:a="http://schemas.openxmlformats.org/drawingml/2006/main">
              <a:ext uri="{FF2B5EF4-FFF2-40B4-BE49-F238E27FC236}">
                <a16:creationId xmlns:a16="http://schemas.microsoft.com/office/drawing/2014/main" id="{8C8D9C26-6DA1-421A-B91C-75D9347EF71E}"/>
              </a:ext>
            </a:extLst>
          </p:cNvPr>
          <p:cNvSpPr>
            <a:spLocks xmlns:a="http://schemas.openxmlformats.org/drawingml/2006/main" noGrp="1"/>
          </p:cNvSpPr>
          <p:nvPr/>
        </p:nvSpPr>
        <p:spPr>
          <a:xfrm xmlns:a="http://schemas.openxmlformats.org/drawingml/2006/main" flipH="0" flipV="0">
            <a:off x="4283884" y="2093475"/>
            <a:ext cx="833353" cy="60546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8" name="">
            <a:extLst xmlns:a="http://schemas.openxmlformats.org/drawingml/2006/main">
              <a:ext uri="{FF2B5EF4-FFF2-40B4-BE49-F238E27FC236}">
                <a16:creationId xmlns:a16="http://schemas.microsoft.com/office/drawing/2014/main" id="{CF453096-F0C7-4E48-B810-E30B5DAC6D30}"/>
              </a:ext>
            </a:extLst>
          </p:cNvPr>
          <p:cNvSpPr>
            <a:spLocks xmlns:a="http://schemas.openxmlformats.org/drawingml/2006/main" noGrp="1"/>
          </p:cNvSpPr>
          <p:nvPr/>
        </p:nvSpPr>
        <p:spPr>
          <a:xfrm xmlns:a="http://schemas.openxmlformats.org/drawingml/2006/main" flipH="1" flipV="0">
            <a:off x="5056481" y="3491617"/>
            <a:ext cx="318312" cy="979665"/>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9" name="">
            <a:extLst xmlns:a="http://schemas.openxmlformats.org/drawingml/2006/main">
              <a:ext uri="{FF2B5EF4-FFF2-40B4-BE49-F238E27FC236}">
                <a16:creationId xmlns:a16="http://schemas.microsoft.com/office/drawing/2014/main" id="{E072DE62-F480-4A15-AE40-9EA82EC4C87D}"/>
              </a:ext>
            </a:extLst>
          </p:cNvPr>
          <p:cNvSpPr>
            <a:spLocks xmlns:a="http://schemas.openxmlformats.org/drawingml/2006/main" noGrp="1"/>
          </p:cNvSpPr>
          <p:nvPr/>
        </p:nvSpPr>
        <p:spPr>
          <a:xfrm xmlns:a="http://schemas.openxmlformats.org/drawingml/2006/main" flipH="1" flipV="0">
            <a:off x="3352110" y="4961183"/>
            <a:ext cx="1030081"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0" name="">
            <a:extLst xmlns:a="http://schemas.openxmlformats.org/drawingml/2006/main">
              <a:ext uri="{FF2B5EF4-FFF2-40B4-BE49-F238E27FC236}">
                <a16:creationId xmlns:a16="http://schemas.microsoft.com/office/drawing/2014/main" id="{C2065B35-81DE-4E8C-BFF6-A6F1D7C76B56}"/>
              </a:ext>
            </a:extLst>
          </p:cNvPr>
          <p:cNvSpPr>
            <a:spLocks xmlns:a="http://schemas.openxmlformats.org/drawingml/2006/main" noGrp="1"/>
          </p:cNvSpPr>
          <p:nvPr/>
        </p:nvSpPr>
        <p:spPr>
          <a:xfrm xmlns:a="http://schemas.openxmlformats.org/drawingml/2006/main" flipH="1" flipV="1">
            <a:off x="2359507" y="3491617"/>
            <a:ext cx="318312" cy="979665"/>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1" name="">
            <a:extLst xmlns:a="http://schemas.openxmlformats.org/drawingml/2006/main">
              <a:ext uri="{FF2B5EF4-FFF2-40B4-BE49-F238E27FC236}">
                <a16:creationId xmlns:a16="http://schemas.microsoft.com/office/drawing/2014/main" id="{B322590B-F7A2-46F2-A8A9-7DCBF76755AD}"/>
              </a:ext>
            </a:extLst>
          </p:cNvPr>
          <p:cNvSpPr>
            <a:spLocks xmlns:a="http://schemas.openxmlformats.org/drawingml/2006/main" noGrp="1"/>
          </p:cNvSpPr>
          <p:nvPr/>
        </p:nvSpPr>
        <p:spPr>
          <a:xfrm xmlns:a="http://schemas.openxmlformats.org/drawingml/2006/main" flipH="0" flipV="1">
            <a:off x="2617063" y="2093475"/>
            <a:ext cx="833353" cy="60546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FBCC8017-E435-440A-BFA5-673EF2DEC5D1}"/>
              </a:ext>
            </a:extLst>
          </p:cNvPr>
          <p:cNvSpPr>
            <a:spLocks xmlns:a="http://schemas.openxmlformats.org/drawingml/2006/main" noGrp="1"/>
          </p:cNvSpPr>
          <p:nvPr/>
        </p:nvSpPr>
        <p:spPr>
          <a:xfrm xmlns:a="http://schemas.openxmlformats.org/drawingml/2006/main" rot="0">
            <a:off x="3371850" y="1295400"/>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1</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기획</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데이터</a:t>
            </a:r>
          </a:p>
        </p:txBody>
      </p:sp>
      <p:sp>
        <p:nvSpPr>
          <p:cNvPr id="13" name="">
            <a:extLst xmlns:a="http://schemas.openxmlformats.org/drawingml/2006/main">
              <a:ext uri="{FF2B5EF4-FFF2-40B4-BE49-F238E27FC236}">
                <a16:creationId xmlns:a16="http://schemas.microsoft.com/office/drawing/2014/main" id="{E65DF3FD-9393-495F-90FA-92F28C943389}"/>
              </a:ext>
            </a:extLst>
          </p:cNvPr>
          <p:cNvSpPr>
            <a:spLocks xmlns:a="http://schemas.openxmlformats.org/drawingml/2006/main" noGrp="1"/>
          </p:cNvSpPr>
          <p:nvPr/>
        </p:nvSpPr>
        <p:spPr>
          <a:xfrm xmlns:a="http://schemas.openxmlformats.org/drawingml/2006/main" rot="0">
            <a:off x="5038672" y="2506417"/>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2</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프롬프트</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맥락</a:t>
            </a:r>
          </a:p>
        </p:txBody>
      </p:sp>
      <p:sp>
        <p:nvSpPr>
          <p:cNvPr id="14" name="">
            <a:extLst xmlns:a="http://schemas.openxmlformats.org/drawingml/2006/main">
              <a:ext uri="{FF2B5EF4-FFF2-40B4-BE49-F238E27FC236}">
                <a16:creationId xmlns:a16="http://schemas.microsoft.com/office/drawing/2014/main" id="{9F7E5677-0B72-4E6E-BDCC-E37545CF65E8}"/>
              </a:ext>
            </a:extLst>
          </p:cNvPr>
          <p:cNvSpPr>
            <a:spLocks xmlns:a="http://schemas.openxmlformats.org/drawingml/2006/main" noGrp="1"/>
          </p:cNvSpPr>
          <p:nvPr/>
        </p:nvSpPr>
        <p:spPr>
          <a:xfrm xmlns:a="http://schemas.openxmlformats.org/drawingml/2006/main" rot="0">
            <a:off x="4402002" y="4465883"/>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3</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실행</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배포</a:t>
            </a:r>
          </a:p>
        </p:txBody>
      </p:sp>
      <p:sp>
        <p:nvSpPr>
          <p:cNvPr id="15" name="">
            <a:extLst xmlns:a="http://schemas.openxmlformats.org/drawingml/2006/main">
              <a:ext uri="{FF2B5EF4-FFF2-40B4-BE49-F238E27FC236}">
                <a16:creationId xmlns:a16="http://schemas.microsoft.com/office/drawing/2014/main" id="{48DD401B-12E6-4189-89F2-A46E3F1CE368}"/>
              </a:ext>
            </a:extLst>
          </p:cNvPr>
          <p:cNvSpPr>
            <a:spLocks xmlns:a="http://schemas.openxmlformats.org/drawingml/2006/main" noGrp="1"/>
          </p:cNvSpPr>
          <p:nvPr/>
        </p:nvSpPr>
        <p:spPr>
          <a:xfrm xmlns:a="http://schemas.openxmlformats.org/drawingml/2006/main" rot="0">
            <a:off x="2341698" y="4465883"/>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4</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평가</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관찰</a:t>
            </a:r>
          </a:p>
        </p:txBody>
      </p:sp>
      <p:sp>
        <p:nvSpPr>
          <p:cNvPr id="16" name="">
            <a:extLst xmlns:a="http://schemas.openxmlformats.org/drawingml/2006/main">
              <a:ext uri="{FF2B5EF4-FFF2-40B4-BE49-F238E27FC236}">
                <a16:creationId xmlns:a16="http://schemas.microsoft.com/office/drawing/2014/main" id="{44FA37DC-F45F-4D6E-BAA3-8B8EDD407506}"/>
              </a:ext>
            </a:extLst>
          </p:cNvPr>
          <p:cNvSpPr>
            <a:spLocks xmlns:a="http://schemas.openxmlformats.org/drawingml/2006/main" noGrp="1"/>
          </p:cNvSpPr>
          <p:nvPr/>
        </p:nvSpPr>
        <p:spPr>
          <a:xfrm xmlns:a="http://schemas.openxmlformats.org/drawingml/2006/main" rot="0">
            <a:off x="1705028" y="2506417"/>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5</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개선</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버전</a:t>
            </a:r>
          </a:p>
        </p:txBody>
      </p:sp>
      <p:sp>
        <p:nvSpPr>
          <p:cNvPr id="17" name="">
            <a:extLst xmlns:a="http://schemas.openxmlformats.org/drawingml/2006/main">
              <a:ext uri="{FF2B5EF4-FFF2-40B4-BE49-F238E27FC236}">
                <a16:creationId xmlns:a16="http://schemas.microsoft.com/office/drawing/2014/main" id="{1BD04CDE-FED4-43AF-830D-215327E41969}"/>
              </a:ext>
            </a:extLst>
          </p:cNvPr>
          <p:cNvSpPr>
            <a:spLocks xmlns:a="http://schemas.openxmlformats.org/drawingml/2006/main" noGrp="1"/>
          </p:cNvSpPr>
          <p:nvPr/>
        </p:nvSpPr>
        <p:spPr>
          <a:xfrm xmlns:a="http://schemas.openxmlformats.org/drawingml/2006/main" rot="0">
            <a:off x="3314700" y="2990850"/>
            <a:ext cx="1104900" cy="1104900"/>
          </a:xfrm>
          <a:prstGeom xmlns:a="http://schemas.openxmlformats.org/drawingml/2006/main" prst="ellipse">
            <a:avLst/>
          </a:prstGeom>
          <a:solidFill xmlns:a="http://schemas.openxmlformats.org/drawingml/2006/main">
            <a:srgbClr val="050505"/>
          </a:solidFill>
          <a:ln xmlns:a="http://schemas.openxmlformats.org/drawingml/2006/main" w="28575">
            <a:solidFill>
              <a:srgbClr val="2563EB"/>
            </a:solidFill>
            <a:prstDash val="solid"/>
          </a:ln>
        </p:spPr>
        <p:txBody>
          <a:bodyPr xmlns:a="http://schemas.openxmlformats.org/drawingml/2006/main" lIns="38100" tIns="38100" rIns="38100" bIns="38100" anchor="ctr">
            <a:noAutofit/>
          </a:bodyPr>
          <a:lstStyle xmlns:a="http://schemas.openxmlformats.org/drawingml/2006/main"/>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SERVICE</a:t>
            </a:r>
          </a:p>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LOOP</a:t>
            </a:r>
          </a:p>
        </p:txBody>
      </p:sp>
      <p:sp>
        <p:nvSpPr>
          <p:cNvPr id="18" name="">
            <a:extLst xmlns:a="http://schemas.openxmlformats.org/drawingml/2006/main">
              <a:ext uri="{FF2B5EF4-FFF2-40B4-BE49-F238E27FC236}">
                <a16:creationId xmlns:a16="http://schemas.microsoft.com/office/drawing/2014/main" id="{1B524964-3AEB-4360-82CD-2E068AB1B3C9}"/>
              </a:ext>
            </a:extLst>
          </p:cNvPr>
          <p:cNvSpPr>
            <a:spLocks xmlns:a="http://schemas.openxmlformats.org/drawingml/2006/main" noGrp="1"/>
          </p:cNvSpPr>
          <p:nvPr/>
        </p:nvSpPr>
        <p:spPr>
          <a:xfrm xmlns:a="http://schemas.openxmlformats.org/drawingml/2006/main">
            <a:off x="7486650" y="175260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COURSE STANDARD</a:t>
            </a:r>
          </a:p>
        </p:txBody>
      </p:sp>
      <p:sp>
        <p:nvSpPr>
          <p:cNvPr id="19" name="">
            <a:extLst xmlns:a="http://schemas.openxmlformats.org/drawingml/2006/main">
              <a:ext uri="{FF2B5EF4-FFF2-40B4-BE49-F238E27FC236}">
                <a16:creationId xmlns:a16="http://schemas.microsoft.com/office/drawing/2014/main" id="{22B553BB-5C73-4A36-A23A-603129B36487}"/>
              </a:ext>
            </a:extLst>
          </p:cNvPr>
          <p:cNvSpPr>
            <a:spLocks xmlns:a="http://schemas.openxmlformats.org/drawingml/2006/main" noGrp="1"/>
          </p:cNvSpPr>
          <p:nvPr/>
        </p:nvSpPr>
        <p:spPr>
          <a:xfrm xmlns:a="http://schemas.openxmlformats.org/drawingml/2006/main">
            <a:off x="7486650" y="2133600"/>
            <a:ext cx="3714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16주 산출물을 연결하는 교육용 운영 좌표계</a:t>
            </a:r>
          </a:p>
        </p:txBody>
      </p:sp>
      <p:sp>
        <p:nvSpPr>
          <p:cNvPr id="20" name="">
            <a:extLst xmlns:a="http://schemas.openxmlformats.org/drawingml/2006/main">
              <a:ext uri="{FF2B5EF4-FFF2-40B4-BE49-F238E27FC236}">
                <a16:creationId xmlns:a16="http://schemas.microsoft.com/office/drawing/2014/main" id="{F9CF6486-31A0-4EE7-AAF7-9D46BB673183}"/>
              </a:ext>
            </a:extLst>
          </p:cNvPr>
          <p:cNvSpPr>
            <a:spLocks xmlns:a="http://schemas.openxmlformats.org/drawingml/2006/main" noGrp="1"/>
          </p:cNvSpPr>
          <p:nvPr/>
        </p:nvSpPr>
        <p:spPr>
          <a:xfrm xmlns:a="http://schemas.openxmlformats.org/drawingml/2006/main" flipH="0" flipV="0">
            <a:off x="7486650" y="3429000"/>
            <a:ext cx="3714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1" name="">
            <a:extLst xmlns:a="http://schemas.openxmlformats.org/drawingml/2006/main">
              <a:ext uri="{FF2B5EF4-FFF2-40B4-BE49-F238E27FC236}">
                <a16:creationId xmlns:a16="http://schemas.microsoft.com/office/drawing/2014/main" id="{FA3D1EC1-EA5F-4731-8EF3-620A20DC39CD}"/>
              </a:ext>
            </a:extLst>
          </p:cNvPr>
          <p:cNvSpPr>
            <a:spLocks xmlns:a="http://schemas.openxmlformats.org/drawingml/2006/main" noGrp="1"/>
          </p:cNvSpPr>
          <p:nvPr/>
        </p:nvSpPr>
        <p:spPr>
          <a:xfrm xmlns:a="http://schemas.openxmlformats.org/drawingml/2006/main">
            <a:off x="7486650" y="3733800"/>
            <a:ext cx="3714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업계의 단일 표준을 주장하지 않는다. 이미 학습된 기반 모델을 포함한 서비스를 반복적으로 관찰하고 개선하기 위한 공통 프레임이다.</a:t>
            </a:r>
          </a:p>
        </p:txBody>
      </p:sp>
      <p:sp>
        <p:nvSpPr>
          <p:cNvPr id="22" name="">
            <a:extLst xmlns:a="http://schemas.openxmlformats.org/drawingml/2006/main">
              <a:ext uri="{FF2B5EF4-FFF2-40B4-BE49-F238E27FC236}">
                <a16:creationId xmlns:a16="http://schemas.microsoft.com/office/drawing/2014/main" id="{ADF4CE90-22F4-48C0-8232-CE268F388E4F}"/>
              </a:ext>
            </a:extLst>
          </p:cNvPr>
          <p:cNvSpPr>
            <a:spLocks xmlns:a="http://schemas.openxmlformats.org/drawingml/2006/main" noGrp="1"/>
          </p:cNvSpPr>
          <p:nvPr/>
        </p:nvSpPr>
        <p:spPr>
          <a:xfrm xmlns:a="http://schemas.openxmlformats.org/drawingml/2006/main">
            <a:off x="7486650" y="53911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AppleGothic"/>
                <a:ea typeface="AppleGothic"/>
                <a:cs typeface="AppleGothic"/>
              </a:defRPr>
            </a:pPr>
            <a:r>
              <a:rPr sz="1200" b="1">
                <a:solidFill>
                  <a:srgbClr val="2563EB"/>
                </a:solidFill>
                <a:latin typeface="AppleGothic"/>
                <a:ea typeface="AppleGothic"/>
                <a:cs typeface="AppleGothic"/>
              </a:rPr>
              <a:t>의사결정 기준</a:t>
            </a:r>
          </a:p>
        </p:txBody>
      </p:sp>
      <p:sp>
        <p:nvSpPr>
          <p:cNvPr id="23" name="">
            <a:extLst xmlns:a="http://schemas.openxmlformats.org/drawingml/2006/main">
              <a:ext uri="{FF2B5EF4-FFF2-40B4-BE49-F238E27FC236}">
                <a16:creationId xmlns:a16="http://schemas.microsoft.com/office/drawing/2014/main" id="{FFB958D5-F901-4EC9-9277-E96C01279CE2}"/>
              </a:ext>
            </a:extLst>
          </p:cNvPr>
          <p:cNvSpPr>
            <a:spLocks xmlns:a="http://schemas.openxmlformats.org/drawingml/2006/main" noGrp="1"/>
          </p:cNvSpPr>
          <p:nvPr/>
        </p:nvSpPr>
        <p:spPr>
          <a:xfrm xmlns:a="http://schemas.openxmlformats.org/drawingml/2006/main">
            <a:off x="8667750" y="5391150"/>
            <a:ext cx="2533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계속 · 교체 · 종료</a:t>
            </a:r>
          </a:p>
        </p:txBody>
      </p:sp>
    </p:spTree>
    <p:extLst>
      <p:ext uri="{BB962C8B-B14F-4D97-AF65-F5344CB8AC3E}">
        <p14:creationId xmlns:p14="http://schemas.microsoft.com/office/powerpoint/2010/main" val="149422084"/>
      </p:ext>
    </p:extLst>
  </p:cSld>
</p:sld>
</file>

<file path=ppt/slides/slide1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1C22197-F8AA-4094-8ACB-BA7156C5CB8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STANDARD</a:t>
            </a:r>
          </a:p>
        </p:txBody>
      </p:sp>
      <p:sp>
        <p:nvSpPr>
          <p:cNvPr id="2" name="">
            <a:extLst xmlns:a="http://schemas.openxmlformats.org/drawingml/2006/main">
              <a:ext uri="{FF2B5EF4-FFF2-40B4-BE49-F238E27FC236}">
                <a16:creationId xmlns:a16="http://schemas.microsoft.com/office/drawing/2014/main" id="{2EA08121-B297-43B7-9363-05FDD1D873E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13</a:t>
            </a:r>
          </a:p>
        </p:txBody>
      </p:sp>
      <p:sp>
        <p:nvSpPr>
          <p:cNvPr id="3" name="">
            <a:extLst xmlns:a="http://schemas.openxmlformats.org/drawingml/2006/main">
              <a:ext uri="{FF2B5EF4-FFF2-40B4-BE49-F238E27FC236}">
                <a16:creationId xmlns:a16="http://schemas.microsoft.com/office/drawing/2014/main" id="{9D617C34-8CB0-4D73-9B60-A465986222B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7246F497-4620-44C7-8562-B4B1F96B1CC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219CB5E-0F5B-46AF-B748-96C09A78BD9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ABCBD8AC-A61E-4BAE-ABF9-2112B897EF2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개선 여부를 판단하는 기준</a:t>
            </a:r>
          </a:p>
        </p:txBody>
      </p:sp>
      <p:sp>
        <p:nvSpPr>
          <p:cNvPr id="7" name="">
            <a:extLst xmlns:a="http://schemas.openxmlformats.org/drawingml/2006/main">
              <a:ext uri="{FF2B5EF4-FFF2-40B4-BE49-F238E27FC236}">
                <a16:creationId xmlns:a16="http://schemas.microsoft.com/office/drawing/2014/main" id="{CA90E851-3C9E-4458-9F07-BD80734CED1D}"/>
              </a:ext>
            </a:extLst>
          </p:cNvPr>
          <p:cNvSpPr>
            <a:spLocks xmlns:a="http://schemas.openxmlformats.org/drawingml/2006/main" noGrp="1"/>
          </p:cNvSpPr>
          <p:nvPr/>
        </p:nvSpPr>
        <p:spPr>
          <a:xfrm xmlns:a="http://schemas.openxmlformats.org/drawingml/2006/main">
            <a:off x="6096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DCB2CA4C-42BD-4ACE-B5D2-E63F1D1B5BCC}"/>
              </a:ext>
            </a:extLst>
          </p:cNvPr>
          <p:cNvSpPr>
            <a:spLocks xmlns:a="http://schemas.openxmlformats.org/drawingml/2006/main" noGrp="1"/>
          </p:cNvSpPr>
          <p:nvPr/>
        </p:nvSpPr>
        <p:spPr>
          <a:xfrm xmlns:a="http://schemas.openxmlformats.org/drawingml/2006/main">
            <a:off x="6096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기준</a:t>
            </a:r>
          </a:p>
        </p:txBody>
      </p:sp>
      <p:sp>
        <p:nvSpPr>
          <p:cNvPr id="9" name="">
            <a:extLst xmlns:a="http://schemas.openxmlformats.org/drawingml/2006/main">
              <a:ext uri="{FF2B5EF4-FFF2-40B4-BE49-F238E27FC236}">
                <a16:creationId xmlns:a16="http://schemas.microsoft.com/office/drawing/2014/main" id="{E321AEC8-7767-411F-95F8-8CC828051C91}"/>
              </a:ext>
            </a:extLst>
          </p:cNvPr>
          <p:cNvSpPr>
            <a:spLocks xmlns:a="http://schemas.openxmlformats.org/drawingml/2006/main" noGrp="1"/>
          </p:cNvSpPr>
          <p:nvPr/>
        </p:nvSpPr>
        <p:spPr>
          <a:xfrm xmlns:a="http://schemas.openxmlformats.org/drawingml/2006/main" flipH="0" flipV="0">
            <a:off x="60960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9E48AFA0-62E5-4180-8EAC-9BFEC31CC4F5}"/>
              </a:ext>
            </a:extLst>
          </p:cNvPr>
          <p:cNvSpPr>
            <a:spLocks xmlns:a="http://schemas.openxmlformats.org/drawingml/2006/main" noGrp="1"/>
          </p:cNvSpPr>
          <p:nvPr/>
        </p:nvSpPr>
        <p:spPr>
          <a:xfrm xmlns:a="http://schemas.openxmlformats.org/drawingml/2006/main">
            <a:off x="6096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성공·금지 조건</a:t>
            </a:r>
          </a:p>
        </p:txBody>
      </p:sp>
      <p:sp>
        <p:nvSpPr>
          <p:cNvPr id="11" name="">
            <a:extLst xmlns:a="http://schemas.openxmlformats.org/drawingml/2006/main">
              <a:ext uri="{FF2B5EF4-FFF2-40B4-BE49-F238E27FC236}">
                <a16:creationId xmlns:a16="http://schemas.microsoft.com/office/drawing/2014/main" id="{40F1EDAF-94BE-4551-9460-ACC94F94927F}"/>
              </a:ext>
            </a:extLst>
          </p:cNvPr>
          <p:cNvSpPr>
            <a:spLocks xmlns:a="http://schemas.openxmlformats.org/drawingml/2006/main" noGrp="1"/>
          </p:cNvSpPr>
          <p:nvPr/>
        </p:nvSpPr>
        <p:spPr>
          <a:xfrm xmlns:a="http://schemas.openxmlformats.org/drawingml/2006/main">
            <a:off x="34099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1F6D89B7-9597-40B8-81B9-90E4ED50FB94}"/>
              </a:ext>
            </a:extLst>
          </p:cNvPr>
          <p:cNvSpPr>
            <a:spLocks xmlns:a="http://schemas.openxmlformats.org/drawingml/2006/main" noGrp="1"/>
          </p:cNvSpPr>
          <p:nvPr/>
        </p:nvSpPr>
        <p:spPr>
          <a:xfrm xmlns:a="http://schemas.openxmlformats.org/drawingml/2006/main">
            <a:off x="34099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맥락</a:t>
            </a:r>
          </a:p>
        </p:txBody>
      </p:sp>
      <p:sp>
        <p:nvSpPr>
          <p:cNvPr id="13" name="">
            <a:extLst xmlns:a="http://schemas.openxmlformats.org/drawingml/2006/main">
              <a:ext uri="{FF2B5EF4-FFF2-40B4-BE49-F238E27FC236}">
                <a16:creationId xmlns:a16="http://schemas.microsoft.com/office/drawing/2014/main" id="{29E3D9E4-A61D-4C58-9A72-E7DBB339D4B9}"/>
              </a:ext>
            </a:extLst>
          </p:cNvPr>
          <p:cNvSpPr>
            <a:spLocks xmlns:a="http://schemas.openxmlformats.org/drawingml/2006/main" noGrp="1"/>
          </p:cNvSpPr>
          <p:nvPr/>
        </p:nvSpPr>
        <p:spPr>
          <a:xfrm xmlns:a="http://schemas.openxmlformats.org/drawingml/2006/main" flipH="0" flipV="0">
            <a:off x="340995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4" name="">
            <a:extLst xmlns:a="http://schemas.openxmlformats.org/drawingml/2006/main">
              <a:ext uri="{FF2B5EF4-FFF2-40B4-BE49-F238E27FC236}">
                <a16:creationId xmlns:a16="http://schemas.microsoft.com/office/drawing/2014/main" id="{C3DEA2B9-4877-4A4F-8670-A78762067259}"/>
              </a:ext>
            </a:extLst>
          </p:cNvPr>
          <p:cNvSpPr>
            <a:spLocks xmlns:a="http://schemas.openxmlformats.org/drawingml/2006/main" noGrp="1"/>
          </p:cNvSpPr>
          <p:nvPr/>
        </p:nvSpPr>
        <p:spPr>
          <a:xfrm xmlns:a="http://schemas.openxmlformats.org/drawingml/2006/main">
            <a:off x="34099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사용자·업무·데이터</a:t>
            </a:r>
          </a:p>
        </p:txBody>
      </p:sp>
      <p:sp>
        <p:nvSpPr>
          <p:cNvPr id="15" name="">
            <a:extLst xmlns:a="http://schemas.openxmlformats.org/drawingml/2006/main">
              <a:ext uri="{FF2B5EF4-FFF2-40B4-BE49-F238E27FC236}">
                <a16:creationId xmlns:a16="http://schemas.microsoft.com/office/drawing/2014/main" id="{569C42C5-B862-4AD5-A39A-89B3B4FCB089}"/>
              </a:ext>
            </a:extLst>
          </p:cNvPr>
          <p:cNvSpPr>
            <a:spLocks xmlns:a="http://schemas.openxmlformats.org/drawingml/2006/main" noGrp="1"/>
          </p:cNvSpPr>
          <p:nvPr/>
        </p:nvSpPr>
        <p:spPr>
          <a:xfrm xmlns:a="http://schemas.openxmlformats.org/drawingml/2006/main">
            <a:off x="62103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556D368B-7B7E-4519-B550-37509C8FBAD9}"/>
              </a:ext>
            </a:extLst>
          </p:cNvPr>
          <p:cNvSpPr>
            <a:spLocks xmlns:a="http://schemas.openxmlformats.org/drawingml/2006/main" noGrp="1"/>
          </p:cNvSpPr>
          <p:nvPr/>
        </p:nvSpPr>
        <p:spPr>
          <a:xfrm xmlns:a="http://schemas.openxmlformats.org/drawingml/2006/main">
            <a:off x="62103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버전</a:t>
            </a:r>
          </a:p>
        </p:txBody>
      </p:sp>
      <p:sp>
        <p:nvSpPr>
          <p:cNvPr id="17" name="">
            <a:extLst xmlns:a="http://schemas.openxmlformats.org/drawingml/2006/main">
              <a:ext uri="{FF2B5EF4-FFF2-40B4-BE49-F238E27FC236}">
                <a16:creationId xmlns:a16="http://schemas.microsoft.com/office/drawing/2014/main" id="{E99B7566-9CF8-4BBF-AA46-A4D6DFAA5B3F}"/>
              </a:ext>
            </a:extLst>
          </p:cNvPr>
          <p:cNvSpPr>
            <a:spLocks xmlns:a="http://schemas.openxmlformats.org/drawingml/2006/main" noGrp="1"/>
          </p:cNvSpPr>
          <p:nvPr/>
        </p:nvSpPr>
        <p:spPr>
          <a:xfrm xmlns:a="http://schemas.openxmlformats.org/drawingml/2006/main" flipH="0" flipV="0">
            <a:off x="621030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8" name="">
            <a:extLst xmlns:a="http://schemas.openxmlformats.org/drawingml/2006/main">
              <a:ext uri="{FF2B5EF4-FFF2-40B4-BE49-F238E27FC236}">
                <a16:creationId xmlns:a16="http://schemas.microsoft.com/office/drawing/2014/main" id="{F3D977C9-5211-4ADD-A228-D8EF889EF571}"/>
              </a:ext>
            </a:extLst>
          </p:cNvPr>
          <p:cNvSpPr>
            <a:spLocks xmlns:a="http://schemas.openxmlformats.org/drawingml/2006/main" noGrp="1"/>
          </p:cNvSpPr>
          <p:nvPr/>
        </p:nvSpPr>
        <p:spPr>
          <a:xfrm xmlns:a="http://schemas.openxmlformats.org/drawingml/2006/main">
            <a:off x="62103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변경 대상과 이유</a:t>
            </a:r>
          </a:p>
        </p:txBody>
      </p:sp>
      <p:sp>
        <p:nvSpPr>
          <p:cNvPr id="19" name="">
            <a:extLst xmlns:a="http://schemas.openxmlformats.org/drawingml/2006/main">
              <a:ext uri="{FF2B5EF4-FFF2-40B4-BE49-F238E27FC236}">
                <a16:creationId xmlns:a16="http://schemas.microsoft.com/office/drawing/2014/main" id="{D07C06C6-A46C-4A8D-BB94-2383744B8B69}"/>
              </a:ext>
            </a:extLst>
          </p:cNvPr>
          <p:cNvSpPr>
            <a:spLocks xmlns:a="http://schemas.openxmlformats.org/drawingml/2006/main" noGrp="1"/>
          </p:cNvSpPr>
          <p:nvPr/>
        </p:nvSpPr>
        <p:spPr>
          <a:xfrm xmlns:a="http://schemas.openxmlformats.org/drawingml/2006/main">
            <a:off x="90106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338131BE-F523-4F66-B699-95C5581A8352}"/>
              </a:ext>
            </a:extLst>
          </p:cNvPr>
          <p:cNvSpPr>
            <a:spLocks xmlns:a="http://schemas.openxmlformats.org/drawingml/2006/main" noGrp="1"/>
          </p:cNvSpPr>
          <p:nvPr/>
        </p:nvSpPr>
        <p:spPr>
          <a:xfrm xmlns:a="http://schemas.openxmlformats.org/drawingml/2006/main">
            <a:off x="90106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평가</a:t>
            </a:r>
          </a:p>
        </p:txBody>
      </p:sp>
      <p:sp>
        <p:nvSpPr>
          <p:cNvPr id="21" name="">
            <a:extLst xmlns:a="http://schemas.openxmlformats.org/drawingml/2006/main">
              <a:ext uri="{FF2B5EF4-FFF2-40B4-BE49-F238E27FC236}">
                <a16:creationId xmlns:a16="http://schemas.microsoft.com/office/drawing/2014/main" id="{6D195A39-D580-4458-8B3C-EBDFE0ED60B0}"/>
              </a:ext>
            </a:extLst>
          </p:cNvPr>
          <p:cNvSpPr>
            <a:spLocks xmlns:a="http://schemas.openxmlformats.org/drawingml/2006/main" noGrp="1"/>
          </p:cNvSpPr>
          <p:nvPr/>
        </p:nvSpPr>
        <p:spPr>
          <a:xfrm xmlns:a="http://schemas.openxmlformats.org/drawingml/2006/main" flipH="0" flipV="0">
            <a:off x="901065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2" name="">
            <a:extLst xmlns:a="http://schemas.openxmlformats.org/drawingml/2006/main">
              <a:ext uri="{FF2B5EF4-FFF2-40B4-BE49-F238E27FC236}">
                <a16:creationId xmlns:a16="http://schemas.microsoft.com/office/drawing/2014/main" id="{8EF0F429-472C-4DC4-B8A3-787FDB0635FE}"/>
              </a:ext>
            </a:extLst>
          </p:cNvPr>
          <p:cNvSpPr>
            <a:spLocks xmlns:a="http://schemas.openxmlformats.org/drawingml/2006/main" noGrp="1"/>
          </p:cNvSpPr>
          <p:nvPr/>
        </p:nvSpPr>
        <p:spPr>
          <a:xfrm xmlns:a="http://schemas.openxmlformats.org/drawingml/2006/main">
            <a:off x="90106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같은 축의 비교</a:t>
            </a:r>
          </a:p>
        </p:txBody>
      </p:sp>
      <p:sp>
        <p:nvSpPr>
          <p:cNvPr id="23" name="">
            <a:extLst xmlns:a="http://schemas.openxmlformats.org/drawingml/2006/main">
              <a:ext uri="{FF2B5EF4-FFF2-40B4-BE49-F238E27FC236}">
                <a16:creationId xmlns:a16="http://schemas.microsoft.com/office/drawing/2014/main" id="{C78E86C9-56E2-42FE-B14B-3396037CF5E2}"/>
              </a:ext>
            </a:extLst>
          </p:cNvPr>
          <p:cNvSpPr>
            <a:spLocks xmlns:a="http://schemas.openxmlformats.org/drawingml/2006/main" noGrp="1"/>
          </p:cNvSpPr>
          <p:nvPr/>
        </p:nvSpPr>
        <p:spPr>
          <a:xfrm xmlns:a="http://schemas.openxmlformats.org/drawingml/2006/main">
            <a:off x="609600" y="55816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다른 사람이 같은 기준으로 다시 확인할 수 있는 운영 조건</a:t>
            </a:r>
          </a:p>
        </p:txBody>
      </p:sp>
    </p:spTree>
    <p:extLst>
      <p:ext uri="{BB962C8B-B14F-4D97-AF65-F5344CB8AC3E}">
        <p14:creationId xmlns:p14="http://schemas.microsoft.com/office/powerpoint/2010/main" val="988849368"/>
      </p:ext>
    </p:extLst>
  </p:cSld>
</p:sld>
</file>

<file path=ppt/slides/slide1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C2D0290-DEDD-4E36-BDDA-C08D07B1A49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CONTRACT</a:t>
            </a:r>
          </a:p>
        </p:txBody>
      </p:sp>
      <p:sp>
        <p:nvSpPr>
          <p:cNvPr id="2" name="">
            <a:extLst xmlns:a="http://schemas.openxmlformats.org/drawingml/2006/main">
              <a:ext uri="{FF2B5EF4-FFF2-40B4-BE49-F238E27FC236}">
                <a16:creationId xmlns:a16="http://schemas.microsoft.com/office/drawing/2014/main" id="{C034662B-7829-4A2B-8777-1955CF4B4BE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14</a:t>
            </a:r>
          </a:p>
        </p:txBody>
      </p:sp>
      <p:sp>
        <p:nvSpPr>
          <p:cNvPr id="3" name="">
            <a:extLst xmlns:a="http://schemas.openxmlformats.org/drawingml/2006/main">
              <a:ext uri="{FF2B5EF4-FFF2-40B4-BE49-F238E27FC236}">
                <a16:creationId xmlns:a16="http://schemas.microsoft.com/office/drawing/2014/main" id="{BE9A0CE6-C19E-4427-A871-D2DCCCF8016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7F9D3D0-36A5-4374-944F-2E1386347E4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39555854-3D19-4000-B479-8E309C070EE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BE5BA777-0023-4B15-8623-4FD0A96662B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1주차 완료 상태</a:t>
            </a:r>
          </a:p>
        </p:txBody>
      </p:sp>
      <p:sp>
        <p:nvSpPr>
          <p:cNvPr id="7" name="">
            <a:extLst xmlns:a="http://schemas.openxmlformats.org/drawingml/2006/main">
              <a:ext uri="{FF2B5EF4-FFF2-40B4-BE49-F238E27FC236}">
                <a16:creationId xmlns:a16="http://schemas.microsoft.com/office/drawing/2014/main" id="{01E3F198-54CC-4A0C-B7B2-C5A843268154}"/>
              </a:ext>
            </a:extLst>
          </p:cNvPr>
          <p:cNvSpPr>
            <a:spLocks xmlns:a="http://schemas.openxmlformats.org/drawingml/2006/main" noGrp="1"/>
          </p:cNvSpPr>
          <p:nvPr/>
        </p:nvSpPr>
        <p:spPr>
          <a:xfrm xmlns:a="http://schemas.openxmlformats.org/drawingml/2006/main" rot="0">
            <a:off x="666750" y="16192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8" name="">
            <a:extLst xmlns:a="http://schemas.openxmlformats.org/drawingml/2006/main">
              <a:ext uri="{FF2B5EF4-FFF2-40B4-BE49-F238E27FC236}">
                <a16:creationId xmlns:a16="http://schemas.microsoft.com/office/drawing/2014/main" id="{E7B9E6CB-C721-4033-86D0-2CFC94A5E29A}"/>
              </a:ext>
            </a:extLst>
          </p:cNvPr>
          <p:cNvSpPr>
            <a:spLocks xmlns:a="http://schemas.openxmlformats.org/drawingml/2006/main" noGrp="1"/>
          </p:cNvSpPr>
          <p:nvPr/>
        </p:nvSpPr>
        <p:spPr>
          <a:xfrm xmlns:a="http://schemas.openxmlformats.org/drawingml/2006/main">
            <a:off x="666750" y="16192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94F03FE9-0854-442F-AD30-06C2BC87C9BB}"/>
              </a:ext>
            </a:extLst>
          </p:cNvPr>
          <p:cNvSpPr>
            <a:spLocks xmlns:a="http://schemas.openxmlformats.org/drawingml/2006/main" noGrp="1"/>
          </p:cNvSpPr>
          <p:nvPr/>
        </p:nvSpPr>
        <p:spPr>
          <a:xfrm xmlns:a="http://schemas.openxmlformats.org/drawingml/2006/main">
            <a:off x="1295400" y="15621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 서비스</a:t>
            </a:r>
          </a:p>
        </p:txBody>
      </p:sp>
      <p:sp>
        <p:nvSpPr>
          <p:cNvPr id="10" name="">
            <a:extLst xmlns:a="http://schemas.openxmlformats.org/drawingml/2006/main">
              <a:ext uri="{FF2B5EF4-FFF2-40B4-BE49-F238E27FC236}">
                <a16:creationId xmlns:a16="http://schemas.microsoft.com/office/drawing/2014/main" id="{6109FF17-76BB-49CA-BA2E-DCB01473B421}"/>
              </a:ext>
            </a:extLst>
          </p:cNvPr>
          <p:cNvSpPr>
            <a:spLocks xmlns:a="http://schemas.openxmlformats.org/drawingml/2006/main" noGrp="1"/>
          </p:cNvSpPr>
          <p:nvPr/>
        </p:nvSpPr>
        <p:spPr>
          <a:xfrm xmlns:a="http://schemas.openxmlformats.org/drawingml/2006/main">
            <a:off x="5657850" y="16002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상태 확인과 사용자 화면(User Interface, UI)</a:t>
            </a:r>
          </a:p>
        </p:txBody>
      </p:sp>
      <p:sp>
        <p:nvSpPr>
          <p:cNvPr id="11" name="">
            <a:extLst xmlns:a="http://schemas.openxmlformats.org/drawingml/2006/main">
              <a:ext uri="{FF2B5EF4-FFF2-40B4-BE49-F238E27FC236}">
                <a16:creationId xmlns:a16="http://schemas.microsoft.com/office/drawing/2014/main" id="{A23BAF51-555B-49D5-AFC8-B1F9AFAAD822}"/>
              </a:ext>
            </a:extLst>
          </p:cNvPr>
          <p:cNvSpPr>
            <a:spLocks xmlns:a="http://schemas.openxmlformats.org/drawingml/2006/main" noGrp="1"/>
          </p:cNvSpPr>
          <p:nvPr/>
        </p:nvSpPr>
        <p:spPr>
          <a:xfrm xmlns:a="http://schemas.openxmlformats.org/drawingml/2006/main" flipH="0" flipV="0">
            <a:off x="1295400" y="21526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2A4C44ED-6E96-449E-ACE1-03F4D0BB185F}"/>
              </a:ext>
            </a:extLst>
          </p:cNvPr>
          <p:cNvSpPr>
            <a:spLocks xmlns:a="http://schemas.openxmlformats.org/drawingml/2006/main" noGrp="1"/>
          </p:cNvSpPr>
          <p:nvPr/>
        </p:nvSpPr>
        <p:spPr>
          <a:xfrm xmlns:a="http://schemas.openxmlformats.org/drawingml/2006/main" rot="0">
            <a:off x="666750" y="24955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3" name="">
            <a:extLst xmlns:a="http://schemas.openxmlformats.org/drawingml/2006/main">
              <a:ext uri="{FF2B5EF4-FFF2-40B4-BE49-F238E27FC236}">
                <a16:creationId xmlns:a16="http://schemas.microsoft.com/office/drawing/2014/main" id="{8EC2CB8A-14EF-4B4E-A6AE-7BC1B8C7AE06}"/>
              </a:ext>
            </a:extLst>
          </p:cNvPr>
          <p:cNvSpPr>
            <a:spLocks xmlns:a="http://schemas.openxmlformats.org/drawingml/2006/main" noGrp="1"/>
          </p:cNvSpPr>
          <p:nvPr/>
        </p:nvSpPr>
        <p:spPr>
          <a:xfrm xmlns:a="http://schemas.openxmlformats.org/drawingml/2006/main">
            <a:off x="666750" y="24955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3494DDFB-1512-4A31-9D29-0864C098DFB5}"/>
              </a:ext>
            </a:extLst>
          </p:cNvPr>
          <p:cNvSpPr>
            <a:spLocks xmlns:a="http://schemas.openxmlformats.org/drawingml/2006/main" noGrp="1"/>
          </p:cNvSpPr>
          <p:nvPr/>
        </p:nvSpPr>
        <p:spPr>
          <a:xfrm xmlns:a="http://schemas.openxmlformats.org/drawingml/2006/main">
            <a:off x="1295400" y="24384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 추적 두 건</a:t>
            </a:r>
          </a:p>
        </p:txBody>
      </p:sp>
      <p:sp>
        <p:nvSpPr>
          <p:cNvPr id="15" name="">
            <a:extLst xmlns:a="http://schemas.openxmlformats.org/drawingml/2006/main">
              <a:ext uri="{FF2B5EF4-FFF2-40B4-BE49-F238E27FC236}">
                <a16:creationId xmlns:a16="http://schemas.microsoft.com/office/drawing/2014/main" id="{40A5C16D-B285-4BA9-A3F6-87D726D31373}"/>
              </a:ext>
            </a:extLst>
          </p:cNvPr>
          <p:cNvSpPr>
            <a:spLocks xmlns:a="http://schemas.openxmlformats.org/drawingml/2006/main" noGrp="1"/>
          </p:cNvSpPr>
          <p:nvPr/>
        </p:nvSpPr>
        <p:spPr>
          <a:xfrm xmlns:a="http://schemas.openxmlformats.org/drawingml/2006/main">
            <a:off x="5657850" y="24765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같은 입력의 기준선과 변형</a:t>
            </a:r>
          </a:p>
        </p:txBody>
      </p:sp>
      <p:sp>
        <p:nvSpPr>
          <p:cNvPr id="16" name="">
            <a:extLst xmlns:a="http://schemas.openxmlformats.org/drawingml/2006/main">
              <a:ext uri="{FF2B5EF4-FFF2-40B4-BE49-F238E27FC236}">
                <a16:creationId xmlns:a16="http://schemas.microsoft.com/office/drawing/2014/main" id="{78575930-6A2E-4A42-8AC4-4683CDBF9963}"/>
              </a:ext>
            </a:extLst>
          </p:cNvPr>
          <p:cNvSpPr>
            <a:spLocks xmlns:a="http://schemas.openxmlformats.org/drawingml/2006/main" noGrp="1"/>
          </p:cNvSpPr>
          <p:nvPr/>
        </p:nvSpPr>
        <p:spPr>
          <a:xfrm xmlns:a="http://schemas.openxmlformats.org/drawingml/2006/main" flipH="0" flipV="0">
            <a:off x="1295400" y="30289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BFC6C688-00F5-4920-A056-2CC4380F8838}"/>
              </a:ext>
            </a:extLst>
          </p:cNvPr>
          <p:cNvSpPr>
            <a:spLocks xmlns:a="http://schemas.openxmlformats.org/drawingml/2006/main" noGrp="1"/>
          </p:cNvSpPr>
          <p:nvPr/>
        </p:nvSpPr>
        <p:spPr>
          <a:xfrm xmlns:a="http://schemas.openxmlformats.org/drawingml/2006/main" rot="0">
            <a:off x="666750" y="3371850"/>
            <a:ext cx="361950" cy="3619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0D422D56-C943-49E7-AAF6-FF4B6189EB63}"/>
              </a:ext>
            </a:extLst>
          </p:cNvPr>
          <p:cNvSpPr>
            <a:spLocks xmlns:a="http://schemas.openxmlformats.org/drawingml/2006/main" noGrp="1"/>
          </p:cNvSpPr>
          <p:nvPr/>
        </p:nvSpPr>
        <p:spPr>
          <a:xfrm xmlns:a="http://schemas.openxmlformats.org/drawingml/2006/main">
            <a:off x="666750" y="3371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A417DC70-3E0C-4D40-A18F-B9FF9D907395}"/>
              </a:ext>
            </a:extLst>
          </p:cNvPr>
          <p:cNvSpPr>
            <a:spLocks xmlns:a="http://schemas.openxmlformats.org/drawingml/2006/main" noGrp="1"/>
          </p:cNvSpPr>
          <p:nvPr/>
        </p:nvSpPr>
        <p:spPr>
          <a:xfrm xmlns:a="http://schemas.openxmlformats.org/drawingml/2006/main">
            <a:off x="1295400" y="33147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2563EB"/>
                </a:solidFill>
                <a:latin typeface="AppleGothic"/>
                <a:ea typeface="AppleGothic"/>
                <a:cs typeface="AppleGothic"/>
              </a:defRPr>
            </a:pPr>
            <a:r>
              <a:rPr sz="1950" b="1">
                <a:solidFill>
                  <a:srgbClr val="2563EB"/>
                </a:solidFill>
                <a:latin typeface="AppleGothic"/>
                <a:ea typeface="AppleGothic"/>
                <a:cs typeface="AppleGothic"/>
              </a:rPr>
              <a:t>단일 변수</a:t>
            </a:r>
          </a:p>
        </p:txBody>
      </p:sp>
      <p:sp>
        <p:nvSpPr>
          <p:cNvPr id="20" name="">
            <a:extLst xmlns:a="http://schemas.openxmlformats.org/drawingml/2006/main">
              <a:ext uri="{FF2B5EF4-FFF2-40B4-BE49-F238E27FC236}">
                <a16:creationId xmlns:a16="http://schemas.microsoft.com/office/drawing/2014/main" id="{CEAEED2C-0931-4B10-B63C-D48636554743}"/>
              </a:ext>
            </a:extLst>
          </p:cNvPr>
          <p:cNvSpPr>
            <a:spLocks xmlns:a="http://schemas.openxmlformats.org/drawingml/2006/main" noGrp="1"/>
          </p:cNvSpPr>
          <p:nvPr/>
        </p:nvSpPr>
        <p:spPr>
          <a:xfrm xmlns:a="http://schemas.openxmlformats.org/drawingml/2006/main">
            <a:off x="5657850" y="33528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프롬프트 버전 또는 생성 온도</a:t>
            </a:r>
          </a:p>
        </p:txBody>
      </p:sp>
      <p:sp>
        <p:nvSpPr>
          <p:cNvPr id="21" name="">
            <a:extLst xmlns:a="http://schemas.openxmlformats.org/drawingml/2006/main">
              <a:ext uri="{FF2B5EF4-FFF2-40B4-BE49-F238E27FC236}">
                <a16:creationId xmlns:a16="http://schemas.microsoft.com/office/drawing/2014/main" id="{386AF342-313E-45E5-89A3-5927676B23B0}"/>
              </a:ext>
            </a:extLst>
          </p:cNvPr>
          <p:cNvSpPr>
            <a:spLocks xmlns:a="http://schemas.openxmlformats.org/drawingml/2006/main" noGrp="1"/>
          </p:cNvSpPr>
          <p:nvPr/>
        </p:nvSpPr>
        <p:spPr>
          <a:xfrm xmlns:a="http://schemas.openxmlformats.org/drawingml/2006/main" flipH="0" flipV="0">
            <a:off x="1295400" y="3905250"/>
            <a:ext cx="99441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2" name="">
            <a:extLst xmlns:a="http://schemas.openxmlformats.org/drawingml/2006/main">
              <a:ext uri="{FF2B5EF4-FFF2-40B4-BE49-F238E27FC236}">
                <a16:creationId xmlns:a16="http://schemas.microsoft.com/office/drawing/2014/main" id="{0C1121FD-7881-472A-A3D0-A44D912D872B}"/>
              </a:ext>
            </a:extLst>
          </p:cNvPr>
          <p:cNvSpPr>
            <a:spLocks xmlns:a="http://schemas.openxmlformats.org/drawingml/2006/main" noGrp="1"/>
          </p:cNvSpPr>
          <p:nvPr/>
        </p:nvSpPr>
        <p:spPr>
          <a:xfrm xmlns:a="http://schemas.openxmlformats.org/drawingml/2006/main" rot="0">
            <a:off x="666750" y="42481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3" name="">
            <a:extLst xmlns:a="http://schemas.openxmlformats.org/drawingml/2006/main">
              <a:ext uri="{FF2B5EF4-FFF2-40B4-BE49-F238E27FC236}">
                <a16:creationId xmlns:a16="http://schemas.microsoft.com/office/drawing/2014/main" id="{7FF8D6EE-32A7-4B68-80B0-E9CBA87CEE6B}"/>
              </a:ext>
            </a:extLst>
          </p:cNvPr>
          <p:cNvSpPr>
            <a:spLocks xmlns:a="http://schemas.openxmlformats.org/drawingml/2006/main" noGrp="1"/>
          </p:cNvSpPr>
          <p:nvPr/>
        </p:nvSpPr>
        <p:spPr>
          <a:xfrm xmlns:a="http://schemas.openxmlformats.org/drawingml/2006/main">
            <a:off x="666750" y="4248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B4B00265-55CA-43EE-BB29-388F3E5C2B93}"/>
              </a:ext>
            </a:extLst>
          </p:cNvPr>
          <p:cNvSpPr>
            <a:spLocks xmlns:a="http://schemas.openxmlformats.org/drawingml/2006/main" noGrp="1"/>
          </p:cNvSpPr>
          <p:nvPr/>
        </p:nvSpPr>
        <p:spPr>
          <a:xfrm xmlns:a="http://schemas.openxmlformats.org/drawingml/2006/main">
            <a:off x="1295400" y="4191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비교 표</a:t>
            </a:r>
          </a:p>
        </p:txBody>
      </p:sp>
      <p:sp>
        <p:nvSpPr>
          <p:cNvPr id="25" name="">
            <a:extLst xmlns:a="http://schemas.openxmlformats.org/drawingml/2006/main">
              <a:ext uri="{FF2B5EF4-FFF2-40B4-BE49-F238E27FC236}">
                <a16:creationId xmlns:a16="http://schemas.microsoft.com/office/drawing/2014/main" id="{C726CB66-EB0D-4F72-82C1-D3F371C7AD72}"/>
              </a:ext>
            </a:extLst>
          </p:cNvPr>
          <p:cNvSpPr>
            <a:spLocks xmlns:a="http://schemas.openxmlformats.org/drawingml/2006/main" noGrp="1"/>
          </p:cNvSpPr>
          <p:nvPr/>
        </p:nvSpPr>
        <p:spPr>
          <a:xfrm xmlns:a="http://schemas.openxmlformats.org/drawingml/2006/main">
            <a:off x="5657850" y="42291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출력·상태·응답 지연·토큰</a:t>
            </a:r>
          </a:p>
        </p:txBody>
      </p:sp>
      <p:sp>
        <p:nvSpPr>
          <p:cNvPr id="26" name="">
            <a:extLst xmlns:a="http://schemas.openxmlformats.org/drawingml/2006/main">
              <a:ext uri="{FF2B5EF4-FFF2-40B4-BE49-F238E27FC236}">
                <a16:creationId xmlns:a16="http://schemas.microsoft.com/office/drawing/2014/main" id="{7FE5FA2B-AC40-44C0-8FE7-3DC81A4C7D77}"/>
              </a:ext>
            </a:extLst>
          </p:cNvPr>
          <p:cNvSpPr>
            <a:spLocks xmlns:a="http://schemas.openxmlformats.org/drawingml/2006/main" noGrp="1"/>
          </p:cNvSpPr>
          <p:nvPr/>
        </p:nvSpPr>
        <p:spPr>
          <a:xfrm xmlns:a="http://schemas.openxmlformats.org/drawingml/2006/main" flipH="0" flipV="0">
            <a:off x="1295400" y="47815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301A708A-ACA1-42E1-9560-217C46608F31}"/>
              </a:ext>
            </a:extLst>
          </p:cNvPr>
          <p:cNvSpPr>
            <a:spLocks xmlns:a="http://schemas.openxmlformats.org/drawingml/2006/main" noGrp="1"/>
          </p:cNvSpPr>
          <p:nvPr/>
        </p:nvSpPr>
        <p:spPr>
          <a:xfrm xmlns:a="http://schemas.openxmlformats.org/drawingml/2006/main" rot="0">
            <a:off x="666750" y="51244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8" name="">
            <a:extLst xmlns:a="http://schemas.openxmlformats.org/drawingml/2006/main">
              <a:ext uri="{FF2B5EF4-FFF2-40B4-BE49-F238E27FC236}">
                <a16:creationId xmlns:a16="http://schemas.microsoft.com/office/drawing/2014/main" id="{BFA4E57A-C3D1-4621-91BE-DFDAE70DAC70}"/>
              </a:ext>
            </a:extLst>
          </p:cNvPr>
          <p:cNvSpPr>
            <a:spLocks xmlns:a="http://schemas.openxmlformats.org/drawingml/2006/main" noGrp="1"/>
          </p:cNvSpPr>
          <p:nvPr/>
        </p:nvSpPr>
        <p:spPr>
          <a:xfrm xmlns:a="http://schemas.openxmlformats.org/drawingml/2006/main">
            <a:off x="666750" y="51244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9" name="">
            <a:extLst xmlns:a="http://schemas.openxmlformats.org/drawingml/2006/main">
              <a:ext uri="{FF2B5EF4-FFF2-40B4-BE49-F238E27FC236}">
                <a16:creationId xmlns:a16="http://schemas.microsoft.com/office/drawing/2014/main" id="{6F9CF271-F35D-4B34-9611-C74C54EC0FB9}"/>
              </a:ext>
            </a:extLst>
          </p:cNvPr>
          <p:cNvSpPr>
            <a:spLocks xmlns:a="http://schemas.openxmlformats.org/drawingml/2006/main" noGrp="1"/>
          </p:cNvSpPr>
          <p:nvPr/>
        </p:nvSpPr>
        <p:spPr>
          <a:xfrm xmlns:a="http://schemas.openxmlformats.org/drawingml/2006/main">
            <a:off x="1295400" y="5067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개선 가설</a:t>
            </a:r>
          </a:p>
        </p:txBody>
      </p:sp>
      <p:sp>
        <p:nvSpPr>
          <p:cNvPr id="30" name="">
            <a:extLst xmlns:a="http://schemas.openxmlformats.org/drawingml/2006/main">
              <a:ext uri="{FF2B5EF4-FFF2-40B4-BE49-F238E27FC236}">
                <a16:creationId xmlns:a16="http://schemas.microsoft.com/office/drawing/2014/main" id="{74915DB5-61A5-4A82-910E-EF1B77F02EDC}"/>
              </a:ext>
            </a:extLst>
          </p:cNvPr>
          <p:cNvSpPr>
            <a:spLocks xmlns:a="http://schemas.openxmlformats.org/drawingml/2006/main" noGrp="1"/>
          </p:cNvSpPr>
          <p:nvPr/>
        </p:nvSpPr>
        <p:spPr>
          <a:xfrm xmlns:a="http://schemas.openxmlformats.org/drawingml/2006/main">
            <a:off x="5657850" y="51054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변경·기대 결과·확인 방법</a:t>
            </a:r>
          </a:p>
        </p:txBody>
      </p:sp>
      <p:sp>
        <p:nvSpPr>
          <p:cNvPr id="31" name="">
            <a:extLst xmlns:a="http://schemas.openxmlformats.org/drawingml/2006/main">
              <a:ext uri="{FF2B5EF4-FFF2-40B4-BE49-F238E27FC236}">
                <a16:creationId xmlns:a16="http://schemas.microsoft.com/office/drawing/2014/main" id="{342C2F93-09D9-4845-8B81-58A7FD7F9B3A}"/>
              </a:ext>
            </a:extLst>
          </p:cNvPr>
          <p:cNvSpPr>
            <a:spLocks xmlns:a="http://schemas.openxmlformats.org/drawingml/2006/main" noGrp="1"/>
          </p:cNvSpPr>
          <p:nvPr/>
        </p:nvSpPr>
        <p:spPr>
          <a:xfrm xmlns:a="http://schemas.openxmlformats.org/drawingml/2006/main" flipH="0" flipV="0">
            <a:off x="1295400" y="56578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632346533"/>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B1AFBF93-76A2-4487-B3FB-D711574C11D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CONTRACT</a:t>
            </a:r>
          </a:p>
        </p:txBody>
      </p:sp>
      <p:sp>
        <p:nvSpPr>
          <p:cNvPr id="2" name="">
            <a:extLst xmlns:a="http://schemas.openxmlformats.org/drawingml/2006/main">
              <a:ext uri="{FF2B5EF4-FFF2-40B4-BE49-F238E27FC236}">
                <a16:creationId xmlns:a16="http://schemas.microsoft.com/office/drawing/2014/main" id="{1AA145AA-790E-4EEF-A162-7A72FB3BADC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15</a:t>
            </a:r>
          </a:p>
        </p:txBody>
      </p:sp>
      <p:sp>
        <p:nvSpPr>
          <p:cNvPr id="3" name="">
            <a:extLst xmlns:a="http://schemas.openxmlformats.org/drawingml/2006/main">
              <a:ext uri="{FF2B5EF4-FFF2-40B4-BE49-F238E27FC236}">
                <a16:creationId xmlns:a16="http://schemas.microsoft.com/office/drawing/2014/main" id="{136E5372-886A-4D32-9F65-AC3288FFC30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F9BD0BB0-382F-4059-A8AD-0E7FCA681BC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D1D1E79-E791-45F3-A52E-2BE7A260D77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52A6D09D-4255-4980-B6F4-B947B519ECF8}"/>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모델 호출과 실행 추적</a:t>
            </a:r>
          </a:p>
        </p:txBody>
      </p:sp>
      <p:sp>
        <p:nvSpPr>
          <p:cNvPr id="7" name="">
            <a:extLst xmlns:a="http://schemas.openxmlformats.org/drawingml/2006/main">
              <a:ext uri="{FF2B5EF4-FFF2-40B4-BE49-F238E27FC236}">
                <a16:creationId xmlns:a16="http://schemas.microsoft.com/office/drawing/2014/main" id="{C3F4CB4C-D2FE-4C61-ABB3-A3E4FDE100E8}"/>
              </a:ext>
            </a:extLst>
          </p:cNvPr>
          <p:cNvSpPr>
            <a:spLocks xmlns:a="http://schemas.openxmlformats.org/drawingml/2006/main" noGrp="1"/>
          </p:cNvSpPr>
          <p:nvPr/>
        </p:nvSpPr>
        <p:spPr>
          <a:xfrm xmlns:a="http://schemas.openxmlformats.org/drawingml/2006/main" rot="0">
            <a:off x="609600" y="2381250"/>
            <a:ext cx="2586038"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9674DD2C-6066-4924-8187-D809E47668C3}"/>
              </a:ext>
            </a:extLst>
          </p:cNvPr>
          <p:cNvSpPr>
            <a:spLocks xmlns:a="http://schemas.openxmlformats.org/drawingml/2006/main" noGrp="1"/>
          </p:cNvSpPr>
          <p:nvPr/>
        </p:nvSpPr>
        <p:spPr>
          <a:xfrm xmlns:a="http://schemas.openxmlformats.org/drawingml/2006/main">
            <a:off x="742950"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호출</a:t>
            </a:r>
          </a:p>
        </p:txBody>
      </p:sp>
      <p:sp>
        <p:nvSpPr>
          <p:cNvPr id="9" name="">
            <a:extLst xmlns:a="http://schemas.openxmlformats.org/drawingml/2006/main">
              <a:ext uri="{FF2B5EF4-FFF2-40B4-BE49-F238E27FC236}">
                <a16:creationId xmlns:a16="http://schemas.microsoft.com/office/drawing/2014/main" id="{8A1B8214-4C96-402E-A28B-30A4EC9F0F6C}"/>
              </a:ext>
            </a:extLst>
          </p:cNvPr>
          <p:cNvSpPr>
            <a:spLocks xmlns:a="http://schemas.openxmlformats.org/drawingml/2006/main" noGrp="1"/>
          </p:cNvSpPr>
          <p:nvPr/>
        </p:nvSpPr>
        <p:spPr>
          <a:xfrm xmlns:a="http://schemas.openxmlformats.org/drawingml/2006/main">
            <a:off x="742950"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입력과 설정</a:t>
            </a:r>
          </a:p>
        </p:txBody>
      </p:sp>
      <p:sp>
        <p:nvSpPr>
          <p:cNvPr id="10" name="">
            <a:extLst xmlns:a="http://schemas.openxmlformats.org/drawingml/2006/main">
              <a:ext uri="{FF2B5EF4-FFF2-40B4-BE49-F238E27FC236}">
                <a16:creationId xmlns:a16="http://schemas.microsoft.com/office/drawing/2014/main" id="{E8551627-FC8F-4969-9FFD-7827D8F4FBE7}"/>
              </a:ext>
            </a:extLst>
          </p:cNvPr>
          <p:cNvSpPr>
            <a:spLocks xmlns:a="http://schemas.openxmlformats.org/drawingml/2006/main" noGrp="1"/>
          </p:cNvSpPr>
          <p:nvPr/>
        </p:nvSpPr>
        <p:spPr>
          <a:xfrm xmlns:a="http://schemas.openxmlformats.org/drawingml/2006/main">
            <a:off x="3195638"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E5E71C2D-5A24-4E4C-9EEA-5379686AF8AA}"/>
              </a:ext>
            </a:extLst>
          </p:cNvPr>
          <p:cNvSpPr>
            <a:spLocks xmlns:a="http://schemas.openxmlformats.org/drawingml/2006/main" noGrp="1"/>
          </p:cNvSpPr>
          <p:nvPr/>
        </p:nvSpPr>
        <p:spPr>
          <a:xfrm xmlns:a="http://schemas.openxmlformats.org/drawingml/2006/main" rot="0">
            <a:off x="3405188" y="2381250"/>
            <a:ext cx="2586038"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2B3A3560-3657-4307-9615-69E548D7DFE4}"/>
              </a:ext>
            </a:extLst>
          </p:cNvPr>
          <p:cNvSpPr>
            <a:spLocks xmlns:a="http://schemas.openxmlformats.org/drawingml/2006/main" noGrp="1"/>
          </p:cNvSpPr>
          <p:nvPr/>
        </p:nvSpPr>
        <p:spPr>
          <a:xfrm xmlns:a="http://schemas.openxmlformats.org/drawingml/2006/main">
            <a:off x="3538538"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실행 추적</a:t>
            </a:r>
          </a:p>
        </p:txBody>
      </p:sp>
      <p:sp>
        <p:nvSpPr>
          <p:cNvPr id="13" name="">
            <a:extLst xmlns:a="http://schemas.openxmlformats.org/drawingml/2006/main">
              <a:ext uri="{FF2B5EF4-FFF2-40B4-BE49-F238E27FC236}">
                <a16:creationId xmlns:a16="http://schemas.microsoft.com/office/drawing/2014/main" id="{3C9DCF76-985F-4769-87CA-081806556A37}"/>
              </a:ext>
            </a:extLst>
          </p:cNvPr>
          <p:cNvSpPr>
            <a:spLocks xmlns:a="http://schemas.openxmlformats.org/drawingml/2006/main" noGrp="1"/>
          </p:cNvSpPr>
          <p:nvPr/>
        </p:nvSpPr>
        <p:spPr>
          <a:xfrm xmlns:a="http://schemas.openxmlformats.org/drawingml/2006/main">
            <a:off x="3538538"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실행 식별 정보</a:t>
            </a:r>
          </a:p>
        </p:txBody>
      </p:sp>
      <p:sp>
        <p:nvSpPr>
          <p:cNvPr id="14" name="">
            <a:extLst xmlns:a="http://schemas.openxmlformats.org/drawingml/2006/main">
              <a:ext uri="{FF2B5EF4-FFF2-40B4-BE49-F238E27FC236}">
                <a16:creationId xmlns:a16="http://schemas.microsoft.com/office/drawing/2014/main" id="{8960B181-D3F6-48AA-9202-D3E7ED7DB1E0}"/>
              </a:ext>
            </a:extLst>
          </p:cNvPr>
          <p:cNvSpPr>
            <a:spLocks xmlns:a="http://schemas.openxmlformats.org/drawingml/2006/main" noGrp="1"/>
          </p:cNvSpPr>
          <p:nvPr/>
        </p:nvSpPr>
        <p:spPr>
          <a:xfrm xmlns:a="http://schemas.openxmlformats.org/drawingml/2006/main">
            <a:off x="5991225"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2244D279-B8A1-4F98-8FE5-99E5F54A2706}"/>
              </a:ext>
            </a:extLst>
          </p:cNvPr>
          <p:cNvSpPr>
            <a:spLocks xmlns:a="http://schemas.openxmlformats.org/drawingml/2006/main" noGrp="1"/>
          </p:cNvSpPr>
          <p:nvPr/>
        </p:nvSpPr>
        <p:spPr>
          <a:xfrm xmlns:a="http://schemas.openxmlformats.org/drawingml/2006/main" rot="0">
            <a:off x="6200775" y="2381250"/>
            <a:ext cx="2586038"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A4562763-2293-48BE-A46A-3E5A23905B7D}"/>
              </a:ext>
            </a:extLst>
          </p:cNvPr>
          <p:cNvSpPr>
            <a:spLocks xmlns:a="http://schemas.openxmlformats.org/drawingml/2006/main" noGrp="1"/>
          </p:cNvSpPr>
          <p:nvPr/>
        </p:nvSpPr>
        <p:spPr>
          <a:xfrm xmlns:a="http://schemas.openxmlformats.org/drawingml/2006/main">
            <a:off x="6334125"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비교</a:t>
            </a:r>
          </a:p>
        </p:txBody>
      </p:sp>
      <p:sp>
        <p:nvSpPr>
          <p:cNvPr id="17" name="">
            <a:extLst xmlns:a="http://schemas.openxmlformats.org/drawingml/2006/main">
              <a:ext uri="{FF2B5EF4-FFF2-40B4-BE49-F238E27FC236}">
                <a16:creationId xmlns:a16="http://schemas.microsoft.com/office/drawing/2014/main" id="{C6459AA6-6213-4760-966C-0F792A769924}"/>
              </a:ext>
            </a:extLst>
          </p:cNvPr>
          <p:cNvSpPr>
            <a:spLocks xmlns:a="http://schemas.openxmlformats.org/drawingml/2006/main" noGrp="1"/>
          </p:cNvSpPr>
          <p:nvPr/>
        </p:nvSpPr>
        <p:spPr>
          <a:xfrm xmlns:a="http://schemas.openxmlformats.org/drawingml/2006/main">
            <a:off x="6334125"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같은 평가축</a:t>
            </a:r>
          </a:p>
        </p:txBody>
      </p:sp>
      <p:sp>
        <p:nvSpPr>
          <p:cNvPr id="18" name="">
            <a:extLst xmlns:a="http://schemas.openxmlformats.org/drawingml/2006/main">
              <a:ext uri="{FF2B5EF4-FFF2-40B4-BE49-F238E27FC236}">
                <a16:creationId xmlns:a16="http://schemas.microsoft.com/office/drawing/2014/main" id="{C8A82574-CA54-479B-8C6C-55D6F8EA64F8}"/>
              </a:ext>
            </a:extLst>
          </p:cNvPr>
          <p:cNvSpPr>
            <a:spLocks xmlns:a="http://schemas.openxmlformats.org/drawingml/2006/main" noGrp="1"/>
          </p:cNvSpPr>
          <p:nvPr/>
        </p:nvSpPr>
        <p:spPr>
          <a:xfrm xmlns:a="http://schemas.openxmlformats.org/drawingml/2006/main">
            <a:off x="8786813"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27883B1C-AC28-478D-A396-0C5F7F63E808}"/>
              </a:ext>
            </a:extLst>
          </p:cNvPr>
          <p:cNvSpPr>
            <a:spLocks xmlns:a="http://schemas.openxmlformats.org/drawingml/2006/main" noGrp="1"/>
          </p:cNvSpPr>
          <p:nvPr/>
        </p:nvSpPr>
        <p:spPr>
          <a:xfrm xmlns:a="http://schemas.openxmlformats.org/drawingml/2006/main" rot="0">
            <a:off x="8996363" y="2381250"/>
            <a:ext cx="2586038"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D8C3E8A8-7730-43E5-BE01-5D5D6ED1910C}"/>
              </a:ext>
            </a:extLst>
          </p:cNvPr>
          <p:cNvSpPr>
            <a:spLocks xmlns:a="http://schemas.openxmlformats.org/drawingml/2006/main" noGrp="1"/>
          </p:cNvSpPr>
          <p:nvPr/>
        </p:nvSpPr>
        <p:spPr>
          <a:xfrm xmlns:a="http://schemas.openxmlformats.org/drawingml/2006/main">
            <a:off x="9129713"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개선</a:t>
            </a:r>
          </a:p>
        </p:txBody>
      </p:sp>
      <p:sp>
        <p:nvSpPr>
          <p:cNvPr id="21" name="">
            <a:extLst xmlns:a="http://schemas.openxmlformats.org/drawingml/2006/main">
              <a:ext uri="{FF2B5EF4-FFF2-40B4-BE49-F238E27FC236}">
                <a16:creationId xmlns:a16="http://schemas.microsoft.com/office/drawing/2014/main" id="{6B533FAB-5A57-4AA3-8A91-8326CD8F1352}"/>
              </a:ext>
            </a:extLst>
          </p:cNvPr>
          <p:cNvSpPr>
            <a:spLocks xmlns:a="http://schemas.openxmlformats.org/drawingml/2006/main" noGrp="1"/>
          </p:cNvSpPr>
          <p:nvPr/>
        </p:nvSpPr>
        <p:spPr>
          <a:xfrm xmlns:a="http://schemas.openxmlformats.org/drawingml/2006/main">
            <a:off x="9129713"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다음 버전</a:t>
            </a:r>
          </a:p>
        </p:txBody>
      </p:sp>
      <p:sp>
        <p:nvSpPr>
          <p:cNvPr id="22" name="">
            <a:extLst xmlns:a="http://schemas.openxmlformats.org/drawingml/2006/main">
              <a:ext uri="{FF2B5EF4-FFF2-40B4-BE49-F238E27FC236}">
                <a16:creationId xmlns:a16="http://schemas.microsoft.com/office/drawing/2014/main" id="{35AF92BD-1596-4539-9E9D-EE0207D7DB26}"/>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한 번의 생성 결과 → 팀이 다시 확인할 수 있는 실험 단위</a:t>
            </a:r>
          </a:p>
        </p:txBody>
      </p:sp>
    </p:spTree>
    <p:extLst>
      <p:ext uri="{BB962C8B-B14F-4D97-AF65-F5344CB8AC3E}">
        <p14:creationId xmlns:p14="http://schemas.microsoft.com/office/powerpoint/2010/main" val="1839382891"/>
      </p:ext>
    </p:extLst>
  </p:cSld>
</p:sld>
</file>

<file path=ppt/slides/slide1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FD71056-7921-47A6-91BC-B6D0A369730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CASE</a:t>
            </a:r>
          </a:p>
        </p:txBody>
      </p:sp>
      <p:sp>
        <p:nvSpPr>
          <p:cNvPr id="2" name="">
            <a:extLst xmlns:a="http://schemas.openxmlformats.org/drawingml/2006/main">
              <a:ext uri="{FF2B5EF4-FFF2-40B4-BE49-F238E27FC236}">
                <a16:creationId xmlns:a16="http://schemas.microsoft.com/office/drawing/2014/main" id="{5F649075-040F-4B78-BCF5-ED6491DBB9A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16</a:t>
            </a:r>
          </a:p>
        </p:txBody>
      </p:sp>
      <p:sp>
        <p:nvSpPr>
          <p:cNvPr id="3" name="">
            <a:extLst xmlns:a="http://schemas.openxmlformats.org/drawingml/2006/main">
              <a:ext uri="{FF2B5EF4-FFF2-40B4-BE49-F238E27FC236}">
                <a16:creationId xmlns:a16="http://schemas.microsoft.com/office/drawing/2014/main" id="{69010022-2A42-4CB5-9057-E1B4C876015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251F1BA2-CC44-4F0E-93A5-52EADED0BD3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F158A35D-7D41-4F98-A41F-3ADC54321C0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8BB927C-B2A8-4395-BA40-88957B86CF33}"/>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기준 사례: 고객 피드백 도우미</a:t>
            </a:r>
          </a:p>
        </p:txBody>
      </p:sp>
      <p:sp>
        <p:nvSpPr>
          <p:cNvPr id="7" name="">
            <a:extLst xmlns:a="http://schemas.openxmlformats.org/drawingml/2006/main">
              <a:ext uri="{FF2B5EF4-FFF2-40B4-BE49-F238E27FC236}">
                <a16:creationId xmlns:a16="http://schemas.microsoft.com/office/drawing/2014/main" id="{8ACAF7F5-BFFF-46D6-BA75-E4322E1BB398}"/>
              </a:ext>
            </a:extLst>
          </p:cNvPr>
          <p:cNvSpPr>
            <a:spLocks xmlns:a="http://schemas.openxmlformats.org/drawingml/2006/main" noGrp="1"/>
          </p:cNvSpPr>
          <p:nvPr/>
        </p:nvSpPr>
        <p:spPr>
          <a:xfrm xmlns:a="http://schemas.openxmlformats.org/drawingml/2006/main" rot="0">
            <a:off x="609600" y="1714500"/>
            <a:ext cx="3619500" cy="38100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D7798C19-0DA1-4FB2-80B2-0965E1D8EA96}"/>
              </a:ext>
            </a:extLst>
          </p:cNvPr>
          <p:cNvSpPr>
            <a:spLocks xmlns:a="http://schemas.openxmlformats.org/drawingml/2006/main" noGrp="1"/>
          </p:cNvSpPr>
          <p:nvPr/>
        </p:nvSpPr>
        <p:spPr>
          <a:xfrm xmlns:a="http://schemas.openxmlformats.org/drawingml/2006/main">
            <a:off x="838200" y="196215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INPUT</a:t>
            </a:r>
          </a:p>
        </p:txBody>
      </p:sp>
      <p:sp>
        <p:nvSpPr>
          <p:cNvPr id="9" name="">
            <a:extLst xmlns:a="http://schemas.openxmlformats.org/drawingml/2006/main">
              <a:ext uri="{FF2B5EF4-FFF2-40B4-BE49-F238E27FC236}">
                <a16:creationId xmlns:a16="http://schemas.microsoft.com/office/drawing/2014/main" id="{FD5E2B48-B91A-4168-B93D-146606A30709}"/>
              </a:ext>
            </a:extLst>
          </p:cNvPr>
          <p:cNvSpPr>
            <a:spLocks xmlns:a="http://schemas.openxmlformats.org/drawingml/2006/main" noGrp="1"/>
          </p:cNvSpPr>
          <p:nvPr/>
        </p:nvSpPr>
        <p:spPr>
          <a:xfrm xmlns:a="http://schemas.openxmlformats.org/drawingml/2006/main">
            <a:off x="838200" y="23812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“결제는 빨랐지만 교환 절차를 찾기 어려웠어요. 다음 주문 전에는 개선되면 좋겠어요.”</a:t>
            </a:r>
          </a:p>
        </p:txBody>
      </p:sp>
      <p:sp>
        <p:nvSpPr>
          <p:cNvPr id="10" name="">
            <a:extLst xmlns:a="http://schemas.openxmlformats.org/drawingml/2006/main">
              <a:ext uri="{FF2B5EF4-FFF2-40B4-BE49-F238E27FC236}">
                <a16:creationId xmlns:a16="http://schemas.microsoft.com/office/drawing/2014/main" id="{7690C93A-5AFE-4B69-B701-65C0D783C0B9}"/>
              </a:ext>
            </a:extLst>
          </p:cNvPr>
          <p:cNvSpPr>
            <a:spLocks xmlns:a="http://schemas.openxmlformats.org/drawingml/2006/main" noGrp="1"/>
          </p:cNvSpPr>
          <p:nvPr/>
        </p:nvSpPr>
        <p:spPr>
          <a:xfrm xmlns:a="http://schemas.openxmlformats.org/drawingml/2006/main">
            <a:off x="4591050" y="196215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OUTPUT FIELDS</a:t>
            </a:r>
          </a:p>
        </p:txBody>
      </p:sp>
      <p:sp>
        <p:nvSpPr>
          <p:cNvPr id="11" name="">
            <a:extLst xmlns:a="http://schemas.openxmlformats.org/drawingml/2006/main">
              <a:ext uri="{FF2B5EF4-FFF2-40B4-BE49-F238E27FC236}">
                <a16:creationId xmlns:a16="http://schemas.microsoft.com/office/drawing/2014/main" id="{E1EFB3D1-4680-422B-9D9F-C63257D48001}"/>
              </a:ext>
            </a:extLst>
          </p:cNvPr>
          <p:cNvSpPr>
            <a:spLocks xmlns:a="http://schemas.openxmlformats.org/drawingml/2006/main" noGrp="1"/>
          </p:cNvSpPr>
          <p:nvPr/>
        </p:nvSpPr>
        <p:spPr>
          <a:xfrm xmlns:a="http://schemas.openxmlformats.org/drawingml/2006/main">
            <a:off x="4591050" y="2362200"/>
            <a:ext cx="438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01</a:t>
            </a:r>
          </a:p>
        </p:txBody>
      </p:sp>
      <p:sp>
        <p:nvSpPr>
          <p:cNvPr id="12" name="">
            <a:extLst xmlns:a="http://schemas.openxmlformats.org/drawingml/2006/main">
              <a:ext uri="{FF2B5EF4-FFF2-40B4-BE49-F238E27FC236}">
                <a16:creationId xmlns:a16="http://schemas.microsoft.com/office/drawing/2014/main" id="{3E1BD4C6-0E0E-42C8-B832-7D3AEB045E8D}"/>
              </a:ext>
            </a:extLst>
          </p:cNvPr>
          <p:cNvSpPr>
            <a:spLocks xmlns:a="http://schemas.openxmlformats.org/drawingml/2006/main" noGrp="1"/>
          </p:cNvSpPr>
          <p:nvPr/>
        </p:nvSpPr>
        <p:spPr>
          <a:xfrm xmlns:a="http://schemas.openxmlformats.org/drawingml/2006/main">
            <a:off x="5181600" y="2362200"/>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고객 의견 요약</a:t>
            </a:r>
          </a:p>
        </p:txBody>
      </p:sp>
      <p:sp>
        <p:nvSpPr>
          <p:cNvPr id="13" name="">
            <a:extLst xmlns:a="http://schemas.openxmlformats.org/drawingml/2006/main">
              <a:ext uri="{FF2B5EF4-FFF2-40B4-BE49-F238E27FC236}">
                <a16:creationId xmlns:a16="http://schemas.microsoft.com/office/drawing/2014/main" id="{F920734A-78E3-4513-B390-C92E4A7E82C1}"/>
              </a:ext>
            </a:extLst>
          </p:cNvPr>
          <p:cNvSpPr>
            <a:spLocks xmlns:a="http://schemas.openxmlformats.org/drawingml/2006/main" noGrp="1"/>
          </p:cNvSpPr>
          <p:nvPr/>
        </p:nvSpPr>
        <p:spPr>
          <a:xfrm xmlns:a="http://schemas.openxmlformats.org/drawingml/2006/main" flipH="0" flipV="0">
            <a:off x="5181600" y="3048000"/>
            <a:ext cx="2857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2B0B0B57-0952-4E2A-81F4-B3FA62CD292C}"/>
              </a:ext>
            </a:extLst>
          </p:cNvPr>
          <p:cNvSpPr>
            <a:spLocks xmlns:a="http://schemas.openxmlformats.org/drawingml/2006/main" noGrp="1"/>
          </p:cNvSpPr>
          <p:nvPr/>
        </p:nvSpPr>
        <p:spPr>
          <a:xfrm xmlns:a="http://schemas.openxmlformats.org/drawingml/2006/main">
            <a:off x="4591050" y="3162300"/>
            <a:ext cx="438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02</a:t>
            </a:r>
          </a:p>
        </p:txBody>
      </p:sp>
      <p:sp>
        <p:nvSpPr>
          <p:cNvPr id="15" name="">
            <a:extLst xmlns:a="http://schemas.openxmlformats.org/drawingml/2006/main">
              <a:ext uri="{FF2B5EF4-FFF2-40B4-BE49-F238E27FC236}">
                <a16:creationId xmlns:a16="http://schemas.microsoft.com/office/drawing/2014/main" id="{C0548B62-41AB-4878-BB94-AFF552DC28AB}"/>
              </a:ext>
            </a:extLst>
          </p:cNvPr>
          <p:cNvSpPr>
            <a:spLocks xmlns:a="http://schemas.openxmlformats.org/drawingml/2006/main" noGrp="1"/>
          </p:cNvSpPr>
          <p:nvPr/>
        </p:nvSpPr>
        <p:spPr>
          <a:xfrm xmlns:a="http://schemas.openxmlformats.org/drawingml/2006/main">
            <a:off x="5181600" y="31623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불편 사항·발생 구간</a:t>
            </a:r>
          </a:p>
          <a:p xmlns:a="http://schemas.openxmlformats.org/drawingml/2006/main">
            <a:pPr algn="l">
              <a:lnSpc>
                <a:spcPct val="112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후속 조치</a:t>
            </a:r>
          </a:p>
        </p:txBody>
      </p:sp>
      <p:sp>
        <p:nvSpPr>
          <p:cNvPr id="16" name="">
            <a:extLst xmlns:a="http://schemas.openxmlformats.org/drawingml/2006/main">
              <a:ext uri="{FF2B5EF4-FFF2-40B4-BE49-F238E27FC236}">
                <a16:creationId xmlns:a16="http://schemas.microsoft.com/office/drawing/2014/main" id="{BDBB7CBE-F646-44B4-B696-23E2F11388EB}"/>
              </a:ext>
            </a:extLst>
          </p:cNvPr>
          <p:cNvSpPr>
            <a:spLocks xmlns:a="http://schemas.openxmlformats.org/drawingml/2006/main" noGrp="1"/>
          </p:cNvSpPr>
          <p:nvPr/>
        </p:nvSpPr>
        <p:spPr>
          <a:xfrm xmlns:a="http://schemas.openxmlformats.org/drawingml/2006/main" flipH="0" flipV="0">
            <a:off x="5181600" y="4000500"/>
            <a:ext cx="2857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BAFF700D-522D-48AD-9270-D3BD2F2785B9}"/>
              </a:ext>
            </a:extLst>
          </p:cNvPr>
          <p:cNvSpPr>
            <a:spLocks xmlns:a="http://schemas.openxmlformats.org/drawingml/2006/main" noGrp="1"/>
          </p:cNvSpPr>
          <p:nvPr/>
        </p:nvSpPr>
        <p:spPr>
          <a:xfrm xmlns:a="http://schemas.openxmlformats.org/drawingml/2006/main">
            <a:off x="4591050" y="4171950"/>
            <a:ext cx="438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5C6BBD05-65EA-4AD9-AC7E-9618B2946B90}"/>
              </a:ext>
            </a:extLst>
          </p:cNvPr>
          <p:cNvSpPr>
            <a:spLocks xmlns:a="http://schemas.openxmlformats.org/drawingml/2006/main" noGrp="1"/>
          </p:cNvSpPr>
          <p:nvPr/>
        </p:nvSpPr>
        <p:spPr>
          <a:xfrm xmlns:a="http://schemas.openxmlformats.org/drawingml/2006/main">
            <a:off x="5181600" y="4171950"/>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상담 답변 초안</a:t>
            </a:r>
          </a:p>
        </p:txBody>
      </p:sp>
      <p:sp>
        <p:nvSpPr>
          <p:cNvPr id="19" name="">
            <a:extLst xmlns:a="http://schemas.openxmlformats.org/drawingml/2006/main">
              <a:ext uri="{FF2B5EF4-FFF2-40B4-BE49-F238E27FC236}">
                <a16:creationId xmlns:a16="http://schemas.microsoft.com/office/drawing/2014/main" id="{F772112B-C286-4F21-825B-288297CD65C1}"/>
              </a:ext>
            </a:extLst>
          </p:cNvPr>
          <p:cNvSpPr>
            <a:spLocks xmlns:a="http://schemas.openxmlformats.org/drawingml/2006/main" noGrp="1"/>
          </p:cNvSpPr>
          <p:nvPr/>
        </p:nvSpPr>
        <p:spPr>
          <a:xfrm xmlns:a="http://schemas.openxmlformats.org/drawingml/2006/main" flipH="0" flipV="0">
            <a:off x="5181600" y="4857750"/>
            <a:ext cx="2857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A03E532-D196-4374-A01A-F52880551690}"/>
              </a:ext>
            </a:extLst>
          </p:cNvPr>
          <p:cNvSpPr>
            <a:spLocks xmlns:a="http://schemas.openxmlformats.org/drawingml/2006/main" noGrp="1"/>
          </p:cNvSpPr>
          <p:nvPr/>
        </p:nvSpPr>
        <p:spPr>
          <a:xfrm xmlns:a="http://schemas.openxmlformats.org/drawingml/2006/main" rot="0">
            <a:off x="8477250" y="1714500"/>
            <a:ext cx="3105150" cy="38100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1" name="">
            <a:extLst xmlns:a="http://schemas.openxmlformats.org/drawingml/2006/main">
              <a:ext uri="{FF2B5EF4-FFF2-40B4-BE49-F238E27FC236}">
                <a16:creationId xmlns:a16="http://schemas.microsoft.com/office/drawing/2014/main" id="{D9A6B56E-7F54-4991-96DA-1F1CFCCBE5F6}"/>
              </a:ext>
            </a:extLst>
          </p:cNvPr>
          <p:cNvSpPr>
            <a:spLocks xmlns:a="http://schemas.openxmlformats.org/drawingml/2006/main" noGrp="1"/>
          </p:cNvSpPr>
          <p:nvPr/>
        </p:nvSpPr>
        <p:spPr>
          <a:xfrm xmlns:a="http://schemas.openxmlformats.org/drawingml/2006/main">
            <a:off x="8705850" y="19621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TRACE METADATA</a:t>
            </a:r>
          </a:p>
        </p:txBody>
      </p:sp>
      <p:sp>
        <p:nvSpPr>
          <p:cNvPr id="22" name="">
            <a:extLst xmlns:a="http://schemas.openxmlformats.org/drawingml/2006/main">
              <a:ext uri="{FF2B5EF4-FFF2-40B4-BE49-F238E27FC236}">
                <a16:creationId xmlns:a16="http://schemas.microsoft.com/office/drawing/2014/main" id="{038152A6-B38F-4060-8209-92D308FDA62E}"/>
              </a:ext>
            </a:extLst>
          </p:cNvPr>
          <p:cNvSpPr>
            <a:spLocks xmlns:a="http://schemas.openxmlformats.org/drawingml/2006/main" noGrp="1"/>
          </p:cNvSpPr>
          <p:nvPr/>
        </p:nvSpPr>
        <p:spPr>
          <a:xfrm xmlns:a="http://schemas.openxmlformats.org/drawingml/2006/main">
            <a:off x="8705850" y="2438400"/>
            <a:ext cx="26479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trace_id</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prompt_version</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provider / model</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status / latency</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token_estimate</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content_fingerprint</a:t>
            </a:r>
          </a:p>
        </p:txBody>
      </p:sp>
    </p:spTree>
    <p:extLst>
      <p:ext uri="{BB962C8B-B14F-4D97-AF65-F5344CB8AC3E}">
        <p14:creationId xmlns:p14="http://schemas.microsoft.com/office/powerpoint/2010/main" val="2147346056"/>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2CC6D53-BE86-4F26-AB86-EEA4E698ED1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CASE</a:t>
            </a:r>
          </a:p>
        </p:txBody>
      </p:sp>
      <p:sp>
        <p:nvSpPr>
          <p:cNvPr id="2" name="">
            <a:extLst xmlns:a="http://schemas.openxmlformats.org/drawingml/2006/main">
              <a:ext uri="{FF2B5EF4-FFF2-40B4-BE49-F238E27FC236}">
                <a16:creationId xmlns:a16="http://schemas.microsoft.com/office/drawing/2014/main" id="{C593FAC7-3459-46FA-8EAE-1D10B22B7C6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17</a:t>
            </a:r>
          </a:p>
        </p:txBody>
      </p:sp>
      <p:sp>
        <p:nvSpPr>
          <p:cNvPr id="3" name="">
            <a:extLst xmlns:a="http://schemas.openxmlformats.org/drawingml/2006/main">
              <a:ext uri="{FF2B5EF4-FFF2-40B4-BE49-F238E27FC236}">
                <a16:creationId xmlns:a16="http://schemas.microsoft.com/office/drawing/2014/main" id="{4E862A15-AC05-41DD-AB6C-23FBC60553B6}"/>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24ABFD64-F9E0-45AE-ADC8-D211E939378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940C964-900A-47F2-92DF-EA6F7C84B4A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6FFFC4A9-6DCF-4E6E-8B2B-BC63E61DFE6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모델 호출과 운영 구성요소</a:t>
            </a:r>
          </a:p>
        </p:txBody>
      </p:sp>
      <p:sp>
        <p:nvSpPr>
          <p:cNvPr id="7" name="">
            <a:extLst xmlns:a="http://schemas.openxmlformats.org/drawingml/2006/main">
              <a:ext uri="{FF2B5EF4-FFF2-40B4-BE49-F238E27FC236}">
                <a16:creationId xmlns:a16="http://schemas.microsoft.com/office/drawing/2014/main" id="{78B87321-960D-4854-B812-8685C235F4EC}"/>
              </a:ext>
            </a:extLst>
          </p:cNvPr>
          <p:cNvSpPr>
            <a:spLocks xmlns:a="http://schemas.openxmlformats.org/drawingml/2006/main" noGrp="1"/>
          </p:cNvSpPr>
          <p:nvPr/>
        </p:nvSpPr>
        <p:spPr>
          <a:xfrm xmlns:a="http://schemas.openxmlformats.org/drawingml/2006/main">
            <a:off x="609600" y="1676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VISIBLE</a:t>
            </a:r>
          </a:p>
        </p:txBody>
      </p:sp>
      <p:sp>
        <p:nvSpPr>
          <p:cNvPr id="8" name="">
            <a:extLst xmlns:a="http://schemas.openxmlformats.org/drawingml/2006/main">
              <a:ext uri="{FF2B5EF4-FFF2-40B4-BE49-F238E27FC236}">
                <a16:creationId xmlns:a16="http://schemas.microsoft.com/office/drawing/2014/main" id="{6A41D72B-385A-46EF-A798-79692D67C9E7}"/>
              </a:ext>
            </a:extLst>
          </p:cNvPr>
          <p:cNvSpPr>
            <a:spLocks xmlns:a="http://schemas.openxmlformats.org/drawingml/2006/main" noGrp="1"/>
          </p:cNvSpPr>
          <p:nvPr/>
        </p:nvSpPr>
        <p:spPr>
          <a:xfrm xmlns:a="http://schemas.openxmlformats.org/drawingml/2006/main">
            <a:off x="609600" y="2076450"/>
            <a:ext cx="857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550" b="1">
                <a:solidFill>
                  <a:srgbClr val="FFFFFF"/>
                </a:solidFill>
                <a:latin typeface="Menlo"/>
                <a:ea typeface="Menlo"/>
                <a:cs typeface="Menlo"/>
              </a:defRPr>
            </a:pPr>
            <a:r>
              <a:rPr sz="2550" b="1">
                <a:solidFill>
                  <a:srgbClr val="FFFFFF"/>
                </a:solidFill>
                <a:latin typeface="Menlo"/>
                <a:ea typeface="Menlo"/>
                <a:cs typeface="Menlo"/>
              </a:rPr>
              <a:t>프롬프트 → 모델 → 응답</a:t>
            </a:r>
          </a:p>
        </p:txBody>
      </p:sp>
      <p:sp>
        <p:nvSpPr>
          <p:cNvPr id="9" name="">
            <a:extLst xmlns:a="http://schemas.openxmlformats.org/drawingml/2006/main">
              <a:ext uri="{FF2B5EF4-FFF2-40B4-BE49-F238E27FC236}">
                <a16:creationId xmlns:a16="http://schemas.microsoft.com/office/drawing/2014/main" id="{6F0D56EE-1130-4B27-A1B7-310FAE442C6F}"/>
              </a:ext>
            </a:extLst>
          </p:cNvPr>
          <p:cNvSpPr>
            <a:spLocks xmlns:a="http://schemas.openxmlformats.org/drawingml/2006/main" noGrp="1"/>
          </p:cNvSpPr>
          <p:nvPr/>
        </p:nvSpPr>
        <p:spPr>
          <a:xfrm xmlns:a="http://schemas.openxmlformats.org/drawingml/2006/main" flipH="0" flipV="0">
            <a:off x="609600" y="2990850"/>
            <a:ext cx="10972800" cy="0"/>
          </a:xfrm>
          <a:prstGeom xmlns:a="http://schemas.openxmlformats.org/drawingml/2006/main" prst="line">
            <a:avLst/>
          </a:prstGeom>
          <a:noFill xmlns:a="http://schemas.openxmlformats.org/drawingml/2006/main"/>
          <a:ln xmlns:a="http://schemas.openxmlformats.org/drawingml/2006/main" w="47625">
            <a:solidFill>
              <a:srgbClr val="2563EB"/>
            </a:solidFill>
            <a:prstDash val="solid"/>
          </a:ln>
        </p:spPr>
      </p:sp>
      <p:sp>
        <p:nvSpPr>
          <p:cNvPr id="10" name="">
            <a:extLst xmlns:a="http://schemas.openxmlformats.org/drawingml/2006/main">
              <a:ext uri="{FF2B5EF4-FFF2-40B4-BE49-F238E27FC236}">
                <a16:creationId xmlns:a16="http://schemas.microsoft.com/office/drawing/2014/main" id="{1A072B5B-332C-4B95-92B2-3C8B14734355}"/>
              </a:ext>
            </a:extLst>
          </p:cNvPr>
          <p:cNvSpPr>
            <a:spLocks xmlns:a="http://schemas.openxmlformats.org/drawingml/2006/main" noGrp="1"/>
          </p:cNvSpPr>
          <p:nvPr/>
        </p:nvSpPr>
        <p:spPr>
          <a:xfrm xmlns:a="http://schemas.openxmlformats.org/drawingml/2006/main">
            <a:off x="609600" y="327660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OPERATING SYSTEM</a:t>
            </a:r>
          </a:p>
        </p:txBody>
      </p:sp>
      <p:sp>
        <p:nvSpPr>
          <p:cNvPr id="11" name="">
            <a:extLst xmlns:a="http://schemas.openxmlformats.org/drawingml/2006/main">
              <a:ext uri="{FF2B5EF4-FFF2-40B4-BE49-F238E27FC236}">
                <a16:creationId xmlns:a16="http://schemas.microsoft.com/office/drawing/2014/main" id="{EEAFD740-A225-4626-9CE8-F77F27B9CB4F}"/>
              </a:ext>
            </a:extLst>
          </p:cNvPr>
          <p:cNvSpPr>
            <a:spLocks xmlns:a="http://schemas.openxmlformats.org/drawingml/2006/main" noGrp="1"/>
          </p:cNvSpPr>
          <p:nvPr/>
        </p:nvSpPr>
        <p:spPr>
          <a:xfrm xmlns:a="http://schemas.openxmlformats.org/drawingml/2006/main">
            <a:off x="6096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평가 데이터</a:t>
            </a:r>
          </a:p>
        </p:txBody>
      </p:sp>
      <p:sp>
        <p:nvSpPr>
          <p:cNvPr id="12" name="">
            <a:extLst xmlns:a="http://schemas.openxmlformats.org/drawingml/2006/main">
              <a:ext uri="{FF2B5EF4-FFF2-40B4-BE49-F238E27FC236}">
                <a16:creationId xmlns:a16="http://schemas.microsoft.com/office/drawing/2014/main" id="{3714935F-3E33-495A-98E0-740A39B0E4C5}"/>
              </a:ext>
            </a:extLst>
          </p:cNvPr>
          <p:cNvSpPr>
            <a:spLocks xmlns:a="http://schemas.openxmlformats.org/drawingml/2006/main" noGrp="1"/>
          </p:cNvSpPr>
          <p:nvPr/>
        </p:nvSpPr>
        <p:spPr>
          <a:xfrm xmlns:a="http://schemas.openxmlformats.org/drawingml/2006/main">
            <a:off x="33528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버전</a:t>
            </a:r>
          </a:p>
        </p:txBody>
      </p:sp>
      <p:sp>
        <p:nvSpPr>
          <p:cNvPr id="13" name="">
            <a:extLst xmlns:a="http://schemas.openxmlformats.org/drawingml/2006/main">
              <a:ext uri="{FF2B5EF4-FFF2-40B4-BE49-F238E27FC236}">
                <a16:creationId xmlns:a16="http://schemas.microsoft.com/office/drawing/2014/main" id="{0424F511-1ABB-4C38-9F54-01D96C7D17C5}"/>
              </a:ext>
            </a:extLst>
          </p:cNvPr>
          <p:cNvSpPr>
            <a:spLocks xmlns:a="http://schemas.openxmlformats.org/drawingml/2006/main" noGrp="1"/>
          </p:cNvSpPr>
          <p:nvPr/>
        </p:nvSpPr>
        <p:spPr>
          <a:xfrm xmlns:a="http://schemas.openxmlformats.org/drawingml/2006/main">
            <a:off x="60960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평가</a:t>
            </a:r>
          </a:p>
        </p:txBody>
      </p:sp>
      <p:sp>
        <p:nvSpPr>
          <p:cNvPr id="14" name="">
            <a:extLst xmlns:a="http://schemas.openxmlformats.org/drawingml/2006/main">
              <a:ext uri="{FF2B5EF4-FFF2-40B4-BE49-F238E27FC236}">
                <a16:creationId xmlns:a16="http://schemas.microsoft.com/office/drawing/2014/main" id="{ADE834ED-7718-4B1F-B057-D8B347BDFD4F}"/>
              </a:ext>
            </a:extLst>
          </p:cNvPr>
          <p:cNvSpPr>
            <a:spLocks xmlns:a="http://schemas.openxmlformats.org/drawingml/2006/main" noGrp="1"/>
          </p:cNvSpPr>
          <p:nvPr/>
        </p:nvSpPr>
        <p:spPr>
          <a:xfrm xmlns:a="http://schemas.openxmlformats.org/drawingml/2006/main">
            <a:off x="88392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시간 초과</a:t>
            </a:r>
          </a:p>
        </p:txBody>
      </p:sp>
      <p:sp>
        <p:nvSpPr>
          <p:cNvPr id="15" name="">
            <a:extLst xmlns:a="http://schemas.openxmlformats.org/drawingml/2006/main">
              <a:ext uri="{FF2B5EF4-FFF2-40B4-BE49-F238E27FC236}">
                <a16:creationId xmlns:a16="http://schemas.microsoft.com/office/drawing/2014/main" id="{0FA634BB-5006-4A35-B63E-503232325BFE}"/>
              </a:ext>
            </a:extLst>
          </p:cNvPr>
          <p:cNvSpPr>
            <a:spLocks xmlns:a="http://schemas.openxmlformats.org/drawingml/2006/main" noGrp="1"/>
          </p:cNvSpPr>
          <p:nvPr/>
        </p:nvSpPr>
        <p:spPr>
          <a:xfrm xmlns:a="http://schemas.openxmlformats.org/drawingml/2006/main">
            <a:off x="6096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대체 경로</a:t>
            </a:r>
          </a:p>
        </p:txBody>
      </p:sp>
      <p:sp>
        <p:nvSpPr>
          <p:cNvPr id="16" name="">
            <a:extLst xmlns:a="http://schemas.openxmlformats.org/drawingml/2006/main">
              <a:ext uri="{FF2B5EF4-FFF2-40B4-BE49-F238E27FC236}">
                <a16:creationId xmlns:a16="http://schemas.microsoft.com/office/drawing/2014/main" id="{0A02098E-D6DF-4E9D-BE6B-9AEAA76A41AF}"/>
              </a:ext>
            </a:extLst>
          </p:cNvPr>
          <p:cNvSpPr>
            <a:spLocks xmlns:a="http://schemas.openxmlformats.org/drawingml/2006/main" noGrp="1"/>
          </p:cNvSpPr>
          <p:nvPr/>
        </p:nvSpPr>
        <p:spPr>
          <a:xfrm xmlns:a="http://schemas.openxmlformats.org/drawingml/2006/main">
            <a:off x="33528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안전성</a:t>
            </a:r>
          </a:p>
        </p:txBody>
      </p:sp>
      <p:sp>
        <p:nvSpPr>
          <p:cNvPr id="17" name="">
            <a:extLst xmlns:a="http://schemas.openxmlformats.org/drawingml/2006/main">
              <a:ext uri="{FF2B5EF4-FFF2-40B4-BE49-F238E27FC236}">
                <a16:creationId xmlns:a16="http://schemas.microsoft.com/office/drawing/2014/main" id="{5A6F4ACB-C7D2-43CA-83B9-1CFED5E7EF68}"/>
              </a:ext>
            </a:extLst>
          </p:cNvPr>
          <p:cNvSpPr>
            <a:spLocks xmlns:a="http://schemas.openxmlformats.org/drawingml/2006/main" noGrp="1"/>
          </p:cNvSpPr>
          <p:nvPr/>
        </p:nvSpPr>
        <p:spPr>
          <a:xfrm xmlns:a="http://schemas.openxmlformats.org/drawingml/2006/main">
            <a:off x="60960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비용</a:t>
            </a:r>
          </a:p>
        </p:txBody>
      </p:sp>
      <p:sp>
        <p:nvSpPr>
          <p:cNvPr id="18" name="">
            <a:extLst xmlns:a="http://schemas.openxmlformats.org/drawingml/2006/main">
              <a:ext uri="{FF2B5EF4-FFF2-40B4-BE49-F238E27FC236}">
                <a16:creationId xmlns:a16="http://schemas.microsoft.com/office/drawing/2014/main" id="{CA220E10-EBF2-4BDF-9F88-AE7BB2B31532}"/>
              </a:ext>
            </a:extLst>
          </p:cNvPr>
          <p:cNvSpPr>
            <a:spLocks xmlns:a="http://schemas.openxmlformats.org/drawingml/2006/main" noGrp="1"/>
          </p:cNvSpPr>
          <p:nvPr/>
        </p:nvSpPr>
        <p:spPr>
          <a:xfrm xmlns:a="http://schemas.openxmlformats.org/drawingml/2006/main">
            <a:off x="88392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책임자</a:t>
            </a:r>
          </a:p>
        </p:txBody>
      </p:sp>
      <p:sp>
        <p:nvSpPr>
          <p:cNvPr id="19" name="">
            <a:extLst xmlns:a="http://schemas.openxmlformats.org/drawingml/2006/main">
              <a:ext uri="{FF2B5EF4-FFF2-40B4-BE49-F238E27FC236}">
                <a16:creationId xmlns:a16="http://schemas.microsoft.com/office/drawing/2014/main" id="{DBC6C960-9E17-4C51-913E-8A3DB3A4A85C}"/>
              </a:ext>
            </a:extLst>
          </p:cNvPr>
          <p:cNvSpPr>
            <a:spLocks xmlns:a="http://schemas.openxmlformats.org/drawingml/2006/main" noGrp="1"/>
          </p:cNvSpPr>
          <p:nvPr/>
        </p:nvSpPr>
        <p:spPr>
          <a:xfrm xmlns:a="http://schemas.openxmlformats.org/drawingml/2006/main">
            <a:off x="609600" y="560070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배포 결정에는 평가 데이터·버전·오류·비용·책임자 정보가 필요</a:t>
            </a:r>
          </a:p>
        </p:txBody>
      </p:sp>
    </p:spTree>
    <p:extLst>
      <p:ext uri="{BB962C8B-B14F-4D97-AF65-F5344CB8AC3E}">
        <p14:creationId xmlns:p14="http://schemas.microsoft.com/office/powerpoint/2010/main" val="632772285"/>
      </p:ext>
    </p:extLst>
  </p:cSld>
</p:sld>
</file>

<file path=ppt/slides/slide1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B60A62-EC31-4264-A3B8-A03861E1C3DF}"/>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01</a:t>
            </a:r>
          </a:p>
        </p:txBody>
      </p:sp>
      <p:sp>
        <p:nvSpPr>
          <p:cNvPr id="2" name="">
            <a:extLst xmlns:a="http://schemas.openxmlformats.org/drawingml/2006/main">
              <a:ext uri="{FF2B5EF4-FFF2-40B4-BE49-F238E27FC236}">
                <a16:creationId xmlns:a16="http://schemas.microsoft.com/office/drawing/2014/main" id="{28924850-1E50-441E-8B61-3F22CC3AFDD2}"/>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MODEL PERFORMANCE &amp; SERVICE RELIABILITY</a:t>
            </a:r>
          </a:p>
        </p:txBody>
      </p:sp>
      <p:sp>
        <p:nvSpPr>
          <p:cNvPr id="3" name="">
            <a:extLst xmlns:a="http://schemas.openxmlformats.org/drawingml/2006/main">
              <a:ext uri="{FF2B5EF4-FFF2-40B4-BE49-F238E27FC236}">
                <a16:creationId xmlns:a16="http://schemas.microsoft.com/office/drawing/2014/main" id="{43246EA6-7257-4A70-8795-6F562A02C644}"/>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845A5AB-31BD-4AF0-A3D2-809FEA91183E}"/>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모델 성능과 서비스 신뢰성의 간극</a:t>
            </a:r>
          </a:p>
        </p:txBody>
      </p:sp>
      <p:sp>
        <p:nvSpPr>
          <p:cNvPr id="5" name="">
            <a:extLst xmlns:a="http://schemas.openxmlformats.org/drawingml/2006/main">
              <a:ext uri="{FF2B5EF4-FFF2-40B4-BE49-F238E27FC236}">
                <a16:creationId xmlns:a16="http://schemas.microsoft.com/office/drawing/2014/main" id="{BA351B1F-9CE7-43FA-97A8-44C7F9A1B431}"/>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규칙 기반 AI · 머신러닝 · 딥러닝 · 트랜스포머 · 사전학습</a:t>
            </a:r>
          </a:p>
        </p:txBody>
      </p:sp>
      <p:sp>
        <p:nvSpPr>
          <p:cNvPr id="6" name="">
            <a:extLst xmlns:a="http://schemas.openxmlformats.org/drawingml/2006/main">
              <a:ext uri="{FF2B5EF4-FFF2-40B4-BE49-F238E27FC236}">
                <a16:creationId xmlns:a16="http://schemas.microsoft.com/office/drawing/2014/main" id="{306DF8A5-6E97-4172-BADE-ECC6C9CA6A6C}"/>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18</a:t>
            </a:r>
          </a:p>
        </p:txBody>
      </p:sp>
    </p:spTree>
    <p:extLst>
      <p:ext uri="{BB962C8B-B14F-4D97-AF65-F5344CB8AC3E}">
        <p14:creationId xmlns:p14="http://schemas.microsoft.com/office/powerpoint/2010/main" val="1688136316"/>
      </p:ext>
    </p:extLst>
  </p:cSld>
</p:sld>
</file>

<file path=ppt/slides/slide1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6A5A85A-E8B1-4324-B973-BEB6BB210DA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3C8870F4-A6AC-47FD-8467-9A98D2B039D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19</a:t>
            </a:r>
          </a:p>
        </p:txBody>
      </p:sp>
      <p:sp>
        <p:nvSpPr>
          <p:cNvPr id="3" name="">
            <a:extLst xmlns:a="http://schemas.openxmlformats.org/drawingml/2006/main">
              <a:ext uri="{FF2B5EF4-FFF2-40B4-BE49-F238E27FC236}">
                <a16:creationId xmlns:a16="http://schemas.microsoft.com/office/drawing/2014/main" id="{F686460D-7F86-4225-910D-CE3B3E016F4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A803E06-BD22-4230-B65A-08610C57C57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657EF904-6AE2-4B32-A445-295AB319B00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C8887A1-B54E-4315-9F62-7A58785F8EC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AI 기술의 발전과 운영 과제</a:t>
            </a:r>
          </a:p>
        </p:txBody>
      </p:sp>
      <p:sp>
        <p:nvSpPr>
          <p:cNvPr id="7" name="">
            <a:extLst xmlns:a="http://schemas.openxmlformats.org/drawingml/2006/main">
              <a:ext uri="{FF2B5EF4-FFF2-40B4-BE49-F238E27FC236}">
                <a16:creationId xmlns:a16="http://schemas.microsoft.com/office/drawing/2014/main" id="{363B7B99-966E-4D6C-AB45-24D53EC05D51}"/>
              </a:ext>
            </a:extLst>
          </p:cNvPr>
          <p:cNvSpPr>
            <a:spLocks xmlns:a="http://schemas.openxmlformats.org/drawingml/2006/main" noGrp="1"/>
          </p:cNvSpPr>
          <p:nvPr/>
        </p:nvSpPr>
        <p:spPr>
          <a:xfrm xmlns:a="http://schemas.openxmlformats.org/drawingml/2006/main" flipH="0" flipV="0">
            <a:off x="1562100" y="3429000"/>
            <a:ext cx="90678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A4283769-6542-453D-830A-B0EBC364E9B1}"/>
              </a:ext>
            </a:extLst>
          </p:cNvPr>
          <p:cNvSpPr>
            <a:spLocks xmlns:a="http://schemas.openxmlformats.org/drawingml/2006/main" noGrp="1"/>
          </p:cNvSpPr>
          <p:nvPr/>
        </p:nvSpPr>
        <p:spPr>
          <a:xfrm xmlns:a="http://schemas.openxmlformats.org/drawingml/2006/main" rot="0">
            <a:off x="14192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9" name="">
            <a:extLst xmlns:a="http://schemas.openxmlformats.org/drawingml/2006/main">
              <a:ext uri="{FF2B5EF4-FFF2-40B4-BE49-F238E27FC236}">
                <a16:creationId xmlns:a16="http://schemas.microsoft.com/office/drawing/2014/main" id="{0E107AA8-8643-4DC5-83F2-7CB5505B67E0}"/>
              </a:ext>
            </a:extLst>
          </p:cNvPr>
          <p:cNvSpPr>
            <a:spLocks xmlns:a="http://schemas.openxmlformats.org/drawingml/2006/main" noGrp="1"/>
          </p:cNvSpPr>
          <p:nvPr/>
        </p:nvSpPr>
        <p:spPr>
          <a:xfrm xmlns:a="http://schemas.openxmlformats.org/drawingml/2006/main">
            <a:off x="6858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규칙</a:t>
            </a:r>
          </a:p>
        </p:txBody>
      </p:sp>
      <p:sp>
        <p:nvSpPr>
          <p:cNvPr id="10" name="">
            <a:extLst xmlns:a="http://schemas.openxmlformats.org/drawingml/2006/main">
              <a:ext uri="{FF2B5EF4-FFF2-40B4-BE49-F238E27FC236}">
                <a16:creationId xmlns:a16="http://schemas.microsoft.com/office/drawing/2014/main" id="{92696AE8-D1BE-4C4C-8457-39751D61BCEA}"/>
              </a:ext>
            </a:extLst>
          </p:cNvPr>
          <p:cNvSpPr>
            <a:spLocks xmlns:a="http://schemas.openxmlformats.org/drawingml/2006/main" noGrp="1"/>
          </p:cNvSpPr>
          <p:nvPr/>
        </p:nvSpPr>
        <p:spPr>
          <a:xfrm xmlns:a="http://schemas.openxmlformats.org/drawingml/2006/main">
            <a:off x="6096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사람이 규칙을 작성</a:t>
            </a:r>
          </a:p>
        </p:txBody>
      </p:sp>
      <p:sp>
        <p:nvSpPr>
          <p:cNvPr id="11" name="">
            <a:extLst xmlns:a="http://schemas.openxmlformats.org/drawingml/2006/main">
              <a:ext uri="{FF2B5EF4-FFF2-40B4-BE49-F238E27FC236}">
                <a16:creationId xmlns:a16="http://schemas.microsoft.com/office/drawing/2014/main" id="{0A6E36EC-AE1E-4A67-93CA-6510F8FA7935}"/>
              </a:ext>
            </a:extLst>
          </p:cNvPr>
          <p:cNvSpPr>
            <a:spLocks xmlns:a="http://schemas.openxmlformats.org/drawingml/2006/main" noGrp="1"/>
          </p:cNvSpPr>
          <p:nvPr/>
        </p:nvSpPr>
        <p:spPr>
          <a:xfrm xmlns:a="http://schemas.openxmlformats.org/drawingml/2006/main" rot="0">
            <a:off x="368617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2" name="">
            <a:extLst xmlns:a="http://schemas.openxmlformats.org/drawingml/2006/main">
              <a:ext uri="{FF2B5EF4-FFF2-40B4-BE49-F238E27FC236}">
                <a16:creationId xmlns:a16="http://schemas.microsoft.com/office/drawing/2014/main" id="{303195F3-014D-4926-B38B-528B13AA2769}"/>
              </a:ext>
            </a:extLst>
          </p:cNvPr>
          <p:cNvSpPr>
            <a:spLocks xmlns:a="http://schemas.openxmlformats.org/drawingml/2006/main" noGrp="1"/>
          </p:cNvSpPr>
          <p:nvPr/>
        </p:nvSpPr>
        <p:spPr>
          <a:xfrm xmlns:a="http://schemas.openxmlformats.org/drawingml/2006/main">
            <a:off x="295275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학습</a:t>
            </a:r>
          </a:p>
        </p:txBody>
      </p:sp>
      <p:sp>
        <p:nvSpPr>
          <p:cNvPr id="13" name="">
            <a:extLst xmlns:a="http://schemas.openxmlformats.org/drawingml/2006/main">
              <a:ext uri="{FF2B5EF4-FFF2-40B4-BE49-F238E27FC236}">
                <a16:creationId xmlns:a16="http://schemas.microsoft.com/office/drawing/2014/main" id="{37FAB30C-E73C-4F27-B9BD-39002DB41FD3}"/>
              </a:ext>
            </a:extLst>
          </p:cNvPr>
          <p:cNvSpPr>
            <a:spLocks xmlns:a="http://schemas.openxmlformats.org/drawingml/2006/main" noGrp="1"/>
          </p:cNvSpPr>
          <p:nvPr/>
        </p:nvSpPr>
        <p:spPr>
          <a:xfrm xmlns:a="http://schemas.openxmlformats.org/drawingml/2006/main">
            <a:off x="287655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데이터에서 패턴 추정</a:t>
            </a:r>
          </a:p>
        </p:txBody>
      </p:sp>
      <p:sp>
        <p:nvSpPr>
          <p:cNvPr id="14" name="">
            <a:extLst xmlns:a="http://schemas.openxmlformats.org/drawingml/2006/main">
              <a:ext uri="{FF2B5EF4-FFF2-40B4-BE49-F238E27FC236}">
                <a16:creationId xmlns:a16="http://schemas.microsoft.com/office/drawing/2014/main" id="{BA8D293B-D3CC-4FC4-93F3-7E30E3DED8D4}"/>
              </a:ext>
            </a:extLst>
          </p:cNvPr>
          <p:cNvSpPr>
            <a:spLocks xmlns:a="http://schemas.openxmlformats.org/drawingml/2006/main" noGrp="1"/>
          </p:cNvSpPr>
          <p:nvPr/>
        </p:nvSpPr>
        <p:spPr>
          <a:xfrm xmlns:a="http://schemas.openxmlformats.org/drawingml/2006/main" rot="0">
            <a:off x="59531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5" name="">
            <a:extLst xmlns:a="http://schemas.openxmlformats.org/drawingml/2006/main">
              <a:ext uri="{FF2B5EF4-FFF2-40B4-BE49-F238E27FC236}">
                <a16:creationId xmlns:a16="http://schemas.microsoft.com/office/drawing/2014/main" id="{B42A0DFA-BF01-40D9-8996-EBD3CC70D1BF}"/>
              </a:ext>
            </a:extLst>
          </p:cNvPr>
          <p:cNvSpPr>
            <a:spLocks xmlns:a="http://schemas.openxmlformats.org/drawingml/2006/main" noGrp="1"/>
          </p:cNvSpPr>
          <p:nvPr/>
        </p:nvSpPr>
        <p:spPr>
          <a:xfrm xmlns:a="http://schemas.openxmlformats.org/drawingml/2006/main">
            <a:off x="52197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확장</a:t>
            </a:r>
          </a:p>
        </p:txBody>
      </p:sp>
      <p:sp>
        <p:nvSpPr>
          <p:cNvPr id="16" name="">
            <a:extLst xmlns:a="http://schemas.openxmlformats.org/drawingml/2006/main">
              <a:ext uri="{FF2B5EF4-FFF2-40B4-BE49-F238E27FC236}">
                <a16:creationId xmlns:a16="http://schemas.microsoft.com/office/drawing/2014/main" id="{D601765E-8BB8-4F01-84FD-F67A2BE4823D}"/>
              </a:ext>
            </a:extLst>
          </p:cNvPr>
          <p:cNvSpPr>
            <a:spLocks xmlns:a="http://schemas.openxmlformats.org/drawingml/2006/main" noGrp="1"/>
          </p:cNvSpPr>
          <p:nvPr/>
        </p:nvSpPr>
        <p:spPr>
          <a:xfrm xmlns:a="http://schemas.openxmlformats.org/drawingml/2006/main">
            <a:off x="51435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표현·연산 규모 확장</a:t>
            </a:r>
          </a:p>
        </p:txBody>
      </p:sp>
      <p:sp>
        <p:nvSpPr>
          <p:cNvPr id="17" name="">
            <a:extLst xmlns:a="http://schemas.openxmlformats.org/drawingml/2006/main">
              <a:ext uri="{FF2B5EF4-FFF2-40B4-BE49-F238E27FC236}">
                <a16:creationId xmlns:a16="http://schemas.microsoft.com/office/drawing/2014/main" id="{0789A9DC-ECF3-4C93-A612-964C8BCF3788}"/>
              </a:ext>
            </a:extLst>
          </p:cNvPr>
          <p:cNvSpPr>
            <a:spLocks xmlns:a="http://schemas.openxmlformats.org/drawingml/2006/main" noGrp="1"/>
          </p:cNvSpPr>
          <p:nvPr/>
        </p:nvSpPr>
        <p:spPr>
          <a:xfrm xmlns:a="http://schemas.openxmlformats.org/drawingml/2006/main" rot="0">
            <a:off x="822007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8" name="">
            <a:extLst xmlns:a="http://schemas.openxmlformats.org/drawingml/2006/main">
              <a:ext uri="{FF2B5EF4-FFF2-40B4-BE49-F238E27FC236}">
                <a16:creationId xmlns:a16="http://schemas.microsoft.com/office/drawing/2014/main" id="{35954001-F6E9-4E7E-9C9D-BEE5CB340703}"/>
              </a:ext>
            </a:extLst>
          </p:cNvPr>
          <p:cNvSpPr>
            <a:spLocks xmlns:a="http://schemas.openxmlformats.org/drawingml/2006/main" noGrp="1"/>
          </p:cNvSpPr>
          <p:nvPr/>
        </p:nvSpPr>
        <p:spPr>
          <a:xfrm xmlns:a="http://schemas.openxmlformats.org/drawingml/2006/main">
            <a:off x="748665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생성</a:t>
            </a:r>
          </a:p>
        </p:txBody>
      </p:sp>
      <p:sp>
        <p:nvSpPr>
          <p:cNvPr id="19" name="">
            <a:extLst xmlns:a="http://schemas.openxmlformats.org/drawingml/2006/main">
              <a:ext uri="{FF2B5EF4-FFF2-40B4-BE49-F238E27FC236}">
                <a16:creationId xmlns:a16="http://schemas.microsoft.com/office/drawing/2014/main" id="{154A8F49-C333-4536-BEA8-A183DDFFA424}"/>
              </a:ext>
            </a:extLst>
          </p:cNvPr>
          <p:cNvSpPr>
            <a:spLocks xmlns:a="http://schemas.openxmlformats.org/drawingml/2006/main" noGrp="1"/>
          </p:cNvSpPr>
          <p:nvPr/>
        </p:nvSpPr>
        <p:spPr>
          <a:xfrm xmlns:a="http://schemas.openxmlformats.org/drawingml/2006/main">
            <a:off x="741045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범용 자연어 생성</a:t>
            </a:r>
          </a:p>
        </p:txBody>
      </p:sp>
      <p:sp>
        <p:nvSpPr>
          <p:cNvPr id="20" name="">
            <a:extLst xmlns:a="http://schemas.openxmlformats.org/drawingml/2006/main">
              <a:ext uri="{FF2B5EF4-FFF2-40B4-BE49-F238E27FC236}">
                <a16:creationId xmlns:a16="http://schemas.microsoft.com/office/drawing/2014/main" id="{7D64BFC2-EBAC-4107-8914-016A934FB5A3}"/>
              </a:ext>
            </a:extLst>
          </p:cNvPr>
          <p:cNvSpPr>
            <a:spLocks xmlns:a="http://schemas.openxmlformats.org/drawingml/2006/main" noGrp="1"/>
          </p:cNvSpPr>
          <p:nvPr/>
        </p:nvSpPr>
        <p:spPr>
          <a:xfrm xmlns:a="http://schemas.openxmlformats.org/drawingml/2006/main" rot="0">
            <a:off x="10487025" y="3286125"/>
            <a:ext cx="285750" cy="28575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1" name="">
            <a:extLst xmlns:a="http://schemas.openxmlformats.org/drawingml/2006/main">
              <a:ext uri="{FF2B5EF4-FFF2-40B4-BE49-F238E27FC236}">
                <a16:creationId xmlns:a16="http://schemas.microsoft.com/office/drawing/2014/main" id="{663019CB-0EC0-41E9-AB52-7D036A81BD62}"/>
              </a:ext>
            </a:extLst>
          </p:cNvPr>
          <p:cNvSpPr>
            <a:spLocks xmlns:a="http://schemas.openxmlformats.org/drawingml/2006/main" noGrp="1"/>
          </p:cNvSpPr>
          <p:nvPr/>
        </p:nvSpPr>
        <p:spPr>
          <a:xfrm xmlns:a="http://schemas.openxmlformats.org/drawingml/2006/main">
            <a:off x="97536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2563EB"/>
                </a:solidFill>
                <a:latin typeface="Menlo"/>
                <a:ea typeface="Menlo"/>
                <a:cs typeface="Menlo"/>
              </a:defRPr>
            </a:pPr>
            <a:r>
              <a:rPr sz="1275" b="1">
                <a:solidFill>
                  <a:srgbClr val="2563EB"/>
                </a:solidFill>
                <a:latin typeface="Menlo"/>
                <a:ea typeface="Menlo"/>
                <a:cs typeface="Menlo"/>
              </a:rPr>
              <a:t>운영</a:t>
            </a:r>
          </a:p>
        </p:txBody>
      </p:sp>
      <p:sp>
        <p:nvSpPr>
          <p:cNvPr id="22" name="">
            <a:extLst xmlns:a="http://schemas.openxmlformats.org/drawingml/2006/main">
              <a:ext uri="{FF2B5EF4-FFF2-40B4-BE49-F238E27FC236}">
                <a16:creationId xmlns:a16="http://schemas.microsoft.com/office/drawing/2014/main" id="{5AED89F6-354C-417B-9962-009612DA3D7D}"/>
              </a:ext>
            </a:extLst>
          </p:cNvPr>
          <p:cNvSpPr>
            <a:spLocks xmlns:a="http://schemas.openxmlformats.org/drawingml/2006/main" noGrp="1"/>
          </p:cNvSpPr>
          <p:nvPr/>
        </p:nvSpPr>
        <p:spPr>
          <a:xfrm xmlns:a="http://schemas.openxmlformats.org/drawingml/2006/main">
            <a:off x="96774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품질·비용·안전 통제</a:t>
            </a:r>
          </a:p>
        </p:txBody>
      </p:sp>
      <p:sp>
        <p:nvSpPr>
          <p:cNvPr id="23" name="">
            <a:extLst xmlns:a="http://schemas.openxmlformats.org/drawingml/2006/main">
              <a:ext uri="{FF2B5EF4-FFF2-40B4-BE49-F238E27FC236}">
                <a16:creationId xmlns:a16="http://schemas.microsoft.com/office/drawing/2014/main" id="{2DB96F36-A5D7-4F5D-9C23-421D611841E1}"/>
              </a:ext>
            </a:extLst>
          </p:cNvPr>
          <p:cNvSpPr>
            <a:spLocks xmlns:a="http://schemas.openxmlformats.org/drawingml/2006/main" noGrp="1"/>
          </p:cNvSpPr>
          <p:nvPr/>
        </p:nvSpPr>
        <p:spPr>
          <a:xfrm xmlns:a="http://schemas.openxmlformats.org/drawingml/2006/main">
            <a:off x="609600" y="55626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기술이 발전할수록 관리해야 할 데이터·비용·안전 항목도 증가</a:t>
            </a:r>
          </a:p>
        </p:txBody>
      </p:sp>
    </p:spTree>
    <p:extLst>
      <p:ext uri="{BB962C8B-B14F-4D97-AF65-F5344CB8AC3E}">
        <p14:creationId xmlns:p14="http://schemas.microsoft.com/office/powerpoint/2010/main" val="996493044"/>
      </p:ext>
    </p:extLst>
  </p:cSld>
</p:sld>
</file>

<file path=ppt/slides/slide2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7003BA5-F863-4893-A56A-3D3B1671473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04A36E2C-974E-4C9D-84A5-781A68C184E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20</a:t>
            </a:r>
          </a:p>
        </p:txBody>
      </p:sp>
      <p:sp>
        <p:nvSpPr>
          <p:cNvPr id="3" name="">
            <a:extLst xmlns:a="http://schemas.openxmlformats.org/drawingml/2006/main">
              <a:ext uri="{FF2B5EF4-FFF2-40B4-BE49-F238E27FC236}">
                <a16:creationId xmlns:a16="http://schemas.microsoft.com/office/drawing/2014/main" id="{E666D3D7-2712-4DD2-B8AB-625A00AE5796}"/>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3AD580BC-5568-4278-8CF4-3A5571909B2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9DA842D-FB7E-48E0-B890-0D0CD19C1B9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D7A9C997-7291-4D1C-88AE-77715FAF2D2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규칙 기반 시스템의 장점과 한계</a:t>
            </a:r>
          </a:p>
        </p:txBody>
      </p:sp>
      <p:sp>
        <p:nvSpPr>
          <p:cNvPr id="7" name="">
            <a:extLst xmlns:a="http://schemas.openxmlformats.org/drawingml/2006/main">
              <a:ext uri="{FF2B5EF4-FFF2-40B4-BE49-F238E27FC236}">
                <a16:creationId xmlns:a16="http://schemas.microsoft.com/office/drawing/2014/main" id="{35D255D1-51A3-42B4-A11B-E1B24D88CD8B}"/>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EXPLICIT RULES</a:t>
            </a:r>
          </a:p>
        </p:txBody>
      </p:sp>
      <p:sp>
        <p:nvSpPr>
          <p:cNvPr id="8" name="">
            <a:extLst xmlns:a="http://schemas.openxmlformats.org/drawingml/2006/main">
              <a:ext uri="{FF2B5EF4-FFF2-40B4-BE49-F238E27FC236}">
                <a16:creationId xmlns:a16="http://schemas.microsoft.com/office/drawing/2014/main" id="{581724CE-F000-47E1-85E9-067E13C9640B}"/>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FFFFFF"/>
                </a:solidFill>
                <a:latin typeface="AppleGothic"/>
                <a:ea typeface="AppleGothic"/>
                <a:cs typeface="AppleGothic"/>
              </a:defRPr>
            </a:pPr>
            <a:r>
              <a:rPr sz="2250" b="1">
                <a:solidFill>
                  <a:srgbClr val="FFFFFF"/>
                </a:solidFill>
                <a:latin typeface="AppleGothic"/>
                <a:ea typeface="AppleGothic"/>
                <a:cs typeface="AppleGothic"/>
              </a:rPr>
              <a:t>명확한 규칙과 높은 통제력</a:t>
            </a:r>
          </a:p>
        </p:txBody>
      </p:sp>
      <p:sp>
        <p:nvSpPr>
          <p:cNvPr id="9" name="">
            <a:extLst xmlns:a="http://schemas.openxmlformats.org/drawingml/2006/main">
              <a:ext uri="{FF2B5EF4-FFF2-40B4-BE49-F238E27FC236}">
                <a16:creationId xmlns:a16="http://schemas.microsoft.com/office/drawing/2014/main" id="{11ADB0B0-AFC3-4AD7-928A-5E76A2A70C3A}"/>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B033544F-AF48-4904-8818-1C2E2A8C2D73}"/>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동작을 직접 설명하고 통제하기 쉬움</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작은 범위와 안정된 규칙에 강점</a:t>
            </a:r>
          </a:p>
        </p:txBody>
      </p:sp>
      <p:sp>
        <p:nvSpPr>
          <p:cNvPr id="11" name="">
            <a:extLst xmlns:a="http://schemas.openxmlformats.org/drawingml/2006/main">
              <a:ext uri="{FF2B5EF4-FFF2-40B4-BE49-F238E27FC236}">
                <a16:creationId xmlns:a16="http://schemas.microsoft.com/office/drawing/2014/main" id="{446FB7B7-F4B3-4567-BE53-39E33936B760}"/>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EXCEPTION GROWTH</a:t>
            </a:r>
          </a:p>
        </p:txBody>
      </p:sp>
      <p:sp>
        <p:nvSpPr>
          <p:cNvPr id="12" name="">
            <a:extLst xmlns:a="http://schemas.openxmlformats.org/drawingml/2006/main">
              <a:ext uri="{FF2B5EF4-FFF2-40B4-BE49-F238E27FC236}">
                <a16:creationId xmlns:a16="http://schemas.microsoft.com/office/drawing/2014/main" id="{D0776B35-A62B-463E-816A-AE0ECADF6652}"/>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예외 처리 복잡도 증가</a:t>
            </a:r>
          </a:p>
        </p:txBody>
      </p:sp>
      <p:sp>
        <p:nvSpPr>
          <p:cNvPr id="13" name="">
            <a:extLst xmlns:a="http://schemas.openxmlformats.org/drawingml/2006/main">
              <a:ext uri="{FF2B5EF4-FFF2-40B4-BE49-F238E27FC236}">
                <a16:creationId xmlns:a16="http://schemas.microsoft.com/office/drawing/2014/main" id="{14670002-EDA3-4457-95DB-7343E2674E16}"/>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72A77F87-D3B0-46BE-8626-29C74427E1CC}"/>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규칙 수와 상호작용이 빠르게 증가</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모호한 언어·영상·패턴에 취약</a:t>
            </a:r>
          </a:p>
        </p:txBody>
      </p:sp>
      <p:sp>
        <p:nvSpPr>
          <p:cNvPr id="15" name="">
            <a:extLst xmlns:a="http://schemas.openxmlformats.org/drawingml/2006/main">
              <a:ext uri="{FF2B5EF4-FFF2-40B4-BE49-F238E27FC236}">
                <a16:creationId xmlns:a16="http://schemas.microsoft.com/office/drawing/2014/main" id="{BFA63CA3-F44C-40B3-9677-34EC89863D7E}"/>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647559410"/>
      </p:ext>
    </p:extLst>
  </p:cSld>
</p:sld>
</file>

<file path=ppt/slides/slide2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791A48A-7C76-42BF-A02D-958B0F4DBA4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EB62B751-3BC7-4436-98A1-3F850DAA03F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21</a:t>
            </a:r>
          </a:p>
        </p:txBody>
      </p:sp>
      <p:sp>
        <p:nvSpPr>
          <p:cNvPr id="3" name="">
            <a:extLst xmlns:a="http://schemas.openxmlformats.org/drawingml/2006/main">
              <a:ext uri="{FF2B5EF4-FFF2-40B4-BE49-F238E27FC236}">
                <a16:creationId xmlns:a16="http://schemas.microsoft.com/office/drawing/2014/main" id="{0953050A-596E-4222-A48D-62DBD370A5D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7873EB2-CB62-4A0D-BF2D-D441C6EF782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6B6B9DBE-1F4A-4147-A5CA-C5D89DA1C42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DFF80817-BAFE-45AC-9651-FACF7CFA07C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규칙 작성과 머신러닝 학습의 차이</a:t>
            </a:r>
          </a:p>
        </p:txBody>
      </p:sp>
      <p:sp>
        <p:nvSpPr>
          <p:cNvPr id="7" name="">
            <a:extLst xmlns:a="http://schemas.openxmlformats.org/drawingml/2006/main">
              <a:ext uri="{FF2B5EF4-FFF2-40B4-BE49-F238E27FC236}">
                <a16:creationId xmlns:a16="http://schemas.microsoft.com/office/drawing/2014/main" id="{CB8D4BE1-4110-42F0-83BD-1B9BC26D3C80}"/>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BEFORE</a:t>
            </a:r>
          </a:p>
        </p:txBody>
      </p:sp>
      <p:sp>
        <p:nvSpPr>
          <p:cNvPr id="8" name="">
            <a:extLst xmlns:a="http://schemas.openxmlformats.org/drawingml/2006/main">
              <a:ext uri="{FF2B5EF4-FFF2-40B4-BE49-F238E27FC236}">
                <a16:creationId xmlns:a16="http://schemas.microsoft.com/office/drawing/2014/main" id="{DD88B50A-ABA2-4ADD-A55A-5CCB94375049}"/>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사람이 규칙을 작성</a:t>
            </a:r>
          </a:p>
        </p:txBody>
      </p:sp>
      <p:sp>
        <p:nvSpPr>
          <p:cNvPr id="9" name="">
            <a:extLst xmlns:a="http://schemas.openxmlformats.org/drawingml/2006/main">
              <a:ext uri="{FF2B5EF4-FFF2-40B4-BE49-F238E27FC236}">
                <a16:creationId xmlns:a16="http://schemas.microsoft.com/office/drawing/2014/main" id="{A4CB81F8-5882-41FC-B2DC-6A855C59033D}"/>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0EA599A3-6ECA-444D-A0B4-14B5922371B2}"/>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도메인 규칙 → 코드 → 결과</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오류 수정은 규칙의 직접 변경</a:t>
            </a:r>
          </a:p>
        </p:txBody>
      </p:sp>
      <p:sp>
        <p:nvSpPr>
          <p:cNvPr id="11" name="">
            <a:extLst xmlns:a="http://schemas.openxmlformats.org/drawingml/2006/main">
              <a:ext uri="{FF2B5EF4-FFF2-40B4-BE49-F238E27FC236}">
                <a16:creationId xmlns:a16="http://schemas.microsoft.com/office/drawing/2014/main" id="{CD370346-D6F6-457C-B9E5-1917082F893C}"/>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AFTER</a:t>
            </a:r>
          </a:p>
        </p:txBody>
      </p:sp>
      <p:sp>
        <p:nvSpPr>
          <p:cNvPr id="12" name="">
            <a:extLst xmlns:a="http://schemas.openxmlformats.org/drawingml/2006/main">
              <a:ext uri="{FF2B5EF4-FFF2-40B4-BE49-F238E27FC236}">
                <a16:creationId xmlns:a16="http://schemas.microsoft.com/office/drawing/2014/main" id="{FEE49227-2E73-4276-B964-B7C3F86C4AB6}"/>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데이터에서 패턴 추정</a:t>
            </a:r>
          </a:p>
        </p:txBody>
      </p:sp>
      <p:sp>
        <p:nvSpPr>
          <p:cNvPr id="13" name="">
            <a:extLst xmlns:a="http://schemas.openxmlformats.org/drawingml/2006/main">
              <a:ext uri="{FF2B5EF4-FFF2-40B4-BE49-F238E27FC236}">
                <a16:creationId xmlns:a16="http://schemas.microsoft.com/office/drawing/2014/main" id="{284E615F-CEC2-47A9-82B2-365743BA0760}"/>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D2EAC2D8-0BF7-4D6E-9AF4-A6759956E4DD}"/>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데이터 + 목표 → 학습 → 모델</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오류를 줄이려면 데이터·학습 목표·모델 구조를 조정</a:t>
            </a:r>
          </a:p>
        </p:txBody>
      </p:sp>
      <p:sp>
        <p:nvSpPr>
          <p:cNvPr id="15" name="">
            <a:extLst xmlns:a="http://schemas.openxmlformats.org/drawingml/2006/main">
              <a:ext uri="{FF2B5EF4-FFF2-40B4-BE49-F238E27FC236}">
                <a16:creationId xmlns:a16="http://schemas.microsoft.com/office/drawing/2014/main" id="{4D9946E6-A400-40AB-BD13-D52520CED711}"/>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467962004"/>
      </p:ext>
    </p:extLst>
  </p:cSld>
</p:sld>
</file>

<file path=ppt/slides/slide2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2A21D84-D620-48CE-BEDE-54E3DE81181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191A1204-FD4E-43E7-BAC6-7EB68B87607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22</a:t>
            </a:r>
          </a:p>
        </p:txBody>
      </p:sp>
      <p:sp>
        <p:nvSpPr>
          <p:cNvPr id="3" name="">
            <a:extLst xmlns:a="http://schemas.openxmlformats.org/drawingml/2006/main">
              <a:ext uri="{FF2B5EF4-FFF2-40B4-BE49-F238E27FC236}">
                <a16:creationId xmlns:a16="http://schemas.microsoft.com/office/drawing/2014/main" id="{4033E283-C14A-449D-8D14-287C7B00104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AB0E1BE4-E7D5-4F82-8DDA-31592E25D48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11CD5FF3-47E8-42ED-A67F-050C7AB84E8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41480981-8203-47EE-8247-0D13CDA9018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딥러닝 확산의 세 가지 기반</a:t>
            </a:r>
          </a:p>
        </p:txBody>
      </p:sp>
      <p:sp>
        <p:nvSpPr>
          <p:cNvPr id="7" name="">
            <a:extLst xmlns:a="http://schemas.openxmlformats.org/drawingml/2006/main">
              <a:ext uri="{FF2B5EF4-FFF2-40B4-BE49-F238E27FC236}">
                <a16:creationId xmlns:a16="http://schemas.microsoft.com/office/drawing/2014/main" id="{DB2CDCA2-7245-4AB5-A85C-21B93C7B426F}"/>
              </a:ext>
            </a:extLst>
          </p:cNvPr>
          <p:cNvSpPr>
            <a:spLocks xmlns:a="http://schemas.openxmlformats.org/drawingml/2006/main" noGrp="1"/>
          </p:cNvSpPr>
          <p:nvPr/>
        </p:nvSpPr>
        <p:spPr>
          <a:xfrm xmlns:a="http://schemas.openxmlformats.org/drawingml/2006/main">
            <a:off x="609600" y="1809750"/>
            <a:ext cx="3479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850" b="1">
                <a:solidFill>
                  <a:srgbClr val="98A2B3"/>
                </a:solidFill>
                <a:latin typeface="Menlo"/>
                <a:ea typeface="Menlo"/>
                <a:cs typeface="Menlo"/>
              </a:defRPr>
            </a:pPr>
            <a:r>
              <a:rPr sz="2850" b="1">
                <a:solidFill>
                  <a:srgbClr val="98A2B3"/>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E14CF16E-DDE1-473A-8A7E-806230C06A2E}"/>
              </a:ext>
            </a:extLst>
          </p:cNvPr>
          <p:cNvSpPr>
            <a:spLocks xmlns:a="http://schemas.openxmlformats.org/drawingml/2006/main" noGrp="1"/>
          </p:cNvSpPr>
          <p:nvPr/>
        </p:nvSpPr>
        <p:spPr>
          <a:xfrm xmlns:a="http://schemas.openxmlformats.org/drawingml/2006/main">
            <a:off x="609600" y="2609850"/>
            <a:ext cx="3479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2025" b="1">
                <a:solidFill>
                  <a:srgbClr val="FFFFFF"/>
                </a:solidFill>
                <a:latin typeface="AppleGothic"/>
                <a:ea typeface="AppleGothic"/>
                <a:cs typeface="AppleGothic"/>
              </a:defRPr>
            </a:pPr>
            <a:r>
              <a:rPr sz="2025" b="1">
                <a:solidFill>
                  <a:srgbClr val="FFFFFF"/>
                </a:solidFill>
                <a:latin typeface="AppleGothic"/>
                <a:ea typeface="AppleGothic"/>
                <a:cs typeface="AppleGothic"/>
              </a:rPr>
              <a:t>데이터</a:t>
            </a:r>
          </a:p>
        </p:txBody>
      </p:sp>
      <p:sp>
        <p:nvSpPr>
          <p:cNvPr id="9" name="">
            <a:extLst xmlns:a="http://schemas.openxmlformats.org/drawingml/2006/main">
              <a:ext uri="{FF2B5EF4-FFF2-40B4-BE49-F238E27FC236}">
                <a16:creationId xmlns:a16="http://schemas.microsoft.com/office/drawing/2014/main" id="{A3E6AF82-A808-42EE-9214-96C8C03A04B0}"/>
              </a:ext>
            </a:extLst>
          </p:cNvPr>
          <p:cNvSpPr>
            <a:spLocks xmlns:a="http://schemas.openxmlformats.org/drawingml/2006/main" noGrp="1"/>
          </p:cNvSpPr>
          <p:nvPr/>
        </p:nvSpPr>
        <p:spPr>
          <a:xfrm xmlns:a="http://schemas.openxmlformats.org/drawingml/2006/main" flipH="0" flipV="0">
            <a:off x="609600" y="3486150"/>
            <a:ext cx="34798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10" name="">
            <a:extLst xmlns:a="http://schemas.openxmlformats.org/drawingml/2006/main">
              <a:ext uri="{FF2B5EF4-FFF2-40B4-BE49-F238E27FC236}">
                <a16:creationId xmlns:a16="http://schemas.microsoft.com/office/drawing/2014/main" id="{DC2D277E-AF97-4F23-A581-49C798804906}"/>
              </a:ext>
            </a:extLst>
          </p:cNvPr>
          <p:cNvSpPr>
            <a:spLocks xmlns:a="http://schemas.openxmlformats.org/drawingml/2006/main" noGrp="1"/>
          </p:cNvSpPr>
          <p:nvPr/>
        </p:nvSpPr>
        <p:spPr>
          <a:xfrm xmlns:a="http://schemas.openxmlformats.org/drawingml/2006/main">
            <a:off x="762000" y="3829050"/>
            <a:ext cx="317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다양한 학습 신호와 충분한 규모</a:t>
            </a:r>
          </a:p>
        </p:txBody>
      </p:sp>
      <p:sp>
        <p:nvSpPr>
          <p:cNvPr id="11" name="">
            <a:extLst xmlns:a="http://schemas.openxmlformats.org/drawingml/2006/main">
              <a:ext uri="{FF2B5EF4-FFF2-40B4-BE49-F238E27FC236}">
                <a16:creationId xmlns:a16="http://schemas.microsoft.com/office/drawing/2014/main" id="{C6B500FC-EC68-448B-A8EA-97E1524B6F24}"/>
              </a:ext>
            </a:extLst>
          </p:cNvPr>
          <p:cNvSpPr>
            <a:spLocks xmlns:a="http://schemas.openxmlformats.org/drawingml/2006/main" noGrp="1"/>
          </p:cNvSpPr>
          <p:nvPr/>
        </p:nvSpPr>
        <p:spPr>
          <a:xfrm xmlns:a="http://schemas.openxmlformats.org/drawingml/2006/main">
            <a:off x="4356100" y="1809750"/>
            <a:ext cx="3479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850" b="1">
                <a:solidFill>
                  <a:srgbClr val="98A2B3"/>
                </a:solidFill>
                <a:latin typeface="Menlo"/>
                <a:ea typeface="Menlo"/>
                <a:cs typeface="Menlo"/>
              </a:defRPr>
            </a:pPr>
            <a:r>
              <a:rPr sz="2850" b="1">
                <a:solidFill>
                  <a:srgbClr val="98A2B3"/>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DB7BC1F0-7178-45A9-8078-8B07F64CC760}"/>
              </a:ext>
            </a:extLst>
          </p:cNvPr>
          <p:cNvSpPr>
            <a:spLocks xmlns:a="http://schemas.openxmlformats.org/drawingml/2006/main" noGrp="1"/>
          </p:cNvSpPr>
          <p:nvPr/>
        </p:nvSpPr>
        <p:spPr>
          <a:xfrm xmlns:a="http://schemas.openxmlformats.org/drawingml/2006/main">
            <a:off x="4356100" y="2609850"/>
            <a:ext cx="3479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2025" b="1">
                <a:solidFill>
                  <a:srgbClr val="FFFFFF"/>
                </a:solidFill>
                <a:latin typeface="AppleGothic"/>
                <a:ea typeface="AppleGothic"/>
                <a:cs typeface="AppleGothic"/>
              </a:defRPr>
            </a:pPr>
            <a:r>
              <a:rPr sz="2025" b="1">
                <a:solidFill>
                  <a:srgbClr val="FFFFFF"/>
                </a:solidFill>
                <a:latin typeface="AppleGothic"/>
                <a:ea typeface="AppleGothic"/>
                <a:cs typeface="AppleGothic"/>
              </a:rPr>
              <a:t>그래픽 처리 장치</a:t>
            </a:r>
          </a:p>
        </p:txBody>
      </p:sp>
      <p:sp>
        <p:nvSpPr>
          <p:cNvPr id="13" name="">
            <a:extLst xmlns:a="http://schemas.openxmlformats.org/drawingml/2006/main">
              <a:ext uri="{FF2B5EF4-FFF2-40B4-BE49-F238E27FC236}">
                <a16:creationId xmlns:a16="http://schemas.microsoft.com/office/drawing/2014/main" id="{8325DC9D-2057-4876-99FE-A6CF7768EDAB}"/>
              </a:ext>
            </a:extLst>
          </p:cNvPr>
          <p:cNvSpPr>
            <a:spLocks xmlns:a="http://schemas.openxmlformats.org/drawingml/2006/main" noGrp="1"/>
          </p:cNvSpPr>
          <p:nvPr/>
        </p:nvSpPr>
        <p:spPr>
          <a:xfrm xmlns:a="http://schemas.openxmlformats.org/drawingml/2006/main" flipH="0" flipV="0">
            <a:off x="4356100" y="3486150"/>
            <a:ext cx="34798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14" name="">
            <a:extLst xmlns:a="http://schemas.openxmlformats.org/drawingml/2006/main">
              <a:ext uri="{FF2B5EF4-FFF2-40B4-BE49-F238E27FC236}">
                <a16:creationId xmlns:a16="http://schemas.microsoft.com/office/drawing/2014/main" id="{299EF83F-DD0B-434E-8BD7-68B1026A6F01}"/>
              </a:ext>
            </a:extLst>
          </p:cNvPr>
          <p:cNvSpPr>
            <a:spLocks xmlns:a="http://schemas.openxmlformats.org/drawingml/2006/main" noGrp="1"/>
          </p:cNvSpPr>
          <p:nvPr/>
        </p:nvSpPr>
        <p:spPr>
          <a:xfrm xmlns:a="http://schemas.openxmlformats.org/drawingml/2006/main">
            <a:off x="4508500" y="3829050"/>
            <a:ext cx="317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Graphics Processing Unit (GPU) 기반 병렬 연산</a:t>
            </a:r>
          </a:p>
        </p:txBody>
      </p:sp>
      <p:sp>
        <p:nvSpPr>
          <p:cNvPr id="15" name="">
            <a:extLst xmlns:a="http://schemas.openxmlformats.org/drawingml/2006/main">
              <a:ext uri="{FF2B5EF4-FFF2-40B4-BE49-F238E27FC236}">
                <a16:creationId xmlns:a16="http://schemas.microsoft.com/office/drawing/2014/main" id="{2A3BDFC0-07EF-4E90-9F48-28EA512E5A7D}"/>
              </a:ext>
            </a:extLst>
          </p:cNvPr>
          <p:cNvSpPr>
            <a:spLocks xmlns:a="http://schemas.openxmlformats.org/drawingml/2006/main" noGrp="1"/>
          </p:cNvSpPr>
          <p:nvPr/>
        </p:nvSpPr>
        <p:spPr>
          <a:xfrm xmlns:a="http://schemas.openxmlformats.org/drawingml/2006/main">
            <a:off x="8102600" y="1809750"/>
            <a:ext cx="3479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850" b="1">
                <a:solidFill>
                  <a:srgbClr val="98A2B3"/>
                </a:solidFill>
                <a:latin typeface="Menlo"/>
                <a:ea typeface="Menlo"/>
                <a:cs typeface="Menlo"/>
              </a:defRPr>
            </a:pPr>
            <a:r>
              <a:rPr sz="2850" b="1">
                <a:solidFill>
                  <a:srgbClr val="98A2B3"/>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BCDFD35E-6178-4E6B-9ED4-EE4979971C73}"/>
              </a:ext>
            </a:extLst>
          </p:cNvPr>
          <p:cNvSpPr>
            <a:spLocks xmlns:a="http://schemas.openxmlformats.org/drawingml/2006/main" noGrp="1"/>
          </p:cNvSpPr>
          <p:nvPr/>
        </p:nvSpPr>
        <p:spPr>
          <a:xfrm xmlns:a="http://schemas.openxmlformats.org/drawingml/2006/main">
            <a:off x="8102600" y="2609850"/>
            <a:ext cx="3479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2025" b="1">
                <a:solidFill>
                  <a:srgbClr val="FFFFFF"/>
                </a:solidFill>
                <a:latin typeface="AppleGothic"/>
                <a:ea typeface="AppleGothic"/>
                <a:cs typeface="AppleGothic"/>
              </a:defRPr>
            </a:pPr>
            <a:r>
              <a:rPr sz="2025" b="1">
                <a:solidFill>
                  <a:srgbClr val="FFFFFF"/>
                </a:solidFill>
                <a:latin typeface="AppleGothic"/>
                <a:ea typeface="AppleGothic"/>
                <a:cs typeface="AppleGothic"/>
              </a:rPr>
              <a:t>학습 알고리즘</a:t>
            </a:r>
          </a:p>
        </p:txBody>
      </p:sp>
      <p:sp>
        <p:nvSpPr>
          <p:cNvPr id="17" name="">
            <a:extLst xmlns:a="http://schemas.openxmlformats.org/drawingml/2006/main">
              <a:ext uri="{FF2B5EF4-FFF2-40B4-BE49-F238E27FC236}">
                <a16:creationId xmlns:a16="http://schemas.microsoft.com/office/drawing/2014/main" id="{3AF6C6A2-B1CD-4A1F-8155-65BAD72116E5}"/>
              </a:ext>
            </a:extLst>
          </p:cNvPr>
          <p:cNvSpPr>
            <a:spLocks xmlns:a="http://schemas.openxmlformats.org/drawingml/2006/main" noGrp="1"/>
          </p:cNvSpPr>
          <p:nvPr/>
        </p:nvSpPr>
        <p:spPr>
          <a:xfrm xmlns:a="http://schemas.openxmlformats.org/drawingml/2006/main" flipH="0" flipV="0">
            <a:off x="8102600" y="3486150"/>
            <a:ext cx="34798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85D3A48D-378B-4CCD-862A-2B5E20EC040B}"/>
              </a:ext>
            </a:extLst>
          </p:cNvPr>
          <p:cNvSpPr>
            <a:spLocks xmlns:a="http://schemas.openxmlformats.org/drawingml/2006/main" noGrp="1"/>
          </p:cNvSpPr>
          <p:nvPr/>
        </p:nvSpPr>
        <p:spPr>
          <a:xfrm xmlns:a="http://schemas.openxmlformats.org/drawingml/2006/main">
            <a:off x="8255000" y="3829050"/>
            <a:ext cx="317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역전파·아키텍처·최적화</a:t>
            </a:r>
          </a:p>
        </p:txBody>
      </p:sp>
      <p:sp>
        <p:nvSpPr>
          <p:cNvPr id="19" name="">
            <a:extLst xmlns:a="http://schemas.openxmlformats.org/drawingml/2006/main">
              <a:ext uri="{FF2B5EF4-FFF2-40B4-BE49-F238E27FC236}">
                <a16:creationId xmlns:a16="http://schemas.microsoft.com/office/drawing/2014/main" id="{6018B665-4CDE-4B76-A3F6-18FDF48741C9}"/>
              </a:ext>
            </a:extLst>
          </p:cNvPr>
          <p:cNvSpPr>
            <a:spLocks xmlns:a="http://schemas.openxmlformats.org/drawingml/2006/main" noGrp="1"/>
          </p:cNvSpPr>
          <p:nvPr/>
        </p:nvSpPr>
        <p:spPr>
          <a:xfrm xmlns:a="http://schemas.openxmlformats.org/drawingml/2006/main">
            <a:off x="609600" y="5353050"/>
            <a:ext cx="1097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데이터 · GPU 병렬 연산 · 학습 알고리즘</a:t>
            </a:r>
          </a:p>
        </p:txBody>
      </p:sp>
    </p:spTree>
    <p:extLst>
      <p:ext uri="{BB962C8B-B14F-4D97-AF65-F5344CB8AC3E}">
        <p14:creationId xmlns:p14="http://schemas.microsoft.com/office/powerpoint/2010/main" val="1418469706"/>
      </p:ext>
    </p:extLst>
  </p:cSld>
</p:sld>
</file>

<file path=ppt/slides/slide2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B970D96-9E6A-41BA-BB98-2635B310059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2A2B085D-B543-49EE-B006-DB6ECBBB5516}"/>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23</a:t>
            </a:r>
          </a:p>
        </p:txBody>
      </p:sp>
      <p:sp>
        <p:nvSpPr>
          <p:cNvPr id="3" name="">
            <a:extLst xmlns:a="http://schemas.openxmlformats.org/drawingml/2006/main">
              <a:ext uri="{FF2B5EF4-FFF2-40B4-BE49-F238E27FC236}">
                <a16:creationId xmlns:a16="http://schemas.microsoft.com/office/drawing/2014/main" id="{1EBFF60A-255C-497E-92E2-322768D4BB2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2228D1A2-B52B-404A-9150-3C8FF6E458D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913B57E-9A5A-4F71-ABE6-4C4963CC2FE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25702BC-5E06-459D-B740-4E64AA124FEB}"/>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특징 공학과 표현 학습</a:t>
            </a:r>
          </a:p>
        </p:txBody>
      </p:sp>
      <p:sp>
        <p:nvSpPr>
          <p:cNvPr id="7" name="">
            <a:extLst xmlns:a="http://schemas.openxmlformats.org/drawingml/2006/main">
              <a:ext uri="{FF2B5EF4-FFF2-40B4-BE49-F238E27FC236}">
                <a16:creationId xmlns:a16="http://schemas.microsoft.com/office/drawing/2014/main" id="{70E1C8DD-2C8C-4E3B-BF7B-1588409FF365}"/>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HAND-CRAFTED FEATURE</a:t>
            </a:r>
          </a:p>
        </p:txBody>
      </p:sp>
      <p:sp>
        <p:nvSpPr>
          <p:cNvPr id="8" name="">
            <a:extLst xmlns:a="http://schemas.openxmlformats.org/drawingml/2006/main">
              <a:ext uri="{FF2B5EF4-FFF2-40B4-BE49-F238E27FC236}">
                <a16:creationId xmlns:a16="http://schemas.microsoft.com/office/drawing/2014/main" id="{6029A82B-DB77-44D0-8889-C72E441E7E5E}"/>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수작업 특징 공학</a:t>
            </a:r>
          </a:p>
        </p:txBody>
      </p:sp>
      <p:sp>
        <p:nvSpPr>
          <p:cNvPr id="9" name="">
            <a:extLst xmlns:a="http://schemas.openxmlformats.org/drawingml/2006/main">
              <a:ext uri="{FF2B5EF4-FFF2-40B4-BE49-F238E27FC236}">
                <a16:creationId xmlns:a16="http://schemas.microsoft.com/office/drawing/2014/main" id="{D72AE68C-08A0-4844-9E9B-BB25A5839E94}"/>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9106DB8A-0723-4272-8D2B-89A290A11E09}"/>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원시 데이터 → 특징 추출 → 모델</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도메인 전문가의 특징 설계가 성능을 좌우</a:t>
            </a:r>
          </a:p>
        </p:txBody>
      </p:sp>
      <p:sp>
        <p:nvSpPr>
          <p:cNvPr id="11" name="">
            <a:extLst xmlns:a="http://schemas.openxmlformats.org/drawingml/2006/main">
              <a:ext uri="{FF2B5EF4-FFF2-40B4-BE49-F238E27FC236}">
                <a16:creationId xmlns:a16="http://schemas.microsoft.com/office/drawing/2014/main" id="{B3087C1B-39FB-4BC5-AA28-53CEF82593B6}"/>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REPRESENTATION LEARNING</a:t>
            </a:r>
          </a:p>
        </p:txBody>
      </p:sp>
      <p:sp>
        <p:nvSpPr>
          <p:cNvPr id="12" name="">
            <a:extLst xmlns:a="http://schemas.openxmlformats.org/drawingml/2006/main">
              <a:ext uri="{FF2B5EF4-FFF2-40B4-BE49-F238E27FC236}">
                <a16:creationId xmlns:a16="http://schemas.microsoft.com/office/drawing/2014/main" id="{083DE46B-C80D-4088-8121-C68057AEEB25}"/>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학습된 표현</a:t>
            </a:r>
          </a:p>
        </p:txBody>
      </p:sp>
      <p:sp>
        <p:nvSpPr>
          <p:cNvPr id="13" name="">
            <a:extLst xmlns:a="http://schemas.openxmlformats.org/drawingml/2006/main">
              <a:ext uri="{FF2B5EF4-FFF2-40B4-BE49-F238E27FC236}">
                <a16:creationId xmlns:a16="http://schemas.microsoft.com/office/drawing/2014/main" id="{F15C4A3C-C5D1-4209-A248-55EF5346D591}"/>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CE6E69E2-B968-47CD-B682-128C0C39B73C}"/>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원시 데이터 → 계층 표현 → 출력</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데이터 품질과 학습 목표가 성능을 좌우</a:t>
            </a:r>
          </a:p>
        </p:txBody>
      </p:sp>
      <p:sp>
        <p:nvSpPr>
          <p:cNvPr id="15" name="">
            <a:extLst xmlns:a="http://schemas.openxmlformats.org/drawingml/2006/main">
              <a:ext uri="{FF2B5EF4-FFF2-40B4-BE49-F238E27FC236}">
                <a16:creationId xmlns:a16="http://schemas.microsoft.com/office/drawing/2014/main" id="{5AEE0DD3-A4FB-43E0-A961-930E72136D90}"/>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813632358"/>
      </p:ext>
    </p:extLst>
  </p:cSld>
</p:sld>
</file>

<file path=ppt/slides/slide2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EE3984C7-8138-455C-9A8D-7A470C471A4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77B6FD7B-66E4-4106-B34F-A3802020A2F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24</a:t>
            </a:r>
          </a:p>
        </p:txBody>
      </p:sp>
      <p:sp>
        <p:nvSpPr>
          <p:cNvPr id="3" name="">
            <a:extLst xmlns:a="http://schemas.openxmlformats.org/drawingml/2006/main">
              <a:ext uri="{FF2B5EF4-FFF2-40B4-BE49-F238E27FC236}">
                <a16:creationId xmlns:a16="http://schemas.microsoft.com/office/drawing/2014/main" id="{0F3C841F-4BA3-491D-A3F9-3CD0298464B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438988B7-FD3F-4558-8C73-6D9849E4217F}"/>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658CB1C-0169-4ADB-A8CE-1A19B9A8D82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56D00A6B-600C-467A-884A-7DD8CAEA5F6D}"/>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순환 신경망(RNN)의 순차 처리 한계</a:t>
            </a:r>
          </a:p>
        </p:txBody>
      </p:sp>
      <p:sp>
        <p:nvSpPr>
          <p:cNvPr id="7" name="">
            <a:extLst xmlns:a="http://schemas.openxmlformats.org/drawingml/2006/main">
              <a:ext uri="{FF2B5EF4-FFF2-40B4-BE49-F238E27FC236}">
                <a16:creationId xmlns:a16="http://schemas.microsoft.com/office/drawing/2014/main" id="{374797CC-46B0-4F82-95E0-AD573A47C363}"/>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E7F0C6F8-1531-4118-B9F8-B954C2C71A20}"/>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1</a:t>
            </a:r>
          </a:p>
        </p:txBody>
      </p:sp>
      <p:sp>
        <p:nvSpPr>
          <p:cNvPr id="9" name="">
            <a:extLst xmlns:a="http://schemas.openxmlformats.org/drawingml/2006/main">
              <a:ext uri="{FF2B5EF4-FFF2-40B4-BE49-F238E27FC236}">
                <a16:creationId xmlns:a16="http://schemas.microsoft.com/office/drawing/2014/main" id="{499BE786-1293-4D43-AD5C-222C49944109}"/>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state 1</a:t>
            </a:r>
          </a:p>
        </p:txBody>
      </p:sp>
      <p:sp>
        <p:nvSpPr>
          <p:cNvPr id="10" name="">
            <a:extLst xmlns:a="http://schemas.openxmlformats.org/drawingml/2006/main">
              <a:ext uri="{FF2B5EF4-FFF2-40B4-BE49-F238E27FC236}">
                <a16:creationId xmlns:a16="http://schemas.microsoft.com/office/drawing/2014/main" id="{E88DF987-99B6-4332-AAB8-E7078C7AD17D}"/>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1672F34A-AE61-4B5F-8F5D-BA17D948235D}"/>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ECD23EBB-B406-4D55-9E64-53012DE2AC2B}"/>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2</a:t>
            </a:r>
          </a:p>
        </p:txBody>
      </p:sp>
      <p:sp>
        <p:nvSpPr>
          <p:cNvPr id="13" name="">
            <a:extLst xmlns:a="http://schemas.openxmlformats.org/drawingml/2006/main">
              <a:ext uri="{FF2B5EF4-FFF2-40B4-BE49-F238E27FC236}">
                <a16:creationId xmlns:a16="http://schemas.microsoft.com/office/drawing/2014/main" id="{A118F03D-E158-414C-9B48-B1480F99D456}"/>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state 2</a:t>
            </a:r>
          </a:p>
        </p:txBody>
      </p:sp>
      <p:sp>
        <p:nvSpPr>
          <p:cNvPr id="14" name="">
            <a:extLst xmlns:a="http://schemas.openxmlformats.org/drawingml/2006/main">
              <a:ext uri="{FF2B5EF4-FFF2-40B4-BE49-F238E27FC236}">
                <a16:creationId xmlns:a16="http://schemas.microsoft.com/office/drawing/2014/main" id="{FF924E90-DD98-46F1-998F-78283FD6678E}"/>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B47B8846-763E-48E4-B424-92E6622A9F2A}"/>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7D48AF47-8F89-44F1-93AA-938E815E348D}"/>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3</a:t>
            </a:r>
          </a:p>
        </p:txBody>
      </p:sp>
      <p:sp>
        <p:nvSpPr>
          <p:cNvPr id="17" name="">
            <a:extLst xmlns:a="http://schemas.openxmlformats.org/drawingml/2006/main">
              <a:ext uri="{FF2B5EF4-FFF2-40B4-BE49-F238E27FC236}">
                <a16:creationId xmlns:a16="http://schemas.microsoft.com/office/drawing/2014/main" id="{7C08D410-4BAC-4A75-B950-ABF2D114DB62}"/>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state 3</a:t>
            </a:r>
          </a:p>
        </p:txBody>
      </p:sp>
      <p:sp>
        <p:nvSpPr>
          <p:cNvPr id="18" name="">
            <a:extLst xmlns:a="http://schemas.openxmlformats.org/drawingml/2006/main">
              <a:ext uri="{FF2B5EF4-FFF2-40B4-BE49-F238E27FC236}">
                <a16:creationId xmlns:a16="http://schemas.microsoft.com/office/drawing/2014/main" id="{94D2C965-B4CD-4319-BBE2-9F97F56D79C8}"/>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301584D5-8E81-480C-95C7-79932238BA83}"/>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00DA8A6D-D70E-4CF9-AB1A-36A7A4EE5725}"/>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a:t>
            </a:r>
          </a:p>
        </p:txBody>
      </p:sp>
      <p:sp>
        <p:nvSpPr>
          <p:cNvPr id="21" name="">
            <a:extLst xmlns:a="http://schemas.openxmlformats.org/drawingml/2006/main">
              <a:ext uri="{FF2B5EF4-FFF2-40B4-BE49-F238E27FC236}">
                <a16:creationId xmlns:a16="http://schemas.microsoft.com/office/drawing/2014/main" id="{72BF4F82-A236-4D14-BDFC-92A677E316D9}"/>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긴 경로</a:t>
            </a:r>
          </a:p>
        </p:txBody>
      </p:sp>
      <p:sp>
        <p:nvSpPr>
          <p:cNvPr id="22" name="">
            <a:extLst xmlns:a="http://schemas.openxmlformats.org/drawingml/2006/main">
              <a:ext uri="{FF2B5EF4-FFF2-40B4-BE49-F238E27FC236}">
                <a16:creationId xmlns:a16="http://schemas.microsoft.com/office/drawing/2014/main" id="{B75FB3BC-F696-4136-8287-A90BE82E9F6C}"/>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57F9F602-50B3-4749-8572-7C9722C5C865}"/>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4" name="">
            <a:extLst xmlns:a="http://schemas.openxmlformats.org/drawingml/2006/main">
              <a:ext uri="{FF2B5EF4-FFF2-40B4-BE49-F238E27FC236}">
                <a16:creationId xmlns:a16="http://schemas.microsoft.com/office/drawing/2014/main" id="{2F811BBA-87BB-495B-A87B-933B1685BB18}"/>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N</a:t>
            </a:r>
          </a:p>
        </p:txBody>
      </p:sp>
      <p:sp>
        <p:nvSpPr>
          <p:cNvPr id="25" name="">
            <a:extLst xmlns:a="http://schemas.openxmlformats.org/drawingml/2006/main">
              <a:ext uri="{FF2B5EF4-FFF2-40B4-BE49-F238E27FC236}">
                <a16:creationId xmlns:a16="http://schemas.microsoft.com/office/drawing/2014/main" id="{9DC591CA-EE81-47A7-9370-98D41812D9C1}"/>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먼 관계</a:t>
            </a:r>
          </a:p>
        </p:txBody>
      </p:sp>
      <p:sp>
        <p:nvSpPr>
          <p:cNvPr id="26" name="">
            <a:extLst xmlns:a="http://schemas.openxmlformats.org/drawingml/2006/main">
              <a:ext uri="{FF2B5EF4-FFF2-40B4-BE49-F238E27FC236}">
                <a16:creationId xmlns:a16="http://schemas.microsoft.com/office/drawing/2014/main" id="{F3CAD132-60E6-4336-ABBA-99D312FA2281}"/>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토큰을 순서대로 처리하므로 병렬화가 어렵고 장거리 의존성 학습에 제약</a:t>
            </a:r>
          </a:p>
        </p:txBody>
      </p:sp>
    </p:spTree>
    <p:extLst>
      <p:ext uri="{BB962C8B-B14F-4D97-AF65-F5344CB8AC3E}">
        <p14:creationId xmlns:p14="http://schemas.microsoft.com/office/powerpoint/2010/main" val="982156732"/>
      </p:ext>
    </p:extLst>
  </p:cSld>
</p:sld>
</file>

<file path=ppt/slides/slide2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9839A777-D77E-4CF2-9D4B-003133D2541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6B5FEFFE-D026-47F5-AA67-81099705A63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25</a:t>
            </a:r>
          </a:p>
        </p:txBody>
      </p:sp>
      <p:sp>
        <p:nvSpPr>
          <p:cNvPr id="3" name="">
            <a:extLst xmlns:a="http://schemas.openxmlformats.org/drawingml/2006/main">
              <a:ext uri="{FF2B5EF4-FFF2-40B4-BE49-F238E27FC236}">
                <a16:creationId xmlns:a16="http://schemas.microsoft.com/office/drawing/2014/main" id="{9BF23659-1545-46B3-A84E-8E79A980E00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41924D8-B996-4B30-A5B2-061186C5349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AD0A2A7-D37E-475C-B5F0-1C9D28EEBBF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74ACEE5-FDD7-47D8-9E2C-69F014D420E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셀프 어텐션(Self-Attention)의 문맥 계산</a:t>
            </a:r>
          </a:p>
        </p:txBody>
      </p:sp>
      <p:sp>
        <p:nvSpPr>
          <p:cNvPr id="7" name="">
            <a:extLst xmlns:a="http://schemas.openxmlformats.org/drawingml/2006/main">
              <a:ext uri="{FF2B5EF4-FFF2-40B4-BE49-F238E27FC236}">
                <a16:creationId xmlns:a16="http://schemas.microsoft.com/office/drawing/2014/main" id="{DDEC6DA6-F6A2-47B8-87C8-400E2103C8A0}"/>
              </a:ext>
            </a:extLst>
          </p:cNvPr>
          <p:cNvSpPr>
            <a:spLocks xmlns:a="http://schemas.openxmlformats.org/drawingml/2006/main" noGrp="1"/>
          </p:cNvSpPr>
          <p:nvPr/>
        </p:nvSpPr>
        <p:spPr>
          <a:xfrm xmlns:a="http://schemas.openxmlformats.org/drawingml/2006/main">
            <a:off x="609600" y="16002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입력 토큰</a:t>
            </a:r>
          </a:p>
        </p:txBody>
      </p:sp>
      <p:sp>
        <p:nvSpPr>
          <p:cNvPr id="8" name="">
            <a:extLst xmlns:a="http://schemas.openxmlformats.org/drawingml/2006/main">
              <a:ext uri="{FF2B5EF4-FFF2-40B4-BE49-F238E27FC236}">
                <a16:creationId xmlns:a16="http://schemas.microsoft.com/office/drawing/2014/main" id="{885ACD60-86E4-4C54-8580-3FFA0AD281A4}"/>
              </a:ext>
            </a:extLst>
          </p:cNvPr>
          <p:cNvSpPr>
            <a:spLocks xmlns:a="http://schemas.openxmlformats.org/drawingml/2006/main" noGrp="1"/>
          </p:cNvSpPr>
          <p:nvPr/>
        </p:nvSpPr>
        <p:spPr>
          <a:xfrm xmlns:a="http://schemas.openxmlformats.org/drawingml/2006/main" rot="0">
            <a:off x="60960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1B1CBF6F-8135-48A4-8C42-60BDDB86D33B}"/>
              </a:ext>
            </a:extLst>
          </p:cNvPr>
          <p:cNvSpPr>
            <a:spLocks xmlns:a="http://schemas.openxmlformats.org/drawingml/2006/main" noGrp="1"/>
          </p:cNvSpPr>
          <p:nvPr/>
        </p:nvSpPr>
        <p:spPr>
          <a:xfrm xmlns:a="http://schemas.openxmlformats.org/drawingml/2006/main">
            <a:off x="60960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고객</a:t>
            </a:r>
          </a:p>
        </p:txBody>
      </p:sp>
      <p:sp>
        <p:nvSpPr>
          <p:cNvPr id="10" name="">
            <a:extLst xmlns:a="http://schemas.openxmlformats.org/drawingml/2006/main">
              <a:ext uri="{FF2B5EF4-FFF2-40B4-BE49-F238E27FC236}">
                <a16:creationId xmlns:a16="http://schemas.microsoft.com/office/drawing/2014/main" id="{863BB2EB-F6CE-41E6-9A35-0E03921F0F96}"/>
              </a:ext>
            </a:extLst>
          </p:cNvPr>
          <p:cNvSpPr>
            <a:spLocks xmlns:a="http://schemas.openxmlformats.org/drawingml/2006/main" noGrp="1"/>
          </p:cNvSpPr>
          <p:nvPr/>
        </p:nvSpPr>
        <p:spPr>
          <a:xfrm xmlns:a="http://schemas.openxmlformats.org/drawingml/2006/main" rot="0">
            <a:off x="283845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1" name="">
            <a:extLst xmlns:a="http://schemas.openxmlformats.org/drawingml/2006/main">
              <a:ext uri="{FF2B5EF4-FFF2-40B4-BE49-F238E27FC236}">
                <a16:creationId xmlns:a16="http://schemas.microsoft.com/office/drawing/2014/main" id="{8519AFC3-A243-4B1F-AD17-E7AB4684F3CB}"/>
              </a:ext>
            </a:extLst>
          </p:cNvPr>
          <p:cNvSpPr>
            <a:spLocks xmlns:a="http://schemas.openxmlformats.org/drawingml/2006/main" noGrp="1"/>
          </p:cNvSpPr>
          <p:nvPr/>
        </p:nvSpPr>
        <p:spPr>
          <a:xfrm xmlns:a="http://schemas.openxmlformats.org/drawingml/2006/main">
            <a:off x="283845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은</a:t>
            </a:r>
          </a:p>
        </p:txBody>
      </p:sp>
      <p:sp>
        <p:nvSpPr>
          <p:cNvPr id="12" name="">
            <a:extLst xmlns:a="http://schemas.openxmlformats.org/drawingml/2006/main">
              <a:ext uri="{FF2B5EF4-FFF2-40B4-BE49-F238E27FC236}">
                <a16:creationId xmlns:a16="http://schemas.microsoft.com/office/drawing/2014/main" id="{5488DC9D-428D-4D6C-8160-5316065076CF}"/>
              </a:ext>
            </a:extLst>
          </p:cNvPr>
          <p:cNvSpPr>
            <a:spLocks xmlns:a="http://schemas.openxmlformats.org/drawingml/2006/main" noGrp="1"/>
          </p:cNvSpPr>
          <p:nvPr/>
        </p:nvSpPr>
        <p:spPr>
          <a:xfrm xmlns:a="http://schemas.openxmlformats.org/drawingml/2006/main" rot="0">
            <a:off x="506730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7814A6BA-509F-4D6C-BC8A-4ED76F9EE12C}"/>
              </a:ext>
            </a:extLst>
          </p:cNvPr>
          <p:cNvSpPr>
            <a:spLocks xmlns:a="http://schemas.openxmlformats.org/drawingml/2006/main" noGrp="1"/>
          </p:cNvSpPr>
          <p:nvPr/>
        </p:nvSpPr>
        <p:spPr>
          <a:xfrm xmlns:a="http://schemas.openxmlformats.org/drawingml/2006/main">
            <a:off x="506730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교환</a:t>
            </a:r>
          </a:p>
        </p:txBody>
      </p:sp>
      <p:sp>
        <p:nvSpPr>
          <p:cNvPr id="14" name="">
            <a:extLst xmlns:a="http://schemas.openxmlformats.org/drawingml/2006/main">
              <a:ext uri="{FF2B5EF4-FFF2-40B4-BE49-F238E27FC236}">
                <a16:creationId xmlns:a16="http://schemas.microsoft.com/office/drawing/2014/main" id="{331F9B59-6B71-40DB-B04F-BD9A163B5A12}"/>
              </a:ext>
            </a:extLst>
          </p:cNvPr>
          <p:cNvSpPr>
            <a:spLocks xmlns:a="http://schemas.openxmlformats.org/drawingml/2006/main" noGrp="1"/>
          </p:cNvSpPr>
          <p:nvPr/>
        </p:nvSpPr>
        <p:spPr>
          <a:xfrm xmlns:a="http://schemas.openxmlformats.org/drawingml/2006/main" rot="0">
            <a:off x="729615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AF3694FF-4E71-45BC-869E-BD916B76659B}"/>
              </a:ext>
            </a:extLst>
          </p:cNvPr>
          <p:cNvSpPr>
            <a:spLocks xmlns:a="http://schemas.openxmlformats.org/drawingml/2006/main" noGrp="1"/>
          </p:cNvSpPr>
          <p:nvPr/>
        </p:nvSpPr>
        <p:spPr>
          <a:xfrm xmlns:a="http://schemas.openxmlformats.org/drawingml/2006/main">
            <a:off x="729615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절차</a:t>
            </a:r>
          </a:p>
        </p:txBody>
      </p:sp>
      <p:sp>
        <p:nvSpPr>
          <p:cNvPr id="16" name="">
            <a:extLst xmlns:a="http://schemas.openxmlformats.org/drawingml/2006/main">
              <a:ext uri="{FF2B5EF4-FFF2-40B4-BE49-F238E27FC236}">
                <a16:creationId xmlns:a16="http://schemas.microsoft.com/office/drawing/2014/main" id="{ED6B683D-8DAB-450D-AD62-C96FA3CEACB6}"/>
              </a:ext>
            </a:extLst>
          </p:cNvPr>
          <p:cNvSpPr>
            <a:spLocks xmlns:a="http://schemas.openxmlformats.org/drawingml/2006/main" noGrp="1"/>
          </p:cNvSpPr>
          <p:nvPr/>
        </p:nvSpPr>
        <p:spPr>
          <a:xfrm xmlns:a="http://schemas.openxmlformats.org/drawingml/2006/main" rot="0">
            <a:off x="9525000" y="1962150"/>
            <a:ext cx="2057400" cy="628650"/>
          </a:xfrm>
          <a:prstGeom xmlns:a="http://schemas.openxmlformats.org/drawingml/2006/main" prst="rect">
            <a:avLst/>
          </a:prstGeom>
          <a:solidFill xmlns:a="http://schemas.openxmlformats.org/drawingml/2006/main">
            <a:srgbClr val="0B1F3A"/>
          </a:solidFill>
          <a:ln xmlns:a="http://schemas.openxmlformats.org/drawingml/2006/main" w="28575">
            <a:solidFill>
              <a:srgbClr val="2563EB"/>
            </a:solidFill>
            <a:prstDash val="solid"/>
          </a:ln>
        </p:spPr>
      </p:sp>
      <p:sp>
        <p:nvSpPr>
          <p:cNvPr id="17" name="">
            <a:extLst xmlns:a="http://schemas.openxmlformats.org/drawingml/2006/main">
              <a:ext uri="{FF2B5EF4-FFF2-40B4-BE49-F238E27FC236}">
                <a16:creationId xmlns:a16="http://schemas.microsoft.com/office/drawing/2014/main" id="{E9115973-C826-4DAE-9B87-0B50A6A66AF6}"/>
              </a:ext>
            </a:extLst>
          </p:cNvPr>
          <p:cNvSpPr>
            <a:spLocks xmlns:a="http://schemas.openxmlformats.org/drawingml/2006/main" noGrp="1"/>
          </p:cNvSpPr>
          <p:nvPr/>
        </p:nvSpPr>
        <p:spPr>
          <a:xfrm xmlns:a="http://schemas.openxmlformats.org/drawingml/2006/main">
            <a:off x="952500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FFFFFF"/>
                </a:solidFill>
                <a:latin typeface="AppleGothic"/>
                <a:ea typeface="AppleGothic"/>
                <a:cs typeface="AppleGothic"/>
              </a:defRPr>
            </a:pPr>
            <a:r>
              <a:rPr sz="1575" b="1">
                <a:solidFill>
                  <a:srgbClr val="FFFFFF"/>
                </a:solidFill>
                <a:latin typeface="AppleGothic"/>
                <a:ea typeface="AppleGothic"/>
                <a:cs typeface="AppleGothic"/>
              </a:rPr>
              <a:t>불편</a:t>
            </a:r>
          </a:p>
        </p:txBody>
      </p:sp>
      <p:sp>
        <p:nvSpPr>
          <p:cNvPr id="18" name="">
            <a:extLst xmlns:a="http://schemas.openxmlformats.org/drawingml/2006/main">
              <a:ext uri="{FF2B5EF4-FFF2-40B4-BE49-F238E27FC236}">
                <a16:creationId xmlns:a16="http://schemas.microsoft.com/office/drawing/2014/main" id="{AE207E02-1082-4E3A-A6F5-4FF2A8857B34}"/>
              </a:ext>
            </a:extLst>
          </p:cNvPr>
          <p:cNvSpPr>
            <a:spLocks xmlns:a="http://schemas.openxmlformats.org/drawingml/2006/main" noGrp="1"/>
          </p:cNvSpPr>
          <p:nvPr/>
        </p:nvSpPr>
        <p:spPr>
          <a:xfrm xmlns:a="http://schemas.openxmlformats.org/drawingml/2006/main">
            <a:off x="609600" y="3181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현재 해석 위치</a:t>
            </a:r>
          </a:p>
        </p:txBody>
      </p:sp>
      <p:sp>
        <p:nvSpPr>
          <p:cNvPr id="19" name="">
            <a:extLst xmlns:a="http://schemas.openxmlformats.org/drawingml/2006/main">
              <a:ext uri="{FF2B5EF4-FFF2-40B4-BE49-F238E27FC236}">
                <a16:creationId xmlns:a16="http://schemas.microsoft.com/office/drawing/2014/main" id="{E68DDEE3-2DB7-4E17-A171-D3EAACE46162}"/>
              </a:ext>
            </a:extLst>
          </p:cNvPr>
          <p:cNvSpPr>
            <a:spLocks xmlns:a="http://schemas.openxmlformats.org/drawingml/2006/main" noGrp="1"/>
          </p:cNvSpPr>
          <p:nvPr/>
        </p:nvSpPr>
        <p:spPr>
          <a:xfrm xmlns:a="http://schemas.openxmlformats.org/drawingml/2006/main" rot="0">
            <a:off x="609600" y="3600450"/>
            <a:ext cx="2343150" cy="13525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0" name="">
            <a:extLst xmlns:a="http://schemas.openxmlformats.org/drawingml/2006/main">
              <a:ext uri="{FF2B5EF4-FFF2-40B4-BE49-F238E27FC236}">
                <a16:creationId xmlns:a16="http://schemas.microsoft.com/office/drawing/2014/main" id="{1A409424-E9BD-4C1C-9EA1-E207DC7A6725}"/>
              </a:ext>
            </a:extLst>
          </p:cNvPr>
          <p:cNvSpPr>
            <a:spLocks xmlns:a="http://schemas.openxmlformats.org/drawingml/2006/main" noGrp="1"/>
          </p:cNvSpPr>
          <p:nvPr/>
        </p:nvSpPr>
        <p:spPr>
          <a:xfrm xmlns:a="http://schemas.openxmlformats.org/drawingml/2006/main">
            <a:off x="819150" y="3600450"/>
            <a:ext cx="19240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2400" b="1">
                <a:solidFill>
                  <a:srgbClr val="FFFFFF"/>
                </a:solidFill>
                <a:latin typeface="AppleGothic"/>
                <a:ea typeface="AppleGothic"/>
                <a:cs typeface="AppleGothic"/>
              </a:defRPr>
            </a:pPr>
            <a:r>
              <a:rPr sz="2400" b="1">
                <a:solidFill>
                  <a:srgbClr val="FFFFFF"/>
                </a:solidFill>
                <a:latin typeface="AppleGothic"/>
                <a:ea typeface="AppleGothic"/>
                <a:cs typeface="AppleGothic"/>
              </a:rPr>
              <a:t>불편</a:t>
            </a:r>
          </a:p>
        </p:txBody>
      </p:sp>
      <p:sp>
        <p:nvSpPr>
          <p:cNvPr id="21" name="">
            <a:extLst xmlns:a="http://schemas.openxmlformats.org/drawingml/2006/main">
              <a:ext uri="{FF2B5EF4-FFF2-40B4-BE49-F238E27FC236}">
                <a16:creationId xmlns:a16="http://schemas.microsoft.com/office/drawing/2014/main" id="{3904A0C6-C1D6-4820-A256-6B3142929CE7}"/>
              </a:ext>
            </a:extLst>
          </p:cNvPr>
          <p:cNvSpPr>
            <a:spLocks xmlns:a="http://schemas.openxmlformats.org/drawingml/2006/main" noGrp="1"/>
          </p:cNvSpPr>
          <p:nvPr/>
        </p:nvSpPr>
        <p:spPr>
          <a:xfrm xmlns:a="http://schemas.openxmlformats.org/drawingml/2006/main">
            <a:off x="3409950" y="34290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01</a:t>
            </a:r>
          </a:p>
        </p:txBody>
      </p:sp>
      <p:sp>
        <p:nvSpPr>
          <p:cNvPr id="22" name="">
            <a:extLst xmlns:a="http://schemas.openxmlformats.org/drawingml/2006/main">
              <a:ext uri="{FF2B5EF4-FFF2-40B4-BE49-F238E27FC236}">
                <a16:creationId xmlns:a16="http://schemas.microsoft.com/office/drawing/2014/main" id="{BECF8736-EA3E-41E1-8F6E-9BBD776D2405}"/>
              </a:ext>
            </a:extLst>
          </p:cNvPr>
          <p:cNvSpPr>
            <a:spLocks xmlns:a="http://schemas.openxmlformats.org/drawingml/2006/main" noGrp="1"/>
          </p:cNvSpPr>
          <p:nvPr/>
        </p:nvSpPr>
        <p:spPr>
          <a:xfrm xmlns:a="http://schemas.openxmlformats.org/drawingml/2006/main" rot="0">
            <a:off x="3409950" y="3829050"/>
            <a:ext cx="23241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53C94D8-59F5-46FD-B0A5-54C0071AE0DD}"/>
              </a:ext>
            </a:extLst>
          </p:cNvPr>
          <p:cNvSpPr>
            <a:spLocks xmlns:a="http://schemas.openxmlformats.org/drawingml/2006/main" noGrp="1"/>
          </p:cNvSpPr>
          <p:nvPr/>
        </p:nvSpPr>
        <p:spPr>
          <a:xfrm xmlns:a="http://schemas.openxmlformats.org/drawingml/2006/main">
            <a:off x="3562350" y="3981450"/>
            <a:ext cx="2019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질의(Query)</a:t>
            </a:r>
          </a:p>
        </p:txBody>
      </p:sp>
      <p:sp>
        <p:nvSpPr>
          <p:cNvPr id="24" name="">
            <a:extLst xmlns:a="http://schemas.openxmlformats.org/drawingml/2006/main">
              <a:ext uri="{FF2B5EF4-FFF2-40B4-BE49-F238E27FC236}">
                <a16:creationId xmlns:a16="http://schemas.microsoft.com/office/drawing/2014/main" id="{52D5DD45-64B9-4B9C-AC6D-B8C2909AFD66}"/>
              </a:ext>
            </a:extLst>
          </p:cNvPr>
          <p:cNvSpPr>
            <a:spLocks xmlns:a="http://schemas.openxmlformats.org/drawingml/2006/main" noGrp="1"/>
          </p:cNvSpPr>
          <p:nvPr/>
        </p:nvSpPr>
        <p:spPr>
          <a:xfrm xmlns:a="http://schemas.openxmlformats.org/drawingml/2006/main">
            <a:off x="3562350" y="4381500"/>
            <a:ext cx="2019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현재 위치가</a:t>
            </a:r>
          </a:p>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찾는 관계</a:t>
            </a:r>
          </a:p>
        </p:txBody>
      </p:sp>
      <p:sp>
        <p:nvSpPr>
          <p:cNvPr id="25" name="">
            <a:extLst xmlns:a="http://schemas.openxmlformats.org/drawingml/2006/main">
              <a:ext uri="{FF2B5EF4-FFF2-40B4-BE49-F238E27FC236}">
                <a16:creationId xmlns:a16="http://schemas.microsoft.com/office/drawing/2014/main" id="{A67273D6-2D8D-4ED6-8336-E46B71D7EC30}"/>
              </a:ext>
            </a:extLst>
          </p:cNvPr>
          <p:cNvSpPr>
            <a:spLocks xmlns:a="http://schemas.openxmlformats.org/drawingml/2006/main" noGrp="1"/>
          </p:cNvSpPr>
          <p:nvPr/>
        </p:nvSpPr>
        <p:spPr>
          <a:xfrm xmlns:a="http://schemas.openxmlformats.org/drawingml/2006/main">
            <a:off x="6134100" y="34290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02</a:t>
            </a:r>
          </a:p>
        </p:txBody>
      </p:sp>
      <p:sp>
        <p:nvSpPr>
          <p:cNvPr id="26" name="">
            <a:extLst xmlns:a="http://schemas.openxmlformats.org/drawingml/2006/main">
              <a:ext uri="{FF2B5EF4-FFF2-40B4-BE49-F238E27FC236}">
                <a16:creationId xmlns:a16="http://schemas.microsoft.com/office/drawing/2014/main" id="{1285B406-A137-4DDD-8E63-06E1CDB93DED}"/>
              </a:ext>
            </a:extLst>
          </p:cNvPr>
          <p:cNvSpPr>
            <a:spLocks xmlns:a="http://schemas.openxmlformats.org/drawingml/2006/main" noGrp="1"/>
          </p:cNvSpPr>
          <p:nvPr/>
        </p:nvSpPr>
        <p:spPr>
          <a:xfrm xmlns:a="http://schemas.openxmlformats.org/drawingml/2006/main" rot="0">
            <a:off x="6134100" y="3829050"/>
            <a:ext cx="23241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37BA6BB2-844B-4F91-8E11-B5987AD4F6A2}"/>
              </a:ext>
            </a:extLst>
          </p:cNvPr>
          <p:cNvSpPr>
            <a:spLocks xmlns:a="http://schemas.openxmlformats.org/drawingml/2006/main" noGrp="1"/>
          </p:cNvSpPr>
          <p:nvPr/>
        </p:nvSpPr>
        <p:spPr>
          <a:xfrm xmlns:a="http://schemas.openxmlformats.org/drawingml/2006/main">
            <a:off x="6286500" y="3981450"/>
            <a:ext cx="2019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키(Key)</a:t>
            </a:r>
          </a:p>
        </p:txBody>
      </p:sp>
      <p:sp>
        <p:nvSpPr>
          <p:cNvPr id="28" name="">
            <a:extLst xmlns:a="http://schemas.openxmlformats.org/drawingml/2006/main">
              <a:ext uri="{FF2B5EF4-FFF2-40B4-BE49-F238E27FC236}">
                <a16:creationId xmlns:a16="http://schemas.microsoft.com/office/drawing/2014/main" id="{0249C166-3D0F-4A54-B741-691A035399F4}"/>
              </a:ext>
            </a:extLst>
          </p:cNvPr>
          <p:cNvSpPr>
            <a:spLocks xmlns:a="http://schemas.openxmlformats.org/drawingml/2006/main" noGrp="1"/>
          </p:cNvSpPr>
          <p:nvPr/>
        </p:nvSpPr>
        <p:spPr>
          <a:xfrm xmlns:a="http://schemas.openxmlformats.org/drawingml/2006/main">
            <a:off x="6286500" y="4381500"/>
            <a:ext cx="2019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각 토큰의</a:t>
            </a:r>
          </a:p>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비교 단서</a:t>
            </a:r>
          </a:p>
        </p:txBody>
      </p:sp>
      <p:sp>
        <p:nvSpPr>
          <p:cNvPr id="29" name="">
            <a:extLst xmlns:a="http://schemas.openxmlformats.org/drawingml/2006/main">
              <a:ext uri="{FF2B5EF4-FFF2-40B4-BE49-F238E27FC236}">
                <a16:creationId xmlns:a16="http://schemas.microsoft.com/office/drawing/2014/main" id="{BFBFD89C-3156-441D-8D77-1D472FD8B2B3}"/>
              </a:ext>
            </a:extLst>
          </p:cNvPr>
          <p:cNvSpPr>
            <a:spLocks xmlns:a="http://schemas.openxmlformats.org/drawingml/2006/main" noGrp="1"/>
          </p:cNvSpPr>
          <p:nvPr/>
        </p:nvSpPr>
        <p:spPr>
          <a:xfrm xmlns:a="http://schemas.openxmlformats.org/drawingml/2006/main">
            <a:off x="8858250" y="34290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03</a:t>
            </a:r>
          </a:p>
        </p:txBody>
      </p:sp>
      <p:sp>
        <p:nvSpPr>
          <p:cNvPr id="30" name="">
            <a:extLst xmlns:a="http://schemas.openxmlformats.org/drawingml/2006/main">
              <a:ext uri="{FF2B5EF4-FFF2-40B4-BE49-F238E27FC236}">
                <a16:creationId xmlns:a16="http://schemas.microsoft.com/office/drawing/2014/main" id="{9DCE5BFE-385B-48E4-A267-8A2F66147AB8}"/>
              </a:ext>
            </a:extLst>
          </p:cNvPr>
          <p:cNvSpPr>
            <a:spLocks xmlns:a="http://schemas.openxmlformats.org/drawingml/2006/main" noGrp="1"/>
          </p:cNvSpPr>
          <p:nvPr/>
        </p:nvSpPr>
        <p:spPr>
          <a:xfrm xmlns:a="http://schemas.openxmlformats.org/drawingml/2006/main" rot="0">
            <a:off x="8858250" y="3829050"/>
            <a:ext cx="23241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1" name="">
            <a:extLst xmlns:a="http://schemas.openxmlformats.org/drawingml/2006/main">
              <a:ext uri="{FF2B5EF4-FFF2-40B4-BE49-F238E27FC236}">
                <a16:creationId xmlns:a16="http://schemas.microsoft.com/office/drawing/2014/main" id="{2FFBB564-5EAA-4CE1-ACF0-9D2B8BE2AA9B}"/>
              </a:ext>
            </a:extLst>
          </p:cNvPr>
          <p:cNvSpPr>
            <a:spLocks xmlns:a="http://schemas.openxmlformats.org/drawingml/2006/main" noGrp="1"/>
          </p:cNvSpPr>
          <p:nvPr/>
        </p:nvSpPr>
        <p:spPr>
          <a:xfrm xmlns:a="http://schemas.openxmlformats.org/drawingml/2006/main">
            <a:off x="9010650" y="3981450"/>
            <a:ext cx="2019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값(Value)</a:t>
            </a:r>
          </a:p>
        </p:txBody>
      </p:sp>
      <p:sp>
        <p:nvSpPr>
          <p:cNvPr id="32" name="">
            <a:extLst xmlns:a="http://schemas.openxmlformats.org/drawingml/2006/main">
              <a:ext uri="{FF2B5EF4-FFF2-40B4-BE49-F238E27FC236}">
                <a16:creationId xmlns:a16="http://schemas.microsoft.com/office/drawing/2014/main" id="{52E6306B-77F2-4833-AF0E-527F7E797544}"/>
              </a:ext>
            </a:extLst>
          </p:cNvPr>
          <p:cNvSpPr>
            <a:spLocks xmlns:a="http://schemas.openxmlformats.org/drawingml/2006/main" noGrp="1"/>
          </p:cNvSpPr>
          <p:nvPr/>
        </p:nvSpPr>
        <p:spPr>
          <a:xfrm xmlns:a="http://schemas.openxmlformats.org/drawingml/2006/main">
            <a:off x="9010650" y="4381500"/>
            <a:ext cx="2019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선택된 정보의</a:t>
            </a:r>
          </a:p>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전달 내용</a:t>
            </a:r>
          </a:p>
        </p:txBody>
      </p:sp>
      <p:sp>
        <p:nvSpPr>
          <p:cNvPr id="33" name="">
            <a:extLst xmlns:a="http://schemas.openxmlformats.org/drawingml/2006/main">
              <a:ext uri="{FF2B5EF4-FFF2-40B4-BE49-F238E27FC236}">
                <a16:creationId xmlns:a16="http://schemas.microsoft.com/office/drawing/2014/main" id="{03D84D89-485F-484C-9D67-2A46473913F4}"/>
              </a:ext>
            </a:extLst>
          </p:cNvPr>
          <p:cNvSpPr>
            <a:spLocks xmlns:a="http://schemas.openxmlformats.org/drawingml/2006/main" noGrp="1"/>
          </p:cNvSpPr>
          <p:nvPr/>
        </p:nvSpPr>
        <p:spPr>
          <a:xfrm xmlns:a="http://schemas.openxmlformats.org/drawingml/2006/main">
            <a:off x="609600" y="560070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현재 토큰이 다른 토큰을 얼마나 참고할지 계산</a:t>
            </a:r>
          </a:p>
        </p:txBody>
      </p:sp>
    </p:spTree>
    <p:extLst>
      <p:ext uri="{BB962C8B-B14F-4D97-AF65-F5344CB8AC3E}">
        <p14:creationId xmlns:p14="http://schemas.microsoft.com/office/powerpoint/2010/main" val="789877835"/>
      </p:ext>
    </p:extLst>
  </p:cSld>
</p:sld>
</file>

<file path=ppt/slides/slide2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69" name="">
            <a:extLst xmlns:a="http://schemas.openxmlformats.org/drawingml/2006/main">
              <a:ext uri="{FF2B5EF4-FFF2-40B4-BE49-F238E27FC236}">
                <a16:creationId xmlns:a16="http://schemas.microsoft.com/office/drawing/2014/main" id="{AA51A1CD-22F8-4965-A4B3-45B6BE8A463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589BB9E0-D6CE-4A7B-BE24-BA8096CDD34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26</a:t>
            </a:r>
          </a:p>
        </p:txBody>
      </p:sp>
      <p:sp>
        <p:nvSpPr>
          <p:cNvPr id="3" name="">
            <a:extLst xmlns:a="http://schemas.openxmlformats.org/drawingml/2006/main">
              <a:ext uri="{FF2B5EF4-FFF2-40B4-BE49-F238E27FC236}">
                <a16:creationId xmlns:a16="http://schemas.microsoft.com/office/drawing/2014/main" id="{19254878-4C56-4786-9F91-961B5A75EFD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932BDB6A-B4BC-47AE-9D9D-A0B56CFDE51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A56AA99-B1FA-471E-946A-530E35F5481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1AC7721-0FA1-43AB-8761-62907350C07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토큰 간 어텐션 가중치</a:t>
            </a:r>
          </a:p>
        </p:txBody>
      </p:sp>
      <p:sp>
        <p:nvSpPr>
          <p:cNvPr id="7" name="">
            <a:extLst xmlns:a="http://schemas.openxmlformats.org/drawingml/2006/main">
              <a:ext uri="{FF2B5EF4-FFF2-40B4-BE49-F238E27FC236}">
                <a16:creationId xmlns:a16="http://schemas.microsoft.com/office/drawing/2014/main" id="{E9688D2A-5C4E-476D-87A3-DF9534DB51EA}"/>
              </a:ext>
            </a:extLst>
          </p:cNvPr>
          <p:cNvSpPr>
            <a:spLocks xmlns:a="http://schemas.openxmlformats.org/drawingml/2006/main" noGrp="1"/>
          </p:cNvSpPr>
          <p:nvPr/>
        </p:nvSpPr>
        <p:spPr>
          <a:xfrm xmlns:a="http://schemas.openxmlformats.org/drawingml/2006/main">
            <a:off x="23241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고객</a:t>
            </a:r>
          </a:p>
        </p:txBody>
      </p:sp>
      <p:sp>
        <p:nvSpPr>
          <p:cNvPr id="8" name="">
            <a:extLst xmlns:a="http://schemas.openxmlformats.org/drawingml/2006/main">
              <a:ext uri="{FF2B5EF4-FFF2-40B4-BE49-F238E27FC236}">
                <a16:creationId xmlns:a16="http://schemas.microsoft.com/office/drawing/2014/main" id="{65A0F4F0-1E7C-4A0D-A388-8212212D7D2B}"/>
              </a:ext>
            </a:extLst>
          </p:cNvPr>
          <p:cNvSpPr>
            <a:spLocks xmlns:a="http://schemas.openxmlformats.org/drawingml/2006/main" noGrp="1"/>
          </p:cNvSpPr>
          <p:nvPr/>
        </p:nvSpPr>
        <p:spPr>
          <a:xfrm xmlns:a="http://schemas.openxmlformats.org/drawingml/2006/main">
            <a:off x="1085850" y="19621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고객</a:t>
            </a:r>
          </a:p>
        </p:txBody>
      </p:sp>
      <p:sp>
        <p:nvSpPr>
          <p:cNvPr id="9" name="">
            <a:extLst xmlns:a="http://schemas.openxmlformats.org/drawingml/2006/main">
              <a:ext uri="{FF2B5EF4-FFF2-40B4-BE49-F238E27FC236}">
                <a16:creationId xmlns:a16="http://schemas.microsoft.com/office/drawing/2014/main" id="{2EC6AEC1-C9FA-4EDE-9CFB-288E25110312}"/>
              </a:ext>
            </a:extLst>
          </p:cNvPr>
          <p:cNvSpPr>
            <a:spLocks xmlns:a="http://schemas.openxmlformats.org/drawingml/2006/main" noGrp="1"/>
          </p:cNvSpPr>
          <p:nvPr/>
        </p:nvSpPr>
        <p:spPr>
          <a:xfrm xmlns:a="http://schemas.openxmlformats.org/drawingml/2006/main">
            <a:off x="30099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교환</a:t>
            </a:r>
          </a:p>
        </p:txBody>
      </p:sp>
      <p:sp>
        <p:nvSpPr>
          <p:cNvPr id="10" name="">
            <a:extLst xmlns:a="http://schemas.openxmlformats.org/drawingml/2006/main">
              <a:ext uri="{FF2B5EF4-FFF2-40B4-BE49-F238E27FC236}">
                <a16:creationId xmlns:a16="http://schemas.microsoft.com/office/drawing/2014/main" id="{D42571EE-FCEA-4079-A55C-25FE9F361E72}"/>
              </a:ext>
            </a:extLst>
          </p:cNvPr>
          <p:cNvSpPr>
            <a:spLocks xmlns:a="http://schemas.openxmlformats.org/drawingml/2006/main" noGrp="1"/>
          </p:cNvSpPr>
          <p:nvPr/>
        </p:nvSpPr>
        <p:spPr>
          <a:xfrm xmlns:a="http://schemas.openxmlformats.org/drawingml/2006/main">
            <a:off x="1085850" y="26479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교환</a:t>
            </a:r>
          </a:p>
        </p:txBody>
      </p:sp>
      <p:sp>
        <p:nvSpPr>
          <p:cNvPr id="11" name="">
            <a:extLst xmlns:a="http://schemas.openxmlformats.org/drawingml/2006/main">
              <a:ext uri="{FF2B5EF4-FFF2-40B4-BE49-F238E27FC236}">
                <a16:creationId xmlns:a16="http://schemas.microsoft.com/office/drawing/2014/main" id="{B5FC86C8-1555-4367-80C7-BD37FF10CABD}"/>
              </a:ext>
            </a:extLst>
          </p:cNvPr>
          <p:cNvSpPr>
            <a:spLocks xmlns:a="http://schemas.openxmlformats.org/drawingml/2006/main" noGrp="1"/>
          </p:cNvSpPr>
          <p:nvPr/>
        </p:nvSpPr>
        <p:spPr>
          <a:xfrm xmlns:a="http://schemas.openxmlformats.org/drawingml/2006/main">
            <a:off x="36957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절차</a:t>
            </a:r>
          </a:p>
        </p:txBody>
      </p:sp>
      <p:sp>
        <p:nvSpPr>
          <p:cNvPr id="12" name="">
            <a:extLst xmlns:a="http://schemas.openxmlformats.org/drawingml/2006/main">
              <a:ext uri="{FF2B5EF4-FFF2-40B4-BE49-F238E27FC236}">
                <a16:creationId xmlns:a16="http://schemas.microsoft.com/office/drawing/2014/main" id="{C53F1B39-FA0B-46EA-A855-10CF1A9E4526}"/>
              </a:ext>
            </a:extLst>
          </p:cNvPr>
          <p:cNvSpPr>
            <a:spLocks xmlns:a="http://schemas.openxmlformats.org/drawingml/2006/main" noGrp="1"/>
          </p:cNvSpPr>
          <p:nvPr/>
        </p:nvSpPr>
        <p:spPr>
          <a:xfrm xmlns:a="http://schemas.openxmlformats.org/drawingml/2006/main">
            <a:off x="1085850" y="33337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절차</a:t>
            </a:r>
          </a:p>
        </p:txBody>
      </p:sp>
      <p:sp>
        <p:nvSpPr>
          <p:cNvPr id="13" name="">
            <a:extLst xmlns:a="http://schemas.openxmlformats.org/drawingml/2006/main">
              <a:ext uri="{FF2B5EF4-FFF2-40B4-BE49-F238E27FC236}">
                <a16:creationId xmlns:a16="http://schemas.microsoft.com/office/drawing/2014/main" id="{B3036A1A-1E01-498F-9CCF-EF279DB239FE}"/>
              </a:ext>
            </a:extLst>
          </p:cNvPr>
          <p:cNvSpPr>
            <a:spLocks xmlns:a="http://schemas.openxmlformats.org/drawingml/2006/main" noGrp="1"/>
          </p:cNvSpPr>
          <p:nvPr/>
        </p:nvSpPr>
        <p:spPr>
          <a:xfrm xmlns:a="http://schemas.openxmlformats.org/drawingml/2006/main">
            <a:off x="43815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불편</a:t>
            </a:r>
          </a:p>
        </p:txBody>
      </p:sp>
      <p:sp>
        <p:nvSpPr>
          <p:cNvPr id="14" name="">
            <a:extLst xmlns:a="http://schemas.openxmlformats.org/drawingml/2006/main">
              <a:ext uri="{FF2B5EF4-FFF2-40B4-BE49-F238E27FC236}">
                <a16:creationId xmlns:a16="http://schemas.microsoft.com/office/drawing/2014/main" id="{CA5ADC59-1283-4DCF-A085-71A96463A933}"/>
              </a:ext>
            </a:extLst>
          </p:cNvPr>
          <p:cNvSpPr>
            <a:spLocks xmlns:a="http://schemas.openxmlformats.org/drawingml/2006/main" noGrp="1"/>
          </p:cNvSpPr>
          <p:nvPr/>
        </p:nvSpPr>
        <p:spPr>
          <a:xfrm xmlns:a="http://schemas.openxmlformats.org/drawingml/2006/main">
            <a:off x="1085850" y="40195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불편</a:t>
            </a:r>
          </a:p>
        </p:txBody>
      </p:sp>
      <p:sp>
        <p:nvSpPr>
          <p:cNvPr id="15" name="">
            <a:extLst xmlns:a="http://schemas.openxmlformats.org/drawingml/2006/main">
              <a:ext uri="{FF2B5EF4-FFF2-40B4-BE49-F238E27FC236}">
                <a16:creationId xmlns:a16="http://schemas.microsoft.com/office/drawing/2014/main" id="{C24CD3F6-183A-4F76-A992-8178A534BEAB}"/>
              </a:ext>
            </a:extLst>
          </p:cNvPr>
          <p:cNvSpPr>
            <a:spLocks xmlns:a="http://schemas.openxmlformats.org/drawingml/2006/main" noGrp="1"/>
          </p:cNvSpPr>
          <p:nvPr/>
        </p:nvSpPr>
        <p:spPr>
          <a:xfrm xmlns:a="http://schemas.openxmlformats.org/drawingml/2006/main">
            <a:off x="50673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개선</a:t>
            </a:r>
          </a:p>
        </p:txBody>
      </p:sp>
      <p:sp>
        <p:nvSpPr>
          <p:cNvPr id="16" name="">
            <a:extLst xmlns:a="http://schemas.openxmlformats.org/drawingml/2006/main">
              <a:ext uri="{FF2B5EF4-FFF2-40B4-BE49-F238E27FC236}">
                <a16:creationId xmlns:a16="http://schemas.microsoft.com/office/drawing/2014/main" id="{78CB59B2-7EBF-44FD-BF42-DDFFF7079BB9}"/>
              </a:ext>
            </a:extLst>
          </p:cNvPr>
          <p:cNvSpPr>
            <a:spLocks xmlns:a="http://schemas.openxmlformats.org/drawingml/2006/main" noGrp="1"/>
          </p:cNvSpPr>
          <p:nvPr/>
        </p:nvSpPr>
        <p:spPr>
          <a:xfrm xmlns:a="http://schemas.openxmlformats.org/drawingml/2006/main">
            <a:off x="1085850" y="47053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개선</a:t>
            </a:r>
          </a:p>
        </p:txBody>
      </p:sp>
      <p:sp>
        <p:nvSpPr>
          <p:cNvPr id="17" name="">
            <a:extLst xmlns:a="http://schemas.openxmlformats.org/drawingml/2006/main">
              <a:ext uri="{FF2B5EF4-FFF2-40B4-BE49-F238E27FC236}">
                <a16:creationId xmlns:a16="http://schemas.microsoft.com/office/drawing/2014/main" id="{52BC4769-E8FA-49DC-82A3-BAA112AD2EDF}"/>
              </a:ext>
            </a:extLst>
          </p:cNvPr>
          <p:cNvSpPr>
            <a:spLocks xmlns:a="http://schemas.openxmlformats.org/drawingml/2006/main" noGrp="1"/>
          </p:cNvSpPr>
          <p:nvPr/>
        </p:nvSpPr>
        <p:spPr>
          <a:xfrm xmlns:a="http://schemas.openxmlformats.org/drawingml/2006/main" rot="0">
            <a:off x="2324100" y="17526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E24CB95D-940D-45FD-8CA9-CD7DE4748E1E}"/>
              </a:ext>
            </a:extLst>
          </p:cNvPr>
          <p:cNvSpPr>
            <a:spLocks xmlns:a="http://schemas.openxmlformats.org/drawingml/2006/main" noGrp="1"/>
          </p:cNvSpPr>
          <p:nvPr/>
        </p:nvSpPr>
        <p:spPr>
          <a:xfrm xmlns:a="http://schemas.openxmlformats.org/drawingml/2006/main">
            <a:off x="23241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19" name="">
            <a:extLst xmlns:a="http://schemas.openxmlformats.org/drawingml/2006/main">
              <a:ext uri="{FF2B5EF4-FFF2-40B4-BE49-F238E27FC236}">
                <a16:creationId xmlns:a16="http://schemas.microsoft.com/office/drawing/2014/main" id="{9003507E-23CA-4272-8421-9A6A8041E4C2}"/>
              </a:ext>
            </a:extLst>
          </p:cNvPr>
          <p:cNvSpPr>
            <a:spLocks xmlns:a="http://schemas.openxmlformats.org/drawingml/2006/main" noGrp="1"/>
          </p:cNvSpPr>
          <p:nvPr/>
        </p:nvSpPr>
        <p:spPr>
          <a:xfrm xmlns:a="http://schemas.openxmlformats.org/drawingml/2006/main" rot="0">
            <a:off x="3009900" y="17526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20" name="">
            <a:extLst xmlns:a="http://schemas.openxmlformats.org/drawingml/2006/main">
              <a:ext uri="{FF2B5EF4-FFF2-40B4-BE49-F238E27FC236}">
                <a16:creationId xmlns:a16="http://schemas.microsoft.com/office/drawing/2014/main" id="{9A28097C-9EAC-4C87-815C-561A17EB8300}"/>
              </a:ext>
            </a:extLst>
          </p:cNvPr>
          <p:cNvSpPr>
            <a:spLocks xmlns:a="http://schemas.openxmlformats.org/drawingml/2006/main" noGrp="1"/>
          </p:cNvSpPr>
          <p:nvPr/>
        </p:nvSpPr>
        <p:spPr>
          <a:xfrm xmlns:a="http://schemas.openxmlformats.org/drawingml/2006/main">
            <a:off x="30099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21" name="">
            <a:extLst xmlns:a="http://schemas.openxmlformats.org/drawingml/2006/main">
              <a:ext uri="{FF2B5EF4-FFF2-40B4-BE49-F238E27FC236}">
                <a16:creationId xmlns:a16="http://schemas.microsoft.com/office/drawing/2014/main" id="{2A6F7D4D-48E1-441A-969A-2ABDDBA8D5BA}"/>
              </a:ext>
            </a:extLst>
          </p:cNvPr>
          <p:cNvSpPr>
            <a:spLocks xmlns:a="http://schemas.openxmlformats.org/drawingml/2006/main" noGrp="1"/>
          </p:cNvSpPr>
          <p:nvPr/>
        </p:nvSpPr>
        <p:spPr>
          <a:xfrm xmlns:a="http://schemas.openxmlformats.org/drawingml/2006/main" rot="0">
            <a:off x="3695700" y="17526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22" name="">
            <a:extLst xmlns:a="http://schemas.openxmlformats.org/drawingml/2006/main">
              <a:ext uri="{FF2B5EF4-FFF2-40B4-BE49-F238E27FC236}">
                <a16:creationId xmlns:a16="http://schemas.microsoft.com/office/drawing/2014/main" id="{027D554A-65D3-4AE6-AAF3-3BA2AF6C0AE1}"/>
              </a:ext>
            </a:extLst>
          </p:cNvPr>
          <p:cNvSpPr>
            <a:spLocks xmlns:a="http://schemas.openxmlformats.org/drawingml/2006/main" noGrp="1"/>
          </p:cNvSpPr>
          <p:nvPr/>
        </p:nvSpPr>
        <p:spPr>
          <a:xfrm xmlns:a="http://schemas.openxmlformats.org/drawingml/2006/main">
            <a:off x="36957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23" name="">
            <a:extLst xmlns:a="http://schemas.openxmlformats.org/drawingml/2006/main">
              <a:ext uri="{FF2B5EF4-FFF2-40B4-BE49-F238E27FC236}">
                <a16:creationId xmlns:a16="http://schemas.microsoft.com/office/drawing/2014/main" id="{EA2460B4-5798-4139-A693-A474FB9090BC}"/>
              </a:ext>
            </a:extLst>
          </p:cNvPr>
          <p:cNvSpPr>
            <a:spLocks xmlns:a="http://schemas.openxmlformats.org/drawingml/2006/main" noGrp="1"/>
          </p:cNvSpPr>
          <p:nvPr/>
        </p:nvSpPr>
        <p:spPr>
          <a:xfrm xmlns:a="http://schemas.openxmlformats.org/drawingml/2006/main" rot="0">
            <a:off x="4381500" y="17526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24" name="">
            <a:extLst xmlns:a="http://schemas.openxmlformats.org/drawingml/2006/main">
              <a:ext uri="{FF2B5EF4-FFF2-40B4-BE49-F238E27FC236}">
                <a16:creationId xmlns:a16="http://schemas.microsoft.com/office/drawing/2014/main" id="{CEBA7ABC-B369-4F36-A869-682433E3F645}"/>
              </a:ext>
            </a:extLst>
          </p:cNvPr>
          <p:cNvSpPr>
            <a:spLocks xmlns:a="http://schemas.openxmlformats.org/drawingml/2006/main" noGrp="1"/>
          </p:cNvSpPr>
          <p:nvPr/>
        </p:nvSpPr>
        <p:spPr>
          <a:xfrm xmlns:a="http://schemas.openxmlformats.org/drawingml/2006/main">
            <a:off x="43815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25" name="">
            <a:extLst xmlns:a="http://schemas.openxmlformats.org/drawingml/2006/main">
              <a:ext uri="{FF2B5EF4-FFF2-40B4-BE49-F238E27FC236}">
                <a16:creationId xmlns:a16="http://schemas.microsoft.com/office/drawing/2014/main" id="{FBDEB30E-A2D1-443D-AE95-C353F8EBB2BF}"/>
              </a:ext>
            </a:extLst>
          </p:cNvPr>
          <p:cNvSpPr>
            <a:spLocks xmlns:a="http://schemas.openxmlformats.org/drawingml/2006/main" noGrp="1"/>
          </p:cNvSpPr>
          <p:nvPr/>
        </p:nvSpPr>
        <p:spPr>
          <a:xfrm xmlns:a="http://schemas.openxmlformats.org/drawingml/2006/main" rot="0">
            <a:off x="5067300" y="17526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26" name="">
            <a:extLst xmlns:a="http://schemas.openxmlformats.org/drawingml/2006/main">
              <a:ext uri="{FF2B5EF4-FFF2-40B4-BE49-F238E27FC236}">
                <a16:creationId xmlns:a16="http://schemas.microsoft.com/office/drawing/2014/main" id="{677B4E2C-C47D-4992-AF1D-991DD053CBB6}"/>
              </a:ext>
            </a:extLst>
          </p:cNvPr>
          <p:cNvSpPr>
            <a:spLocks xmlns:a="http://schemas.openxmlformats.org/drawingml/2006/main" noGrp="1"/>
          </p:cNvSpPr>
          <p:nvPr/>
        </p:nvSpPr>
        <p:spPr>
          <a:xfrm xmlns:a="http://schemas.openxmlformats.org/drawingml/2006/main">
            <a:off x="50673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27" name="">
            <a:extLst xmlns:a="http://schemas.openxmlformats.org/drawingml/2006/main">
              <a:ext uri="{FF2B5EF4-FFF2-40B4-BE49-F238E27FC236}">
                <a16:creationId xmlns:a16="http://schemas.microsoft.com/office/drawing/2014/main" id="{59FDEE8E-54D9-4A0D-AB3E-407C9B4BA10C}"/>
              </a:ext>
            </a:extLst>
          </p:cNvPr>
          <p:cNvSpPr>
            <a:spLocks xmlns:a="http://schemas.openxmlformats.org/drawingml/2006/main" noGrp="1"/>
          </p:cNvSpPr>
          <p:nvPr/>
        </p:nvSpPr>
        <p:spPr>
          <a:xfrm xmlns:a="http://schemas.openxmlformats.org/drawingml/2006/main" rot="0">
            <a:off x="2324100" y="24384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28" name="">
            <a:extLst xmlns:a="http://schemas.openxmlformats.org/drawingml/2006/main">
              <a:ext uri="{FF2B5EF4-FFF2-40B4-BE49-F238E27FC236}">
                <a16:creationId xmlns:a16="http://schemas.microsoft.com/office/drawing/2014/main" id="{E3943BDC-E00F-45DF-A6DB-36204209A7FC}"/>
              </a:ext>
            </a:extLst>
          </p:cNvPr>
          <p:cNvSpPr>
            <a:spLocks xmlns:a="http://schemas.openxmlformats.org/drawingml/2006/main" noGrp="1"/>
          </p:cNvSpPr>
          <p:nvPr/>
        </p:nvSpPr>
        <p:spPr>
          <a:xfrm xmlns:a="http://schemas.openxmlformats.org/drawingml/2006/main">
            <a:off x="23241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29" name="">
            <a:extLst xmlns:a="http://schemas.openxmlformats.org/drawingml/2006/main">
              <a:ext uri="{FF2B5EF4-FFF2-40B4-BE49-F238E27FC236}">
                <a16:creationId xmlns:a16="http://schemas.microsoft.com/office/drawing/2014/main" id="{9576FD6F-F516-41F3-B12F-2EF06AC30C00}"/>
              </a:ext>
            </a:extLst>
          </p:cNvPr>
          <p:cNvSpPr>
            <a:spLocks xmlns:a="http://schemas.openxmlformats.org/drawingml/2006/main" noGrp="1"/>
          </p:cNvSpPr>
          <p:nvPr/>
        </p:nvSpPr>
        <p:spPr>
          <a:xfrm xmlns:a="http://schemas.openxmlformats.org/drawingml/2006/main" rot="0">
            <a:off x="3009900" y="24384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30" name="">
            <a:extLst xmlns:a="http://schemas.openxmlformats.org/drawingml/2006/main">
              <a:ext uri="{FF2B5EF4-FFF2-40B4-BE49-F238E27FC236}">
                <a16:creationId xmlns:a16="http://schemas.microsoft.com/office/drawing/2014/main" id="{5781AC78-477F-4D43-9F04-A87CCEACA6AD}"/>
              </a:ext>
            </a:extLst>
          </p:cNvPr>
          <p:cNvSpPr>
            <a:spLocks xmlns:a="http://schemas.openxmlformats.org/drawingml/2006/main" noGrp="1"/>
          </p:cNvSpPr>
          <p:nvPr/>
        </p:nvSpPr>
        <p:spPr>
          <a:xfrm xmlns:a="http://schemas.openxmlformats.org/drawingml/2006/main">
            <a:off x="30099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31" name="">
            <a:extLst xmlns:a="http://schemas.openxmlformats.org/drawingml/2006/main">
              <a:ext uri="{FF2B5EF4-FFF2-40B4-BE49-F238E27FC236}">
                <a16:creationId xmlns:a16="http://schemas.microsoft.com/office/drawing/2014/main" id="{5230D3D7-7E7C-47B8-B795-779E879E00A0}"/>
              </a:ext>
            </a:extLst>
          </p:cNvPr>
          <p:cNvSpPr>
            <a:spLocks xmlns:a="http://schemas.openxmlformats.org/drawingml/2006/main" noGrp="1"/>
          </p:cNvSpPr>
          <p:nvPr/>
        </p:nvSpPr>
        <p:spPr>
          <a:xfrm xmlns:a="http://schemas.openxmlformats.org/drawingml/2006/main" rot="0">
            <a:off x="3695700" y="24384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32" name="">
            <a:extLst xmlns:a="http://schemas.openxmlformats.org/drawingml/2006/main">
              <a:ext uri="{FF2B5EF4-FFF2-40B4-BE49-F238E27FC236}">
                <a16:creationId xmlns:a16="http://schemas.microsoft.com/office/drawing/2014/main" id="{1DF38819-AFC0-4DF2-9455-1669BD2D84CF}"/>
              </a:ext>
            </a:extLst>
          </p:cNvPr>
          <p:cNvSpPr>
            <a:spLocks xmlns:a="http://schemas.openxmlformats.org/drawingml/2006/main" noGrp="1"/>
          </p:cNvSpPr>
          <p:nvPr/>
        </p:nvSpPr>
        <p:spPr>
          <a:xfrm xmlns:a="http://schemas.openxmlformats.org/drawingml/2006/main">
            <a:off x="36957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0.6</a:t>
            </a:r>
          </a:p>
        </p:txBody>
      </p:sp>
      <p:sp>
        <p:nvSpPr>
          <p:cNvPr id="33" name="">
            <a:extLst xmlns:a="http://schemas.openxmlformats.org/drawingml/2006/main">
              <a:ext uri="{FF2B5EF4-FFF2-40B4-BE49-F238E27FC236}">
                <a16:creationId xmlns:a16="http://schemas.microsoft.com/office/drawing/2014/main" id="{9CC21BC3-3FC6-403E-9EC1-1ECC1DABA308}"/>
              </a:ext>
            </a:extLst>
          </p:cNvPr>
          <p:cNvSpPr>
            <a:spLocks xmlns:a="http://schemas.openxmlformats.org/drawingml/2006/main" noGrp="1"/>
          </p:cNvSpPr>
          <p:nvPr/>
        </p:nvSpPr>
        <p:spPr>
          <a:xfrm xmlns:a="http://schemas.openxmlformats.org/drawingml/2006/main" rot="0">
            <a:off x="4381500" y="24384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34" name="">
            <a:extLst xmlns:a="http://schemas.openxmlformats.org/drawingml/2006/main">
              <a:ext uri="{FF2B5EF4-FFF2-40B4-BE49-F238E27FC236}">
                <a16:creationId xmlns:a16="http://schemas.microsoft.com/office/drawing/2014/main" id="{06FBB31A-EAA7-46D9-80F1-46C44860765A}"/>
              </a:ext>
            </a:extLst>
          </p:cNvPr>
          <p:cNvSpPr>
            <a:spLocks xmlns:a="http://schemas.openxmlformats.org/drawingml/2006/main" noGrp="1"/>
          </p:cNvSpPr>
          <p:nvPr/>
        </p:nvSpPr>
        <p:spPr>
          <a:xfrm xmlns:a="http://schemas.openxmlformats.org/drawingml/2006/main">
            <a:off x="43815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35" name="">
            <a:extLst xmlns:a="http://schemas.openxmlformats.org/drawingml/2006/main">
              <a:ext uri="{FF2B5EF4-FFF2-40B4-BE49-F238E27FC236}">
                <a16:creationId xmlns:a16="http://schemas.microsoft.com/office/drawing/2014/main" id="{039AFCFF-F9F0-43F3-B026-366722A49A70}"/>
              </a:ext>
            </a:extLst>
          </p:cNvPr>
          <p:cNvSpPr>
            <a:spLocks xmlns:a="http://schemas.openxmlformats.org/drawingml/2006/main" noGrp="1"/>
          </p:cNvSpPr>
          <p:nvPr/>
        </p:nvSpPr>
        <p:spPr>
          <a:xfrm xmlns:a="http://schemas.openxmlformats.org/drawingml/2006/main" rot="0">
            <a:off x="5067300" y="24384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36" name="">
            <a:extLst xmlns:a="http://schemas.openxmlformats.org/drawingml/2006/main">
              <a:ext uri="{FF2B5EF4-FFF2-40B4-BE49-F238E27FC236}">
                <a16:creationId xmlns:a16="http://schemas.microsoft.com/office/drawing/2014/main" id="{C8956ACB-F44E-46CC-AA62-7EA4D6711F48}"/>
              </a:ext>
            </a:extLst>
          </p:cNvPr>
          <p:cNvSpPr>
            <a:spLocks xmlns:a="http://schemas.openxmlformats.org/drawingml/2006/main" noGrp="1"/>
          </p:cNvSpPr>
          <p:nvPr/>
        </p:nvSpPr>
        <p:spPr>
          <a:xfrm xmlns:a="http://schemas.openxmlformats.org/drawingml/2006/main">
            <a:off x="50673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37" name="">
            <a:extLst xmlns:a="http://schemas.openxmlformats.org/drawingml/2006/main">
              <a:ext uri="{FF2B5EF4-FFF2-40B4-BE49-F238E27FC236}">
                <a16:creationId xmlns:a16="http://schemas.microsoft.com/office/drawing/2014/main" id="{3F3CDF3F-6AEF-42CD-AB43-34EAD7ACA3F9}"/>
              </a:ext>
            </a:extLst>
          </p:cNvPr>
          <p:cNvSpPr>
            <a:spLocks xmlns:a="http://schemas.openxmlformats.org/drawingml/2006/main" noGrp="1"/>
          </p:cNvSpPr>
          <p:nvPr/>
        </p:nvSpPr>
        <p:spPr>
          <a:xfrm xmlns:a="http://schemas.openxmlformats.org/drawingml/2006/main" rot="0">
            <a:off x="2324100" y="31242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38" name="">
            <a:extLst xmlns:a="http://schemas.openxmlformats.org/drawingml/2006/main">
              <a:ext uri="{FF2B5EF4-FFF2-40B4-BE49-F238E27FC236}">
                <a16:creationId xmlns:a16="http://schemas.microsoft.com/office/drawing/2014/main" id="{3E2639AA-CCA0-4D39-B17D-29DD1DC68D1F}"/>
              </a:ext>
            </a:extLst>
          </p:cNvPr>
          <p:cNvSpPr>
            <a:spLocks xmlns:a="http://schemas.openxmlformats.org/drawingml/2006/main" noGrp="1"/>
          </p:cNvSpPr>
          <p:nvPr/>
        </p:nvSpPr>
        <p:spPr>
          <a:xfrm xmlns:a="http://schemas.openxmlformats.org/drawingml/2006/main">
            <a:off x="23241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39" name="">
            <a:extLst xmlns:a="http://schemas.openxmlformats.org/drawingml/2006/main">
              <a:ext uri="{FF2B5EF4-FFF2-40B4-BE49-F238E27FC236}">
                <a16:creationId xmlns:a16="http://schemas.microsoft.com/office/drawing/2014/main" id="{73B51D65-99C0-4F3C-85EC-B9CF7AE8CC31}"/>
              </a:ext>
            </a:extLst>
          </p:cNvPr>
          <p:cNvSpPr>
            <a:spLocks xmlns:a="http://schemas.openxmlformats.org/drawingml/2006/main" noGrp="1"/>
          </p:cNvSpPr>
          <p:nvPr/>
        </p:nvSpPr>
        <p:spPr>
          <a:xfrm xmlns:a="http://schemas.openxmlformats.org/drawingml/2006/main" rot="0">
            <a:off x="3009900" y="31242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40" name="">
            <a:extLst xmlns:a="http://schemas.openxmlformats.org/drawingml/2006/main">
              <a:ext uri="{FF2B5EF4-FFF2-40B4-BE49-F238E27FC236}">
                <a16:creationId xmlns:a16="http://schemas.microsoft.com/office/drawing/2014/main" id="{DD3EB10D-C22F-4CC8-A7D6-F4C58B3393F0}"/>
              </a:ext>
            </a:extLst>
          </p:cNvPr>
          <p:cNvSpPr>
            <a:spLocks xmlns:a="http://schemas.openxmlformats.org/drawingml/2006/main" noGrp="1"/>
          </p:cNvSpPr>
          <p:nvPr/>
        </p:nvSpPr>
        <p:spPr>
          <a:xfrm xmlns:a="http://schemas.openxmlformats.org/drawingml/2006/main">
            <a:off x="30099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0.7</a:t>
            </a:r>
          </a:p>
        </p:txBody>
      </p:sp>
      <p:sp>
        <p:nvSpPr>
          <p:cNvPr id="41" name="">
            <a:extLst xmlns:a="http://schemas.openxmlformats.org/drawingml/2006/main">
              <a:ext uri="{FF2B5EF4-FFF2-40B4-BE49-F238E27FC236}">
                <a16:creationId xmlns:a16="http://schemas.microsoft.com/office/drawing/2014/main" id="{FB877D9B-950B-4ACF-9196-D58AFC2C5E9E}"/>
              </a:ext>
            </a:extLst>
          </p:cNvPr>
          <p:cNvSpPr>
            <a:spLocks xmlns:a="http://schemas.openxmlformats.org/drawingml/2006/main" noGrp="1"/>
          </p:cNvSpPr>
          <p:nvPr/>
        </p:nvSpPr>
        <p:spPr>
          <a:xfrm xmlns:a="http://schemas.openxmlformats.org/drawingml/2006/main" rot="0">
            <a:off x="3695700" y="31242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42" name="">
            <a:extLst xmlns:a="http://schemas.openxmlformats.org/drawingml/2006/main">
              <a:ext uri="{FF2B5EF4-FFF2-40B4-BE49-F238E27FC236}">
                <a16:creationId xmlns:a16="http://schemas.microsoft.com/office/drawing/2014/main" id="{D2694BDD-3184-487F-86DB-91F1C4B88BA0}"/>
              </a:ext>
            </a:extLst>
          </p:cNvPr>
          <p:cNvSpPr>
            <a:spLocks xmlns:a="http://schemas.openxmlformats.org/drawingml/2006/main" noGrp="1"/>
          </p:cNvSpPr>
          <p:nvPr/>
        </p:nvSpPr>
        <p:spPr>
          <a:xfrm xmlns:a="http://schemas.openxmlformats.org/drawingml/2006/main">
            <a:off x="36957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43" name="">
            <a:extLst xmlns:a="http://schemas.openxmlformats.org/drawingml/2006/main">
              <a:ext uri="{FF2B5EF4-FFF2-40B4-BE49-F238E27FC236}">
                <a16:creationId xmlns:a16="http://schemas.microsoft.com/office/drawing/2014/main" id="{05C21A8E-21C4-4560-9D07-0FC09F39E87C}"/>
              </a:ext>
            </a:extLst>
          </p:cNvPr>
          <p:cNvSpPr>
            <a:spLocks xmlns:a="http://schemas.openxmlformats.org/drawingml/2006/main" noGrp="1"/>
          </p:cNvSpPr>
          <p:nvPr/>
        </p:nvSpPr>
        <p:spPr>
          <a:xfrm xmlns:a="http://schemas.openxmlformats.org/drawingml/2006/main" rot="0">
            <a:off x="4381500" y="31242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44" name="">
            <a:extLst xmlns:a="http://schemas.openxmlformats.org/drawingml/2006/main">
              <a:ext uri="{FF2B5EF4-FFF2-40B4-BE49-F238E27FC236}">
                <a16:creationId xmlns:a16="http://schemas.microsoft.com/office/drawing/2014/main" id="{519E083C-F121-4408-B7EC-AE6613906B38}"/>
              </a:ext>
            </a:extLst>
          </p:cNvPr>
          <p:cNvSpPr>
            <a:spLocks xmlns:a="http://schemas.openxmlformats.org/drawingml/2006/main" noGrp="1"/>
          </p:cNvSpPr>
          <p:nvPr/>
        </p:nvSpPr>
        <p:spPr>
          <a:xfrm xmlns:a="http://schemas.openxmlformats.org/drawingml/2006/main">
            <a:off x="43815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0.8</a:t>
            </a:r>
          </a:p>
        </p:txBody>
      </p:sp>
      <p:sp>
        <p:nvSpPr>
          <p:cNvPr id="45" name="">
            <a:extLst xmlns:a="http://schemas.openxmlformats.org/drawingml/2006/main">
              <a:ext uri="{FF2B5EF4-FFF2-40B4-BE49-F238E27FC236}">
                <a16:creationId xmlns:a16="http://schemas.microsoft.com/office/drawing/2014/main" id="{48C86F46-B758-4768-81D6-F1C3E75D335A}"/>
              </a:ext>
            </a:extLst>
          </p:cNvPr>
          <p:cNvSpPr>
            <a:spLocks xmlns:a="http://schemas.openxmlformats.org/drawingml/2006/main" noGrp="1"/>
          </p:cNvSpPr>
          <p:nvPr/>
        </p:nvSpPr>
        <p:spPr>
          <a:xfrm xmlns:a="http://schemas.openxmlformats.org/drawingml/2006/main" rot="0">
            <a:off x="5067300" y="31242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46" name="">
            <a:extLst xmlns:a="http://schemas.openxmlformats.org/drawingml/2006/main">
              <a:ext uri="{FF2B5EF4-FFF2-40B4-BE49-F238E27FC236}">
                <a16:creationId xmlns:a16="http://schemas.microsoft.com/office/drawing/2014/main" id="{CDB9F343-967C-457C-A70A-56D6B975EFD9}"/>
              </a:ext>
            </a:extLst>
          </p:cNvPr>
          <p:cNvSpPr>
            <a:spLocks xmlns:a="http://schemas.openxmlformats.org/drawingml/2006/main" noGrp="1"/>
          </p:cNvSpPr>
          <p:nvPr/>
        </p:nvSpPr>
        <p:spPr>
          <a:xfrm xmlns:a="http://schemas.openxmlformats.org/drawingml/2006/main">
            <a:off x="50673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0.4</a:t>
            </a:r>
          </a:p>
        </p:txBody>
      </p:sp>
      <p:sp>
        <p:nvSpPr>
          <p:cNvPr id="47" name="">
            <a:extLst xmlns:a="http://schemas.openxmlformats.org/drawingml/2006/main">
              <a:ext uri="{FF2B5EF4-FFF2-40B4-BE49-F238E27FC236}">
                <a16:creationId xmlns:a16="http://schemas.microsoft.com/office/drawing/2014/main" id="{8AB0C221-9833-4859-BA62-254C07121C11}"/>
              </a:ext>
            </a:extLst>
          </p:cNvPr>
          <p:cNvSpPr>
            <a:spLocks xmlns:a="http://schemas.openxmlformats.org/drawingml/2006/main" noGrp="1"/>
          </p:cNvSpPr>
          <p:nvPr/>
        </p:nvSpPr>
        <p:spPr>
          <a:xfrm xmlns:a="http://schemas.openxmlformats.org/drawingml/2006/main" rot="0">
            <a:off x="2324100" y="38100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48" name="">
            <a:extLst xmlns:a="http://schemas.openxmlformats.org/drawingml/2006/main">
              <a:ext uri="{FF2B5EF4-FFF2-40B4-BE49-F238E27FC236}">
                <a16:creationId xmlns:a16="http://schemas.microsoft.com/office/drawing/2014/main" id="{5433F2E9-6E7A-4FD2-8F84-97D175C0EC53}"/>
              </a:ext>
            </a:extLst>
          </p:cNvPr>
          <p:cNvSpPr>
            <a:spLocks xmlns:a="http://schemas.openxmlformats.org/drawingml/2006/main" noGrp="1"/>
          </p:cNvSpPr>
          <p:nvPr/>
        </p:nvSpPr>
        <p:spPr>
          <a:xfrm xmlns:a="http://schemas.openxmlformats.org/drawingml/2006/main">
            <a:off x="23241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49" name="">
            <a:extLst xmlns:a="http://schemas.openxmlformats.org/drawingml/2006/main">
              <a:ext uri="{FF2B5EF4-FFF2-40B4-BE49-F238E27FC236}">
                <a16:creationId xmlns:a16="http://schemas.microsoft.com/office/drawing/2014/main" id="{F724FCBD-37C2-42F4-84FD-B7ED1CB8FFA0}"/>
              </a:ext>
            </a:extLst>
          </p:cNvPr>
          <p:cNvSpPr>
            <a:spLocks xmlns:a="http://schemas.openxmlformats.org/drawingml/2006/main" noGrp="1"/>
          </p:cNvSpPr>
          <p:nvPr/>
        </p:nvSpPr>
        <p:spPr>
          <a:xfrm xmlns:a="http://schemas.openxmlformats.org/drawingml/2006/main" rot="0">
            <a:off x="3009900" y="38100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50" name="">
            <a:extLst xmlns:a="http://schemas.openxmlformats.org/drawingml/2006/main">
              <a:ext uri="{FF2B5EF4-FFF2-40B4-BE49-F238E27FC236}">
                <a16:creationId xmlns:a16="http://schemas.microsoft.com/office/drawing/2014/main" id="{D963AE0A-142C-4E6C-A62D-C7FA6BCD0550}"/>
              </a:ext>
            </a:extLst>
          </p:cNvPr>
          <p:cNvSpPr>
            <a:spLocks xmlns:a="http://schemas.openxmlformats.org/drawingml/2006/main" noGrp="1"/>
          </p:cNvSpPr>
          <p:nvPr/>
        </p:nvSpPr>
        <p:spPr>
          <a:xfrm xmlns:a="http://schemas.openxmlformats.org/drawingml/2006/main">
            <a:off x="30099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51" name="">
            <a:extLst xmlns:a="http://schemas.openxmlformats.org/drawingml/2006/main">
              <a:ext uri="{FF2B5EF4-FFF2-40B4-BE49-F238E27FC236}">
                <a16:creationId xmlns:a16="http://schemas.microsoft.com/office/drawing/2014/main" id="{4DC7D101-8A10-4900-B016-3F0273E10405}"/>
              </a:ext>
            </a:extLst>
          </p:cNvPr>
          <p:cNvSpPr>
            <a:spLocks xmlns:a="http://schemas.openxmlformats.org/drawingml/2006/main" noGrp="1"/>
          </p:cNvSpPr>
          <p:nvPr/>
        </p:nvSpPr>
        <p:spPr>
          <a:xfrm xmlns:a="http://schemas.openxmlformats.org/drawingml/2006/main" rot="0">
            <a:off x="3695700" y="38100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52" name="">
            <a:extLst xmlns:a="http://schemas.openxmlformats.org/drawingml/2006/main">
              <a:ext uri="{FF2B5EF4-FFF2-40B4-BE49-F238E27FC236}">
                <a16:creationId xmlns:a16="http://schemas.microsoft.com/office/drawing/2014/main" id="{D7DACE58-B339-4441-8FFC-F228C213C99B}"/>
              </a:ext>
            </a:extLst>
          </p:cNvPr>
          <p:cNvSpPr>
            <a:spLocks xmlns:a="http://schemas.openxmlformats.org/drawingml/2006/main" noGrp="1"/>
          </p:cNvSpPr>
          <p:nvPr/>
        </p:nvSpPr>
        <p:spPr>
          <a:xfrm xmlns:a="http://schemas.openxmlformats.org/drawingml/2006/main">
            <a:off x="36957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0.8</a:t>
            </a:r>
          </a:p>
        </p:txBody>
      </p:sp>
      <p:sp>
        <p:nvSpPr>
          <p:cNvPr id="53" name="">
            <a:extLst xmlns:a="http://schemas.openxmlformats.org/drawingml/2006/main">
              <a:ext uri="{FF2B5EF4-FFF2-40B4-BE49-F238E27FC236}">
                <a16:creationId xmlns:a16="http://schemas.microsoft.com/office/drawing/2014/main" id="{AB770615-6706-4DC3-9EA7-0FE71EA96452}"/>
              </a:ext>
            </a:extLst>
          </p:cNvPr>
          <p:cNvSpPr>
            <a:spLocks xmlns:a="http://schemas.openxmlformats.org/drawingml/2006/main" noGrp="1"/>
          </p:cNvSpPr>
          <p:nvPr/>
        </p:nvSpPr>
        <p:spPr>
          <a:xfrm xmlns:a="http://schemas.openxmlformats.org/drawingml/2006/main" rot="0">
            <a:off x="4381500" y="38100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54" name="">
            <a:extLst xmlns:a="http://schemas.openxmlformats.org/drawingml/2006/main">
              <a:ext uri="{FF2B5EF4-FFF2-40B4-BE49-F238E27FC236}">
                <a16:creationId xmlns:a16="http://schemas.microsoft.com/office/drawing/2014/main" id="{879E5B17-F7B0-4E63-A10A-55E987257166}"/>
              </a:ext>
            </a:extLst>
          </p:cNvPr>
          <p:cNvSpPr>
            <a:spLocks xmlns:a="http://schemas.openxmlformats.org/drawingml/2006/main" noGrp="1"/>
          </p:cNvSpPr>
          <p:nvPr/>
        </p:nvSpPr>
        <p:spPr>
          <a:xfrm xmlns:a="http://schemas.openxmlformats.org/drawingml/2006/main">
            <a:off x="43815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55" name="">
            <a:extLst xmlns:a="http://schemas.openxmlformats.org/drawingml/2006/main">
              <a:ext uri="{FF2B5EF4-FFF2-40B4-BE49-F238E27FC236}">
                <a16:creationId xmlns:a16="http://schemas.microsoft.com/office/drawing/2014/main" id="{4A1A7C75-5A1D-4E46-93BF-ACCE5FA2C3FB}"/>
              </a:ext>
            </a:extLst>
          </p:cNvPr>
          <p:cNvSpPr>
            <a:spLocks xmlns:a="http://schemas.openxmlformats.org/drawingml/2006/main" noGrp="1"/>
          </p:cNvSpPr>
          <p:nvPr/>
        </p:nvSpPr>
        <p:spPr>
          <a:xfrm xmlns:a="http://schemas.openxmlformats.org/drawingml/2006/main" rot="0">
            <a:off x="5067300" y="38100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56" name="">
            <a:extLst xmlns:a="http://schemas.openxmlformats.org/drawingml/2006/main">
              <a:ext uri="{FF2B5EF4-FFF2-40B4-BE49-F238E27FC236}">
                <a16:creationId xmlns:a16="http://schemas.microsoft.com/office/drawing/2014/main" id="{CF0F9ABE-994C-48CE-8740-A31CFFCFAC2C}"/>
              </a:ext>
            </a:extLst>
          </p:cNvPr>
          <p:cNvSpPr>
            <a:spLocks xmlns:a="http://schemas.openxmlformats.org/drawingml/2006/main" noGrp="1"/>
          </p:cNvSpPr>
          <p:nvPr/>
        </p:nvSpPr>
        <p:spPr>
          <a:xfrm xmlns:a="http://schemas.openxmlformats.org/drawingml/2006/main">
            <a:off x="50673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0.6</a:t>
            </a:r>
          </a:p>
        </p:txBody>
      </p:sp>
      <p:sp>
        <p:nvSpPr>
          <p:cNvPr id="57" name="">
            <a:extLst xmlns:a="http://schemas.openxmlformats.org/drawingml/2006/main">
              <a:ext uri="{FF2B5EF4-FFF2-40B4-BE49-F238E27FC236}">
                <a16:creationId xmlns:a16="http://schemas.microsoft.com/office/drawing/2014/main" id="{C7BB64D5-2E49-403D-8BC0-9668639B078F}"/>
              </a:ext>
            </a:extLst>
          </p:cNvPr>
          <p:cNvSpPr>
            <a:spLocks xmlns:a="http://schemas.openxmlformats.org/drawingml/2006/main" noGrp="1"/>
          </p:cNvSpPr>
          <p:nvPr/>
        </p:nvSpPr>
        <p:spPr>
          <a:xfrm xmlns:a="http://schemas.openxmlformats.org/drawingml/2006/main" rot="0">
            <a:off x="2324100" y="44958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58" name="">
            <a:extLst xmlns:a="http://schemas.openxmlformats.org/drawingml/2006/main">
              <a:ext uri="{FF2B5EF4-FFF2-40B4-BE49-F238E27FC236}">
                <a16:creationId xmlns:a16="http://schemas.microsoft.com/office/drawing/2014/main" id="{9366F104-1CB4-434F-8800-0CED338BB463}"/>
              </a:ext>
            </a:extLst>
          </p:cNvPr>
          <p:cNvSpPr>
            <a:spLocks xmlns:a="http://schemas.openxmlformats.org/drawingml/2006/main" noGrp="1"/>
          </p:cNvSpPr>
          <p:nvPr/>
        </p:nvSpPr>
        <p:spPr>
          <a:xfrm xmlns:a="http://schemas.openxmlformats.org/drawingml/2006/main">
            <a:off x="23241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59" name="">
            <a:extLst xmlns:a="http://schemas.openxmlformats.org/drawingml/2006/main">
              <a:ext uri="{FF2B5EF4-FFF2-40B4-BE49-F238E27FC236}">
                <a16:creationId xmlns:a16="http://schemas.microsoft.com/office/drawing/2014/main" id="{471344B3-779A-4E26-8CA0-5C7B4BC75B60}"/>
              </a:ext>
            </a:extLst>
          </p:cNvPr>
          <p:cNvSpPr>
            <a:spLocks xmlns:a="http://schemas.openxmlformats.org/drawingml/2006/main" noGrp="1"/>
          </p:cNvSpPr>
          <p:nvPr/>
        </p:nvSpPr>
        <p:spPr>
          <a:xfrm xmlns:a="http://schemas.openxmlformats.org/drawingml/2006/main" rot="0">
            <a:off x="3009900" y="44958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60" name="">
            <a:extLst xmlns:a="http://schemas.openxmlformats.org/drawingml/2006/main">
              <a:ext uri="{FF2B5EF4-FFF2-40B4-BE49-F238E27FC236}">
                <a16:creationId xmlns:a16="http://schemas.microsoft.com/office/drawing/2014/main" id="{177F909E-02D1-4368-9538-B0622CE66A3C}"/>
              </a:ext>
            </a:extLst>
          </p:cNvPr>
          <p:cNvSpPr>
            <a:spLocks xmlns:a="http://schemas.openxmlformats.org/drawingml/2006/main" noGrp="1"/>
          </p:cNvSpPr>
          <p:nvPr/>
        </p:nvSpPr>
        <p:spPr>
          <a:xfrm xmlns:a="http://schemas.openxmlformats.org/drawingml/2006/main">
            <a:off x="30099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0.3</a:t>
            </a:r>
          </a:p>
        </p:txBody>
      </p:sp>
      <p:sp>
        <p:nvSpPr>
          <p:cNvPr id="61" name="">
            <a:extLst xmlns:a="http://schemas.openxmlformats.org/drawingml/2006/main">
              <a:ext uri="{FF2B5EF4-FFF2-40B4-BE49-F238E27FC236}">
                <a16:creationId xmlns:a16="http://schemas.microsoft.com/office/drawing/2014/main" id="{C92C7633-EACC-41E2-B63C-A6609004977A}"/>
              </a:ext>
            </a:extLst>
          </p:cNvPr>
          <p:cNvSpPr>
            <a:spLocks xmlns:a="http://schemas.openxmlformats.org/drawingml/2006/main" noGrp="1"/>
          </p:cNvSpPr>
          <p:nvPr/>
        </p:nvSpPr>
        <p:spPr>
          <a:xfrm xmlns:a="http://schemas.openxmlformats.org/drawingml/2006/main" rot="0">
            <a:off x="3695700" y="44958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62" name="">
            <a:extLst xmlns:a="http://schemas.openxmlformats.org/drawingml/2006/main">
              <a:ext uri="{FF2B5EF4-FFF2-40B4-BE49-F238E27FC236}">
                <a16:creationId xmlns:a16="http://schemas.microsoft.com/office/drawing/2014/main" id="{28AFA052-5FD1-44FF-AD33-4BBF518F5AAD}"/>
              </a:ext>
            </a:extLst>
          </p:cNvPr>
          <p:cNvSpPr>
            <a:spLocks xmlns:a="http://schemas.openxmlformats.org/drawingml/2006/main" noGrp="1"/>
          </p:cNvSpPr>
          <p:nvPr/>
        </p:nvSpPr>
        <p:spPr>
          <a:xfrm xmlns:a="http://schemas.openxmlformats.org/drawingml/2006/main">
            <a:off x="36957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0.5</a:t>
            </a:r>
          </a:p>
        </p:txBody>
      </p:sp>
      <p:sp>
        <p:nvSpPr>
          <p:cNvPr id="63" name="">
            <a:extLst xmlns:a="http://schemas.openxmlformats.org/drawingml/2006/main">
              <a:ext uri="{FF2B5EF4-FFF2-40B4-BE49-F238E27FC236}">
                <a16:creationId xmlns:a16="http://schemas.microsoft.com/office/drawing/2014/main" id="{22B1EB2D-7126-4B04-8F3F-9B1560AA9EA0}"/>
              </a:ext>
            </a:extLst>
          </p:cNvPr>
          <p:cNvSpPr>
            <a:spLocks xmlns:a="http://schemas.openxmlformats.org/drawingml/2006/main" noGrp="1"/>
          </p:cNvSpPr>
          <p:nvPr/>
        </p:nvSpPr>
        <p:spPr>
          <a:xfrm xmlns:a="http://schemas.openxmlformats.org/drawingml/2006/main" rot="0">
            <a:off x="4381500" y="44958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64" name="">
            <a:extLst xmlns:a="http://schemas.openxmlformats.org/drawingml/2006/main">
              <a:ext uri="{FF2B5EF4-FFF2-40B4-BE49-F238E27FC236}">
                <a16:creationId xmlns:a16="http://schemas.microsoft.com/office/drawing/2014/main" id="{093241EA-1CA9-45FE-A7D7-54D2DE6B86ED}"/>
              </a:ext>
            </a:extLst>
          </p:cNvPr>
          <p:cNvSpPr>
            <a:spLocks xmlns:a="http://schemas.openxmlformats.org/drawingml/2006/main" noGrp="1"/>
          </p:cNvSpPr>
          <p:nvPr/>
        </p:nvSpPr>
        <p:spPr>
          <a:xfrm xmlns:a="http://schemas.openxmlformats.org/drawingml/2006/main">
            <a:off x="43815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0.7</a:t>
            </a:r>
          </a:p>
        </p:txBody>
      </p:sp>
      <p:sp>
        <p:nvSpPr>
          <p:cNvPr id="65" name="">
            <a:extLst xmlns:a="http://schemas.openxmlformats.org/drawingml/2006/main">
              <a:ext uri="{FF2B5EF4-FFF2-40B4-BE49-F238E27FC236}">
                <a16:creationId xmlns:a16="http://schemas.microsoft.com/office/drawing/2014/main" id="{0201B0E0-6615-4089-AB79-3E2AACB11C21}"/>
              </a:ext>
            </a:extLst>
          </p:cNvPr>
          <p:cNvSpPr>
            <a:spLocks xmlns:a="http://schemas.openxmlformats.org/drawingml/2006/main" noGrp="1"/>
          </p:cNvSpPr>
          <p:nvPr/>
        </p:nvSpPr>
        <p:spPr>
          <a:xfrm xmlns:a="http://schemas.openxmlformats.org/drawingml/2006/main" rot="0">
            <a:off x="5067300" y="44958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66" name="">
            <a:extLst xmlns:a="http://schemas.openxmlformats.org/drawingml/2006/main">
              <a:ext uri="{FF2B5EF4-FFF2-40B4-BE49-F238E27FC236}">
                <a16:creationId xmlns:a16="http://schemas.microsoft.com/office/drawing/2014/main" id="{7D9EACBF-B5E6-4410-BB91-8F85667FF5AE}"/>
              </a:ext>
            </a:extLst>
          </p:cNvPr>
          <p:cNvSpPr>
            <a:spLocks xmlns:a="http://schemas.openxmlformats.org/drawingml/2006/main" noGrp="1"/>
          </p:cNvSpPr>
          <p:nvPr/>
        </p:nvSpPr>
        <p:spPr>
          <a:xfrm xmlns:a="http://schemas.openxmlformats.org/drawingml/2006/main">
            <a:off x="50673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67" name="">
            <a:extLst xmlns:a="http://schemas.openxmlformats.org/drawingml/2006/main">
              <a:ext uri="{FF2B5EF4-FFF2-40B4-BE49-F238E27FC236}">
                <a16:creationId xmlns:a16="http://schemas.microsoft.com/office/drawing/2014/main" id="{4DEC6333-4DD1-4B8E-A389-9EA962324C31}"/>
              </a:ext>
            </a:extLst>
          </p:cNvPr>
          <p:cNvSpPr>
            <a:spLocks xmlns:a="http://schemas.openxmlformats.org/drawingml/2006/main" noGrp="1"/>
          </p:cNvSpPr>
          <p:nvPr/>
        </p:nvSpPr>
        <p:spPr>
          <a:xfrm xmlns:a="http://schemas.openxmlformats.org/drawingml/2006/main">
            <a:off x="7734300" y="2000250"/>
            <a:ext cx="3390900" cy="2057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색이 진할수록</a:t>
            </a:r>
          </a:p>
          <a:p xmlns:a="http://schemas.openxmlformats.org/drawingml/2006/main">
            <a:pPr algn="l">
              <a:lnSpc>
                <a:spcPct val="125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해당 토큰을 더 크게 참고</a:t>
            </a:r>
          </a:p>
        </p:txBody>
      </p:sp>
      <p:sp>
        <p:nvSpPr>
          <p:cNvPr id="68" name="">
            <a:extLst xmlns:a="http://schemas.openxmlformats.org/drawingml/2006/main">
              <a:ext uri="{FF2B5EF4-FFF2-40B4-BE49-F238E27FC236}">
                <a16:creationId xmlns:a16="http://schemas.microsoft.com/office/drawing/2014/main" id="{4D15EBBF-3C72-478E-8887-D32E376D20CA}"/>
              </a:ext>
            </a:extLst>
          </p:cNvPr>
          <p:cNvSpPr>
            <a:spLocks xmlns:a="http://schemas.openxmlformats.org/drawingml/2006/main" noGrp="1"/>
          </p:cNvSpPr>
          <p:nvPr/>
        </p:nvSpPr>
        <p:spPr>
          <a:xfrm xmlns:a="http://schemas.openxmlformats.org/drawingml/2006/main">
            <a:off x="7734300" y="4495800"/>
            <a:ext cx="3390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설명용 예시이며 실제 모델의 어텐션 값이나 인과 설명이 아님</a:t>
            </a:r>
          </a:p>
        </p:txBody>
      </p:sp>
    </p:spTree>
    <p:extLst>
      <p:ext uri="{BB962C8B-B14F-4D97-AF65-F5344CB8AC3E}">
        <p14:creationId xmlns:p14="http://schemas.microsoft.com/office/powerpoint/2010/main" val="932775747"/>
      </p:ext>
    </p:extLst>
  </p:cSld>
</p:sld>
</file>

<file path=ppt/slides/slide2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C0683420-E81A-4188-AE15-E77BF44DBD0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2AF3879A-0185-471F-AF84-19D59F54C024}"/>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27</a:t>
            </a:r>
          </a:p>
        </p:txBody>
      </p:sp>
      <p:sp>
        <p:nvSpPr>
          <p:cNvPr id="3" name="">
            <a:extLst xmlns:a="http://schemas.openxmlformats.org/drawingml/2006/main">
              <a:ext uri="{FF2B5EF4-FFF2-40B4-BE49-F238E27FC236}">
                <a16:creationId xmlns:a16="http://schemas.microsoft.com/office/drawing/2014/main" id="{634B3C9E-F291-45D8-96F7-B7F0D20D79E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7500A4D8-449B-46BD-B7BB-9A23FEEB809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EB40D71-C649-4658-8B0B-D2F09A51F02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20C57DD-F31E-431E-A6F1-00F1345BDB4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트랜스포머의 문맥 처리 흐름</a:t>
            </a:r>
          </a:p>
        </p:txBody>
      </p:sp>
      <p:sp>
        <p:nvSpPr>
          <p:cNvPr id="7" name="">
            <a:extLst xmlns:a="http://schemas.openxmlformats.org/drawingml/2006/main">
              <a:ext uri="{FF2B5EF4-FFF2-40B4-BE49-F238E27FC236}">
                <a16:creationId xmlns:a16="http://schemas.microsoft.com/office/drawing/2014/main" id="{D5BA8578-1904-4A78-B03F-AA7053231452}"/>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61927C55-C82B-4DA2-9810-3F42DC15058E}"/>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토큰</a:t>
            </a:r>
          </a:p>
        </p:txBody>
      </p:sp>
      <p:sp>
        <p:nvSpPr>
          <p:cNvPr id="9" name="">
            <a:extLst xmlns:a="http://schemas.openxmlformats.org/drawingml/2006/main">
              <a:ext uri="{FF2B5EF4-FFF2-40B4-BE49-F238E27FC236}">
                <a16:creationId xmlns:a16="http://schemas.microsoft.com/office/drawing/2014/main" id="{6EDAED5F-780C-4FE9-B017-4E3F6CB03BC2}"/>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입력 위치</a:t>
            </a:r>
          </a:p>
        </p:txBody>
      </p:sp>
      <p:sp>
        <p:nvSpPr>
          <p:cNvPr id="10" name="">
            <a:extLst xmlns:a="http://schemas.openxmlformats.org/drawingml/2006/main">
              <a:ext uri="{FF2B5EF4-FFF2-40B4-BE49-F238E27FC236}">
                <a16:creationId xmlns:a16="http://schemas.microsoft.com/office/drawing/2014/main" id="{6E6C3803-5462-4601-9D03-CDE23323FA9F}"/>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7B2BF972-58C7-42E9-B1BE-3B3DB599AD33}"/>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7617CD5E-8A42-413E-8B1F-56DA50ADAA76}"/>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Q · K · V</a:t>
            </a:r>
          </a:p>
        </p:txBody>
      </p:sp>
      <p:sp>
        <p:nvSpPr>
          <p:cNvPr id="13" name="">
            <a:extLst xmlns:a="http://schemas.openxmlformats.org/drawingml/2006/main">
              <a:ext uri="{FF2B5EF4-FFF2-40B4-BE49-F238E27FC236}">
                <a16:creationId xmlns:a16="http://schemas.microsoft.com/office/drawing/2014/main" id="{E2C7C4B1-8C8F-418F-83E6-A632CC699AF0}"/>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Query·Key·Value 투영</a:t>
            </a:r>
          </a:p>
        </p:txBody>
      </p:sp>
      <p:sp>
        <p:nvSpPr>
          <p:cNvPr id="14" name="">
            <a:extLst xmlns:a="http://schemas.openxmlformats.org/drawingml/2006/main">
              <a:ext uri="{FF2B5EF4-FFF2-40B4-BE49-F238E27FC236}">
                <a16:creationId xmlns:a16="http://schemas.microsoft.com/office/drawing/2014/main" id="{85AF828B-DDAB-4BDB-BDB4-C1401E07E765}"/>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3CF315A0-8DD4-48AC-8BA9-29FB80071693}"/>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E9E0375E-1A29-4CBB-999E-20A32BEE0B28}"/>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셀프 어텐션</a:t>
            </a:r>
          </a:p>
        </p:txBody>
      </p:sp>
      <p:sp>
        <p:nvSpPr>
          <p:cNvPr id="17" name="">
            <a:extLst xmlns:a="http://schemas.openxmlformats.org/drawingml/2006/main">
              <a:ext uri="{FF2B5EF4-FFF2-40B4-BE49-F238E27FC236}">
                <a16:creationId xmlns:a16="http://schemas.microsoft.com/office/drawing/2014/main" id="{DC77E84C-A2AB-4FD7-9BF7-226848B9375C}"/>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관계 가중 합</a:t>
            </a:r>
          </a:p>
        </p:txBody>
      </p:sp>
      <p:sp>
        <p:nvSpPr>
          <p:cNvPr id="18" name="">
            <a:extLst xmlns:a="http://schemas.openxmlformats.org/drawingml/2006/main">
              <a:ext uri="{FF2B5EF4-FFF2-40B4-BE49-F238E27FC236}">
                <a16:creationId xmlns:a16="http://schemas.microsoft.com/office/drawing/2014/main" id="{DFEF42C9-F8AB-4FC8-B892-CECE8C08167D}"/>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67544D56-1FE7-4EFC-BF88-5AE0A4ECBBA3}"/>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3163E1B0-3B85-4C00-9E4F-1DFE2DF1DCFF}"/>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FFN</a:t>
            </a:r>
          </a:p>
        </p:txBody>
      </p:sp>
      <p:sp>
        <p:nvSpPr>
          <p:cNvPr id="21" name="">
            <a:extLst xmlns:a="http://schemas.openxmlformats.org/drawingml/2006/main">
              <a:ext uri="{FF2B5EF4-FFF2-40B4-BE49-F238E27FC236}">
                <a16:creationId xmlns:a16="http://schemas.microsoft.com/office/drawing/2014/main" id="{CB70912D-B68A-442E-8113-F9BA97C73FC2}"/>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위치별 변환</a:t>
            </a:r>
          </a:p>
        </p:txBody>
      </p:sp>
      <p:sp>
        <p:nvSpPr>
          <p:cNvPr id="22" name="">
            <a:extLst xmlns:a="http://schemas.openxmlformats.org/drawingml/2006/main">
              <a:ext uri="{FF2B5EF4-FFF2-40B4-BE49-F238E27FC236}">
                <a16:creationId xmlns:a16="http://schemas.microsoft.com/office/drawing/2014/main" id="{A9B1EDAF-7FEA-48F3-9A19-5AF612042791}"/>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D626A678-D3FD-4B47-B094-3A865E507F90}"/>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A8051330-3D6B-4542-9358-BE4D79FEE4E7}"/>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맥락</a:t>
            </a:r>
          </a:p>
        </p:txBody>
      </p:sp>
      <p:sp>
        <p:nvSpPr>
          <p:cNvPr id="25" name="">
            <a:extLst xmlns:a="http://schemas.openxmlformats.org/drawingml/2006/main">
              <a:ext uri="{FF2B5EF4-FFF2-40B4-BE49-F238E27FC236}">
                <a16:creationId xmlns:a16="http://schemas.microsoft.com/office/drawing/2014/main" id="{697C7AA5-D9DD-45C6-BDDC-C9E95A3F9202}"/>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문맥이 반영된 토큰 표현</a:t>
            </a:r>
          </a:p>
        </p:txBody>
      </p:sp>
      <p:sp>
        <p:nvSpPr>
          <p:cNvPr id="26" name="">
            <a:extLst xmlns:a="http://schemas.openxmlformats.org/drawingml/2006/main">
              <a:ext uri="{FF2B5EF4-FFF2-40B4-BE49-F238E27FC236}">
                <a16:creationId xmlns:a16="http://schemas.microsoft.com/office/drawing/2014/main" id="{D594DB6A-2C55-46A1-AA0F-B4356C46B0EE}"/>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Q=Query · K=Key · V=Value · FFN=Feed-Forward Network</a:t>
            </a:r>
          </a:p>
        </p:txBody>
      </p:sp>
    </p:spTree>
    <p:extLst>
      <p:ext uri="{BB962C8B-B14F-4D97-AF65-F5344CB8AC3E}">
        <p14:creationId xmlns:p14="http://schemas.microsoft.com/office/powerpoint/2010/main" val="467635462"/>
      </p:ext>
    </p:extLst>
  </p:cSld>
</p:sld>
</file>

<file path=ppt/slides/slide2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9777549B-038B-45CC-9171-AC66F6011C8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1096A951-C42D-4A2A-BC21-3CA0CACA370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28</a:t>
            </a:r>
          </a:p>
        </p:txBody>
      </p:sp>
      <p:sp>
        <p:nvSpPr>
          <p:cNvPr id="3" name="">
            <a:extLst xmlns:a="http://schemas.openxmlformats.org/drawingml/2006/main">
              <a:ext uri="{FF2B5EF4-FFF2-40B4-BE49-F238E27FC236}">
                <a16:creationId xmlns:a16="http://schemas.microsoft.com/office/drawing/2014/main" id="{811ED0D6-F7A9-4E80-80AD-C15931EAE64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C883E232-4329-4ED7-B7AA-9A9AF2BA383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A3C91AD-FBFA-4191-A89E-8ADA1F68A7C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703A729F-EA12-4C0A-B6E9-F25722BF24E8}"/>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다음 토큰 예측 기반 사전학습</a:t>
            </a:r>
          </a:p>
        </p:txBody>
      </p:sp>
      <p:sp>
        <p:nvSpPr>
          <p:cNvPr id="7" name="">
            <a:extLst xmlns:a="http://schemas.openxmlformats.org/drawingml/2006/main">
              <a:ext uri="{FF2B5EF4-FFF2-40B4-BE49-F238E27FC236}">
                <a16:creationId xmlns:a16="http://schemas.microsoft.com/office/drawing/2014/main" id="{A69D3D6E-6348-48CA-A53E-4AFFD220CC94}"/>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9059921E-E8CF-4EC8-86A8-98952BB64BAB}"/>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대규모 텍스트</a:t>
            </a:r>
          </a:p>
        </p:txBody>
      </p:sp>
      <p:sp>
        <p:nvSpPr>
          <p:cNvPr id="9" name="">
            <a:extLst xmlns:a="http://schemas.openxmlformats.org/drawingml/2006/main">
              <a:ext uri="{FF2B5EF4-FFF2-40B4-BE49-F238E27FC236}">
                <a16:creationId xmlns:a16="http://schemas.microsoft.com/office/drawing/2014/main" id="{63AAF5A0-EEB6-42F1-A8F3-047A502E5E62}"/>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학습 말뭉치</a:t>
            </a:r>
          </a:p>
        </p:txBody>
      </p:sp>
      <p:sp>
        <p:nvSpPr>
          <p:cNvPr id="10" name="">
            <a:extLst xmlns:a="http://schemas.openxmlformats.org/drawingml/2006/main">
              <a:ext uri="{FF2B5EF4-FFF2-40B4-BE49-F238E27FC236}">
                <a16:creationId xmlns:a16="http://schemas.microsoft.com/office/drawing/2014/main" id="{FBFABA60-F632-45FF-916D-B17579E6C5AA}"/>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3280425F-5820-4BF9-B93E-C6A5D4E8FA29}"/>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A05C768B-08D5-4BFA-A08D-39882C158E38}"/>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문맥</a:t>
            </a:r>
          </a:p>
        </p:txBody>
      </p:sp>
      <p:sp>
        <p:nvSpPr>
          <p:cNvPr id="13" name="">
            <a:extLst xmlns:a="http://schemas.openxmlformats.org/drawingml/2006/main">
              <a:ext uri="{FF2B5EF4-FFF2-40B4-BE49-F238E27FC236}">
                <a16:creationId xmlns:a16="http://schemas.microsoft.com/office/drawing/2014/main" id="{0EA859EA-D2E9-4B80-8240-8DB082FF5724}"/>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토큰 시퀀스</a:t>
            </a:r>
          </a:p>
        </p:txBody>
      </p:sp>
      <p:sp>
        <p:nvSpPr>
          <p:cNvPr id="14" name="">
            <a:extLst xmlns:a="http://schemas.openxmlformats.org/drawingml/2006/main">
              <a:ext uri="{FF2B5EF4-FFF2-40B4-BE49-F238E27FC236}">
                <a16:creationId xmlns:a16="http://schemas.microsoft.com/office/drawing/2014/main" id="{16DE03C5-75C4-4B9D-92CD-405D1E11AA9F}"/>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675ABF5E-58A5-4C8A-8899-7C8B3D5A4756}"/>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6" name="">
            <a:extLst xmlns:a="http://schemas.openxmlformats.org/drawingml/2006/main">
              <a:ext uri="{FF2B5EF4-FFF2-40B4-BE49-F238E27FC236}">
                <a16:creationId xmlns:a16="http://schemas.microsoft.com/office/drawing/2014/main" id="{B5C59C5E-5D3F-484F-B06E-6FB39E239A6E}"/>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확률 분포</a:t>
            </a:r>
          </a:p>
        </p:txBody>
      </p:sp>
      <p:sp>
        <p:nvSpPr>
          <p:cNvPr id="17" name="">
            <a:extLst xmlns:a="http://schemas.openxmlformats.org/drawingml/2006/main">
              <a:ext uri="{FF2B5EF4-FFF2-40B4-BE49-F238E27FC236}">
                <a16:creationId xmlns:a16="http://schemas.microsoft.com/office/drawing/2014/main" id="{83DB37E6-F07A-4F68-B1B7-9712091FC4AD}"/>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다음 토큰</a:t>
            </a:r>
          </a:p>
        </p:txBody>
      </p:sp>
      <p:sp>
        <p:nvSpPr>
          <p:cNvPr id="18" name="">
            <a:extLst xmlns:a="http://schemas.openxmlformats.org/drawingml/2006/main">
              <a:ext uri="{FF2B5EF4-FFF2-40B4-BE49-F238E27FC236}">
                <a16:creationId xmlns:a16="http://schemas.microsoft.com/office/drawing/2014/main" id="{B8B65A86-82AC-4077-A7F2-5053C647DFF0}"/>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48848A80-AD6A-46F5-BCF5-F8E054177CE0}"/>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32529C19-56BD-4907-A253-94495FECD508}"/>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손실 계산</a:t>
            </a:r>
          </a:p>
        </p:txBody>
      </p:sp>
      <p:sp>
        <p:nvSpPr>
          <p:cNvPr id="21" name="">
            <a:extLst xmlns:a="http://schemas.openxmlformats.org/drawingml/2006/main">
              <a:ext uri="{FF2B5EF4-FFF2-40B4-BE49-F238E27FC236}">
                <a16:creationId xmlns:a16="http://schemas.microsoft.com/office/drawing/2014/main" id="{FF188656-F5E5-4284-8564-BEFB6E65A07E}"/>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예측 오차</a:t>
            </a:r>
          </a:p>
        </p:txBody>
      </p:sp>
      <p:sp>
        <p:nvSpPr>
          <p:cNvPr id="22" name="">
            <a:extLst xmlns:a="http://schemas.openxmlformats.org/drawingml/2006/main">
              <a:ext uri="{FF2B5EF4-FFF2-40B4-BE49-F238E27FC236}">
                <a16:creationId xmlns:a16="http://schemas.microsoft.com/office/drawing/2014/main" id="{0DF05517-9A7C-4420-B6E0-5AB181EDF0CC}"/>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0C186414-20B9-4BDF-BB02-E9BA58322E5F}"/>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17A6C968-0DAA-47D8-A050-A70FEDA9C62C}"/>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가중치 업데이트</a:t>
            </a:r>
          </a:p>
        </p:txBody>
      </p:sp>
      <p:sp>
        <p:nvSpPr>
          <p:cNvPr id="25" name="">
            <a:extLst xmlns:a="http://schemas.openxmlformats.org/drawingml/2006/main">
              <a:ext uri="{FF2B5EF4-FFF2-40B4-BE49-F238E27FC236}">
                <a16:creationId xmlns:a16="http://schemas.microsoft.com/office/drawing/2014/main" id="{05661AB4-252D-4B7B-8C05-A9E39BA262CD}"/>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반복 학습</a:t>
            </a:r>
          </a:p>
        </p:txBody>
      </p:sp>
      <p:sp>
        <p:nvSpPr>
          <p:cNvPr id="26" name="">
            <a:extLst xmlns:a="http://schemas.openxmlformats.org/drawingml/2006/main">
              <a:ext uri="{FF2B5EF4-FFF2-40B4-BE49-F238E27FC236}">
                <a16:creationId xmlns:a16="http://schemas.microsoft.com/office/drawing/2014/main" id="{FEC1A90C-2EF8-4104-A118-564D59D9CEBC}"/>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디코더 기반(Decoder-only) LLM의 대표 사전학습 방식</a:t>
            </a:r>
          </a:p>
        </p:txBody>
      </p:sp>
    </p:spTree>
    <p:extLst>
      <p:ext uri="{BB962C8B-B14F-4D97-AF65-F5344CB8AC3E}">
        <p14:creationId xmlns:p14="http://schemas.microsoft.com/office/powerpoint/2010/main" val="923245110"/>
      </p:ext>
    </p:extLst>
  </p:cSld>
</p:sld>
</file>

<file path=ppt/slides/slide2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476D364-E952-442E-873C-32B06A70BC4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86BBBEDF-B663-4CAE-AFD5-2C9BB571E12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29</a:t>
            </a:r>
          </a:p>
        </p:txBody>
      </p:sp>
      <p:sp>
        <p:nvSpPr>
          <p:cNvPr id="3" name="">
            <a:extLst xmlns:a="http://schemas.openxmlformats.org/drawingml/2006/main">
              <a:ext uri="{FF2B5EF4-FFF2-40B4-BE49-F238E27FC236}">
                <a16:creationId xmlns:a16="http://schemas.microsoft.com/office/drawing/2014/main" id="{E2688531-574B-4C73-8069-380210A81FC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D56FAB2C-B74C-4CAE-80BA-3894A5E789F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D905D165-1947-4CC9-AE7B-1B99395E744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A6B0EA1-99F6-44E7-B127-25A905FA901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LLM의 대표 활용 과업</a:t>
            </a:r>
          </a:p>
        </p:txBody>
      </p:sp>
      <p:sp>
        <p:nvSpPr>
          <p:cNvPr id="7" name="">
            <a:extLst xmlns:a="http://schemas.openxmlformats.org/drawingml/2006/main">
              <a:ext uri="{FF2B5EF4-FFF2-40B4-BE49-F238E27FC236}">
                <a16:creationId xmlns:a16="http://schemas.microsoft.com/office/drawing/2014/main" id="{F17EBB56-9039-45B2-B49F-1E4F7ECF8D26}"/>
              </a:ext>
            </a:extLst>
          </p:cNvPr>
          <p:cNvSpPr>
            <a:spLocks xmlns:a="http://schemas.openxmlformats.org/drawingml/2006/main" noGrp="1"/>
          </p:cNvSpPr>
          <p:nvPr/>
        </p:nvSpPr>
        <p:spPr>
          <a:xfrm xmlns:a="http://schemas.openxmlformats.org/drawingml/2006/main">
            <a:off x="60960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560E2EBD-B7DD-4A2A-BD3C-CD2252830B1E}"/>
              </a:ext>
            </a:extLst>
          </p:cNvPr>
          <p:cNvSpPr>
            <a:spLocks xmlns:a="http://schemas.openxmlformats.org/drawingml/2006/main" noGrp="1"/>
          </p:cNvSpPr>
          <p:nvPr/>
        </p:nvSpPr>
        <p:spPr>
          <a:xfrm xmlns:a="http://schemas.openxmlformats.org/drawingml/2006/main">
            <a:off x="60960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생성</a:t>
            </a:r>
          </a:p>
        </p:txBody>
      </p:sp>
      <p:sp>
        <p:nvSpPr>
          <p:cNvPr id="9" name="">
            <a:extLst xmlns:a="http://schemas.openxmlformats.org/drawingml/2006/main">
              <a:ext uri="{FF2B5EF4-FFF2-40B4-BE49-F238E27FC236}">
                <a16:creationId xmlns:a16="http://schemas.microsoft.com/office/drawing/2014/main" id="{33450C9C-24BB-4B78-AE2C-6A1392F52F2D}"/>
              </a:ext>
            </a:extLst>
          </p:cNvPr>
          <p:cNvSpPr>
            <a:spLocks xmlns:a="http://schemas.openxmlformats.org/drawingml/2006/main" noGrp="1"/>
          </p:cNvSpPr>
          <p:nvPr/>
        </p:nvSpPr>
        <p:spPr>
          <a:xfrm xmlns:a="http://schemas.openxmlformats.org/drawingml/2006/main" flipH="0" flipV="0">
            <a:off x="60960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521AEB22-9A6B-4BBA-9A38-943CFF97927E}"/>
              </a:ext>
            </a:extLst>
          </p:cNvPr>
          <p:cNvSpPr>
            <a:spLocks xmlns:a="http://schemas.openxmlformats.org/drawingml/2006/main" noGrp="1"/>
          </p:cNvSpPr>
          <p:nvPr/>
        </p:nvSpPr>
        <p:spPr>
          <a:xfrm xmlns:a="http://schemas.openxmlformats.org/drawingml/2006/main">
            <a:off x="60960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초안·아이디어</a:t>
            </a:r>
          </a:p>
        </p:txBody>
      </p:sp>
      <p:sp>
        <p:nvSpPr>
          <p:cNvPr id="11" name="">
            <a:extLst xmlns:a="http://schemas.openxmlformats.org/drawingml/2006/main">
              <a:ext uri="{FF2B5EF4-FFF2-40B4-BE49-F238E27FC236}">
                <a16:creationId xmlns:a16="http://schemas.microsoft.com/office/drawing/2014/main" id="{B7D74E26-A489-4CDF-9E2E-96BFEAA55AAF}"/>
              </a:ext>
            </a:extLst>
          </p:cNvPr>
          <p:cNvSpPr>
            <a:spLocks xmlns:a="http://schemas.openxmlformats.org/drawingml/2006/main" noGrp="1"/>
          </p:cNvSpPr>
          <p:nvPr/>
        </p:nvSpPr>
        <p:spPr>
          <a:xfrm xmlns:a="http://schemas.openxmlformats.org/drawingml/2006/main">
            <a:off x="284988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71EB6B3C-FE6E-4CDE-A8AA-B077CD61F7B3}"/>
              </a:ext>
            </a:extLst>
          </p:cNvPr>
          <p:cNvSpPr>
            <a:spLocks xmlns:a="http://schemas.openxmlformats.org/drawingml/2006/main" noGrp="1"/>
          </p:cNvSpPr>
          <p:nvPr/>
        </p:nvSpPr>
        <p:spPr>
          <a:xfrm xmlns:a="http://schemas.openxmlformats.org/drawingml/2006/main">
            <a:off x="284988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요약</a:t>
            </a:r>
          </a:p>
        </p:txBody>
      </p:sp>
      <p:sp>
        <p:nvSpPr>
          <p:cNvPr id="13" name="">
            <a:extLst xmlns:a="http://schemas.openxmlformats.org/drawingml/2006/main">
              <a:ext uri="{FF2B5EF4-FFF2-40B4-BE49-F238E27FC236}">
                <a16:creationId xmlns:a16="http://schemas.microsoft.com/office/drawing/2014/main" id="{A28DDCC2-87FE-49D2-8750-D085D8A18322}"/>
              </a:ext>
            </a:extLst>
          </p:cNvPr>
          <p:cNvSpPr>
            <a:spLocks xmlns:a="http://schemas.openxmlformats.org/drawingml/2006/main" noGrp="1"/>
          </p:cNvSpPr>
          <p:nvPr/>
        </p:nvSpPr>
        <p:spPr>
          <a:xfrm xmlns:a="http://schemas.openxmlformats.org/drawingml/2006/main" flipH="0" flipV="0">
            <a:off x="284988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4" name="">
            <a:extLst xmlns:a="http://schemas.openxmlformats.org/drawingml/2006/main">
              <a:ext uri="{FF2B5EF4-FFF2-40B4-BE49-F238E27FC236}">
                <a16:creationId xmlns:a16="http://schemas.microsoft.com/office/drawing/2014/main" id="{1E10B9DA-4314-4F4E-87E9-8EF869D70DCC}"/>
              </a:ext>
            </a:extLst>
          </p:cNvPr>
          <p:cNvSpPr>
            <a:spLocks xmlns:a="http://schemas.openxmlformats.org/drawingml/2006/main" noGrp="1"/>
          </p:cNvSpPr>
          <p:nvPr/>
        </p:nvSpPr>
        <p:spPr>
          <a:xfrm xmlns:a="http://schemas.openxmlformats.org/drawingml/2006/main">
            <a:off x="284988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압축·핵심</a:t>
            </a:r>
          </a:p>
        </p:txBody>
      </p:sp>
      <p:sp>
        <p:nvSpPr>
          <p:cNvPr id="15" name="">
            <a:extLst xmlns:a="http://schemas.openxmlformats.org/drawingml/2006/main">
              <a:ext uri="{FF2B5EF4-FFF2-40B4-BE49-F238E27FC236}">
                <a16:creationId xmlns:a16="http://schemas.microsoft.com/office/drawing/2014/main" id="{2E2EFF36-F286-4054-8390-C5C133EFE3DE}"/>
              </a:ext>
            </a:extLst>
          </p:cNvPr>
          <p:cNvSpPr>
            <a:spLocks xmlns:a="http://schemas.openxmlformats.org/drawingml/2006/main" noGrp="1"/>
          </p:cNvSpPr>
          <p:nvPr/>
        </p:nvSpPr>
        <p:spPr>
          <a:xfrm xmlns:a="http://schemas.openxmlformats.org/drawingml/2006/main">
            <a:off x="509016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72689371-46BE-4AB7-9A97-9CC8CA99F880}"/>
              </a:ext>
            </a:extLst>
          </p:cNvPr>
          <p:cNvSpPr>
            <a:spLocks xmlns:a="http://schemas.openxmlformats.org/drawingml/2006/main" noGrp="1"/>
          </p:cNvSpPr>
          <p:nvPr/>
        </p:nvSpPr>
        <p:spPr>
          <a:xfrm xmlns:a="http://schemas.openxmlformats.org/drawingml/2006/main">
            <a:off x="509016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변환</a:t>
            </a:r>
          </a:p>
        </p:txBody>
      </p:sp>
      <p:sp>
        <p:nvSpPr>
          <p:cNvPr id="17" name="">
            <a:extLst xmlns:a="http://schemas.openxmlformats.org/drawingml/2006/main">
              <a:ext uri="{FF2B5EF4-FFF2-40B4-BE49-F238E27FC236}">
                <a16:creationId xmlns:a16="http://schemas.microsoft.com/office/drawing/2014/main" id="{F387BB5D-5049-4E44-BAB0-5648FC3DA65A}"/>
              </a:ext>
            </a:extLst>
          </p:cNvPr>
          <p:cNvSpPr>
            <a:spLocks xmlns:a="http://schemas.openxmlformats.org/drawingml/2006/main" noGrp="1"/>
          </p:cNvSpPr>
          <p:nvPr/>
        </p:nvSpPr>
        <p:spPr>
          <a:xfrm xmlns:a="http://schemas.openxmlformats.org/drawingml/2006/main" flipH="0" flipV="0">
            <a:off x="509016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8" name="">
            <a:extLst xmlns:a="http://schemas.openxmlformats.org/drawingml/2006/main">
              <a:ext uri="{FF2B5EF4-FFF2-40B4-BE49-F238E27FC236}">
                <a16:creationId xmlns:a16="http://schemas.microsoft.com/office/drawing/2014/main" id="{504581B2-AAB8-4730-9AA0-C26A2EAE82D5}"/>
              </a:ext>
            </a:extLst>
          </p:cNvPr>
          <p:cNvSpPr>
            <a:spLocks xmlns:a="http://schemas.openxmlformats.org/drawingml/2006/main" noGrp="1"/>
          </p:cNvSpPr>
          <p:nvPr/>
        </p:nvSpPr>
        <p:spPr>
          <a:xfrm xmlns:a="http://schemas.openxmlformats.org/drawingml/2006/main">
            <a:off x="509016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문체·형식</a:t>
            </a:r>
          </a:p>
        </p:txBody>
      </p:sp>
      <p:sp>
        <p:nvSpPr>
          <p:cNvPr id="19" name="">
            <a:extLst xmlns:a="http://schemas.openxmlformats.org/drawingml/2006/main">
              <a:ext uri="{FF2B5EF4-FFF2-40B4-BE49-F238E27FC236}">
                <a16:creationId xmlns:a16="http://schemas.microsoft.com/office/drawing/2014/main" id="{C0AEE2E5-B559-44C3-8135-B7490927E822}"/>
              </a:ext>
            </a:extLst>
          </p:cNvPr>
          <p:cNvSpPr>
            <a:spLocks xmlns:a="http://schemas.openxmlformats.org/drawingml/2006/main" noGrp="1"/>
          </p:cNvSpPr>
          <p:nvPr/>
        </p:nvSpPr>
        <p:spPr>
          <a:xfrm xmlns:a="http://schemas.openxmlformats.org/drawingml/2006/main">
            <a:off x="733044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7AD099EA-AA42-4743-BBD5-C89BD0F61ACD}"/>
              </a:ext>
            </a:extLst>
          </p:cNvPr>
          <p:cNvSpPr>
            <a:spLocks xmlns:a="http://schemas.openxmlformats.org/drawingml/2006/main" noGrp="1"/>
          </p:cNvSpPr>
          <p:nvPr/>
        </p:nvSpPr>
        <p:spPr>
          <a:xfrm xmlns:a="http://schemas.openxmlformats.org/drawingml/2006/main">
            <a:off x="733044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분류</a:t>
            </a:r>
          </a:p>
        </p:txBody>
      </p:sp>
      <p:sp>
        <p:nvSpPr>
          <p:cNvPr id="21" name="">
            <a:extLst xmlns:a="http://schemas.openxmlformats.org/drawingml/2006/main">
              <a:ext uri="{FF2B5EF4-FFF2-40B4-BE49-F238E27FC236}">
                <a16:creationId xmlns:a16="http://schemas.microsoft.com/office/drawing/2014/main" id="{D419A743-63E3-4962-85BE-29F99E56E1EF}"/>
              </a:ext>
            </a:extLst>
          </p:cNvPr>
          <p:cNvSpPr>
            <a:spLocks xmlns:a="http://schemas.openxmlformats.org/drawingml/2006/main" noGrp="1"/>
          </p:cNvSpPr>
          <p:nvPr/>
        </p:nvSpPr>
        <p:spPr>
          <a:xfrm xmlns:a="http://schemas.openxmlformats.org/drawingml/2006/main" flipH="0" flipV="0">
            <a:off x="733044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2" name="">
            <a:extLst xmlns:a="http://schemas.openxmlformats.org/drawingml/2006/main">
              <a:ext uri="{FF2B5EF4-FFF2-40B4-BE49-F238E27FC236}">
                <a16:creationId xmlns:a16="http://schemas.microsoft.com/office/drawing/2014/main" id="{0541C09F-D2FA-40A8-92C2-5EFD70B68C81}"/>
              </a:ext>
            </a:extLst>
          </p:cNvPr>
          <p:cNvSpPr>
            <a:spLocks xmlns:a="http://schemas.openxmlformats.org/drawingml/2006/main" noGrp="1"/>
          </p:cNvSpPr>
          <p:nvPr/>
        </p:nvSpPr>
        <p:spPr>
          <a:xfrm xmlns:a="http://schemas.openxmlformats.org/drawingml/2006/main">
            <a:off x="733044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레이블·경로</a:t>
            </a:r>
          </a:p>
        </p:txBody>
      </p:sp>
      <p:sp>
        <p:nvSpPr>
          <p:cNvPr id="23" name="">
            <a:extLst xmlns:a="http://schemas.openxmlformats.org/drawingml/2006/main">
              <a:ext uri="{FF2B5EF4-FFF2-40B4-BE49-F238E27FC236}">
                <a16:creationId xmlns:a16="http://schemas.microsoft.com/office/drawing/2014/main" id="{4D3B4CCA-6499-4A0A-BCBF-C1188C1889D1}"/>
              </a:ext>
            </a:extLst>
          </p:cNvPr>
          <p:cNvSpPr>
            <a:spLocks xmlns:a="http://schemas.openxmlformats.org/drawingml/2006/main" noGrp="1"/>
          </p:cNvSpPr>
          <p:nvPr/>
        </p:nvSpPr>
        <p:spPr>
          <a:xfrm xmlns:a="http://schemas.openxmlformats.org/drawingml/2006/main">
            <a:off x="957072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05</a:t>
            </a:r>
          </a:p>
        </p:txBody>
      </p:sp>
      <p:sp>
        <p:nvSpPr>
          <p:cNvPr id="24" name="">
            <a:extLst xmlns:a="http://schemas.openxmlformats.org/drawingml/2006/main">
              <a:ext uri="{FF2B5EF4-FFF2-40B4-BE49-F238E27FC236}">
                <a16:creationId xmlns:a16="http://schemas.microsoft.com/office/drawing/2014/main" id="{1E2BD10F-3001-46ED-A8C0-3E9B432EB258}"/>
              </a:ext>
            </a:extLst>
          </p:cNvPr>
          <p:cNvSpPr>
            <a:spLocks xmlns:a="http://schemas.openxmlformats.org/drawingml/2006/main" noGrp="1"/>
          </p:cNvSpPr>
          <p:nvPr/>
        </p:nvSpPr>
        <p:spPr>
          <a:xfrm xmlns:a="http://schemas.openxmlformats.org/drawingml/2006/main">
            <a:off x="957072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코드</a:t>
            </a:r>
          </a:p>
        </p:txBody>
      </p:sp>
      <p:sp>
        <p:nvSpPr>
          <p:cNvPr id="25" name="">
            <a:extLst xmlns:a="http://schemas.openxmlformats.org/drawingml/2006/main">
              <a:ext uri="{FF2B5EF4-FFF2-40B4-BE49-F238E27FC236}">
                <a16:creationId xmlns:a16="http://schemas.microsoft.com/office/drawing/2014/main" id="{7E1736B0-07E8-4BE2-A749-D1FF6093230F}"/>
              </a:ext>
            </a:extLst>
          </p:cNvPr>
          <p:cNvSpPr>
            <a:spLocks xmlns:a="http://schemas.openxmlformats.org/drawingml/2006/main" noGrp="1"/>
          </p:cNvSpPr>
          <p:nvPr/>
        </p:nvSpPr>
        <p:spPr>
          <a:xfrm xmlns:a="http://schemas.openxmlformats.org/drawingml/2006/main" flipH="0" flipV="0">
            <a:off x="957072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6" name="">
            <a:extLst xmlns:a="http://schemas.openxmlformats.org/drawingml/2006/main">
              <a:ext uri="{FF2B5EF4-FFF2-40B4-BE49-F238E27FC236}">
                <a16:creationId xmlns:a16="http://schemas.microsoft.com/office/drawing/2014/main" id="{22B2F14E-FCE5-49B6-8FD3-0958448DF9C0}"/>
              </a:ext>
            </a:extLst>
          </p:cNvPr>
          <p:cNvSpPr>
            <a:spLocks xmlns:a="http://schemas.openxmlformats.org/drawingml/2006/main" noGrp="1"/>
          </p:cNvSpPr>
          <p:nvPr/>
        </p:nvSpPr>
        <p:spPr>
          <a:xfrm xmlns:a="http://schemas.openxmlformats.org/drawingml/2006/main">
            <a:off x="957072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생성·해석</a:t>
            </a:r>
          </a:p>
        </p:txBody>
      </p:sp>
      <p:sp>
        <p:nvSpPr>
          <p:cNvPr id="27" name="">
            <a:extLst xmlns:a="http://schemas.openxmlformats.org/drawingml/2006/main">
              <a:ext uri="{FF2B5EF4-FFF2-40B4-BE49-F238E27FC236}">
                <a16:creationId xmlns:a16="http://schemas.microsoft.com/office/drawing/2014/main" id="{FA1592DD-15F0-4A30-B5B6-60FD6CBEC3CD}"/>
              </a:ext>
            </a:extLst>
          </p:cNvPr>
          <p:cNvSpPr>
            <a:spLocks xmlns:a="http://schemas.openxmlformats.org/drawingml/2006/main" noGrp="1"/>
          </p:cNvSpPr>
          <p:nvPr/>
        </p:nvSpPr>
        <p:spPr>
          <a:xfrm xmlns:a="http://schemas.openxmlformats.org/drawingml/2006/main">
            <a:off x="609600" y="55816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여러 과업을 처리할 수 있어도 업무별 입력 형식과 평가 기준은 별도 관리</a:t>
            </a:r>
          </a:p>
        </p:txBody>
      </p:sp>
    </p:spTree>
    <p:extLst>
      <p:ext uri="{BB962C8B-B14F-4D97-AF65-F5344CB8AC3E}">
        <p14:creationId xmlns:p14="http://schemas.microsoft.com/office/powerpoint/2010/main" val="306664061"/>
      </p:ext>
    </p:extLst>
  </p:cSld>
</p:sld>
</file>

<file path=ppt/slides/slide3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AE344DE-AE74-4D1E-9002-77EE93BA990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6017A6BA-B039-474B-8E01-80632E09F4F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30</a:t>
            </a:r>
          </a:p>
        </p:txBody>
      </p:sp>
      <p:sp>
        <p:nvSpPr>
          <p:cNvPr id="3" name="">
            <a:extLst xmlns:a="http://schemas.openxmlformats.org/drawingml/2006/main">
              <a:ext uri="{FF2B5EF4-FFF2-40B4-BE49-F238E27FC236}">
                <a16:creationId xmlns:a16="http://schemas.microsoft.com/office/drawing/2014/main" id="{C462C09F-4EED-494A-9778-E914CD16289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C83A7C6A-A715-4B91-8375-C4B7DBE4279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03E02A2F-D757-4EE3-A180-CF61ADF8036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C7A395E3-3976-4750-BDC6-7CCA620EEAE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모델 성능과 서비스 운영 요구사항</a:t>
            </a:r>
          </a:p>
        </p:txBody>
      </p:sp>
      <p:sp>
        <p:nvSpPr>
          <p:cNvPr id="7" name="">
            <a:extLst xmlns:a="http://schemas.openxmlformats.org/drawingml/2006/main">
              <a:ext uri="{FF2B5EF4-FFF2-40B4-BE49-F238E27FC236}">
                <a16:creationId xmlns:a16="http://schemas.microsoft.com/office/drawing/2014/main" id="{F426DFCF-4735-478D-AB01-9935EA8938DA}"/>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모델 성능 · MODEL PERFORMANCE</a:t>
            </a:r>
          </a:p>
        </p:txBody>
      </p:sp>
      <p:sp>
        <p:nvSpPr>
          <p:cNvPr id="8" name="">
            <a:extLst xmlns:a="http://schemas.openxmlformats.org/drawingml/2006/main">
              <a:ext uri="{FF2B5EF4-FFF2-40B4-BE49-F238E27FC236}">
                <a16:creationId xmlns:a16="http://schemas.microsoft.com/office/drawing/2014/main" id="{0FEAD790-600E-48AC-8A2B-DF0BC84E3748}"/>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FFFFFF"/>
                </a:solidFill>
                <a:latin typeface="AppleGothic"/>
                <a:ea typeface="AppleGothic"/>
                <a:cs typeface="AppleGothic"/>
              </a:defRPr>
            </a:pPr>
            <a:r>
              <a:rPr sz="2250" b="1">
                <a:solidFill>
                  <a:srgbClr val="FFFFFF"/>
                </a:solidFill>
                <a:latin typeface="AppleGothic"/>
                <a:ea typeface="AppleGothic"/>
                <a:cs typeface="AppleGothic"/>
              </a:rPr>
              <a:t>모델이 처리할 수 있는 과업</a:t>
            </a:r>
          </a:p>
        </p:txBody>
      </p:sp>
      <p:sp>
        <p:nvSpPr>
          <p:cNvPr id="9" name="">
            <a:extLst xmlns:a="http://schemas.openxmlformats.org/drawingml/2006/main">
              <a:ext uri="{FF2B5EF4-FFF2-40B4-BE49-F238E27FC236}">
                <a16:creationId xmlns:a16="http://schemas.microsoft.com/office/drawing/2014/main" id="{8DEB93A9-08CE-42D6-B057-D94713C1F6AB}"/>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33CEE517-59C8-4583-891D-2EC9E638D975}"/>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요약 · 번역 · 질의응답 · 코드 · 멀티모달</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평가 데이터에서 확인한 과업 성능</a:t>
            </a:r>
          </a:p>
        </p:txBody>
      </p:sp>
      <p:sp>
        <p:nvSpPr>
          <p:cNvPr id="11" name="">
            <a:extLst xmlns:a="http://schemas.openxmlformats.org/drawingml/2006/main">
              <a:ext uri="{FF2B5EF4-FFF2-40B4-BE49-F238E27FC236}">
                <a16:creationId xmlns:a16="http://schemas.microsoft.com/office/drawing/2014/main" id="{9ED8A91B-D5CF-480F-8599-602CDF5EBC6E}"/>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서비스 운영 · SERVICE OPERATIONS</a:t>
            </a:r>
          </a:p>
        </p:txBody>
      </p:sp>
      <p:sp>
        <p:nvSpPr>
          <p:cNvPr id="12" name="">
            <a:extLst xmlns:a="http://schemas.openxmlformats.org/drawingml/2006/main">
              <a:ext uri="{FF2B5EF4-FFF2-40B4-BE49-F238E27FC236}">
                <a16:creationId xmlns:a16="http://schemas.microsoft.com/office/drawing/2014/main" id="{2B510F2E-9557-4484-841F-FA159038FD7B}"/>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서비스가 지켜야 할 기준</a:t>
            </a:r>
          </a:p>
        </p:txBody>
      </p:sp>
      <p:sp>
        <p:nvSpPr>
          <p:cNvPr id="13" name="">
            <a:extLst xmlns:a="http://schemas.openxmlformats.org/drawingml/2006/main">
              <a:ext uri="{FF2B5EF4-FFF2-40B4-BE49-F238E27FC236}">
                <a16:creationId xmlns:a16="http://schemas.microsoft.com/office/drawing/2014/main" id="{25BED88A-5A0F-415B-8274-1D69F3AD9C39}"/>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ACCF00C9-607B-4F56-B8ED-4C58CB3A3DC8}"/>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사실성 · 최신성 · 권한 · 지연 · 비용 · 안전</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운영 환경의 품질·보안·비용 기준</a:t>
            </a:r>
          </a:p>
        </p:txBody>
      </p:sp>
      <p:sp>
        <p:nvSpPr>
          <p:cNvPr id="15" name="">
            <a:extLst xmlns:a="http://schemas.openxmlformats.org/drawingml/2006/main">
              <a:ext uri="{FF2B5EF4-FFF2-40B4-BE49-F238E27FC236}">
                <a16:creationId xmlns:a16="http://schemas.microsoft.com/office/drawing/2014/main" id="{0817109E-0913-45D9-971E-4F92155A4068}"/>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597040653"/>
      </p:ext>
    </p:extLst>
  </p:cSld>
</p:sld>
</file>

<file path=ppt/slides/slide3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B5F1FE5-E92F-4ACD-A3CA-3BD575D7885B}"/>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6D6E0ED5-DAA2-42C0-AC62-330B420AB0A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31</a:t>
            </a:r>
          </a:p>
        </p:txBody>
      </p:sp>
      <p:sp>
        <p:nvSpPr>
          <p:cNvPr id="3" name="">
            <a:extLst xmlns:a="http://schemas.openxmlformats.org/drawingml/2006/main">
              <a:ext uri="{FF2B5EF4-FFF2-40B4-BE49-F238E27FC236}">
                <a16:creationId xmlns:a16="http://schemas.microsoft.com/office/drawing/2014/main" id="{37796035-D24E-423D-8355-1B08D060254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597D502-4E87-480F-A637-BF30BD2004B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9D5567F-BAB6-4D5D-923A-6F5CAD2797C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1B73785-C25F-42BC-9827-DD2774E32D7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같은 코드에서도 결과가 달라지는 이유</a:t>
            </a:r>
          </a:p>
        </p:txBody>
      </p:sp>
      <p:sp>
        <p:nvSpPr>
          <p:cNvPr id="7" name="">
            <a:extLst xmlns:a="http://schemas.openxmlformats.org/drawingml/2006/main">
              <a:ext uri="{FF2B5EF4-FFF2-40B4-BE49-F238E27FC236}">
                <a16:creationId xmlns:a16="http://schemas.microsoft.com/office/drawing/2014/main" id="{FC7FB035-A69B-4F59-9B69-17F5B4C32F10}"/>
              </a:ext>
            </a:extLst>
          </p:cNvPr>
          <p:cNvSpPr>
            <a:spLocks xmlns:a="http://schemas.openxmlformats.org/drawingml/2006/main" noGrp="1"/>
          </p:cNvSpPr>
          <p:nvPr/>
        </p:nvSpPr>
        <p:spPr>
          <a:xfrm xmlns:a="http://schemas.openxmlformats.org/drawingml/2006/main">
            <a:off x="609600" y="15049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같은 코드라도 모델·프롬프트·검색 결과·생성 설정이 바뀌면 다른 결과</a:t>
            </a:r>
          </a:p>
        </p:txBody>
      </p:sp>
      <p:sp>
        <p:nvSpPr>
          <p:cNvPr id="8" name="">
            <a:extLst xmlns:a="http://schemas.openxmlformats.org/drawingml/2006/main">
              <a:ext uri="{FF2B5EF4-FFF2-40B4-BE49-F238E27FC236}">
                <a16:creationId xmlns:a16="http://schemas.microsoft.com/office/drawing/2014/main" id="{AEF776B6-9DEC-4672-87FF-F55387EB0293}"/>
              </a:ext>
            </a:extLst>
          </p:cNvPr>
          <p:cNvSpPr>
            <a:spLocks xmlns:a="http://schemas.openxmlformats.org/drawingml/2006/main" noGrp="1"/>
          </p:cNvSpPr>
          <p:nvPr/>
        </p:nvSpPr>
        <p:spPr>
          <a:xfrm xmlns:a="http://schemas.openxmlformats.org/drawingml/2006/main">
            <a:off x="60960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모델</a:t>
            </a:r>
          </a:p>
        </p:txBody>
      </p:sp>
      <p:sp>
        <p:nvSpPr>
          <p:cNvPr id="9" name="">
            <a:extLst xmlns:a="http://schemas.openxmlformats.org/drawingml/2006/main">
              <a:ext uri="{FF2B5EF4-FFF2-40B4-BE49-F238E27FC236}">
                <a16:creationId xmlns:a16="http://schemas.microsoft.com/office/drawing/2014/main" id="{25AFCD4C-AA51-40C9-A95A-C70E288C59BA}"/>
              </a:ext>
            </a:extLst>
          </p:cNvPr>
          <p:cNvSpPr>
            <a:spLocks xmlns:a="http://schemas.openxmlformats.org/drawingml/2006/main" noGrp="1"/>
          </p:cNvSpPr>
          <p:nvPr/>
        </p:nvSpPr>
        <p:spPr>
          <a:xfrm xmlns:a="http://schemas.openxmlformats.org/drawingml/2006/main" flipH="0" flipV="0">
            <a:off x="60960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0" name="">
            <a:extLst xmlns:a="http://schemas.openxmlformats.org/drawingml/2006/main">
              <a:ext uri="{FF2B5EF4-FFF2-40B4-BE49-F238E27FC236}">
                <a16:creationId xmlns:a16="http://schemas.microsoft.com/office/drawing/2014/main" id="{EF118702-70BF-4A5B-BB6C-F5A1AD11BCD0}"/>
              </a:ext>
            </a:extLst>
          </p:cNvPr>
          <p:cNvSpPr>
            <a:spLocks xmlns:a="http://schemas.openxmlformats.org/drawingml/2006/main" noGrp="1"/>
          </p:cNvSpPr>
          <p:nvPr/>
        </p:nvSpPr>
        <p:spPr>
          <a:xfrm xmlns:a="http://schemas.openxmlformats.org/drawingml/2006/main">
            <a:off x="60960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provider · tag · revision</a:t>
            </a:r>
          </a:p>
        </p:txBody>
      </p:sp>
      <p:sp>
        <p:nvSpPr>
          <p:cNvPr id="11" name="">
            <a:extLst xmlns:a="http://schemas.openxmlformats.org/drawingml/2006/main">
              <a:ext uri="{FF2B5EF4-FFF2-40B4-BE49-F238E27FC236}">
                <a16:creationId xmlns:a16="http://schemas.microsoft.com/office/drawing/2014/main" id="{84A8E240-D188-4E4E-BC12-EA5A622FA503}"/>
              </a:ext>
            </a:extLst>
          </p:cNvPr>
          <p:cNvSpPr>
            <a:spLocks xmlns:a="http://schemas.openxmlformats.org/drawingml/2006/main" noGrp="1"/>
          </p:cNvSpPr>
          <p:nvPr/>
        </p:nvSpPr>
        <p:spPr>
          <a:xfrm xmlns:a="http://schemas.openxmlformats.org/drawingml/2006/main">
            <a:off x="70485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제공자·모델 태그·개정</a:t>
            </a:r>
          </a:p>
        </p:txBody>
      </p:sp>
      <p:sp>
        <p:nvSpPr>
          <p:cNvPr id="12" name="">
            <a:extLst xmlns:a="http://schemas.openxmlformats.org/drawingml/2006/main">
              <a:ext uri="{FF2B5EF4-FFF2-40B4-BE49-F238E27FC236}">
                <a16:creationId xmlns:a16="http://schemas.microsoft.com/office/drawing/2014/main" id="{91238D63-3E57-48F4-9486-FC046091485F}"/>
              </a:ext>
            </a:extLst>
          </p:cNvPr>
          <p:cNvSpPr>
            <a:spLocks xmlns:a="http://schemas.openxmlformats.org/drawingml/2006/main" noGrp="1"/>
          </p:cNvSpPr>
          <p:nvPr/>
        </p:nvSpPr>
        <p:spPr>
          <a:xfrm xmlns:a="http://schemas.openxmlformats.org/drawingml/2006/main">
            <a:off x="340995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외부 맥락</a:t>
            </a:r>
          </a:p>
        </p:txBody>
      </p:sp>
      <p:sp>
        <p:nvSpPr>
          <p:cNvPr id="13" name="">
            <a:extLst xmlns:a="http://schemas.openxmlformats.org/drawingml/2006/main">
              <a:ext uri="{FF2B5EF4-FFF2-40B4-BE49-F238E27FC236}">
                <a16:creationId xmlns:a16="http://schemas.microsoft.com/office/drawing/2014/main" id="{49072038-C5D3-41BA-B6BC-1B9919183326}"/>
              </a:ext>
            </a:extLst>
          </p:cNvPr>
          <p:cNvSpPr>
            <a:spLocks xmlns:a="http://schemas.openxmlformats.org/drawingml/2006/main" noGrp="1"/>
          </p:cNvSpPr>
          <p:nvPr/>
        </p:nvSpPr>
        <p:spPr>
          <a:xfrm xmlns:a="http://schemas.openxmlformats.org/drawingml/2006/main" flipH="0" flipV="0">
            <a:off x="340995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4" name="">
            <a:extLst xmlns:a="http://schemas.openxmlformats.org/drawingml/2006/main">
              <a:ext uri="{FF2B5EF4-FFF2-40B4-BE49-F238E27FC236}">
                <a16:creationId xmlns:a16="http://schemas.microsoft.com/office/drawing/2014/main" id="{C6B692A6-7D14-4165-AB86-7131F7C9AF39}"/>
              </a:ext>
            </a:extLst>
          </p:cNvPr>
          <p:cNvSpPr>
            <a:spLocks xmlns:a="http://schemas.openxmlformats.org/drawingml/2006/main" noGrp="1"/>
          </p:cNvSpPr>
          <p:nvPr/>
        </p:nvSpPr>
        <p:spPr>
          <a:xfrm xmlns:a="http://schemas.openxmlformats.org/drawingml/2006/main">
            <a:off x="340995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retrieval · tool result</a:t>
            </a:r>
          </a:p>
        </p:txBody>
      </p:sp>
      <p:sp>
        <p:nvSpPr>
          <p:cNvPr id="15" name="">
            <a:extLst xmlns:a="http://schemas.openxmlformats.org/drawingml/2006/main">
              <a:ext uri="{FF2B5EF4-FFF2-40B4-BE49-F238E27FC236}">
                <a16:creationId xmlns:a16="http://schemas.microsoft.com/office/drawing/2014/main" id="{FF85ED40-567A-4E25-B4D9-1498030FC47A}"/>
              </a:ext>
            </a:extLst>
          </p:cNvPr>
          <p:cNvSpPr>
            <a:spLocks xmlns:a="http://schemas.openxmlformats.org/drawingml/2006/main" noGrp="1"/>
          </p:cNvSpPr>
          <p:nvPr/>
        </p:nvSpPr>
        <p:spPr>
          <a:xfrm xmlns:a="http://schemas.openxmlformats.org/drawingml/2006/main">
            <a:off x="350520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검색 결과·도구 반환값</a:t>
            </a:r>
          </a:p>
        </p:txBody>
      </p:sp>
      <p:sp>
        <p:nvSpPr>
          <p:cNvPr id="16" name="">
            <a:extLst xmlns:a="http://schemas.openxmlformats.org/drawingml/2006/main">
              <a:ext uri="{FF2B5EF4-FFF2-40B4-BE49-F238E27FC236}">
                <a16:creationId xmlns:a16="http://schemas.microsoft.com/office/drawing/2014/main" id="{968F92A9-AF42-47F9-8A94-2AFE3CF0885C}"/>
              </a:ext>
            </a:extLst>
          </p:cNvPr>
          <p:cNvSpPr>
            <a:spLocks xmlns:a="http://schemas.openxmlformats.org/drawingml/2006/main" noGrp="1"/>
          </p:cNvSpPr>
          <p:nvPr/>
        </p:nvSpPr>
        <p:spPr>
          <a:xfrm xmlns:a="http://schemas.openxmlformats.org/drawingml/2006/main">
            <a:off x="621030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생성 설정</a:t>
            </a:r>
          </a:p>
        </p:txBody>
      </p:sp>
      <p:sp>
        <p:nvSpPr>
          <p:cNvPr id="17" name="">
            <a:extLst xmlns:a="http://schemas.openxmlformats.org/drawingml/2006/main">
              <a:ext uri="{FF2B5EF4-FFF2-40B4-BE49-F238E27FC236}">
                <a16:creationId xmlns:a16="http://schemas.microsoft.com/office/drawing/2014/main" id="{E8D5D50C-2CEA-44A8-B0F8-A0DEC3A39CE0}"/>
              </a:ext>
            </a:extLst>
          </p:cNvPr>
          <p:cNvSpPr>
            <a:spLocks xmlns:a="http://schemas.openxmlformats.org/drawingml/2006/main" noGrp="1"/>
          </p:cNvSpPr>
          <p:nvPr/>
        </p:nvSpPr>
        <p:spPr>
          <a:xfrm xmlns:a="http://schemas.openxmlformats.org/drawingml/2006/main" flipH="0" flipV="0">
            <a:off x="621030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8" name="">
            <a:extLst xmlns:a="http://schemas.openxmlformats.org/drawingml/2006/main">
              <a:ext uri="{FF2B5EF4-FFF2-40B4-BE49-F238E27FC236}">
                <a16:creationId xmlns:a16="http://schemas.microsoft.com/office/drawing/2014/main" id="{EC9F274E-6E8B-43E0-8EF3-5C3C18B2E3D2}"/>
              </a:ext>
            </a:extLst>
          </p:cNvPr>
          <p:cNvSpPr>
            <a:spLocks xmlns:a="http://schemas.openxmlformats.org/drawingml/2006/main" noGrp="1"/>
          </p:cNvSpPr>
          <p:nvPr/>
        </p:nvSpPr>
        <p:spPr>
          <a:xfrm xmlns:a="http://schemas.openxmlformats.org/drawingml/2006/main">
            <a:off x="621030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temperature · seed</a:t>
            </a:r>
          </a:p>
        </p:txBody>
      </p:sp>
      <p:sp>
        <p:nvSpPr>
          <p:cNvPr id="19" name="">
            <a:extLst xmlns:a="http://schemas.openxmlformats.org/drawingml/2006/main">
              <a:ext uri="{FF2B5EF4-FFF2-40B4-BE49-F238E27FC236}">
                <a16:creationId xmlns:a16="http://schemas.microsoft.com/office/drawing/2014/main" id="{78FDA552-C787-409C-9B01-712230C291DB}"/>
              </a:ext>
            </a:extLst>
          </p:cNvPr>
          <p:cNvSpPr>
            <a:spLocks xmlns:a="http://schemas.openxmlformats.org/drawingml/2006/main" noGrp="1"/>
          </p:cNvSpPr>
          <p:nvPr/>
        </p:nvSpPr>
        <p:spPr>
          <a:xfrm xmlns:a="http://schemas.openxmlformats.org/drawingml/2006/main">
            <a:off x="630555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온도·난수 시드</a:t>
            </a:r>
          </a:p>
        </p:txBody>
      </p:sp>
      <p:sp>
        <p:nvSpPr>
          <p:cNvPr id="20" name="">
            <a:extLst xmlns:a="http://schemas.openxmlformats.org/drawingml/2006/main">
              <a:ext uri="{FF2B5EF4-FFF2-40B4-BE49-F238E27FC236}">
                <a16:creationId xmlns:a16="http://schemas.microsoft.com/office/drawing/2014/main" id="{BE68034F-4F73-4083-8C1A-579E45994A7B}"/>
              </a:ext>
            </a:extLst>
          </p:cNvPr>
          <p:cNvSpPr>
            <a:spLocks xmlns:a="http://schemas.openxmlformats.org/drawingml/2006/main" noGrp="1"/>
          </p:cNvSpPr>
          <p:nvPr/>
        </p:nvSpPr>
        <p:spPr>
          <a:xfrm xmlns:a="http://schemas.openxmlformats.org/drawingml/2006/main">
            <a:off x="901065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프롬프트</a:t>
            </a:r>
          </a:p>
        </p:txBody>
      </p:sp>
      <p:sp>
        <p:nvSpPr>
          <p:cNvPr id="21" name="">
            <a:extLst xmlns:a="http://schemas.openxmlformats.org/drawingml/2006/main">
              <a:ext uri="{FF2B5EF4-FFF2-40B4-BE49-F238E27FC236}">
                <a16:creationId xmlns:a16="http://schemas.microsoft.com/office/drawing/2014/main" id="{D24A927E-CBA9-4499-8626-05774E648F56}"/>
              </a:ext>
            </a:extLst>
          </p:cNvPr>
          <p:cNvSpPr>
            <a:spLocks xmlns:a="http://schemas.openxmlformats.org/drawingml/2006/main" noGrp="1"/>
          </p:cNvSpPr>
          <p:nvPr/>
        </p:nvSpPr>
        <p:spPr>
          <a:xfrm xmlns:a="http://schemas.openxmlformats.org/drawingml/2006/main" flipH="0" flipV="0">
            <a:off x="901065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22" name="">
            <a:extLst xmlns:a="http://schemas.openxmlformats.org/drawingml/2006/main">
              <a:ext uri="{FF2B5EF4-FFF2-40B4-BE49-F238E27FC236}">
                <a16:creationId xmlns:a16="http://schemas.microsoft.com/office/drawing/2014/main" id="{FF3082F0-51CF-4172-BBBE-F469CD942A7C}"/>
              </a:ext>
            </a:extLst>
          </p:cNvPr>
          <p:cNvSpPr>
            <a:spLocks xmlns:a="http://schemas.openxmlformats.org/drawingml/2006/main" noGrp="1"/>
          </p:cNvSpPr>
          <p:nvPr/>
        </p:nvSpPr>
        <p:spPr>
          <a:xfrm xmlns:a="http://schemas.openxmlformats.org/drawingml/2006/main">
            <a:off x="901065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template · example</a:t>
            </a:r>
          </a:p>
        </p:txBody>
      </p:sp>
      <p:sp>
        <p:nvSpPr>
          <p:cNvPr id="23" name="">
            <a:extLst xmlns:a="http://schemas.openxmlformats.org/drawingml/2006/main">
              <a:ext uri="{FF2B5EF4-FFF2-40B4-BE49-F238E27FC236}">
                <a16:creationId xmlns:a16="http://schemas.microsoft.com/office/drawing/2014/main" id="{8C4F15E5-4AF1-43FF-BBF4-EF5B0752BD5C}"/>
              </a:ext>
            </a:extLst>
          </p:cNvPr>
          <p:cNvSpPr>
            <a:spLocks xmlns:a="http://schemas.openxmlformats.org/drawingml/2006/main" noGrp="1"/>
          </p:cNvSpPr>
          <p:nvPr/>
        </p:nvSpPr>
        <p:spPr>
          <a:xfrm xmlns:a="http://schemas.openxmlformats.org/drawingml/2006/main">
            <a:off x="910590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템플릿·예시·정책</a:t>
            </a:r>
          </a:p>
        </p:txBody>
      </p:sp>
      <p:sp>
        <p:nvSpPr>
          <p:cNvPr id="24" name="">
            <a:extLst xmlns:a="http://schemas.openxmlformats.org/drawingml/2006/main">
              <a:ext uri="{FF2B5EF4-FFF2-40B4-BE49-F238E27FC236}">
                <a16:creationId xmlns:a16="http://schemas.microsoft.com/office/drawing/2014/main" id="{C9663ED4-734A-45A4-A8BA-40F5990F49A9}"/>
              </a:ext>
            </a:extLst>
          </p:cNvPr>
          <p:cNvSpPr>
            <a:spLocks xmlns:a="http://schemas.openxmlformats.org/drawingml/2006/main" noGrp="1"/>
          </p:cNvSpPr>
          <p:nvPr/>
        </p:nvSpPr>
        <p:spPr>
          <a:xfrm xmlns:a="http://schemas.openxmlformats.org/drawingml/2006/main">
            <a:off x="609600" y="5467350"/>
            <a:ext cx="1097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모델·프롬프트·맥락·생성 설정을 한 실행 추적에 함께 기록</a:t>
            </a:r>
          </a:p>
        </p:txBody>
      </p:sp>
    </p:spTree>
    <p:extLst>
      <p:ext uri="{BB962C8B-B14F-4D97-AF65-F5344CB8AC3E}">
        <p14:creationId xmlns:p14="http://schemas.microsoft.com/office/powerpoint/2010/main" val="1709425831"/>
      </p:ext>
    </p:extLst>
  </p:cSld>
</p:sld>
</file>

<file path=ppt/slides/slide3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C182EFE-63DB-4D71-883A-CDFE2E480BE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ABF10D9C-F651-4D92-9C56-72249003CC9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32</a:t>
            </a:r>
          </a:p>
        </p:txBody>
      </p:sp>
      <p:sp>
        <p:nvSpPr>
          <p:cNvPr id="3" name="">
            <a:extLst xmlns:a="http://schemas.openxmlformats.org/drawingml/2006/main">
              <a:ext uri="{FF2B5EF4-FFF2-40B4-BE49-F238E27FC236}">
                <a16:creationId xmlns:a16="http://schemas.microsoft.com/office/drawing/2014/main" id="{416662DA-15BD-4BEB-8C02-6A6FBFB5984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D7AE883-D322-43CB-831F-DED473858EB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BAB6A45C-D8BA-405B-8503-1B885ED7D7C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8615E4D8-602D-42CB-B63A-6764C042424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제품·운영팀이 정할 서비스 기준</a:t>
            </a:r>
          </a:p>
        </p:txBody>
      </p:sp>
      <p:sp>
        <p:nvSpPr>
          <p:cNvPr id="7" name="">
            <a:extLst xmlns:a="http://schemas.openxmlformats.org/drawingml/2006/main">
              <a:ext uri="{FF2B5EF4-FFF2-40B4-BE49-F238E27FC236}">
                <a16:creationId xmlns:a16="http://schemas.microsoft.com/office/drawing/2014/main" id="{9C947D2E-98CE-4158-B616-842F1D714269}"/>
              </a:ext>
            </a:extLst>
          </p:cNvPr>
          <p:cNvSpPr>
            <a:spLocks xmlns:a="http://schemas.openxmlformats.org/drawingml/2006/main" noGrp="1"/>
          </p:cNvSpPr>
          <p:nvPr/>
        </p:nvSpPr>
        <p:spPr>
          <a:xfrm xmlns:a="http://schemas.openxmlformats.org/drawingml/2006/main">
            <a:off x="609600" y="1962150"/>
            <a:ext cx="109728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3300" b="1">
                <a:solidFill>
                  <a:srgbClr val="2563EB"/>
                </a:solidFill>
                <a:latin typeface="Menlo"/>
                <a:ea typeface="Menlo"/>
                <a:cs typeface="Menlo"/>
              </a:defRPr>
            </a:pPr>
            <a:r>
              <a:rPr sz="3300" b="1">
                <a:solidFill>
                  <a:srgbClr val="2563EB"/>
                </a:solidFill>
                <a:latin typeface="Menlo"/>
                <a:ea typeface="Menlo"/>
                <a:cs typeface="Menlo"/>
              </a:rPr>
              <a:t>모델 성능  ≠  서비스 신뢰성</a:t>
            </a:r>
          </a:p>
        </p:txBody>
      </p:sp>
      <p:sp>
        <p:nvSpPr>
          <p:cNvPr id="8" name="">
            <a:extLst xmlns:a="http://schemas.openxmlformats.org/drawingml/2006/main">
              <a:ext uri="{FF2B5EF4-FFF2-40B4-BE49-F238E27FC236}">
                <a16:creationId xmlns:a16="http://schemas.microsoft.com/office/drawing/2014/main" id="{F3096802-FF30-41A9-8304-2C05266A023F}"/>
              </a:ext>
            </a:extLst>
          </p:cNvPr>
          <p:cNvSpPr>
            <a:spLocks xmlns:a="http://schemas.openxmlformats.org/drawingml/2006/main" noGrp="1"/>
          </p:cNvSpPr>
          <p:nvPr/>
        </p:nvSpPr>
        <p:spPr>
          <a:xfrm xmlns:a="http://schemas.openxmlformats.org/drawingml/2006/main" flipH="0" flipV="0">
            <a:off x="1733550" y="3371850"/>
            <a:ext cx="8724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9" name="">
            <a:extLst xmlns:a="http://schemas.openxmlformats.org/drawingml/2006/main">
              <a:ext uri="{FF2B5EF4-FFF2-40B4-BE49-F238E27FC236}">
                <a16:creationId xmlns:a16="http://schemas.microsoft.com/office/drawing/2014/main" id="{751D0A7E-2B6F-444C-8EF4-CD3197B6E8E4}"/>
              </a:ext>
            </a:extLst>
          </p:cNvPr>
          <p:cNvSpPr>
            <a:spLocks xmlns:a="http://schemas.openxmlformats.org/drawingml/2006/main" noGrp="1"/>
          </p:cNvSpPr>
          <p:nvPr/>
        </p:nvSpPr>
        <p:spPr>
          <a:xfrm xmlns:a="http://schemas.openxmlformats.org/drawingml/2006/main">
            <a:off x="1733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사용자</a:t>
            </a:r>
          </a:p>
        </p:txBody>
      </p:sp>
      <p:sp>
        <p:nvSpPr>
          <p:cNvPr id="10" name="">
            <a:extLst xmlns:a="http://schemas.openxmlformats.org/drawingml/2006/main">
              <a:ext uri="{FF2B5EF4-FFF2-40B4-BE49-F238E27FC236}">
                <a16:creationId xmlns:a16="http://schemas.microsoft.com/office/drawing/2014/main" id="{34CDFA25-7383-40D1-9D20-EF379BAC245D}"/>
              </a:ext>
            </a:extLst>
          </p:cNvPr>
          <p:cNvSpPr>
            <a:spLocks xmlns:a="http://schemas.openxmlformats.org/drawingml/2006/main" noGrp="1"/>
          </p:cNvSpPr>
          <p:nvPr/>
        </p:nvSpPr>
        <p:spPr>
          <a:xfrm xmlns:a="http://schemas.openxmlformats.org/drawingml/2006/main">
            <a:off x="1733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지원할 사용자와 업무</a:t>
            </a:r>
          </a:p>
        </p:txBody>
      </p:sp>
      <p:sp>
        <p:nvSpPr>
          <p:cNvPr id="11" name="">
            <a:extLst xmlns:a="http://schemas.openxmlformats.org/drawingml/2006/main">
              <a:ext uri="{FF2B5EF4-FFF2-40B4-BE49-F238E27FC236}">
                <a16:creationId xmlns:a16="http://schemas.microsoft.com/office/drawing/2014/main" id="{4DD8693B-B8E4-476F-88FB-EC21145D41F8}"/>
              </a:ext>
            </a:extLst>
          </p:cNvPr>
          <p:cNvSpPr>
            <a:spLocks xmlns:a="http://schemas.openxmlformats.org/drawingml/2006/main" noGrp="1"/>
          </p:cNvSpPr>
          <p:nvPr/>
        </p:nvSpPr>
        <p:spPr>
          <a:xfrm xmlns:a="http://schemas.openxmlformats.org/drawingml/2006/main">
            <a:off x="4019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맥락</a:t>
            </a:r>
          </a:p>
        </p:txBody>
      </p:sp>
      <p:sp>
        <p:nvSpPr>
          <p:cNvPr id="12" name="">
            <a:extLst xmlns:a="http://schemas.openxmlformats.org/drawingml/2006/main">
              <a:ext uri="{FF2B5EF4-FFF2-40B4-BE49-F238E27FC236}">
                <a16:creationId xmlns:a16="http://schemas.microsoft.com/office/drawing/2014/main" id="{FFDA94E8-700C-42AC-8CC6-23B12A8618BD}"/>
              </a:ext>
            </a:extLst>
          </p:cNvPr>
          <p:cNvSpPr>
            <a:spLocks xmlns:a="http://schemas.openxmlformats.org/drawingml/2006/main" noGrp="1"/>
          </p:cNvSpPr>
          <p:nvPr/>
        </p:nvSpPr>
        <p:spPr>
          <a:xfrm xmlns:a="http://schemas.openxmlformats.org/drawingml/2006/main">
            <a:off x="4019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사용 상황과 참조 데이터</a:t>
            </a:r>
          </a:p>
        </p:txBody>
      </p:sp>
      <p:sp>
        <p:nvSpPr>
          <p:cNvPr id="13" name="">
            <a:extLst xmlns:a="http://schemas.openxmlformats.org/drawingml/2006/main">
              <a:ext uri="{FF2B5EF4-FFF2-40B4-BE49-F238E27FC236}">
                <a16:creationId xmlns:a16="http://schemas.microsoft.com/office/drawing/2014/main" id="{DE5370B4-0469-4C0E-8984-10780A4BC7EC}"/>
              </a:ext>
            </a:extLst>
          </p:cNvPr>
          <p:cNvSpPr>
            <a:spLocks xmlns:a="http://schemas.openxmlformats.org/drawingml/2006/main" noGrp="1"/>
          </p:cNvSpPr>
          <p:nvPr/>
        </p:nvSpPr>
        <p:spPr>
          <a:xfrm xmlns:a="http://schemas.openxmlformats.org/drawingml/2006/main">
            <a:off x="6305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성공</a:t>
            </a:r>
          </a:p>
        </p:txBody>
      </p:sp>
      <p:sp>
        <p:nvSpPr>
          <p:cNvPr id="14" name="">
            <a:extLst xmlns:a="http://schemas.openxmlformats.org/drawingml/2006/main">
              <a:ext uri="{FF2B5EF4-FFF2-40B4-BE49-F238E27FC236}">
                <a16:creationId xmlns:a16="http://schemas.microsoft.com/office/drawing/2014/main" id="{B0931999-5893-48E0-AE44-7311C5C4ACEF}"/>
              </a:ext>
            </a:extLst>
          </p:cNvPr>
          <p:cNvSpPr>
            <a:spLocks xmlns:a="http://schemas.openxmlformats.org/drawingml/2006/main" noGrp="1"/>
          </p:cNvSpPr>
          <p:nvPr/>
        </p:nvSpPr>
        <p:spPr>
          <a:xfrm xmlns:a="http://schemas.openxmlformats.org/drawingml/2006/main">
            <a:off x="6305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품질·지연·비용 목표</a:t>
            </a:r>
          </a:p>
        </p:txBody>
      </p:sp>
      <p:sp>
        <p:nvSpPr>
          <p:cNvPr id="15" name="">
            <a:extLst xmlns:a="http://schemas.openxmlformats.org/drawingml/2006/main">
              <a:ext uri="{FF2B5EF4-FFF2-40B4-BE49-F238E27FC236}">
                <a16:creationId xmlns:a16="http://schemas.microsoft.com/office/drawing/2014/main" id="{0C6AD38A-DE75-494E-8A4A-A332F4E7239A}"/>
              </a:ext>
            </a:extLst>
          </p:cNvPr>
          <p:cNvSpPr>
            <a:spLocks xmlns:a="http://schemas.openxmlformats.org/drawingml/2006/main" noGrp="1"/>
          </p:cNvSpPr>
          <p:nvPr/>
        </p:nvSpPr>
        <p:spPr>
          <a:xfrm xmlns:a="http://schemas.openxmlformats.org/drawingml/2006/main">
            <a:off x="8591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경계</a:t>
            </a:r>
          </a:p>
        </p:txBody>
      </p:sp>
      <p:sp>
        <p:nvSpPr>
          <p:cNvPr id="16" name="">
            <a:extLst xmlns:a="http://schemas.openxmlformats.org/drawingml/2006/main">
              <a:ext uri="{FF2B5EF4-FFF2-40B4-BE49-F238E27FC236}">
                <a16:creationId xmlns:a16="http://schemas.microsoft.com/office/drawing/2014/main" id="{2CFE245B-5788-4B84-AD88-2B1AE498FB44}"/>
              </a:ext>
            </a:extLst>
          </p:cNvPr>
          <p:cNvSpPr>
            <a:spLocks xmlns:a="http://schemas.openxmlformats.org/drawingml/2006/main" noGrp="1"/>
          </p:cNvSpPr>
          <p:nvPr/>
        </p:nvSpPr>
        <p:spPr>
          <a:xfrm xmlns:a="http://schemas.openxmlformats.org/drawingml/2006/main">
            <a:off x="8591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금지 행동·승인·책임</a:t>
            </a:r>
          </a:p>
        </p:txBody>
      </p:sp>
      <p:sp>
        <p:nvSpPr>
          <p:cNvPr id="17" name="">
            <a:extLst xmlns:a="http://schemas.openxmlformats.org/drawingml/2006/main">
              <a:ext uri="{FF2B5EF4-FFF2-40B4-BE49-F238E27FC236}">
                <a16:creationId xmlns:a16="http://schemas.microsoft.com/office/drawing/2014/main" id="{9DC190C5-3F7F-4A1A-B5F7-33267FDB7E6A}"/>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제품·운영팀이 성공 기준과 운영 경계를 정의</a:t>
            </a:r>
          </a:p>
        </p:txBody>
      </p:sp>
    </p:spTree>
    <p:extLst>
      <p:ext uri="{BB962C8B-B14F-4D97-AF65-F5344CB8AC3E}">
        <p14:creationId xmlns:p14="http://schemas.microsoft.com/office/powerpoint/2010/main" val="1802286169"/>
      </p:ext>
    </p:extLst>
  </p:cSld>
</p:sld>
</file>

<file path=ppt/slides/slide33.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CE36BC-E068-4749-BC52-A141BF4698C1}"/>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02</a:t>
            </a:r>
          </a:p>
        </p:txBody>
      </p:sp>
      <p:sp>
        <p:nvSpPr>
          <p:cNvPr id="2" name="">
            <a:extLst xmlns:a="http://schemas.openxmlformats.org/drawingml/2006/main">
              <a:ext uri="{FF2B5EF4-FFF2-40B4-BE49-F238E27FC236}">
                <a16:creationId xmlns:a16="http://schemas.microsoft.com/office/drawing/2014/main" id="{604493B7-7103-431C-9498-7AE2BB1D2F08}"/>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SERVICE INTERVENTION OPTIONS</a:t>
            </a:r>
          </a:p>
        </p:txBody>
      </p:sp>
      <p:sp>
        <p:nvSpPr>
          <p:cNvPr id="3" name="">
            <a:extLst xmlns:a="http://schemas.openxmlformats.org/drawingml/2006/main">
              <a:ext uri="{FF2B5EF4-FFF2-40B4-BE49-F238E27FC236}">
                <a16:creationId xmlns:a16="http://schemas.microsoft.com/office/drawing/2014/main" id="{A9110835-2153-4D77-B02C-BCFA2E74253D}"/>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248A8B45-B6E2-4BBC-BEC9-FF95232E7FDD}"/>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LLM 서비스 동작을 바꾸는 방법</a:t>
            </a:r>
          </a:p>
        </p:txBody>
      </p:sp>
      <p:sp>
        <p:nvSpPr>
          <p:cNvPr id="5" name="">
            <a:extLst xmlns:a="http://schemas.openxmlformats.org/drawingml/2006/main">
              <a:ext uri="{FF2B5EF4-FFF2-40B4-BE49-F238E27FC236}">
                <a16:creationId xmlns:a16="http://schemas.microsoft.com/office/drawing/2014/main" id="{33EB8165-66CC-4529-AB15-F10D65C80F1E}"/>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프롬프트 · 검색 · 도구 · 모델 선택 · 사후학습</a:t>
            </a:r>
          </a:p>
        </p:txBody>
      </p:sp>
      <p:sp>
        <p:nvSpPr>
          <p:cNvPr id="6" name="">
            <a:extLst xmlns:a="http://schemas.openxmlformats.org/drawingml/2006/main">
              <a:ext uri="{FF2B5EF4-FFF2-40B4-BE49-F238E27FC236}">
                <a16:creationId xmlns:a16="http://schemas.microsoft.com/office/drawing/2014/main" id="{915B1AB4-58E8-4234-8F3E-335B0EC819A7}"/>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33</a:t>
            </a:r>
          </a:p>
        </p:txBody>
      </p:sp>
    </p:spTree>
    <p:extLst>
      <p:ext uri="{BB962C8B-B14F-4D97-AF65-F5344CB8AC3E}">
        <p14:creationId xmlns:p14="http://schemas.microsoft.com/office/powerpoint/2010/main" val="138163981"/>
      </p:ext>
    </p:extLst>
  </p:cSld>
</p:sld>
</file>

<file path=ppt/slides/slide3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FB09C5F-E655-4775-9641-AEBC06A55B7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4645B337-8332-40C2-8269-3AA83BBC87C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34</a:t>
            </a:r>
          </a:p>
        </p:txBody>
      </p:sp>
      <p:sp>
        <p:nvSpPr>
          <p:cNvPr id="3" name="">
            <a:extLst xmlns:a="http://schemas.openxmlformats.org/drawingml/2006/main">
              <a:ext uri="{FF2B5EF4-FFF2-40B4-BE49-F238E27FC236}">
                <a16:creationId xmlns:a16="http://schemas.microsoft.com/office/drawing/2014/main" id="{16ABCD91-C42E-4B11-80AE-031C311BB8E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7E205593-1C8F-46D8-B2A7-2887A111763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A1CC34D-375A-448C-9346-31693E5B606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C3434379-59D5-4A98-A6ED-38E2ECB6635D}"/>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변경 수단별 비용과 롤백 난이도</a:t>
            </a:r>
          </a:p>
        </p:txBody>
      </p:sp>
      <p:sp>
        <p:nvSpPr>
          <p:cNvPr id="7" name="">
            <a:extLst xmlns:a="http://schemas.openxmlformats.org/drawingml/2006/main">
              <a:ext uri="{FF2B5EF4-FFF2-40B4-BE49-F238E27FC236}">
                <a16:creationId xmlns:a16="http://schemas.microsoft.com/office/drawing/2014/main" id="{62E4D90C-822E-420B-A52A-4D00E42ECF04}"/>
              </a:ext>
            </a:extLst>
          </p:cNvPr>
          <p:cNvSpPr>
            <a:spLocks xmlns:a="http://schemas.openxmlformats.org/drawingml/2006/main" noGrp="1"/>
          </p:cNvSpPr>
          <p:nvPr/>
        </p:nvSpPr>
        <p:spPr>
          <a:xfrm xmlns:a="http://schemas.openxmlformats.org/drawingml/2006/main">
            <a:off x="609600" y="16764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비용·시간</a:t>
            </a:r>
          </a:p>
        </p:txBody>
      </p:sp>
      <p:sp>
        <p:nvSpPr>
          <p:cNvPr id="8" name="">
            <a:extLst xmlns:a="http://schemas.openxmlformats.org/drawingml/2006/main">
              <a:ext uri="{FF2B5EF4-FFF2-40B4-BE49-F238E27FC236}">
                <a16:creationId xmlns:a16="http://schemas.microsoft.com/office/drawing/2014/main" id="{4DB12428-F576-490E-AF83-03E8DB0C202F}"/>
              </a:ext>
            </a:extLst>
          </p:cNvPr>
          <p:cNvSpPr>
            <a:spLocks xmlns:a="http://schemas.openxmlformats.org/drawingml/2006/main" noGrp="1"/>
          </p:cNvSpPr>
          <p:nvPr/>
        </p:nvSpPr>
        <p:spPr>
          <a:xfrm xmlns:a="http://schemas.openxmlformats.org/drawingml/2006/main" flipH="0" flipV="1">
            <a:off x="952500" y="2286000"/>
            <a:ext cx="0" cy="295275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9" name="">
            <a:extLst xmlns:a="http://schemas.openxmlformats.org/drawingml/2006/main">
              <a:ext uri="{FF2B5EF4-FFF2-40B4-BE49-F238E27FC236}">
                <a16:creationId xmlns:a16="http://schemas.microsoft.com/office/drawing/2014/main" id="{CD009370-F8B8-4D1C-B0CA-6E64610641EE}"/>
              </a:ext>
            </a:extLst>
          </p:cNvPr>
          <p:cNvSpPr>
            <a:spLocks xmlns:a="http://schemas.openxmlformats.org/drawingml/2006/main" noGrp="1"/>
          </p:cNvSpPr>
          <p:nvPr/>
        </p:nvSpPr>
        <p:spPr>
          <a:xfrm xmlns:a="http://schemas.openxmlformats.org/drawingml/2006/main" flipH="0" flipV="0">
            <a:off x="952500" y="5238750"/>
            <a:ext cx="1000125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10" name="">
            <a:extLst xmlns:a="http://schemas.openxmlformats.org/drawingml/2006/main">
              <a:ext uri="{FF2B5EF4-FFF2-40B4-BE49-F238E27FC236}">
                <a16:creationId xmlns:a16="http://schemas.microsoft.com/office/drawing/2014/main" id="{8FB5FF11-CA83-4C42-8C13-3F9F13A2C718}"/>
              </a:ext>
            </a:extLst>
          </p:cNvPr>
          <p:cNvSpPr>
            <a:spLocks xmlns:a="http://schemas.openxmlformats.org/drawingml/2006/main" noGrp="1"/>
          </p:cNvSpPr>
          <p:nvPr/>
        </p:nvSpPr>
        <p:spPr>
          <a:xfrm xmlns:a="http://schemas.openxmlformats.org/drawingml/2006/main">
            <a:off x="9296400" y="5467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되돌리기 어려움</a:t>
            </a:r>
          </a:p>
        </p:txBody>
      </p:sp>
      <p:sp>
        <p:nvSpPr>
          <p:cNvPr id="11" name="">
            <a:extLst xmlns:a="http://schemas.openxmlformats.org/drawingml/2006/main">
              <a:ext uri="{FF2B5EF4-FFF2-40B4-BE49-F238E27FC236}">
                <a16:creationId xmlns:a16="http://schemas.microsoft.com/office/drawing/2014/main" id="{F2481B0B-0D01-45DC-BE0C-94D9EC89DA79}"/>
              </a:ext>
            </a:extLst>
          </p:cNvPr>
          <p:cNvSpPr>
            <a:spLocks xmlns:a="http://schemas.openxmlformats.org/drawingml/2006/main" noGrp="1"/>
          </p:cNvSpPr>
          <p:nvPr/>
        </p:nvSpPr>
        <p:spPr>
          <a:xfrm xmlns:a="http://schemas.openxmlformats.org/drawingml/2006/main" rot="0">
            <a:off x="1866900" y="4604385"/>
            <a:ext cx="895350" cy="89535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프롬프트</a:t>
            </a:r>
          </a:p>
        </p:txBody>
      </p:sp>
      <p:sp>
        <p:nvSpPr>
          <p:cNvPr id="12" name="">
            <a:extLst xmlns:a="http://schemas.openxmlformats.org/drawingml/2006/main">
              <a:ext uri="{FF2B5EF4-FFF2-40B4-BE49-F238E27FC236}">
                <a16:creationId xmlns:a16="http://schemas.microsoft.com/office/drawing/2014/main" id="{B790709B-088B-4638-A4C4-72AF3EF12209}"/>
              </a:ext>
            </a:extLst>
          </p:cNvPr>
          <p:cNvSpPr>
            <a:spLocks xmlns:a="http://schemas.openxmlformats.org/drawingml/2006/main" noGrp="1"/>
          </p:cNvSpPr>
          <p:nvPr/>
        </p:nvSpPr>
        <p:spPr>
          <a:xfrm xmlns:a="http://schemas.openxmlformats.org/drawingml/2006/main" rot="0">
            <a:off x="3857625" y="4090035"/>
            <a:ext cx="990600" cy="990600"/>
          </a:xfrm>
          <a:prstGeom xmlns:a="http://schemas.openxmlformats.org/drawingml/2006/main" prst="ellipse">
            <a:avLst/>
          </a:prstGeom>
          <a:solidFill xmlns:a="http://schemas.openxmlformats.org/drawingml/2006/main">
            <a:srgbClr val="0B1F3A"/>
          </a:solidFill>
          <a:ln xmlns:a="http://schemas.openxmlformats.org/drawingml/2006/main" w="0">
            <a:solidFill>
              <a:srgbClr val="0B1F3A"/>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검색 증강</a:t>
            </a:r>
          </a:p>
        </p:txBody>
      </p:sp>
      <p:sp>
        <p:nvSpPr>
          <p:cNvPr id="13" name="">
            <a:extLst xmlns:a="http://schemas.openxmlformats.org/drawingml/2006/main">
              <a:ext uri="{FF2B5EF4-FFF2-40B4-BE49-F238E27FC236}">
                <a16:creationId xmlns:a16="http://schemas.microsoft.com/office/drawing/2014/main" id="{32F06719-B95A-4627-972E-BF16C1496357}"/>
              </a:ext>
            </a:extLst>
          </p:cNvPr>
          <p:cNvSpPr>
            <a:spLocks xmlns:a="http://schemas.openxmlformats.org/drawingml/2006/main" noGrp="1"/>
          </p:cNvSpPr>
          <p:nvPr/>
        </p:nvSpPr>
        <p:spPr>
          <a:xfrm xmlns:a="http://schemas.openxmlformats.org/drawingml/2006/main" rot="0">
            <a:off x="5938838" y="3729990"/>
            <a:ext cx="971550" cy="971550"/>
          </a:xfrm>
          <a:prstGeom xmlns:a="http://schemas.openxmlformats.org/drawingml/2006/main" prst="ellipse">
            <a:avLst/>
          </a:prstGeom>
          <a:solidFill xmlns:a="http://schemas.openxmlformats.org/drawingml/2006/main">
            <a:srgbClr val="0B1F3A"/>
          </a:solidFill>
          <a:ln xmlns:a="http://schemas.openxmlformats.org/drawingml/2006/main" w="0">
            <a:solidFill>
              <a:srgbClr val="0B1F3A"/>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모델 선택</a:t>
            </a:r>
          </a:p>
        </p:txBody>
      </p:sp>
      <p:sp>
        <p:nvSpPr>
          <p:cNvPr id="14" name="">
            <a:extLst xmlns:a="http://schemas.openxmlformats.org/drawingml/2006/main">
              <a:ext uri="{FF2B5EF4-FFF2-40B4-BE49-F238E27FC236}">
                <a16:creationId xmlns:a16="http://schemas.microsoft.com/office/drawing/2014/main" id="{7AB59C7D-1380-4980-BA22-37EAA5A87406}"/>
              </a:ext>
            </a:extLst>
          </p:cNvPr>
          <p:cNvSpPr>
            <a:spLocks xmlns:a="http://schemas.openxmlformats.org/drawingml/2006/main" noGrp="1"/>
          </p:cNvSpPr>
          <p:nvPr/>
        </p:nvSpPr>
        <p:spPr>
          <a:xfrm xmlns:a="http://schemas.openxmlformats.org/drawingml/2006/main" rot="0">
            <a:off x="8201025" y="2958465"/>
            <a:ext cx="1123950" cy="1123950"/>
          </a:xfrm>
          <a:prstGeom xmlns:a="http://schemas.openxmlformats.org/drawingml/2006/main" prst="ellipse">
            <a:avLst/>
          </a:prstGeom>
          <a:solidFill xmlns:a="http://schemas.openxmlformats.org/drawingml/2006/main">
            <a:srgbClr val="0B1F3A"/>
          </a:solidFill>
          <a:ln xmlns:a="http://schemas.openxmlformats.org/drawingml/2006/main" w="0">
            <a:solidFill>
              <a:srgbClr val="0B1F3A"/>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미세조정</a:t>
            </a:r>
          </a:p>
        </p:txBody>
      </p:sp>
      <p:sp>
        <p:nvSpPr>
          <p:cNvPr id="15" name="">
            <a:extLst xmlns:a="http://schemas.openxmlformats.org/drawingml/2006/main">
              <a:ext uri="{FF2B5EF4-FFF2-40B4-BE49-F238E27FC236}">
                <a16:creationId xmlns:a16="http://schemas.microsoft.com/office/drawing/2014/main" id="{81261A49-6317-4D25-A664-680A1E0510D6}"/>
              </a:ext>
            </a:extLst>
          </p:cNvPr>
          <p:cNvSpPr>
            <a:spLocks xmlns:a="http://schemas.openxmlformats.org/drawingml/2006/main" noGrp="1"/>
          </p:cNvSpPr>
          <p:nvPr/>
        </p:nvSpPr>
        <p:spPr>
          <a:xfrm xmlns:a="http://schemas.openxmlformats.org/drawingml/2006/main">
            <a:off x="2266950" y="1752600"/>
            <a:ext cx="8096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파랑 = 이번 가설을 가장 싸고 빠르게 검증할 첫 변경점</a:t>
            </a:r>
          </a:p>
        </p:txBody>
      </p:sp>
    </p:spTree>
    <p:extLst>
      <p:ext uri="{BB962C8B-B14F-4D97-AF65-F5344CB8AC3E}">
        <p14:creationId xmlns:p14="http://schemas.microsoft.com/office/powerpoint/2010/main" val="1918707233"/>
      </p:ext>
    </p:extLst>
  </p:cSld>
</p:sld>
</file>

<file path=ppt/slides/slide3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F7530F4-92B3-4065-AF13-91D4097FBA9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74D0401B-F9E1-4434-B50E-054D8ABA3F1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35</a:t>
            </a:r>
          </a:p>
        </p:txBody>
      </p:sp>
      <p:sp>
        <p:nvSpPr>
          <p:cNvPr id="3" name="">
            <a:extLst xmlns:a="http://schemas.openxmlformats.org/drawingml/2006/main">
              <a:ext uri="{FF2B5EF4-FFF2-40B4-BE49-F238E27FC236}">
                <a16:creationId xmlns:a16="http://schemas.microsoft.com/office/drawing/2014/main" id="{C4228619-16E0-4401-A4E4-B5794D388672}"/>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015DA8AF-E285-4199-B1D7-F016D9F0FB4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0C3C5AA1-AF47-4E62-AF5D-A0CF7A00D02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D49750BF-616C-4165-A0FB-2210FFA15163}"/>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프롬프트의 통제 범위</a:t>
            </a:r>
          </a:p>
        </p:txBody>
      </p:sp>
      <p:sp>
        <p:nvSpPr>
          <p:cNvPr id="7" name="">
            <a:extLst xmlns:a="http://schemas.openxmlformats.org/drawingml/2006/main">
              <a:ext uri="{FF2B5EF4-FFF2-40B4-BE49-F238E27FC236}">
                <a16:creationId xmlns:a16="http://schemas.microsoft.com/office/drawing/2014/main" id="{7EE2393F-A378-47F7-A0CB-E3C89CBB8CD8}"/>
              </a:ext>
            </a:extLst>
          </p:cNvPr>
          <p:cNvSpPr>
            <a:spLocks xmlns:a="http://schemas.openxmlformats.org/drawingml/2006/main" noGrp="1"/>
          </p:cNvSpPr>
          <p:nvPr/>
        </p:nvSpPr>
        <p:spPr>
          <a:xfrm xmlns:a="http://schemas.openxmlformats.org/drawingml/2006/main" rot="0">
            <a:off x="609600" y="1790700"/>
            <a:ext cx="100965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2E8181F-3FAE-49F9-ADC2-CC60C1F8B3F5}"/>
              </a:ext>
            </a:extLst>
          </p:cNvPr>
          <p:cNvSpPr>
            <a:spLocks xmlns:a="http://schemas.openxmlformats.org/drawingml/2006/main" noGrp="1"/>
          </p:cNvSpPr>
          <p:nvPr/>
        </p:nvSpPr>
        <p:spPr>
          <a:xfrm xmlns:a="http://schemas.openxmlformats.org/drawingml/2006/main">
            <a:off x="781050" y="17907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역할</a:t>
            </a:r>
          </a:p>
        </p:txBody>
      </p:sp>
      <p:sp>
        <p:nvSpPr>
          <p:cNvPr id="9" name="">
            <a:extLst xmlns:a="http://schemas.openxmlformats.org/drawingml/2006/main">
              <a:ext uri="{FF2B5EF4-FFF2-40B4-BE49-F238E27FC236}">
                <a16:creationId xmlns:a16="http://schemas.microsoft.com/office/drawing/2014/main" id="{89FB6CEE-3490-416F-8EFE-47E0D4C4880C}"/>
              </a:ext>
            </a:extLst>
          </p:cNvPr>
          <p:cNvSpPr>
            <a:spLocks xmlns:a="http://schemas.openxmlformats.org/drawingml/2006/main" noGrp="1"/>
          </p:cNvSpPr>
          <p:nvPr/>
        </p:nvSpPr>
        <p:spPr>
          <a:xfrm xmlns:a="http://schemas.openxmlformats.org/drawingml/2006/main">
            <a:off x="3638550" y="1790700"/>
            <a:ext cx="6877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응답 관점과 책임</a:t>
            </a:r>
          </a:p>
        </p:txBody>
      </p:sp>
      <p:sp>
        <p:nvSpPr>
          <p:cNvPr id="10" name="">
            <a:extLst xmlns:a="http://schemas.openxmlformats.org/drawingml/2006/main">
              <a:ext uri="{FF2B5EF4-FFF2-40B4-BE49-F238E27FC236}">
                <a16:creationId xmlns:a16="http://schemas.microsoft.com/office/drawing/2014/main" id="{7DEC19FC-B778-490F-AACC-5670F3C18B3B}"/>
              </a:ext>
            </a:extLst>
          </p:cNvPr>
          <p:cNvSpPr>
            <a:spLocks xmlns:a="http://schemas.openxmlformats.org/drawingml/2006/main" noGrp="1"/>
          </p:cNvSpPr>
          <p:nvPr/>
        </p:nvSpPr>
        <p:spPr>
          <a:xfrm xmlns:a="http://schemas.openxmlformats.org/drawingml/2006/main" rot="0">
            <a:off x="1181100" y="2628900"/>
            <a:ext cx="8953500" cy="62865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1" name="">
            <a:extLst xmlns:a="http://schemas.openxmlformats.org/drawingml/2006/main">
              <a:ext uri="{FF2B5EF4-FFF2-40B4-BE49-F238E27FC236}">
                <a16:creationId xmlns:a16="http://schemas.microsoft.com/office/drawing/2014/main" id="{86AA3E80-BDB4-4F51-96F0-F22826B8DA85}"/>
              </a:ext>
            </a:extLst>
          </p:cNvPr>
          <p:cNvSpPr>
            <a:spLocks xmlns:a="http://schemas.openxmlformats.org/drawingml/2006/main" noGrp="1"/>
          </p:cNvSpPr>
          <p:nvPr/>
        </p:nvSpPr>
        <p:spPr>
          <a:xfrm xmlns:a="http://schemas.openxmlformats.org/drawingml/2006/main">
            <a:off x="1352550" y="26289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지시</a:t>
            </a:r>
          </a:p>
        </p:txBody>
      </p:sp>
      <p:sp>
        <p:nvSpPr>
          <p:cNvPr id="12" name="">
            <a:extLst xmlns:a="http://schemas.openxmlformats.org/drawingml/2006/main">
              <a:ext uri="{FF2B5EF4-FFF2-40B4-BE49-F238E27FC236}">
                <a16:creationId xmlns:a16="http://schemas.microsoft.com/office/drawing/2014/main" id="{885410AC-A5B4-4834-B2EB-508C8553C1E5}"/>
              </a:ext>
            </a:extLst>
          </p:cNvPr>
          <p:cNvSpPr>
            <a:spLocks xmlns:a="http://schemas.openxmlformats.org/drawingml/2006/main" noGrp="1"/>
          </p:cNvSpPr>
          <p:nvPr/>
        </p:nvSpPr>
        <p:spPr>
          <a:xfrm xmlns:a="http://schemas.openxmlformats.org/drawingml/2006/main">
            <a:off x="4210050" y="2628900"/>
            <a:ext cx="5734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해야 할 일과 금지 행동</a:t>
            </a:r>
          </a:p>
        </p:txBody>
      </p:sp>
      <p:sp>
        <p:nvSpPr>
          <p:cNvPr id="13" name="">
            <a:extLst xmlns:a="http://schemas.openxmlformats.org/drawingml/2006/main">
              <a:ext uri="{FF2B5EF4-FFF2-40B4-BE49-F238E27FC236}">
                <a16:creationId xmlns:a16="http://schemas.microsoft.com/office/drawing/2014/main" id="{C440C860-7724-497D-96B1-7AEC40CD3B1F}"/>
              </a:ext>
            </a:extLst>
          </p:cNvPr>
          <p:cNvSpPr>
            <a:spLocks xmlns:a="http://schemas.openxmlformats.org/drawingml/2006/main" noGrp="1"/>
          </p:cNvSpPr>
          <p:nvPr/>
        </p:nvSpPr>
        <p:spPr>
          <a:xfrm xmlns:a="http://schemas.openxmlformats.org/drawingml/2006/main" rot="0">
            <a:off x="1752600" y="3467100"/>
            <a:ext cx="78105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E7301523-E19D-4020-AD42-D3E01535758E}"/>
              </a:ext>
            </a:extLst>
          </p:cNvPr>
          <p:cNvSpPr>
            <a:spLocks xmlns:a="http://schemas.openxmlformats.org/drawingml/2006/main" noGrp="1"/>
          </p:cNvSpPr>
          <p:nvPr/>
        </p:nvSpPr>
        <p:spPr>
          <a:xfrm xmlns:a="http://schemas.openxmlformats.org/drawingml/2006/main">
            <a:off x="1924050" y="34671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예시</a:t>
            </a:r>
          </a:p>
        </p:txBody>
      </p:sp>
      <p:sp>
        <p:nvSpPr>
          <p:cNvPr id="15" name="">
            <a:extLst xmlns:a="http://schemas.openxmlformats.org/drawingml/2006/main">
              <a:ext uri="{FF2B5EF4-FFF2-40B4-BE49-F238E27FC236}">
                <a16:creationId xmlns:a16="http://schemas.microsoft.com/office/drawing/2014/main" id="{A0794B19-CF64-4AB6-A3FD-01119591C14C}"/>
              </a:ext>
            </a:extLst>
          </p:cNvPr>
          <p:cNvSpPr>
            <a:spLocks xmlns:a="http://schemas.openxmlformats.org/drawingml/2006/main" noGrp="1"/>
          </p:cNvSpPr>
          <p:nvPr/>
        </p:nvSpPr>
        <p:spPr>
          <a:xfrm xmlns:a="http://schemas.openxmlformats.org/drawingml/2006/main">
            <a:off x="4781550" y="3467100"/>
            <a:ext cx="4591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입력·출력 패턴</a:t>
            </a:r>
          </a:p>
        </p:txBody>
      </p:sp>
      <p:sp>
        <p:nvSpPr>
          <p:cNvPr id="16" name="">
            <a:extLst xmlns:a="http://schemas.openxmlformats.org/drawingml/2006/main">
              <a:ext uri="{FF2B5EF4-FFF2-40B4-BE49-F238E27FC236}">
                <a16:creationId xmlns:a16="http://schemas.microsoft.com/office/drawing/2014/main" id="{DE459347-44E8-44CC-8199-671DECD61536}"/>
              </a:ext>
            </a:extLst>
          </p:cNvPr>
          <p:cNvSpPr>
            <a:spLocks xmlns:a="http://schemas.openxmlformats.org/drawingml/2006/main" noGrp="1"/>
          </p:cNvSpPr>
          <p:nvPr/>
        </p:nvSpPr>
        <p:spPr>
          <a:xfrm xmlns:a="http://schemas.openxmlformats.org/drawingml/2006/main" rot="0">
            <a:off x="2324100" y="4305300"/>
            <a:ext cx="66675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F40EA06-C00B-47F4-9A66-2272F5CEC732}"/>
              </a:ext>
            </a:extLst>
          </p:cNvPr>
          <p:cNvSpPr>
            <a:spLocks xmlns:a="http://schemas.openxmlformats.org/drawingml/2006/main" noGrp="1"/>
          </p:cNvSpPr>
          <p:nvPr/>
        </p:nvSpPr>
        <p:spPr>
          <a:xfrm xmlns:a="http://schemas.openxmlformats.org/drawingml/2006/main">
            <a:off x="2495550" y="43053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출력 스키마</a:t>
            </a:r>
          </a:p>
        </p:txBody>
      </p:sp>
      <p:sp>
        <p:nvSpPr>
          <p:cNvPr id="18" name="">
            <a:extLst xmlns:a="http://schemas.openxmlformats.org/drawingml/2006/main">
              <a:ext uri="{FF2B5EF4-FFF2-40B4-BE49-F238E27FC236}">
                <a16:creationId xmlns:a16="http://schemas.microsoft.com/office/drawing/2014/main" id="{8871091D-1E76-4F5F-90A6-8EF5E1010D11}"/>
              </a:ext>
            </a:extLst>
          </p:cNvPr>
          <p:cNvSpPr>
            <a:spLocks xmlns:a="http://schemas.openxmlformats.org/drawingml/2006/main" noGrp="1"/>
          </p:cNvSpPr>
          <p:nvPr/>
        </p:nvSpPr>
        <p:spPr>
          <a:xfrm xmlns:a="http://schemas.openxmlformats.org/drawingml/2006/main">
            <a:off x="5353050" y="4305300"/>
            <a:ext cx="3448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형식·필드·길이</a:t>
            </a:r>
          </a:p>
        </p:txBody>
      </p:sp>
      <p:sp>
        <p:nvSpPr>
          <p:cNvPr id="19" name="">
            <a:extLst xmlns:a="http://schemas.openxmlformats.org/drawingml/2006/main">
              <a:ext uri="{FF2B5EF4-FFF2-40B4-BE49-F238E27FC236}">
                <a16:creationId xmlns:a16="http://schemas.microsoft.com/office/drawing/2014/main" id="{AC8C786B-648C-46BB-85D9-BADE524EAD81}"/>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모델 가중치를 바꾸지 않고 빠르게 수정·버전 관리·롤백 가능한 제어 지점</a:t>
            </a:r>
          </a:p>
        </p:txBody>
      </p:sp>
    </p:spTree>
    <p:extLst>
      <p:ext uri="{BB962C8B-B14F-4D97-AF65-F5344CB8AC3E}">
        <p14:creationId xmlns:p14="http://schemas.microsoft.com/office/powerpoint/2010/main" val="1220983908"/>
      </p:ext>
    </p:extLst>
  </p:cSld>
</p:sld>
</file>

<file path=ppt/slides/slide3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F4B6DF71-A43B-4E7C-88D9-DE8F0FFEE3D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5259A0DF-72DA-491A-B9B7-285ABCE8C8E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36</a:t>
            </a:r>
          </a:p>
        </p:txBody>
      </p:sp>
      <p:sp>
        <p:nvSpPr>
          <p:cNvPr id="3" name="">
            <a:extLst xmlns:a="http://schemas.openxmlformats.org/drawingml/2006/main">
              <a:ext uri="{FF2B5EF4-FFF2-40B4-BE49-F238E27FC236}">
                <a16:creationId xmlns:a16="http://schemas.microsoft.com/office/drawing/2014/main" id="{892CA716-5683-472F-91FE-0B90E5CCB23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5E50835-DDA6-402A-8D49-3DF732BD923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3B2FA687-99BA-49B9-8870-B21AC3356B3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1D43ADD0-73D1-4C1D-8909-B03E51B33BA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검색 증강 생성의 외부 근거</a:t>
            </a:r>
          </a:p>
        </p:txBody>
      </p:sp>
      <p:sp>
        <p:nvSpPr>
          <p:cNvPr id="7" name="">
            <a:extLst xmlns:a="http://schemas.openxmlformats.org/drawingml/2006/main">
              <a:ext uri="{FF2B5EF4-FFF2-40B4-BE49-F238E27FC236}">
                <a16:creationId xmlns:a16="http://schemas.microsoft.com/office/drawing/2014/main" id="{F7256424-6589-4542-A8FF-FC91BCCD6A2B}"/>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B1F736BF-E705-47D1-923F-C621186E58F2}"/>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질의</a:t>
            </a:r>
          </a:p>
        </p:txBody>
      </p:sp>
      <p:sp>
        <p:nvSpPr>
          <p:cNvPr id="9" name="">
            <a:extLst xmlns:a="http://schemas.openxmlformats.org/drawingml/2006/main">
              <a:ext uri="{FF2B5EF4-FFF2-40B4-BE49-F238E27FC236}">
                <a16:creationId xmlns:a16="http://schemas.microsoft.com/office/drawing/2014/main" id="{912CD245-2E3F-492B-8D07-8765EC6B3FF8}"/>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사용자 질문</a:t>
            </a:r>
          </a:p>
        </p:txBody>
      </p:sp>
      <p:sp>
        <p:nvSpPr>
          <p:cNvPr id="10" name="">
            <a:extLst xmlns:a="http://schemas.openxmlformats.org/drawingml/2006/main">
              <a:ext uri="{FF2B5EF4-FFF2-40B4-BE49-F238E27FC236}">
                <a16:creationId xmlns:a16="http://schemas.microsoft.com/office/drawing/2014/main" id="{E9F02242-44C4-479A-B7D8-E75B24D0D30D}"/>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5374261A-DB63-42A5-A019-FFBE22FEA4AB}"/>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BE133F2B-4873-4B3E-B823-8F072821CE1A}"/>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검색</a:t>
            </a:r>
          </a:p>
        </p:txBody>
      </p:sp>
      <p:sp>
        <p:nvSpPr>
          <p:cNvPr id="13" name="">
            <a:extLst xmlns:a="http://schemas.openxmlformats.org/drawingml/2006/main">
              <a:ext uri="{FF2B5EF4-FFF2-40B4-BE49-F238E27FC236}">
                <a16:creationId xmlns:a16="http://schemas.microsoft.com/office/drawing/2014/main" id="{D1891537-00DF-44E4-A726-0BFB55D0BF0E}"/>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색인·필터</a:t>
            </a:r>
          </a:p>
        </p:txBody>
      </p:sp>
      <p:sp>
        <p:nvSpPr>
          <p:cNvPr id="14" name="">
            <a:extLst xmlns:a="http://schemas.openxmlformats.org/drawingml/2006/main">
              <a:ext uri="{FF2B5EF4-FFF2-40B4-BE49-F238E27FC236}">
                <a16:creationId xmlns:a16="http://schemas.microsoft.com/office/drawing/2014/main" id="{D73924E7-347E-452F-8491-3DFBF7EA328C}"/>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5B90FFA7-56C0-4364-9E1A-5462EDF03B2E}"/>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3E91E8B5-C245-4279-8933-606C681AD502}"/>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근거</a:t>
            </a:r>
          </a:p>
        </p:txBody>
      </p:sp>
      <p:sp>
        <p:nvSpPr>
          <p:cNvPr id="17" name="">
            <a:extLst xmlns:a="http://schemas.openxmlformats.org/drawingml/2006/main">
              <a:ext uri="{FF2B5EF4-FFF2-40B4-BE49-F238E27FC236}">
                <a16:creationId xmlns:a16="http://schemas.microsoft.com/office/drawing/2014/main" id="{9617B27B-EC21-436B-8547-9461AFDEE137}"/>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상위 검색 문서</a:t>
            </a:r>
          </a:p>
        </p:txBody>
      </p:sp>
      <p:sp>
        <p:nvSpPr>
          <p:cNvPr id="18" name="">
            <a:extLst xmlns:a="http://schemas.openxmlformats.org/drawingml/2006/main">
              <a:ext uri="{FF2B5EF4-FFF2-40B4-BE49-F238E27FC236}">
                <a16:creationId xmlns:a16="http://schemas.microsoft.com/office/drawing/2014/main" id="{EF99FF40-E9ED-4225-A310-721E95542783}"/>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C7C8C7FA-BA89-4518-98E0-E85310EDF0BE}"/>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A4FED006-B00F-4A9F-985E-F84AF6C368F2}"/>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맥락</a:t>
            </a:r>
          </a:p>
        </p:txBody>
      </p:sp>
      <p:sp>
        <p:nvSpPr>
          <p:cNvPr id="21" name="">
            <a:extLst xmlns:a="http://schemas.openxmlformats.org/drawingml/2006/main">
              <a:ext uri="{FF2B5EF4-FFF2-40B4-BE49-F238E27FC236}">
                <a16:creationId xmlns:a16="http://schemas.microsoft.com/office/drawing/2014/main" id="{142E0F69-73A7-4BD7-98E6-A78D8600460D}"/>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프롬프트 보강</a:t>
            </a:r>
          </a:p>
        </p:txBody>
      </p:sp>
      <p:sp>
        <p:nvSpPr>
          <p:cNvPr id="22" name="">
            <a:extLst xmlns:a="http://schemas.openxmlformats.org/drawingml/2006/main">
              <a:ext uri="{FF2B5EF4-FFF2-40B4-BE49-F238E27FC236}">
                <a16:creationId xmlns:a16="http://schemas.microsoft.com/office/drawing/2014/main" id="{CE9853E1-D5F7-4A01-9CFA-0DFB0F5CB4BC}"/>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D1F1086C-E271-4773-BF5D-A6942AA7266C}"/>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29094B96-9D2E-49A9-AE66-733B571E2BA3}"/>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응답</a:t>
            </a:r>
          </a:p>
        </p:txBody>
      </p:sp>
      <p:sp>
        <p:nvSpPr>
          <p:cNvPr id="25" name="">
            <a:extLst xmlns:a="http://schemas.openxmlformats.org/drawingml/2006/main">
              <a:ext uri="{FF2B5EF4-FFF2-40B4-BE49-F238E27FC236}">
                <a16:creationId xmlns:a16="http://schemas.microsoft.com/office/drawing/2014/main" id="{C5F34445-8802-4E9A-9E97-6AAD939534E4}"/>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근거 기반 생성</a:t>
            </a:r>
          </a:p>
        </p:txBody>
      </p:sp>
      <p:sp>
        <p:nvSpPr>
          <p:cNvPr id="26" name="">
            <a:extLst xmlns:a="http://schemas.openxmlformats.org/drawingml/2006/main">
              <a:ext uri="{FF2B5EF4-FFF2-40B4-BE49-F238E27FC236}">
                <a16:creationId xmlns:a16="http://schemas.microsoft.com/office/drawing/2014/main" id="{65CA34E6-3322-435D-8676-51F8F39B97AC}"/>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검색 증강 생성(Retrieval-Augmented Generation, RAG)의 근거·최신성·권한 기준</a:t>
            </a:r>
          </a:p>
        </p:txBody>
      </p:sp>
    </p:spTree>
    <p:extLst>
      <p:ext uri="{BB962C8B-B14F-4D97-AF65-F5344CB8AC3E}">
        <p14:creationId xmlns:p14="http://schemas.microsoft.com/office/powerpoint/2010/main" val="952922628"/>
      </p:ext>
    </p:extLst>
  </p:cSld>
</p:sld>
</file>

<file path=ppt/slides/slide3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08DB347-B229-48DF-BF9D-0FF67A43B8E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BDB8E196-5446-4F87-ACDB-612B0036C7A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37</a:t>
            </a:r>
          </a:p>
        </p:txBody>
      </p:sp>
      <p:sp>
        <p:nvSpPr>
          <p:cNvPr id="3" name="">
            <a:extLst xmlns:a="http://schemas.openxmlformats.org/drawingml/2006/main">
              <a:ext uri="{FF2B5EF4-FFF2-40B4-BE49-F238E27FC236}">
                <a16:creationId xmlns:a16="http://schemas.microsoft.com/office/drawing/2014/main" id="{DC38A308-96E9-4D3C-85A0-C1D154DB9A6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1146DF8E-B3C4-4701-A371-6BD0956DCA5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1572A9E0-7D94-439D-BC22-ACEC880111C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AFC0B8FD-6DF4-4681-AFFA-1D62145328A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모델의 도구 요청과 실제 실행의 분리</a:t>
            </a:r>
          </a:p>
        </p:txBody>
      </p:sp>
      <p:sp>
        <p:nvSpPr>
          <p:cNvPr id="7" name="">
            <a:extLst xmlns:a="http://schemas.openxmlformats.org/drawingml/2006/main">
              <a:ext uri="{FF2B5EF4-FFF2-40B4-BE49-F238E27FC236}">
                <a16:creationId xmlns:a16="http://schemas.microsoft.com/office/drawing/2014/main" id="{75BE6D54-0BB4-48F8-8FBC-CEAE2380004B}"/>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모델 · MODEL</a:t>
            </a:r>
          </a:p>
        </p:txBody>
      </p:sp>
      <p:sp>
        <p:nvSpPr>
          <p:cNvPr id="8" name="">
            <a:extLst xmlns:a="http://schemas.openxmlformats.org/drawingml/2006/main">
              <a:ext uri="{FF2B5EF4-FFF2-40B4-BE49-F238E27FC236}">
                <a16:creationId xmlns:a16="http://schemas.microsoft.com/office/drawing/2014/main" id="{715AE549-7D28-4CD8-969D-87CA47614027}"/>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도구 호출 요청 생성</a:t>
            </a:r>
          </a:p>
        </p:txBody>
      </p:sp>
      <p:sp>
        <p:nvSpPr>
          <p:cNvPr id="9" name="">
            <a:extLst xmlns:a="http://schemas.openxmlformats.org/drawingml/2006/main">
              <a:ext uri="{FF2B5EF4-FFF2-40B4-BE49-F238E27FC236}">
                <a16:creationId xmlns:a16="http://schemas.microsoft.com/office/drawing/2014/main" id="{854B8796-6D54-42EF-8178-DC62C03198FF}"/>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FA3B108A-9689-4F0A-8682-D1296D04FDF3}"/>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도구 이름과 인수를 생성</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확률적 판단 · 외부 변경 없음</a:t>
            </a:r>
          </a:p>
        </p:txBody>
      </p:sp>
      <p:sp>
        <p:nvSpPr>
          <p:cNvPr id="11" name="">
            <a:extLst xmlns:a="http://schemas.openxmlformats.org/drawingml/2006/main">
              <a:ext uri="{FF2B5EF4-FFF2-40B4-BE49-F238E27FC236}">
                <a16:creationId xmlns:a16="http://schemas.microsoft.com/office/drawing/2014/main" id="{4103B91B-7C02-4343-A0F7-25D96524CABC}"/>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실행 환경 · RUNTIME</a:t>
            </a:r>
          </a:p>
        </p:txBody>
      </p:sp>
      <p:sp>
        <p:nvSpPr>
          <p:cNvPr id="12" name="">
            <a:extLst xmlns:a="http://schemas.openxmlformats.org/drawingml/2006/main">
              <a:ext uri="{FF2B5EF4-FFF2-40B4-BE49-F238E27FC236}">
                <a16:creationId xmlns:a16="http://schemas.microsoft.com/office/drawing/2014/main" id="{26286A96-50A0-4745-9A21-6C487D9301FC}"/>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검증 후 실제 실행</a:t>
            </a:r>
          </a:p>
        </p:txBody>
      </p:sp>
      <p:sp>
        <p:nvSpPr>
          <p:cNvPr id="13" name="">
            <a:extLst xmlns:a="http://schemas.openxmlformats.org/drawingml/2006/main">
              <a:ext uri="{FF2B5EF4-FFF2-40B4-BE49-F238E27FC236}">
                <a16:creationId xmlns:a16="http://schemas.microsoft.com/office/drawing/2014/main" id="{EE1880B4-3B91-4A03-864C-6F4773E8E00B}"/>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F43E1A92-766F-40C7-9030-F8C430BCCCA7}"/>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스키마 검증 · 승인 · 실제 응용 프로그래밍 인터페이스 호출</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시간 초과 · 감사 · 멱등성</a:t>
            </a:r>
          </a:p>
        </p:txBody>
      </p:sp>
      <p:sp>
        <p:nvSpPr>
          <p:cNvPr id="15" name="">
            <a:extLst xmlns:a="http://schemas.openxmlformats.org/drawingml/2006/main">
              <a:ext uri="{FF2B5EF4-FFF2-40B4-BE49-F238E27FC236}">
                <a16:creationId xmlns:a16="http://schemas.microsoft.com/office/drawing/2014/main" id="{174BF6C5-28F9-40E0-B164-B3E98C2FC361}"/>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219482106"/>
      </p:ext>
    </p:extLst>
  </p:cSld>
</p:sld>
</file>

<file path=ppt/slides/slide3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819DE826-1005-41E2-8B9C-C209B75C14B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685CEF55-B808-4447-9599-94A2447F73C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38</a:t>
            </a:r>
          </a:p>
        </p:txBody>
      </p:sp>
      <p:sp>
        <p:nvSpPr>
          <p:cNvPr id="3" name="">
            <a:extLst xmlns:a="http://schemas.openxmlformats.org/drawingml/2006/main">
              <a:ext uri="{FF2B5EF4-FFF2-40B4-BE49-F238E27FC236}">
                <a16:creationId xmlns:a16="http://schemas.microsoft.com/office/drawing/2014/main" id="{09FD8052-B26F-4D7B-B6E5-76C139EEED8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D719AFC-98DC-478A-BC77-A95570B57A6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041AB87-C544-4E08-A569-4B3BF7D5311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1F01B088-A2AD-40EE-925E-8E802ED6798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모델 라우팅의 선택 축</a:t>
            </a:r>
          </a:p>
        </p:txBody>
      </p:sp>
      <p:sp>
        <p:nvSpPr>
          <p:cNvPr id="7" name="">
            <a:extLst xmlns:a="http://schemas.openxmlformats.org/drawingml/2006/main">
              <a:ext uri="{FF2B5EF4-FFF2-40B4-BE49-F238E27FC236}">
                <a16:creationId xmlns:a16="http://schemas.microsoft.com/office/drawing/2014/main" id="{DBBF0333-0A5E-4BB3-8F73-5FDCAD2FCA79}"/>
              </a:ext>
            </a:extLst>
          </p:cNvPr>
          <p:cNvSpPr>
            <a:spLocks xmlns:a="http://schemas.openxmlformats.org/drawingml/2006/main" noGrp="1"/>
          </p:cNvSpPr>
          <p:nvPr/>
        </p:nvSpPr>
        <p:spPr>
          <a:xfrm xmlns:a="http://schemas.openxmlformats.org/drawingml/2006/main" rot="0">
            <a:off x="609600" y="1847850"/>
            <a:ext cx="27622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53D87FBE-DF82-4CD8-ADED-317F8A6256A8}"/>
              </a:ext>
            </a:extLst>
          </p:cNvPr>
          <p:cNvSpPr>
            <a:spLocks xmlns:a="http://schemas.openxmlformats.org/drawingml/2006/main" noGrp="1"/>
          </p:cNvSpPr>
          <p:nvPr/>
        </p:nvSpPr>
        <p:spPr>
          <a:xfrm xmlns:a="http://schemas.openxmlformats.org/drawingml/2006/main">
            <a:off x="742950" y="1847850"/>
            <a:ext cx="2495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요청 유형</a:t>
            </a:r>
          </a:p>
        </p:txBody>
      </p:sp>
      <p:sp>
        <p:nvSpPr>
          <p:cNvPr id="9" name="">
            <a:extLst xmlns:a="http://schemas.openxmlformats.org/drawingml/2006/main">
              <a:ext uri="{FF2B5EF4-FFF2-40B4-BE49-F238E27FC236}">
                <a16:creationId xmlns:a16="http://schemas.microsoft.com/office/drawing/2014/main" id="{C1FD79BA-7B37-487F-8AFE-169D028AACB2}"/>
              </a:ext>
            </a:extLst>
          </p:cNvPr>
          <p:cNvSpPr>
            <a:spLocks xmlns:a="http://schemas.openxmlformats.org/drawingml/2006/main" noGrp="1"/>
          </p:cNvSpPr>
          <p:nvPr/>
        </p:nvSpPr>
        <p:spPr>
          <a:xfrm xmlns:a="http://schemas.openxmlformats.org/drawingml/2006/main" rot="0">
            <a:off x="3371850" y="1847850"/>
            <a:ext cx="285750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C7C8528C-C63B-4CFE-8FB4-9865D2279C39}"/>
              </a:ext>
            </a:extLst>
          </p:cNvPr>
          <p:cNvSpPr>
            <a:spLocks xmlns:a="http://schemas.openxmlformats.org/drawingml/2006/main" noGrp="1"/>
          </p:cNvSpPr>
          <p:nvPr/>
        </p:nvSpPr>
        <p:spPr>
          <a:xfrm xmlns:a="http://schemas.openxmlformats.org/drawingml/2006/main">
            <a:off x="3505200" y="1847850"/>
            <a:ext cx="259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우선 축</a:t>
            </a:r>
          </a:p>
        </p:txBody>
      </p:sp>
      <p:sp>
        <p:nvSpPr>
          <p:cNvPr id="11" name="">
            <a:extLst xmlns:a="http://schemas.openxmlformats.org/drawingml/2006/main">
              <a:ext uri="{FF2B5EF4-FFF2-40B4-BE49-F238E27FC236}">
                <a16:creationId xmlns:a16="http://schemas.microsoft.com/office/drawing/2014/main" id="{FEBD170C-495C-4789-8AAC-7593F7A439AB}"/>
              </a:ext>
            </a:extLst>
          </p:cNvPr>
          <p:cNvSpPr>
            <a:spLocks xmlns:a="http://schemas.openxmlformats.org/drawingml/2006/main" noGrp="1"/>
          </p:cNvSpPr>
          <p:nvPr/>
        </p:nvSpPr>
        <p:spPr>
          <a:xfrm xmlns:a="http://schemas.openxmlformats.org/drawingml/2006/main" rot="0">
            <a:off x="6229350" y="1847850"/>
            <a:ext cx="53530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547ECBA0-9DE0-48AC-ABF0-3B3F2FECA71C}"/>
              </a:ext>
            </a:extLst>
          </p:cNvPr>
          <p:cNvSpPr>
            <a:spLocks xmlns:a="http://schemas.openxmlformats.org/drawingml/2006/main" noGrp="1"/>
          </p:cNvSpPr>
          <p:nvPr/>
        </p:nvSpPr>
        <p:spPr>
          <a:xfrm xmlns:a="http://schemas.openxmlformats.org/drawingml/2006/main">
            <a:off x="6362700" y="1847850"/>
            <a:ext cx="5086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모델 선택 기준</a:t>
            </a:r>
          </a:p>
        </p:txBody>
      </p:sp>
      <p:sp>
        <p:nvSpPr>
          <p:cNvPr id="13" name="">
            <a:extLst xmlns:a="http://schemas.openxmlformats.org/drawingml/2006/main">
              <a:ext uri="{FF2B5EF4-FFF2-40B4-BE49-F238E27FC236}">
                <a16:creationId xmlns:a16="http://schemas.microsoft.com/office/drawing/2014/main" id="{B3B546E9-CF50-4580-8753-F858393AA02F}"/>
              </a:ext>
            </a:extLst>
          </p:cNvPr>
          <p:cNvSpPr>
            <a:spLocks xmlns:a="http://schemas.openxmlformats.org/drawingml/2006/main" noGrp="1"/>
          </p:cNvSpPr>
          <p:nvPr/>
        </p:nvSpPr>
        <p:spPr>
          <a:xfrm xmlns:a="http://schemas.openxmlformats.org/drawingml/2006/main" rot="0">
            <a:off x="609600" y="2362200"/>
            <a:ext cx="27622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E4B57676-BB1B-42C1-9A91-8344EC81D79E}"/>
              </a:ext>
            </a:extLst>
          </p:cNvPr>
          <p:cNvSpPr>
            <a:spLocks xmlns:a="http://schemas.openxmlformats.org/drawingml/2006/main" noGrp="1"/>
          </p:cNvSpPr>
          <p:nvPr/>
        </p:nvSpPr>
        <p:spPr>
          <a:xfrm xmlns:a="http://schemas.openxmlformats.org/drawingml/2006/main">
            <a:off x="742950" y="23622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짧은 분류</a:t>
            </a:r>
          </a:p>
        </p:txBody>
      </p:sp>
      <p:sp>
        <p:nvSpPr>
          <p:cNvPr id="15" name="">
            <a:extLst xmlns:a="http://schemas.openxmlformats.org/drawingml/2006/main">
              <a:ext uri="{FF2B5EF4-FFF2-40B4-BE49-F238E27FC236}">
                <a16:creationId xmlns:a16="http://schemas.microsoft.com/office/drawing/2014/main" id="{6D4BE2C0-FBC1-4C2F-BC81-1C0D840B6185}"/>
              </a:ext>
            </a:extLst>
          </p:cNvPr>
          <p:cNvSpPr>
            <a:spLocks xmlns:a="http://schemas.openxmlformats.org/drawingml/2006/main" noGrp="1"/>
          </p:cNvSpPr>
          <p:nvPr/>
        </p:nvSpPr>
        <p:spPr>
          <a:xfrm xmlns:a="http://schemas.openxmlformats.org/drawingml/2006/main" rot="0">
            <a:off x="3371850" y="2362200"/>
            <a:ext cx="285750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AE241982-C80E-4977-B13C-153B55072758}"/>
              </a:ext>
            </a:extLst>
          </p:cNvPr>
          <p:cNvSpPr>
            <a:spLocks xmlns:a="http://schemas.openxmlformats.org/drawingml/2006/main" noGrp="1"/>
          </p:cNvSpPr>
          <p:nvPr/>
        </p:nvSpPr>
        <p:spPr>
          <a:xfrm xmlns:a="http://schemas.openxmlformats.org/drawingml/2006/main">
            <a:off x="3505200" y="23622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지연 · 비용</a:t>
            </a:r>
          </a:p>
        </p:txBody>
      </p:sp>
      <p:sp>
        <p:nvSpPr>
          <p:cNvPr id="17" name="">
            <a:extLst xmlns:a="http://schemas.openxmlformats.org/drawingml/2006/main">
              <a:ext uri="{FF2B5EF4-FFF2-40B4-BE49-F238E27FC236}">
                <a16:creationId xmlns:a16="http://schemas.microsoft.com/office/drawing/2014/main" id="{71A8CEC8-3BE6-49D5-8ED6-0E2E580623E2}"/>
              </a:ext>
            </a:extLst>
          </p:cNvPr>
          <p:cNvSpPr>
            <a:spLocks xmlns:a="http://schemas.openxmlformats.org/drawingml/2006/main" noGrp="1"/>
          </p:cNvSpPr>
          <p:nvPr/>
        </p:nvSpPr>
        <p:spPr>
          <a:xfrm xmlns:a="http://schemas.openxmlformats.org/drawingml/2006/main" rot="0">
            <a:off x="6229350" y="2362200"/>
            <a:ext cx="53530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8" name="">
            <a:extLst xmlns:a="http://schemas.openxmlformats.org/drawingml/2006/main">
              <a:ext uri="{FF2B5EF4-FFF2-40B4-BE49-F238E27FC236}">
                <a16:creationId xmlns:a16="http://schemas.microsoft.com/office/drawing/2014/main" id="{95D8C3DC-0241-457B-ACC9-6CF72922E6B9}"/>
              </a:ext>
            </a:extLst>
          </p:cNvPr>
          <p:cNvSpPr>
            <a:spLocks xmlns:a="http://schemas.openxmlformats.org/drawingml/2006/main" noGrp="1"/>
          </p:cNvSpPr>
          <p:nvPr/>
        </p:nvSpPr>
        <p:spPr>
          <a:xfrm xmlns:a="http://schemas.openxmlformats.org/drawingml/2006/main">
            <a:off x="6362700" y="23622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작은 모델 · 짧은 제한시간 · 일괄 처리</a:t>
            </a:r>
          </a:p>
        </p:txBody>
      </p:sp>
      <p:sp>
        <p:nvSpPr>
          <p:cNvPr id="19" name="">
            <a:extLst xmlns:a="http://schemas.openxmlformats.org/drawingml/2006/main">
              <a:ext uri="{FF2B5EF4-FFF2-40B4-BE49-F238E27FC236}">
                <a16:creationId xmlns:a16="http://schemas.microsoft.com/office/drawing/2014/main" id="{AF777427-D3F8-494A-9844-503FB9BF548C}"/>
              </a:ext>
            </a:extLst>
          </p:cNvPr>
          <p:cNvSpPr>
            <a:spLocks xmlns:a="http://schemas.openxmlformats.org/drawingml/2006/main" noGrp="1"/>
          </p:cNvSpPr>
          <p:nvPr/>
        </p:nvSpPr>
        <p:spPr>
          <a:xfrm xmlns:a="http://schemas.openxmlformats.org/drawingml/2006/main" rot="0">
            <a:off x="609600" y="3200400"/>
            <a:ext cx="27622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B0F00E6F-87F9-455C-89C8-09BC19051532}"/>
              </a:ext>
            </a:extLst>
          </p:cNvPr>
          <p:cNvSpPr>
            <a:spLocks xmlns:a="http://schemas.openxmlformats.org/drawingml/2006/main" noGrp="1"/>
          </p:cNvSpPr>
          <p:nvPr/>
        </p:nvSpPr>
        <p:spPr>
          <a:xfrm xmlns:a="http://schemas.openxmlformats.org/drawingml/2006/main">
            <a:off x="742950" y="32004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근거형 답변</a:t>
            </a:r>
          </a:p>
        </p:txBody>
      </p:sp>
      <p:sp>
        <p:nvSpPr>
          <p:cNvPr id="21" name="">
            <a:extLst xmlns:a="http://schemas.openxmlformats.org/drawingml/2006/main">
              <a:ext uri="{FF2B5EF4-FFF2-40B4-BE49-F238E27FC236}">
                <a16:creationId xmlns:a16="http://schemas.microsoft.com/office/drawing/2014/main" id="{EFEC2549-83A0-424C-B6AE-DA366A62A0B7}"/>
              </a:ext>
            </a:extLst>
          </p:cNvPr>
          <p:cNvSpPr>
            <a:spLocks xmlns:a="http://schemas.openxmlformats.org/drawingml/2006/main" noGrp="1"/>
          </p:cNvSpPr>
          <p:nvPr/>
        </p:nvSpPr>
        <p:spPr>
          <a:xfrm xmlns:a="http://schemas.openxmlformats.org/drawingml/2006/main" rot="0">
            <a:off x="3371850" y="3200400"/>
            <a:ext cx="285750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5D70E936-F6A0-4E04-9952-349F0A1B046E}"/>
              </a:ext>
            </a:extLst>
          </p:cNvPr>
          <p:cNvSpPr>
            <a:spLocks xmlns:a="http://schemas.openxmlformats.org/drawingml/2006/main" noGrp="1"/>
          </p:cNvSpPr>
          <p:nvPr/>
        </p:nvSpPr>
        <p:spPr>
          <a:xfrm xmlns:a="http://schemas.openxmlformats.org/drawingml/2006/main">
            <a:off x="3505200" y="32004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품질 · 안전</a:t>
            </a:r>
          </a:p>
        </p:txBody>
      </p:sp>
      <p:sp>
        <p:nvSpPr>
          <p:cNvPr id="23" name="">
            <a:extLst xmlns:a="http://schemas.openxmlformats.org/drawingml/2006/main">
              <a:ext uri="{FF2B5EF4-FFF2-40B4-BE49-F238E27FC236}">
                <a16:creationId xmlns:a16="http://schemas.microsoft.com/office/drawing/2014/main" id="{C89C4386-3E6C-429D-A0F9-46730B3D971F}"/>
              </a:ext>
            </a:extLst>
          </p:cNvPr>
          <p:cNvSpPr>
            <a:spLocks xmlns:a="http://schemas.openxmlformats.org/drawingml/2006/main" noGrp="1"/>
          </p:cNvSpPr>
          <p:nvPr/>
        </p:nvSpPr>
        <p:spPr>
          <a:xfrm xmlns:a="http://schemas.openxmlformats.org/drawingml/2006/main" rot="0">
            <a:off x="6229350" y="3200400"/>
            <a:ext cx="53530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EDDB8E2C-E9CE-46BF-96B0-E21A55D1775F}"/>
              </a:ext>
            </a:extLst>
          </p:cNvPr>
          <p:cNvSpPr>
            <a:spLocks xmlns:a="http://schemas.openxmlformats.org/drawingml/2006/main" noGrp="1"/>
          </p:cNvSpPr>
          <p:nvPr/>
        </p:nvSpPr>
        <p:spPr>
          <a:xfrm xmlns:a="http://schemas.openxmlformats.org/drawingml/2006/main">
            <a:off x="6362700" y="32004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검색 증강 생성 · 인용 · 보호 정책</a:t>
            </a:r>
          </a:p>
        </p:txBody>
      </p:sp>
      <p:sp>
        <p:nvSpPr>
          <p:cNvPr id="25" name="">
            <a:extLst xmlns:a="http://schemas.openxmlformats.org/drawingml/2006/main">
              <a:ext uri="{FF2B5EF4-FFF2-40B4-BE49-F238E27FC236}">
                <a16:creationId xmlns:a16="http://schemas.microsoft.com/office/drawing/2014/main" id="{8E1DE176-106B-43FA-9F55-716ED6C2950B}"/>
              </a:ext>
            </a:extLst>
          </p:cNvPr>
          <p:cNvSpPr>
            <a:spLocks xmlns:a="http://schemas.openxmlformats.org/drawingml/2006/main" noGrp="1"/>
          </p:cNvSpPr>
          <p:nvPr/>
        </p:nvSpPr>
        <p:spPr>
          <a:xfrm xmlns:a="http://schemas.openxmlformats.org/drawingml/2006/main" rot="0">
            <a:off x="609600" y="4038600"/>
            <a:ext cx="27622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6" name="">
            <a:extLst xmlns:a="http://schemas.openxmlformats.org/drawingml/2006/main">
              <a:ext uri="{FF2B5EF4-FFF2-40B4-BE49-F238E27FC236}">
                <a16:creationId xmlns:a16="http://schemas.microsoft.com/office/drawing/2014/main" id="{6266DEE7-9123-4BAA-A899-748D33D274BD}"/>
              </a:ext>
            </a:extLst>
          </p:cNvPr>
          <p:cNvSpPr>
            <a:spLocks xmlns:a="http://schemas.openxmlformats.org/drawingml/2006/main" noGrp="1"/>
          </p:cNvSpPr>
          <p:nvPr/>
        </p:nvSpPr>
        <p:spPr>
          <a:xfrm xmlns:a="http://schemas.openxmlformats.org/drawingml/2006/main">
            <a:off x="742950" y="40386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복잡한 추론</a:t>
            </a:r>
          </a:p>
        </p:txBody>
      </p:sp>
      <p:sp>
        <p:nvSpPr>
          <p:cNvPr id="27" name="">
            <a:extLst xmlns:a="http://schemas.openxmlformats.org/drawingml/2006/main">
              <a:ext uri="{FF2B5EF4-FFF2-40B4-BE49-F238E27FC236}">
                <a16:creationId xmlns:a16="http://schemas.microsoft.com/office/drawing/2014/main" id="{1439D5DA-9CFD-4697-AF14-E34E6EA58B5E}"/>
              </a:ext>
            </a:extLst>
          </p:cNvPr>
          <p:cNvSpPr>
            <a:spLocks xmlns:a="http://schemas.openxmlformats.org/drawingml/2006/main" noGrp="1"/>
          </p:cNvSpPr>
          <p:nvPr/>
        </p:nvSpPr>
        <p:spPr>
          <a:xfrm xmlns:a="http://schemas.openxmlformats.org/drawingml/2006/main" rot="0">
            <a:off x="3371850" y="4038600"/>
            <a:ext cx="285750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8" name="">
            <a:extLst xmlns:a="http://schemas.openxmlformats.org/drawingml/2006/main">
              <a:ext uri="{FF2B5EF4-FFF2-40B4-BE49-F238E27FC236}">
                <a16:creationId xmlns:a16="http://schemas.microsoft.com/office/drawing/2014/main" id="{9047298C-D61D-401C-AAC5-EF0DD6917AD3}"/>
              </a:ext>
            </a:extLst>
          </p:cNvPr>
          <p:cNvSpPr>
            <a:spLocks xmlns:a="http://schemas.openxmlformats.org/drawingml/2006/main" noGrp="1"/>
          </p:cNvSpPr>
          <p:nvPr/>
        </p:nvSpPr>
        <p:spPr>
          <a:xfrm xmlns:a="http://schemas.openxmlformats.org/drawingml/2006/main">
            <a:off x="3505200" y="40386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품질 · 토큰</a:t>
            </a:r>
          </a:p>
        </p:txBody>
      </p:sp>
      <p:sp>
        <p:nvSpPr>
          <p:cNvPr id="29" name="">
            <a:extLst xmlns:a="http://schemas.openxmlformats.org/drawingml/2006/main">
              <a:ext uri="{FF2B5EF4-FFF2-40B4-BE49-F238E27FC236}">
                <a16:creationId xmlns:a16="http://schemas.microsoft.com/office/drawing/2014/main" id="{01059B04-3033-4BB5-AE61-29085CE61590}"/>
              </a:ext>
            </a:extLst>
          </p:cNvPr>
          <p:cNvSpPr>
            <a:spLocks xmlns:a="http://schemas.openxmlformats.org/drawingml/2006/main" noGrp="1"/>
          </p:cNvSpPr>
          <p:nvPr/>
        </p:nvSpPr>
        <p:spPr>
          <a:xfrm xmlns:a="http://schemas.openxmlformats.org/drawingml/2006/main" rot="0">
            <a:off x="6229350" y="4038600"/>
            <a:ext cx="53530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30" name="">
            <a:extLst xmlns:a="http://schemas.openxmlformats.org/drawingml/2006/main">
              <a:ext uri="{FF2B5EF4-FFF2-40B4-BE49-F238E27FC236}">
                <a16:creationId xmlns:a16="http://schemas.microsoft.com/office/drawing/2014/main" id="{AB7222CF-35D0-4CFE-9741-56A7D7246074}"/>
              </a:ext>
            </a:extLst>
          </p:cNvPr>
          <p:cNvSpPr>
            <a:spLocks xmlns:a="http://schemas.openxmlformats.org/drawingml/2006/main" noGrp="1"/>
          </p:cNvSpPr>
          <p:nvPr/>
        </p:nvSpPr>
        <p:spPr>
          <a:xfrm xmlns:a="http://schemas.openxmlformats.org/drawingml/2006/main">
            <a:off x="6362700" y="40386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긴 맥락 · 상위 모델 · 예산</a:t>
            </a:r>
          </a:p>
        </p:txBody>
      </p:sp>
      <p:sp>
        <p:nvSpPr>
          <p:cNvPr id="31" name="">
            <a:extLst xmlns:a="http://schemas.openxmlformats.org/drawingml/2006/main">
              <a:ext uri="{FF2B5EF4-FFF2-40B4-BE49-F238E27FC236}">
                <a16:creationId xmlns:a16="http://schemas.microsoft.com/office/drawing/2014/main" id="{CAB914B6-3A89-4F3C-A154-EC5A02F8F550}"/>
              </a:ext>
            </a:extLst>
          </p:cNvPr>
          <p:cNvSpPr>
            <a:spLocks xmlns:a="http://schemas.openxmlformats.org/drawingml/2006/main" noGrp="1"/>
          </p:cNvSpPr>
          <p:nvPr/>
        </p:nvSpPr>
        <p:spPr>
          <a:xfrm xmlns:a="http://schemas.openxmlformats.org/drawingml/2006/main" rot="0">
            <a:off x="609600" y="4876800"/>
            <a:ext cx="27622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32" name="">
            <a:extLst xmlns:a="http://schemas.openxmlformats.org/drawingml/2006/main">
              <a:ext uri="{FF2B5EF4-FFF2-40B4-BE49-F238E27FC236}">
                <a16:creationId xmlns:a16="http://schemas.microsoft.com/office/drawing/2014/main" id="{8AA53330-7779-4DE8-8340-B27C3DC670AB}"/>
              </a:ext>
            </a:extLst>
          </p:cNvPr>
          <p:cNvSpPr>
            <a:spLocks xmlns:a="http://schemas.openxmlformats.org/drawingml/2006/main" noGrp="1"/>
          </p:cNvSpPr>
          <p:nvPr/>
        </p:nvSpPr>
        <p:spPr>
          <a:xfrm xmlns:a="http://schemas.openxmlformats.org/drawingml/2006/main">
            <a:off x="742950" y="48768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민감 데이터</a:t>
            </a:r>
          </a:p>
        </p:txBody>
      </p:sp>
      <p:sp>
        <p:nvSpPr>
          <p:cNvPr id="33" name="">
            <a:extLst xmlns:a="http://schemas.openxmlformats.org/drawingml/2006/main">
              <a:ext uri="{FF2B5EF4-FFF2-40B4-BE49-F238E27FC236}">
                <a16:creationId xmlns:a16="http://schemas.microsoft.com/office/drawing/2014/main" id="{39986E88-58CF-4150-BBA0-119D12AF53E0}"/>
              </a:ext>
            </a:extLst>
          </p:cNvPr>
          <p:cNvSpPr>
            <a:spLocks xmlns:a="http://schemas.openxmlformats.org/drawingml/2006/main" noGrp="1"/>
          </p:cNvSpPr>
          <p:nvPr/>
        </p:nvSpPr>
        <p:spPr>
          <a:xfrm xmlns:a="http://schemas.openxmlformats.org/drawingml/2006/main" rot="0">
            <a:off x="3371850" y="4876800"/>
            <a:ext cx="285750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34" name="">
            <a:extLst xmlns:a="http://schemas.openxmlformats.org/drawingml/2006/main">
              <a:ext uri="{FF2B5EF4-FFF2-40B4-BE49-F238E27FC236}">
                <a16:creationId xmlns:a16="http://schemas.microsoft.com/office/drawing/2014/main" id="{8CCD534E-D3EA-4F6D-87CB-594A8A9AA31B}"/>
              </a:ext>
            </a:extLst>
          </p:cNvPr>
          <p:cNvSpPr>
            <a:spLocks xmlns:a="http://schemas.openxmlformats.org/drawingml/2006/main" noGrp="1"/>
          </p:cNvSpPr>
          <p:nvPr/>
        </p:nvSpPr>
        <p:spPr>
          <a:xfrm xmlns:a="http://schemas.openxmlformats.org/drawingml/2006/main">
            <a:off x="3505200" y="48768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권한 · 위치</a:t>
            </a:r>
          </a:p>
        </p:txBody>
      </p:sp>
      <p:sp>
        <p:nvSpPr>
          <p:cNvPr id="35" name="">
            <a:extLst xmlns:a="http://schemas.openxmlformats.org/drawingml/2006/main">
              <a:ext uri="{FF2B5EF4-FFF2-40B4-BE49-F238E27FC236}">
                <a16:creationId xmlns:a16="http://schemas.microsoft.com/office/drawing/2014/main" id="{4A093E39-5A4B-4BCA-A26D-2CCCD07C497D}"/>
              </a:ext>
            </a:extLst>
          </p:cNvPr>
          <p:cNvSpPr>
            <a:spLocks xmlns:a="http://schemas.openxmlformats.org/drawingml/2006/main" noGrp="1"/>
          </p:cNvSpPr>
          <p:nvPr/>
        </p:nvSpPr>
        <p:spPr>
          <a:xfrm xmlns:a="http://schemas.openxmlformats.org/drawingml/2006/main" rot="0">
            <a:off x="6229350" y="4876800"/>
            <a:ext cx="53530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36" name="">
            <a:extLst xmlns:a="http://schemas.openxmlformats.org/drawingml/2006/main">
              <a:ext uri="{FF2B5EF4-FFF2-40B4-BE49-F238E27FC236}">
                <a16:creationId xmlns:a16="http://schemas.microsoft.com/office/drawing/2014/main" id="{B9EA81AE-88FC-4CD6-BA86-445A082E51F7}"/>
              </a:ext>
            </a:extLst>
          </p:cNvPr>
          <p:cNvSpPr>
            <a:spLocks xmlns:a="http://schemas.openxmlformats.org/drawingml/2006/main" noGrp="1"/>
          </p:cNvSpPr>
          <p:nvPr/>
        </p:nvSpPr>
        <p:spPr>
          <a:xfrm xmlns:a="http://schemas.openxmlformats.org/drawingml/2006/main">
            <a:off x="6362700" y="48768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로컬·사설망 · 로그 정책 · 마스킹</a:t>
            </a:r>
          </a:p>
        </p:txBody>
      </p:sp>
    </p:spTree>
    <p:extLst>
      <p:ext uri="{BB962C8B-B14F-4D97-AF65-F5344CB8AC3E}">
        <p14:creationId xmlns:p14="http://schemas.microsoft.com/office/powerpoint/2010/main" val="685543225"/>
      </p:ext>
    </p:extLst>
  </p:cSld>
</p:sld>
</file>

<file path=ppt/slides/slide3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289F507-7822-4F51-A1EF-25346806600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EE1F0F86-31B5-4251-8180-15BFE306455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39</a:t>
            </a:r>
          </a:p>
        </p:txBody>
      </p:sp>
      <p:sp>
        <p:nvSpPr>
          <p:cNvPr id="3" name="">
            <a:extLst xmlns:a="http://schemas.openxmlformats.org/drawingml/2006/main">
              <a:ext uri="{FF2B5EF4-FFF2-40B4-BE49-F238E27FC236}">
                <a16:creationId xmlns:a16="http://schemas.microsoft.com/office/drawing/2014/main" id="{CA9D215E-5498-4335-8C8E-B7494CEAE60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05C111F8-0FF6-4A00-9D59-969C8CBFD7E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2B410A50-60D7-468F-9A73-9568F1483A3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7C4D8BA-0BE6-406F-B4BD-97D39716152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지도 미세조정(SFT)의 학습 흐름</a:t>
            </a:r>
          </a:p>
        </p:txBody>
      </p:sp>
      <p:sp>
        <p:nvSpPr>
          <p:cNvPr id="7" name="">
            <a:extLst xmlns:a="http://schemas.openxmlformats.org/drawingml/2006/main">
              <a:ext uri="{FF2B5EF4-FFF2-40B4-BE49-F238E27FC236}">
                <a16:creationId xmlns:a16="http://schemas.microsoft.com/office/drawing/2014/main" id="{189BBCA9-3C46-4C4B-A5AF-C01564043B65}"/>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046AC8C2-0D94-441C-894A-DC581FC98DBF}"/>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과업</a:t>
            </a:r>
          </a:p>
        </p:txBody>
      </p:sp>
      <p:sp>
        <p:nvSpPr>
          <p:cNvPr id="9" name="">
            <a:extLst xmlns:a="http://schemas.openxmlformats.org/drawingml/2006/main">
              <a:ext uri="{FF2B5EF4-FFF2-40B4-BE49-F238E27FC236}">
                <a16:creationId xmlns:a16="http://schemas.microsoft.com/office/drawing/2014/main" id="{99F3FD92-E0C1-4AD7-8F32-AB4C2C6403C3}"/>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반복 행동</a:t>
            </a:r>
          </a:p>
        </p:txBody>
      </p:sp>
      <p:sp>
        <p:nvSpPr>
          <p:cNvPr id="10" name="">
            <a:extLst xmlns:a="http://schemas.openxmlformats.org/drawingml/2006/main">
              <a:ext uri="{FF2B5EF4-FFF2-40B4-BE49-F238E27FC236}">
                <a16:creationId xmlns:a16="http://schemas.microsoft.com/office/drawing/2014/main" id="{37B91D75-637F-4F6B-B85C-2AD1D0504A5D}"/>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3B16F48F-E210-4996-9AC7-677330CC7986}"/>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09173D0D-8395-49DC-A400-B981DE1FAF95}"/>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예시</a:t>
            </a:r>
          </a:p>
        </p:txBody>
      </p:sp>
      <p:sp>
        <p:nvSpPr>
          <p:cNvPr id="13" name="">
            <a:extLst xmlns:a="http://schemas.openxmlformats.org/drawingml/2006/main">
              <a:ext uri="{FF2B5EF4-FFF2-40B4-BE49-F238E27FC236}">
                <a16:creationId xmlns:a16="http://schemas.microsoft.com/office/drawing/2014/main" id="{9724EC92-BEC7-41B3-8220-250085C89CA4}"/>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좋은 입출력</a:t>
            </a:r>
          </a:p>
        </p:txBody>
      </p:sp>
      <p:sp>
        <p:nvSpPr>
          <p:cNvPr id="14" name="">
            <a:extLst xmlns:a="http://schemas.openxmlformats.org/drawingml/2006/main">
              <a:ext uri="{FF2B5EF4-FFF2-40B4-BE49-F238E27FC236}">
                <a16:creationId xmlns:a16="http://schemas.microsoft.com/office/drawing/2014/main" id="{97D6EC9A-9CB7-4EFA-BA2A-779F7CBC5292}"/>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6E934BA9-E3A5-41BA-B2F3-64A42D2217E4}"/>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B6DA2905-96D4-4454-B5A5-F332F3A91701}"/>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손실</a:t>
            </a:r>
          </a:p>
        </p:txBody>
      </p:sp>
      <p:sp>
        <p:nvSpPr>
          <p:cNvPr id="17" name="">
            <a:extLst xmlns:a="http://schemas.openxmlformats.org/drawingml/2006/main">
              <a:ext uri="{FF2B5EF4-FFF2-40B4-BE49-F238E27FC236}">
                <a16:creationId xmlns:a16="http://schemas.microsoft.com/office/drawing/2014/main" id="{10F172D7-3319-4C01-91FF-393D63526DE0}"/>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정답 토큰</a:t>
            </a:r>
          </a:p>
        </p:txBody>
      </p:sp>
      <p:sp>
        <p:nvSpPr>
          <p:cNvPr id="18" name="">
            <a:extLst xmlns:a="http://schemas.openxmlformats.org/drawingml/2006/main">
              <a:ext uri="{FF2B5EF4-FFF2-40B4-BE49-F238E27FC236}">
                <a16:creationId xmlns:a16="http://schemas.microsoft.com/office/drawing/2014/main" id="{09A48C5C-426D-44CF-9111-BDAAFF0AC78E}"/>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7CE92CE3-0236-4503-BB4B-3DDFB3D420DD}"/>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6C1CDAF0-29B2-4826-8936-BD2B4397A7AE}"/>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갱신</a:t>
            </a:r>
          </a:p>
        </p:txBody>
      </p:sp>
      <p:sp>
        <p:nvSpPr>
          <p:cNvPr id="21" name="">
            <a:extLst xmlns:a="http://schemas.openxmlformats.org/drawingml/2006/main">
              <a:ext uri="{FF2B5EF4-FFF2-40B4-BE49-F238E27FC236}">
                <a16:creationId xmlns:a16="http://schemas.microsoft.com/office/drawing/2014/main" id="{208073DA-3CAD-4F5B-AEE1-156511AFB798}"/>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모델 행동</a:t>
            </a:r>
          </a:p>
        </p:txBody>
      </p:sp>
      <p:sp>
        <p:nvSpPr>
          <p:cNvPr id="22" name="">
            <a:extLst xmlns:a="http://schemas.openxmlformats.org/drawingml/2006/main">
              <a:ext uri="{FF2B5EF4-FFF2-40B4-BE49-F238E27FC236}">
                <a16:creationId xmlns:a16="http://schemas.microsoft.com/office/drawing/2014/main" id="{5C38A1B3-A6B3-469A-A2D1-15DF25BE838F}"/>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B185BAF4-EF66-41D5-95A1-BD71394AB914}"/>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86C1F8E4-6DCB-484A-8FCB-DA24F213FEA2}"/>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평가</a:t>
            </a:r>
          </a:p>
        </p:txBody>
      </p:sp>
      <p:sp>
        <p:nvSpPr>
          <p:cNvPr id="25" name="">
            <a:extLst xmlns:a="http://schemas.openxmlformats.org/drawingml/2006/main">
              <a:ext uri="{FF2B5EF4-FFF2-40B4-BE49-F238E27FC236}">
                <a16:creationId xmlns:a16="http://schemas.microsoft.com/office/drawing/2014/main" id="{6909E4FB-22FA-4D41-A0CF-C6A38DE2A186}"/>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분리 검증셋</a:t>
            </a:r>
          </a:p>
        </p:txBody>
      </p:sp>
      <p:sp>
        <p:nvSpPr>
          <p:cNvPr id="26" name="">
            <a:extLst xmlns:a="http://schemas.openxmlformats.org/drawingml/2006/main">
              <a:ext uri="{FF2B5EF4-FFF2-40B4-BE49-F238E27FC236}">
                <a16:creationId xmlns:a16="http://schemas.microsoft.com/office/drawing/2014/main" id="{8911BEBC-C0AD-4F36-80FF-7466BEAABCDA}"/>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지도 미세조정(Supervised Fine-Tuning, SFT) · 반복 행동을 좋은 예시로 적응</a:t>
            </a:r>
          </a:p>
        </p:txBody>
      </p:sp>
    </p:spTree>
    <p:extLst>
      <p:ext uri="{BB962C8B-B14F-4D97-AF65-F5344CB8AC3E}">
        <p14:creationId xmlns:p14="http://schemas.microsoft.com/office/powerpoint/2010/main" val="1161023937"/>
      </p:ext>
    </p:extLst>
  </p:cSld>
</p:sld>
</file>

<file path=ppt/slides/slide4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D6AE3DD-15E5-4BDB-87B3-4118F87487A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D3CBD16F-D498-4074-95E8-D643DCD2A00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40</a:t>
            </a:r>
          </a:p>
        </p:txBody>
      </p:sp>
      <p:sp>
        <p:nvSpPr>
          <p:cNvPr id="3" name="">
            <a:extLst xmlns:a="http://schemas.openxmlformats.org/drawingml/2006/main">
              <a:ext uri="{FF2B5EF4-FFF2-40B4-BE49-F238E27FC236}">
                <a16:creationId xmlns:a16="http://schemas.microsoft.com/office/drawing/2014/main" id="{884C68AC-D354-4E02-8009-839C03E27D9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CF5735AE-DAA6-41AE-AB6C-705575D99B7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A7DF7DA2-65D0-4DC6-B59C-D8DB801B8CB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34521C0B-3946-41A5-8009-9C3E61C1F4B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SFT 학습 데이터의 필수 구성</a:t>
            </a:r>
          </a:p>
        </p:txBody>
      </p:sp>
      <p:sp>
        <p:nvSpPr>
          <p:cNvPr id="7" name="">
            <a:extLst xmlns:a="http://schemas.openxmlformats.org/drawingml/2006/main">
              <a:ext uri="{FF2B5EF4-FFF2-40B4-BE49-F238E27FC236}">
                <a16:creationId xmlns:a16="http://schemas.microsoft.com/office/drawing/2014/main" id="{14E51DE0-1A51-4C92-A599-8C7024ABD8A1}"/>
              </a:ext>
            </a:extLst>
          </p:cNvPr>
          <p:cNvSpPr>
            <a:spLocks xmlns:a="http://schemas.openxmlformats.org/drawingml/2006/main" noGrp="1"/>
          </p:cNvSpPr>
          <p:nvPr/>
        </p:nvSpPr>
        <p:spPr>
          <a:xfrm xmlns:a="http://schemas.openxmlformats.org/drawingml/2006/main">
            <a:off x="609600" y="1809750"/>
            <a:ext cx="3009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D485DA51-53E0-4FB7-A703-80E9811671CB}"/>
              </a:ext>
            </a:extLst>
          </p:cNvPr>
          <p:cNvSpPr>
            <a:spLocks xmlns:a="http://schemas.openxmlformats.org/drawingml/2006/main" noGrp="1"/>
          </p:cNvSpPr>
          <p:nvPr/>
        </p:nvSpPr>
        <p:spPr>
          <a:xfrm xmlns:a="http://schemas.openxmlformats.org/drawingml/2006/main">
            <a:off x="609600" y="2381250"/>
            <a:ext cx="3009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75" b="1">
                <a:solidFill>
                  <a:srgbClr val="FFFFFF"/>
                </a:solidFill>
                <a:latin typeface="Menlo"/>
                <a:ea typeface="Menlo"/>
                <a:cs typeface="Menlo"/>
              </a:defRPr>
            </a:pPr>
            <a:r>
              <a:rPr sz="1875" b="1">
                <a:solidFill>
                  <a:srgbClr val="FFFFFF"/>
                </a:solidFill>
                <a:latin typeface="Menlo"/>
                <a:ea typeface="Menlo"/>
                <a:cs typeface="Menlo"/>
              </a:rPr>
              <a:t>지시</a:t>
            </a:r>
          </a:p>
        </p:txBody>
      </p:sp>
      <p:sp>
        <p:nvSpPr>
          <p:cNvPr id="9" name="">
            <a:extLst xmlns:a="http://schemas.openxmlformats.org/drawingml/2006/main">
              <a:ext uri="{FF2B5EF4-FFF2-40B4-BE49-F238E27FC236}">
                <a16:creationId xmlns:a16="http://schemas.microsoft.com/office/drawing/2014/main" id="{7A7042A7-CE3B-45AF-9E13-3A88264A48DA}"/>
              </a:ext>
            </a:extLst>
          </p:cNvPr>
          <p:cNvSpPr>
            <a:spLocks xmlns:a="http://schemas.openxmlformats.org/drawingml/2006/main" noGrp="1"/>
          </p:cNvSpPr>
          <p:nvPr/>
        </p:nvSpPr>
        <p:spPr>
          <a:xfrm xmlns:a="http://schemas.openxmlformats.org/drawingml/2006/main" rot="0">
            <a:off x="609600" y="3067050"/>
            <a:ext cx="3009900" cy="19621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7ED2D22D-0695-4DF5-96A8-8D82D199F8DD}"/>
              </a:ext>
            </a:extLst>
          </p:cNvPr>
          <p:cNvSpPr>
            <a:spLocks xmlns:a="http://schemas.openxmlformats.org/drawingml/2006/main" noGrp="1"/>
          </p:cNvSpPr>
          <p:nvPr/>
        </p:nvSpPr>
        <p:spPr>
          <a:xfrm xmlns:a="http://schemas.openxmlformats.org/drawingml/2006/main">
            <a:off x="819150" y="3295650"/>
            <a:ext cx="25908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고객 피드백에서</a:t>
            </a:r>
          </a:p>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핵심 신호·마찰·다음 행동 추출</a:t>
            </a:r>
          </a:p>
        </p:txBody>
      </p:sp>
      <p:sp>
        <p:nvSpPr>
          <p:cNvPr id="11" name="">
            <a:extLst xmlns:a="http://schemas.openxmlformats.org/drawingml/2006/main">
              <a:ext uri="{FF2B5EF4-FFF2-40B4-BE49-F238E27FC236}">
                <a16:creationId xmlns:a16="http://schemas.microsoft.com/office/drawing/2014/main" id="{D13B4A14-4E57-43DF-A1D6-ED5B367B000D}"/>
              </a:ext>
            </a:extLst>
          </p:cNvPr>
          <p:cNvSpPr>
            <a:spLocks xmlns:a="http://schemas.openxmlformats.org/drawingml/2006/main" noGrp="1"/>
          </p:cNvSpPr>
          <p:nvPr/>
        </p:nvSpPr>
        <p:spPr>
          <a:xfrm xmlns:a="http://schemas.openxmlformats.org/drawingml/2006/main">
            <a:off x="3619500" y="3733800"/>
            <a:ext cx="457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a:t>
            </a:r>
          </a:p>
        </p:txBody>
      </p:sp>
      <p:sp>
        <p:nvSpPr>
          <p:cNvPr id="12" name="">
            <a:extLst xmlns:a="http://schemas.openxmlformats.org/drawingml/2006/main">
              <a:ext uri="{FF2B5EF4-FFF2-40B4-BE49-F238E27FC236}">
                <a16:creationId xmlns:a16="http://schemas.microsoft.com/office/drawing/2014/main" id="{3F0B1DB8-AF39-4FD8-922E-A609DF41A9EF}"/>
              </a:ext>
            </a:extLst>
          </p:cNvPr>
          <p:cNvSpPr>
            <a:spLocks xmlns:a="http://schemas.openxmlformats.org/drawingml/2006/main" noGrp="1"/>
          </p:cNvSpPr>
          <p:nvPr/>
        </p:nvSpPr>
        <p:spPr>
          <a:xfrm xmlns:a="http://schemas.openxmlformats.org/drawingml/2006/main">
            <a:off x="4076700" y="1809750"/>
            <a:ext cx="403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00" b="1">
                <a:solidFill>
                  <a:srgbClr val="2563EB"/>
                </a:solidFill>
                <a:latin typeface="Menlo"/>
                <a:ea typeface="Menlo"/>
                <a:cs typeface="Menlo"/>
              </a:defRPr>
            </a:pPr>
            <a:r>
              <a:rPr sz="2100" b="1">
                <a:solidFill>
                  <a:srgbClr val="2563EB"/>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4AF80077-E8A2-4B57-8B3D-73FAB342E45A}"/>
              </a:ext>
            </a:extLst>
          </p:cNvPr>
          <p:cNvSpPr>
            <a:spLocks xmlns:a="http://schemas.openxmlformats.org/drawingml/2006/main" noGrp="1"/>
          </p:cNvSpPr>
          <p:nvPr/>
        </p:nvSpPr>
        <p:spPr>
          <a:xfrm xmlns:a="http://schemas.openxmlformats.org/drawingml/2006/main">
            <a:off x="4076700" y="23812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75" b="1">
                <a:solidFill>
                  <a:srgbClr val="2563EB"/>
                </a:solidFill>
                <a:latin typeface="Menlo"/>
                <a:ea typeface="Menlo"/>
                <a:cs typeface="Menlo"/>
              </a:defRPr>
            </a:pPr>
            <a:r>
              <a:rPr sz="1875" b="1">
                <a:solidFill>
                  <a:srgbClr val="2563EB"/>
                </a:solidFill>
                <a:latin typeface="Menlo"/>
                <a:ea typeface="Menlo"/>
                <a:cs typeface="Menlo"/>
              </a:rPr>
              <a:t>입력</a:t>
            </a:r>
          </a:p>
        </p:txBody>
      </p:sp>
      <p:sp>
        <p:nvSpPr>
          <p:cNvPr id="14" name="">
            <a:extLst xmlns:a="http://schemas.openxmlformats.org/drawingml/2006/main">
              <a:ext uri="{FF2B5EF4-FFF2-40B4-BE49-F238E27FC236}">
                <a16:creationId xmlns:a16="http://schemas.microsoft.com/office/drawing/2014/main" id="{ECA0BDC5-46B1-4508-B0A4-928A643EFAEE}"/>
              </a:ext>
            </a:extLst>
          </p:cNvPr>
          <p:cNvSpPr>
            <a:spLocks xmlns:a="http://schemas.openxmlformats.org/drawingml/2006/main" noGrp="1"/>
          </p:cNvSpPr>
          <p:nvPr/>
        </p:nvSpPr>
        <p:spPr>
          <a:xfrm xmlns:a="http://schemas.openxmlformats.org/drawingml/2006/main" rot="0">
            <a:off x="4076700" y="3067050"/>
            <a:ext cx="4038600" cy="1962150"/>
          </a:xfrm>
          <a:prstGeom xmlns:a="http://schemas.openxmlformats.org/drawingml/2006/main" prst="rect">
            <a:avLst/>
          </a:prstGeom>
          <a:solidFill xmlns:a="http://schemas.openxmlformats.org/drawingml/2006/main">
            <a:srgbClr val="E0F0FE"/>
          </a:solidFill>
          <a:ln xmlns:a="http://schemas.openxmlformats.org/drawingml/2006/main" w="19050">
            <a:solidFill>
              <a:srgbClr val="2563EB"/>
            </a:solidFill>
            <a:prstDash val="solid"/>
          </a:ln>
        </p:spPr>
      </p:sp>
      <p:sp>
        <p:nvSpPr>
          <p:cNvPr id="15" name="">
            <a:extLst xmlns:a="http://schemas.openxmlformats.org/drawingml/2006/main">
              <a:ext uri="{FF2B5EF4-FFF2-40B4-BE49-F238E27FC236}">
                <a16:creationId xmlns:a16="http://schemas.microsoft.com/office/drawing/2014/main" id="{7063129B-6526-46BB-9909-F30C4A203F99}"/>
              </a:ext>
            </a:extLst>
          </p:cNvPr>
          <p:cNvSpPr>
            <a:spLocks xmlns:a="http://schemas.openxmlformats.org/drawingml/2006/main" noGrp="1"/>
          </p:cNvSpPr>
          <p:nvPr/>
        </p:nvSpPr>
        <p:spPr>
          <a:xfrm xmlns:a="http://schemas.openxmlformats.org/drawingml/2006/main">
            <a:off x="4286250" y="3295650"/>
            <a:ext cx="36195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3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실제 분포를 닮은 합성·검수 입력</a:t>
            </a:r>
          </a:p>
          <a:p xmlns:a="http://schemas.openxmlformats.org/drawingml/2006/main">
            <a:pPr algn="ctr">
              <a:lnSpc>
                <a:spcPct val="13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민감 원문 제외</a:t>
            </a:r>
          </a:p>
        </p:txBody>
      </p:sp>
      <p:sp>
        <p:nvSpPr>
          <p:cNvPr id="16" name="">
            <a:extLst xmlns:a="http://schemas.openxmlformats.org/drawingml/2006/main">
              <a:ext uri="{FF2B5EF4-FFF2-40B4-BE49-F238E27FC236}">
                <a16:creationId xmlns:a16="http://schemas.microsoft.com/office/drawing/2014/main" id="{F6F19FD5-68E3-4066-ACDE-22886DB76EF3}"/>
              </a:ext>
            </a:extLst>
          </p:cNvPr>
          <p:cNvSpPr>
            <a:spLocks xmlns:a="http://schemas.openxmlformats.org/drawingml/2006/main" noGrp="1"/>
          </p:cNvSpPr>
          <p:nvPr/>
        </p:nvSpPr>
        <p:spPr>
          <a:xfrm xmlns:a="http://schemas.openxmlformats.org/drawingml/2006/main">
            <a:off x="8115300" y="3733800"/>
            <a:ext cx="457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a:t>
            </a:r>
          </a:p>
        </p:txBody>
      </p:sp>
      <p:sp>
        <p:nvSpPr>
          <p:cNvPr id="17" name="">
            <a:extLst xmlns:a="http://schemas.openxmlformats.org/drawingml/2006/main">
              <a:ext uri="{FF2B5EF4-FFF2-40B4-BE49-F238E27FC236}">
                <a16:creationId xmlns:a16="http://schemas.microsoft.com/office/drawing/2014/main" id="{CDE6E34B-B06E-407D-BA4D-E98993E7C72B}"/>
              </a:ext>
            </a:extLst>
          </p:cNvPr>
          <p:cNvSpPr>
            <a:spLocks xmlns:a="http://schemas.openxmlformats.org/drawingml/2006/main" noGrp="1"/>
          </p:cNvSpPr>
          <p:nvPr/>
        </p:nvSpPr>
        <p:spPr>
          <a:xfrm xmlns:a="http://schemas.openxmlformats.org/drawingml/2006/main">
            <a:off x="8572500" y="1809750"/>
            <a:ext cx="3009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3D7871CC-E4B7-4C23-96B8-6EABCAF6D99A}"/>
              </a:ext>
            </a:extLst>
          </p:cNvPr>
          <p:cNvSpPr>
            <a:spLocks xmlns:a="http://schemas.openxmlformats.org/drawingml/2006/main" noGrp="1"/>
          </p:cNvSpPr>
          <p:nvPr/>
        </p:nvSpPr>
        <p:spPr>
          <a:xfrm xmlns:a="http://schemas.openxmlformats.org/drawingml/2006/main">
            <a:off x="8572500" y="2381250"/>
            <a:ext cx="3009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75" b="1">
                <a:solidFill>
                  <a:srgbClr val="FFFFFF"/>
                </a:solidFill>
                <a:latin typeface="Menlo"/>
                <a:ea typeface="Menlo"/>
                <a:cs typeface="Menlo"/>
              </a:defRPr>
            </a:pPr>
            <a:r>
              <a:rPr sz="1875" b="1">
                <a:solidFill>
                  <a:srgbClr val="FFFFFF"/>
                </a:solidFill>
                <a:latin typeface="Menlo"/>
                <a:ea typeface="Menlo"/>
                <a:cs typeface="Menlo"/>
              </a:rPr>
              <a:t>기대 출력</a:t>
            </a:r>
          </a:p>
        </p:txBody>
      </p:sp>
      <p:sp>
        <p:nvSpPr>
          <p:cNvPr id="19" name="">
            <a:extLst xmlns:a="http://schemas.openxmlformats.org/drawingml/2006/main">
              <a:ext uri="{FF2B5EF4-FFF2-40B4-BE49-F238E27FC236}">
                <a16:creationId xmlns:a16="http://schemas.microsoft.com/office/drawing/2014/main" id="{3DEFC746-FD69-4692-886A-D0DF8100FC05}"/>
              </a:ext>
            </a:extLst>
          </p:cNvPr>
          <p:cNvSpPr>
            <a:spLocks xmlns:a="http://schemas.openxmlformats.org/drawingml/2006/main" noGrp="1"/>
          </p:cNvSpPr>
          <p:nvPr/>
        </p:nvSpPr>
        <p:spPr>
          <a:xfrm xmlns:a="http://schemas.openxmlformats.org/drawingml/2006/main" rot="0">
            <a:off x="8572500" y="3067050"/>
            <a:ext cx="3009900" cy="19621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21B683B2-560D-4BDF-AA3D-50D754727535}"/>
              </a:ext>
            </a:extLst>
          </p:cNvPr>
          <p:cNvSpPr>
            <a:spLocks xmlns:a="http://schemas.openxmlformats.org/drawingml/2006/main" noGrp="1"/>
          </p:cNvSpPr>
          <p:nvPr/>
        </p:nvSpPr>
        <p:spPr>
          <a:xfrm xmlns:a="http://schemas.openxmlformats.org/drawingml/2006/main">
            <a:off x="8782050" y="3295650"/>
            <a:ext cx="25908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고정 스키마</a:t>
            </a:r>
          </a:p>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근거 있는 값</a:t>
            </a:r>
          </a:p>
        </p:txBody>
      </p:sp>
      <p:sp>
        <p:nvSpPr>
          <p:cNvPr id="21" name="">
            <a:extLst xmlns:a="http://schemas.openxmlformats.org/drawingml/2006/main">
              <a:ext uri="{FF2B5EF4-FFF2-40B4-BE49-F238E27FC236}">
                <a16:creationId xmlns:a16="http://schemas.microsoft.com/office/drawing/2014/main" id="{C8C9239D-0957-4080-89C8-C48D2E0764CF}"/>
              </a:ext>
            </a:extLst>
          </p:cNvPr>
          <p:cNvSpPr>
            <a:spLocks xmlns:a="http://schemas.openxmlformats.org/drawingml/2006/main" noGrp="1"/>
          </p:cNvSpPr>
          <p:nvPr/>
        </p:nvSpPr>
        <p:spPr>
          <a:xfrm xmlns:a="http://schemas.openxmlformats.org/drawingml/2006/main">
            <a:off x="609600" y="55245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잘못된 예시는 잘못된 행동을 더 일관되게 재현</a:t>
            </a:r>
          </a:p>
        </p:txBody>
      </p:sp>
    </p:spTree>
    <p:extLst>
      <p:ext uri="{BB962C8B-B14F-4D97-AF65-F5344CB8AC3E}">
        <p14:creationId xmlns:p14="http://schemas.microsoft.com/office/powerpoint/2010/main" val="1034919584"/>
      </p:ext>
    </p:extLst>
  </p:cSld>
</p:sld>
</file>

<file path=ppt/slides/slide4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3FC425E-346E-4AD4-8DD7-7DECCB7C214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1F0E5E23-BEF8-4AD4-90FC-F17D27F2DBA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41</a:t>
            </a:r>
          </a:p>
        </p:txBody>
      </p:sp>
      <p:sp>
        <p:nvSpPr>
          <p:cNvPr id="3" name="">
            <a:extLst xmlns:a="http://schemas.openxmlformats.org/drawingml/2006/main">
              <a:ext uri="{FF2B5EF4-FFF2-40B4-BE49-F238E27FC236}">
                <a16:creationId xmlns:a16="http://schemas.microsoft.com/office/drawing/2014/main" id="{349BA7AE-C9C6-4535-A05A-162368F0970C}"/>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9190C6B-ED1F-46F7-B84D-A1E3D48D4D9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0F8371A7-41E4-46F2-9316-5F65FED94EC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B52FA55-385F-41AA-B3DC-97DA287A480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선호 데이터의 구조</a:t>
            </a:r>
          </a:p>
        </p:txBody>
      </p:sp>
      <p:sp>
        <p:nvSpPr>
          <p:cNvPr id="7" name="">
            <a:extLst xmlns:a="http://schemas.openxmlformats.org/drawingml/2006/main">
              <a:ext uri="{FF2B5EF4-FFF2-40B4-BE49-F238E27FC236}">
                <a16:creationId xmlns:a16="http://schemas.microsoft.com/office/drawing/2014/main" id="{7974ED7C-DFFC-4B53-876B-52E2E2EBB103}"/>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선호 응답 · CHOSEN</a:t>
            </a:r>
          </a:p>
        </p:txBody>
      </p:sp>
      <p:sp>
        <p:nvSpPr>
          <p:cNvPr id="8" name="">
            <a:extLst xmlns:a="http://schemas.openxmlformats.org/drawingml/2006/main">
              <a:ext uri="{FF2B5EF4-FFF2-40B4-BE49-F238E27FC236}">
                <a16:creationId xmlns:a16="http://schemas.microsoft.com/office/drawing/2014/main" id="{03CE8E0A-18FF-4EF2-AAD6-389563B9CA2D}"/>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짧고 근거 있는 응답</a:t>
            </a:r>
          </a:p>
        </p:txBody>
      </p:sp>
      <p:sp>
        <p:nvSpPr>
          <p:cNvPr id="9" name="">
            <a:extLst xmlns:a="http://schemas.openxmlformats.org/drawingml/2006/main">
              <a:ext uri="{FF2B5EF4-FFF2-40B4-BE49-F238E27FC236}">
                <a16:creationId xmlns:a16="http://schemas.microsoft.com/office/drawing/2014/main" id="{00EBDE4B-BFDA-4EAC-AC18-E98FA32C9E21}"/>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0" name="">
            <a:extLst xmlns:a="http://schemas.openxmlformats.org/drawingml/2006/main">
              <a:ext uri="{FF2B5EF4-FFF2-40B4-BE49-F238E27FC236}">
                <a16:creationId xmlns:a16="http://schemas.microsoft.com/office/drawing/2014/main" id="{6BFFF7C2-249D-4FB5-8215-328BB5D681A7}"/>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요청한 스키마 준수</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입력에 없는 사실 없음</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실행 가능한 다음 행동</a:t>
            </a:r>
          </a:p>
        </p:txBody>
      </p:sp>
      <p:sp>
        <p:nvSpPr>
          <p:cNvPr id="11" name="">
            <a:extLst xmlns:a="http://schemas.openxmlformats.org/drawingml/2006/main">
              <a:ext uri="{FF2B5EF4-FFF2-40B4-BE49-F238E27FC236}">
                <a16:creationId xmlns:a16="http://schemas.microsoft.com/office/drawing/2014/main" id="{8DF37565-845D-45A7-AA60-975FB7649B1A}"/>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비선호 응답 · REJECTED</a:t>
            </a:r>
          </a:p>
        </p:txBody>
      </p:sp>
      <p:sp>
        <p:nvSpPr>
          <p:cNvPr id="12" name="">
            <a:extLst xmlns:a="http://schemas.openxmlformats.org/drawingml/2006/main">
              <a:ext uri="{FF2B5EF4-FFF2-40B4-BE49-F238E27FC236}">
                <a16:creationId xmlns:a16="http://schemas.microsoft.com/office/drawing/2014/main" id="{31140E9F-9D98-4414-BDF7-38ACB37F52DD}"/>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그럴듯하지만 불리한 응답</a:t>
            </a:r>
          </a:p>
        </p:txBody>
      </p:sp>
      <p:sp>
        <p:nvSpPr>
          <p:cNvPr id="13" name="">
            <a:extLst xmlns:a="http://schemas.openxmlformats.org/drawingml/2006/main">
              <a:ext uri="{FF2B5EF4-FFF2-40B4-BE49-F238E27FC236}">
                <a16:creationId xmlns:a16="http://schemas.microsoft.com/office/drawing/2014/main" id="{A0A622E6-7D58-401B-A4C2-DB4C8D8980C0}"/>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4" name="">
            <a:extLst xmlns:a="http://schemas.openxmlformats.org/drawingml/2006/main">
              <a:ext uri="{FF2B5EF4-FFF2-40B4-BE49-F238E27FC236}">
                <a16:creationId xmlns:a16="http://schemas.microsoft.com/office/drawing/2014/main" id="{01369E86-5B0B-4BFA-A357-124BE3950421}"/>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형식 누락</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새 사실 추가</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과도한 장황함</a:t>
            </a:r>
          </a:p>
        </p:txBody>
      </p:sp>
      <p:sp>
        <p:nvSpPr>
          <p:cNvPr id="15" name="">
            <a:extLst xmlns:a="http://schemas.openxmlformats.org/drawingml/2006/main">
              <a:ext uri="{FF2B5EF4-FFF2-40B4-BE49-F238E27FC236}">
                <a16:creationId xmlns:a16="http://schemas.microsoft.com/office/drawing/2014/main" id="{F598639B-0117-425F-AB01-33F7DC5EF9B8}"/>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792212910"/>
      </p:ext>
    </p:extLst>
  </p:cSld>
</p:sld>
</file>

<file path=ppt/slides/slide4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6390FAC-D0A6-4D8B-A07D-B7A799B80A6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0A92CB94-9EA6-4008-B8E9-E199D09DC35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42</a:t>
            </a:r>
          </a:p>
        </p:txBody>
      </p:sp>
      <p:sp>
        <p:nvSpPr>
          <p:cNvPr id="3" name="">
            <a:extLst xmlns:a="http://schemas.openxmlformats.org/drawingml/2006/main">
              <a:ext uri="{FF2B5EF4-FFF2-40B4-BE49-F238E27FC236}">
                <a16:creationId xmlns:a16="http://schemas.microsoft.com/office/drawing/2014/main" id="{7573BEA0-90DF-45CA-A06F-309F8DCE94E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04C072A5-28C9-43D2-A5F3-E251D189BBA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DAFEC9C6-BA72-48D7-A22D-F927CE1C73B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5C497DCF-010B-44DA-BC02-4106E738454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인간 피드백 기반 강화학습의 대표 경로</a:t>
            </a:r>
          </a:p>
        </p:txBody>
      </p:sp>
      <p:sp>
        <p:nvSpPr>
          <p:cNvPr id="7" name="">
            <a:extLst xmlns:a="http://schemas.openxmlformats.org/drawingml/2006/main">
              <a:ext uri="{FF2B5EF4-FFF2-40B4-BE49-F238E27FC236}">
                <a16:creationId xmlns:a16="http://schemas.microsoft.com/office/drawing/2014/main" id="{379459DC-AAF0-4748-8C0D-A6B6B6877C30}"/>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97E23027-020A-4D36-BA4A-AB95C0EC560F}"/>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지도 미세조정</a:t>
            </a:r>
          </a:p>
        </p:txBody>
      </p:sp>
      <p:sp>
        <p:nvSpPr>
          <p:cNvPr id="9" name="">
            <a:extLst xmlns:a="http://schemas.openxmlformats.org/drawingml/2006/main">
              <a:ext uri="{FF2B5EF4-FFF2-40B4-BE49-F238E27FC236}">
                <a16:creationId xmlns:a16="http://schemas.microsoft.com/office/drawing/2014/main" id="{633A8C62-C5A0-4556-800E-6956820E6320}"/>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초기 정책</a:t>
            </a:r>
          </a:p>
        </p:txBody>
      </p:sp>
      <p:sp>
        <p:nvSpPr>
          <p:cNvPr id="10" name="">
            <a:extLst xmlns:a="http://schemas.openxmlformats.org/drawingml/2006/main">
              <a:ext uri="{FF2B5EF4-FFF2-40B4-BE49-F238E27FC236}">
                <a16:creationId xmlns:a16="http://schemas.microsoft.com/office/drawing/2014/main" id="{1F499783-C985-46FF-98DE-E84E2D729B3B}"/>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E894141A-52D4-4791-A5E8-734DAED4E786}"/>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51AB7647-83DF-455E-B77A-C7AFA78E7484}"/>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선호 비교</a:t>
            </a:r>
          </a:p>
        </p:txBody>
      </p:sp>
      <p:sp>
        <p:nvSpPr>
          <p:cNvPr id="13" name="">
            <a:extLst xmlns:a="http://schemas.openxmlformats.org/drawingml/2006/main">
              <a:ext uri="{FF2B5EF4-FFF2-40B4-BE49-F238E27FC236}">
                <a16:creationId xmlns:a16="http://schemas.microsoft.com/office/drawing/2014/main" id="{79073253-54D5-4BE9-8043-A93974869E24}"/>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사람의 비교</a:t>
            </a:r>
          </a:p>
        </p:txBody>
      </p:sp>
      <p:sp>
        <p:nvSpPr>
          <p:cNvPr id="14" name="">
            <a:extLst xmlns:a="http://schemas.openxmlformats.org/drawingml/2006/main">
              <a:ext uri="{FF2B5EF4-FFF2-40B4-BE49-F238E27FC236}">
                <a16:creationId xmlns:a16="http://schemas.microsoft.com/office/drawing/2014/main" id="{91C40B0A-3766-474C-90FA-5A60987362E0}"/>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1478CC47-29B6-4D7A-92AB-348C86DC335A}"/>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6" name="">
            <a:extLst xmlns:a="http://schemas.openxmlformats.org/drawingml/2006/main">
              <a:ext uri="{FF2B5EF4-FFF2-40B4-BE49-F238E27FC236}">
                <a16:creationId xmlns:a16="http://schemas.microsoft.com/office/drawing/2014/main" id="{D558A84B-D862-4118-B3FA-5750D96CE034}"/>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보상 모델</a:t>
            </a:r>
          </a:p>
        </p:txBody>
      </p:sp>
      <p:sp>
        <p:nvSpPr>
          <p:cNvPr id="17" name="">
            <a:extLst xmlns:a="http://schemas.openxmlformats.org/drawingml/2006/main">
              <a:ext uri="{FF2B5EF4-FFF2-40B4-BE49-F238E27FC236}">
                <a16:creationId xmlns:a16="http://schemas.microsoft.com/office/drawing/2014/main" id="{C9006180-283E-44BC-80D3-7E215B6623E2}"/>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선호 점수</a:t>
            </a:r>
          </a:p>
        </p:txBody>
      </p:sp>
      <p:sp>
        <p:nvSpPr>
          <p:cNvPr id="18" name="">
            <a:extLst xmlns:a="http://schemas.openxmlformats.org/drawingml/2006/main">
              <a:ext uri="{FF2B5EF4-FFF2-40B4-BE49-F238E27FC236}">
                <a16:creationId xmlns:a16="http://schemas.microsoft.com/office/drawing/2014/main" id="{A5B01B6D-3AC0-460A-B027-8CE19B9057B4}"/>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2A2C5127-E308-4AA6-BA74-8951A2E403F8}"/>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11F20DE9-C5F0-41F7-9DC1-1AAB03A5617B}"/>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PPO</a:t>
            </a:r>
          </a:p>
        </p:txBody>
      </p:sp>
      <p:sp>
        <p:nvSpPr>
          <p:cNvPr id="21" name="">
            <a:extLst xmlns:a="http://schemas.openxmlformats.org/drawingml/2006/main">
              <a:ext uri="{FF2B5EF4-FFF2-40B4-BE49-F238E27FC236}">
                <a16:creationId xmlns:a16="http://schemas.microsoft.com/office/drawing/2014/main" id="{B5E9258D-3C81-440B-BD5A-3E64E515706B}"/>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정책 갱신</a:t>
            </a:r>
          </a:p>
        </p:txBody>
      </p:sp>
      <p:sp>
        <p:nvSpPr>
          <p:cNvPr id="22" name="">
            <a:extLst xmlns:a="http://schemas.openxmlformats.org/drawingml/2006/main">
              <a:ext uri="{FF2B5EF4-FFF2-40B4-BE49-F238E27FC236}">
                <a16:creationId xmlns:a16="http://schemas.microsoft.com/office/drawing/2014/main" id="{5EB7780C-CFF8-4FCB-9A27-9AA484DAD193}"/>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5A8DFFDC-97F2-456E-BEEA-D27C4B6E7224}"/>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BB314E71-E981-4E28-828D-0538686E0D86}"/>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평가</a:t>
            </a:r>
          </a:p>
        </p:txBody>
      </p:sp>
      <p:sp>
        <p:nvSpPr>
          <p:cNvPr id="25" name="">
            <a:extLst xmlns:a="http://schemas.openxmlformats.org/drawingml/2006/main">
              <a:ext uri="{FF2B5EF4-FFF2-40B4-BE49-F238E27FC236}">
                <a16:creationId xmlns:a16="http://schemas.microsoft.com/office/drawing/2014/main" id="{DFDFDAEB-E408-4BFF-9155-B4486C1F600B}"/>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행동·안전</a:t>
            </a:r>
          </a:p>
        </p:txBody>
      </p:sp>
      <p:sp>
        <p:nvSpPr>
          <p:cNvPr id="26" name="">
            <a:extLst xmlns:a="http://schemas.openxmlformats.org/drawingml/2006/main">
              <a:ext uri="{FF2B5EF4-FFF2-40B4-BE49-F238E27FC236}">
                <a16:creationId xmlns:a16="http://schemas.microsoft.com/office/drawing/2014/main" id="{00ABE92C-7AD4-43E1-B1CD-6572FE424FB3}"/>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Reinforcement Learning from Human Feedback (RLHF) · Proximal Policy Optimization (PPO)</a:t>
            </a:r>
          </a:p>
        </p:txBody>
      </p:sp>
    </p:spTree>
    <p:extLst>
      <p:ext uri="{BB962C8B-B14F-4D97-AF65-F5344CB8AC3E}">
        <p14:creationId xmlns:p14="http://schemas.microsoft.com/office/powerpoint/2010/main" val="204842813"/>
      </p:ext>
    </p:extLst>
  </p:cSld>
</p:sld>
</file>

<file path=ppt/slides/slide4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2381D5E-4E6C-4517-99A3-02D80EFC211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94E4A7AF-D487-481C-ACED-64F8236575B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43</a:t>
            </a:r>
          </a:p>
        </p:txBody>
      </p:sp>
      <p:sp>
        <p:nvSpPr>
          <p:cNvPr id="3" name="">
            <a:extLst xmlns:a="http://schemas.openxmlformats.org/drawingml/2006/main">
              <a:ext uri="{FF2B5EF4-FFF2-40B4-BE49-F238E27FC236}">
                <a16:creationId xmlns:a16="http://schemas.microsoft.com/office/drawing/2014/main" id="{B3CF10DC-1B36-406A-B426-FA5AF50FBDF9}"/>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BC28570C-4C90-473C-BFB3-9D04CD034CB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E1F4E664-B86F-46D7-8C8F-E2DB62014B5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6C864FE3-717E-4435-A1FF-62F9A7A2990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RLHF와 DPO의 학습 경로 비교</a:t>
            </a:r>
          </a:p>
        </p:txBody>
      </p:sp>
      <p:sp>
        <p:nvSpPr>
          <p:cNvPr id="7" name="">
            <a:extLst xmlns:a="http://schemas.openxmlformats.org/drawingml/2006/main">
              <a:ext uri="{FF2B5EF4-FFF2-40B4-BE49-F238E27FC236}">
                <a16:creationId xmlns:a16="http://schemas.microsoft.com/office/drawing/2014/main" id="{23D0AA36-DE2B-4993-A47B-2A78C0B1CC4D}"/>
              </a:ext>
            </a:extLst>
          </p:cNvPr>
          <p:cNvSpPr>
            <a:spLocks xmlns:a="http://schemas.openxmlformats.org/drawingml/2006/main" noGrp="1"/>
          </p:cNvSpPr>
          <p:nvPr/>
        </p:nvSpPr>
        <p:spPr>
          <a:xfrm xmlns:a="http://schemas.openxmlformats.org/drawingml/2006/main">
            <a:off x="609600" y="21717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0B1F3A"/>
                </a:solidFill>
                <a:latin typeface="AppleGothic"/>
                <a:ea typeface="AppleGothic"/>
                <a:cs typeface="AppleGothic"/>
              </a:defRPr>
            </a:pPr>
            <a:r>
              <a:rPr sz="1050" b="1">
                <a:solidFill>
                  <a:srgbClr val="0B1F3A"/>
                </a:solidFill>
                <a:latin typeface="AppleGothic"/>
                <a:ea typeface="AppleGothic"/>
                <a:cs typeface="AppleGothic"/>
              </a:rPr>
              <a:t>PPO 기반 RLHF</a:t>
            </a:r>
          </a:p>
        </p:txBody>
      </p:sp>
      <p:sp>
        <p:nvSpPr>
          <p:cNvPr id="8" name="">
            <a:extLst xmlns:a="http://schemas.openxmlformats.org/drawingml/2006/main">
              <a:ext uri="{FF2B5EF4-FFF2-40B4-BE49-F238E27FC236}">
                <a16:creationId xmlns:a16="http://schemas.microsoft.com/office/drawing/2014/main" id="{ACF5FBF7-75E5-4B28-804C-42F6DE2CBA01}"/>
              </a:ext>
            </a:extLst>
          </p:cNvPr>
          <p:cNvSpPr>
            <a:spLocks xmlns:a="http://schemas.openxmlformats.org/drawingml/2006/main" noGrp="1"/>
          </p:cNvSpPr>
          <p:nvPr/>
        </p:nvSpPr>
        <p:spPr>
          <a:xfrm xmlns:a="http://schemas.openxmlformats.org/drawingml/2006/main" rot="0">
            <a:off x="2781300" y="209550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F12CA761-ADB5-409D-83F0-AAA32DABE5DB}"/>
              </a:ext>
            </a:extLst>
          </p:cNvPr>
          <p:cNvSpPr>
            <a:spLocks xmlns:a="http://schemas.openxmlformats.org/drawingml/2006/main" noGrp="1"/>
          </p:cNvSpPr>
          <p:nvPr/>
        </p:nvSpPr>
        <p:spPr>
          <a:xfrm xmlns:a="http://schemas.openxmlformats.org/drawingml/2006/main">
            <a:off x="2857500" y="209550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선호 쌍</a:t>
            </a:r>
          </a:p>
        </p:txBody>
      </p:sp>
      <p:sp>
        <p:nvSpPr>
          <p:cNvPr id="10" name="">
            <a:extLst xmlns:a="http://schemas.openxmlformats.org/drawingml/2006/main">
              <a:ext uri="{FF2B5EF4-FFF2-40B4-BE49-F238E27FC236}">
                <a16:creationId xmlns:a16="http://schemas.microsoft.com/office/drawing/2014/main" id="{8A089D14-4A2D-4B74-8326-9FCE5187906B}"/>
              </a:ext>
            </a:extLst>
          </p:cNvPr>
          <p:cNvSpPr>
            <a:spLocks xmlns:a="http://schemas.openxmlformats.org/drawingml/2006/main" noGrp="1"/>
          </p:cNvSpPr>
          <p:nvPr/>
        </p:nvSpPr>
        <p:spPr>
          <a:xfrm xmlns:a="http://schemas.openxmlformats.org/drawingml/2006/main">
            <a:off x="5346700" y="228600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D14CE809-421D-4BD9-BB72-487F3B0C0B75}"/>
              </a:ext>
            </a:extLst>
          </p:cNvPr>
          <p:cNvSpPr>
            <a:spLocks xmlns:a="http://schemas.openxmlformats.org/drawingml/2006/main" noGrp="1"/>
          </p:cNvSpPr>
          <p:nvPr/>
        </p:nvSpPr>
        <p:spPr>
          <a:xfrm xmlns:a="http://schemas.openxmlformats.org/drawingml/2006/main" rot="0">
            <a:off x="5689600" y="2095500"/>
            <a:ext cx="2565400" cy="68580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2" name="">
            <a:extLst xmlns:a="http://schemas.openxmlformats.org/drawingml/2006/main">
              <a:ext uri="{FF2B5EF4-FFF2-40B4-BE49-F238E27FC236}">
                <a16:creationId xmlns:a16="http://schemas.microsoft.com/office/drawing/2014/main" id="{2F11CECB-031B-4FA0-975E-23CAF73EB9DC}"/>
              </a:ext>
            </a:extLst>
          </p:cNvPr>
          <p:cNvSpPr>
            <a:spLocks xmlns:a="http://schemas.openxmlformats.org/drawingml/2006/main" noGrp="1"/>
          </p:cNvSpPr>
          <p:nvPr/>
        </p:nvSpPr>
        <p:spPr>
          <a:xfrm xmlns:a="http://schemas.openxmlformats.org/drawingml/2006/main">
            <a:off x="5765800" y="209550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보상 모델</a:t>
            </a:r>
          </a:p>
        </p:txBody>
      </p:sp>
      <p:sp>
        <p:nvSpPr>
          <p:cNvPr id="13" name="">
            <a:extLst xmlns:a="http://schemas.openxmlformats.org/drawingml/2006/main">
              <a:ext uri="{FF2B5EF4-FFF2-40B4-BE49-F238E27FC236}">
                <a16:creationId xmlns:a16="http://schemas.microsoft.com/office/drawing/2014/main" id="{7DC5895D-6C1A-4670-BE7A-F132BFACE99A}"/>
              </a:ext>
            </a:extLst>
          </p:cNvPr>
          <p:cNvSpPr>
            <a:spLocks xmlns:a="http://schemas.openxmlformats.org/drawingml/2006/main" noGrp="1"/>
          </p:cNvSpPr>
          <p:nvPr/>
        </p:nvSpPr>
        <p:spPr>
          <a:xfrm xmlns:a="http://schemas.openxmlformats.org/drawingml/2006/main">
            <a:off x="8255000" y="228600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DBEB0E11-0E3B-42DD-B7C9-AB80B5E10562}"/>
              </a:ext>
            </a:extLst>
          </p:cNvPr>
          <p:cNvSpPr>
            <a:spLocks xmlns:a="http://schemas.openxmlformats.org/drawingml/2006/main" noGrp="1"/>
          </p:cNvSpPr>
          <p:nvPr/>
        </p:nvSpPr>
        <p:spPr>
          <a:xfrm xmlns:a="http://schemas.openxmlformats.org/drawingml/2006/main" rot="0">
            <a:off x="8597900" y="209550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41AF7A26-3D42-438E-8730-3A0E1CE7EA0F}"/>
              </a:ext>
            </a:extLst>
          </p:cNvPr>
          <p:cNvSpPr>
            <a:spLocks xmlns:a="http://schemas.openxmlformats.org/drawingml/2006/main" noGrp="1"/>
          </p:cNvSpPr>
          <p:nvPr/>
        </p:nvSpPr>
        <p:spPr>
          <a:xfrm xmlns:a="http://schemas.openxmlformats.org/drawingml/2006/main">
            <a:off x="8674100" y="209550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PPO</a:t>
            </a:r>
          </a:p>
        </p:txBody>
      </p:sp>
      <p:sp>
        <p:nvSpPr>
          <p:cNvPr id="16" name="">
            <a:extLst xmlns:a="http://schemas.openxmlformats.org/drawingml/2006/main">
              <a:ext uri="{FF2B5EF4-FFF2-40B4-BE49-F238E27FC236}">
                <a16:creationId xmlns:a16="http://schemas.microsoft.com/office/drawing/2014/main" id="{09A9E2ED-4379-4EE5-B271-25F81782176F}"/>
              </a:ext>
            </a:extLst>
          </p:cNvPr>
          <p:cNvSpPr>
            <a:spLocks xmlns:a="http://schemas.openxmlformats.org/drawingml/2006/main" noGrp="1"/>
          </p:cNvSpPr>
          <p:nvPr/>
        </p:nvSpPr>
        <p:spPr>
          <a:xfrm xmlns:a="http://schemas.openxmlformats.org/drawingml/2006/main">
            <a:off x="2781300" y="2990850"/>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Reinforcement Learning from Human Feedback · Proximal Policy Optimization</a:t>
            </a:r>
          </a:p>
        </p:txBody>
      </p:sp>
      <p:sp>
        <p:nvSpPr>
          <p:cNvPr id="17" name="">
            <a:extLst xmlns:a="http://schemas.openxmlformats.org/drawingml/2006/main">
              <a:ext uri="{FF2B5EF4-FFF2-40B4-BE49-F238E27FC236}">
                <a16:creationId xmlns:a16="http://schemas.microsoft.com/office/drawing/2014/main" id="{0581E7A9-998E-42C1-8FC6-0CD93D8E1373}"/>
              </a:ext>
            </a:extLst>
          </p:cNvPr>
          <p:cNvSpPr>
            <a:spLocks xmlns:a="http://schemas.openxmlformats.org/drawingml/2006/main" noGrp="1"/>
          </p:cNvSpPr>
          <p:nvPr/>
        </p:nvSpPr>
        <p:spPr>
          <a:xfrm xmlns:a="http://schemas.openxmlformats.org/drawingml/2006/main">
            <a:off x="609600" y="42100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직접 선호 최적화(DPO)</a:t>
            </a:r>
          </a:p>
        </p:txBody>
      </p:sp>
      <p:sp>
        <p:nvSpPr>
          <p:cNvPr id="18" name="">
            <a:extLst xmlns:a="http://schemas.openxmlformats.org/drawingml/2006/main">
              <a:ext uri="{FF2B5EF4-FFF2-40B4-BE49-F238E27FC236}">
                <a16:creationId xmlns:a16="http://schemas.microsoft.com/office/drawing/2014/main" id="{7EF68F3F-1C9A-44B3-A0AA-59F30F592AA9}"/>
              </a:ext>
            </a:extLst>
          </p:cNvPr>
          <p:cNvSpPr>
            <a:spLocks xmlns:a="http://schemas.openxmlformats.org/drawingml/2006/main" noGrp="1"/>
          </p:cNvSpPr>
          <p:nvPr/>
        </p:nvSpPr>
        <p:spPr>
          <a:xfrm xmlns:a="http://schemas.openxmlformats.org/drawingml/2006/main" rot="0">
            <a:off x="2781300" y="413385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9" name="">
            <a:extLst xmlns:a="http://schemas.openxmlformats.org/drawingml/2006/main">
              <a:ext uri="{FF2B5EF4-FFF2-40B4-BE49-F238E27FC236}">
                <a16:creationId xmlns:a16="http://schemas.microsoft.com/office/drawing/2014/main" id="{646182A8-B272-4638-BB6E-C49C7ADE7527}"/>
              </a:ext>
            </a:extLst>
          </p:cNvPr>
          <p:cNvSpPr>
            <a:spLocks xmlns:a="http://schemas.openxmlformats.org/drawingml/2006/main" noGrp="1"/>
          </p:cNvSpPr>
          <p:nvPr/>
        </p:nvSpPr>
        <p:spPr>
          <a:xfrm xmlns:a="http://schemas.openxmlformats.org/drawingml/2006/main">
            <a:off x="2857500" y="413385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선호 쌍</a:t>
            </a:r>
          </a:p>
        </p:txBody>
      </p:sp>
      <p:sp>
        <p:nvSpPr>
          <p:cNvPr id="20" name="">
            <a:extLst xmlns:a="http://schemas.openxmlformats.org/drawingml/2006/main">
              <a:ext uri="{FF2B5EF4-FFF2-40B4-BE49-F238E27FC236}">
                <a16:creationId xmlns:a16="http://schemas.microsoft.com/office/drawing/2014/main" id="{FBD62878-7152-42CA-AE05-77992C3DF489}"/>
              </a:ext>
            </a:extLst>
          </p:cNvPr>
          <p:cNvSpPr>
            <a:spLocks xmlns:a="http://schemas.openxmlformats.org/drawingml/2006/main" noGrp="1"/>
          </p:cNvSpPr>
          <p:nvPr/>
        </p:nvSpPr>
        <p:spPr>
          <a:xfrm xmlns:a="http://schemas.openxmlformats.org/drawingml/2006/main">
            <a:off x="5346700" y="432435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21" name="">
            <a:extLst xmlns:a="http://schemas.openxmlformats.org/drawingml/2006/main">
              <a:ext uri="{FF2B5EF4-FFF2-40B4-BE49-F238E27FC236}">
                <a16:creationId xmlns:a16="http://schemas.microsoft.com/office/drawing/2014/main" id="{40B0221C-391C-4258-B43B-A07BEB8619CC}"/>
              </a:ext>
            </a:extLst>
          </p:cNvPr>
          <p:cNvSpPr>
            <a:spLocks xmlns:a="http://schemas.openxmlformats.org/drawingml/2006/main" noGrp="1"/>
          </p:cNvSpPr>
          <p:nvPr/>
        </p:nvSpPr>
        <p:spPr>
          <a:xfrm xmlns:a="http://schemas.openxmlformats.org/drawingml/2006/main" rot="0">
            <a:off x="5689600" y="413385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427EF088-38E2-4FE4-8978-4492F2279C46}"/>
              </a:ext>
            </a:extLst>
          </p:cNvPr>
          <p:cNvSpPr>
            <a:spLocks xmlns:a="http://schemas.openxmlformats.org/drawingml/2006/main" noGrp="1"/>
          </p:cNvSpPr>
          <p:nvPr/>
        </p:nvSpPr>
        <p:spPr>
          <a:xfrm xmlns:a="http://schemas.openxmlformats.org/drawingml/2006/main">
            <a:off x="5765800" y="413385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참조 정책</a:t>
            </a:r>
          </a:p>
        </p:txBody>
      </p:sp>
      <p:sp>
        <p:nvSpPr>
          <p:cNvPr id="23" name="">
            <a:extLst xmlns:a="http://schemas.openxmlformats.org/drawingml/2006/main">
              <a:ext uri="{FF2B5EF4-FFF2-40B4-BE49-F238E27FC236}">
                <a16:creationId xmlns:a16="http://schemas.microsoft.com/office/drawing/2014/main" id="{64BBD49A-63BA-4397-BCB5-D3BE55092995}"/>
              </a:ext>
            </a:extLst>
          </p:cNvPr>
          <p:cNvSpPr>
            <a:spLocks xmlns:a="http://schemas.openxmlformats.org/drawingml/2006/main" noGrp="1"/>
          </p:cNvSpPr>
          <p:nvPr/>
        </p:nvSpPr>
        <p:spPr>
          <a:xfrm xmlns:a="http://schemas.openxmlformats.org/drawingml/2006/main">
            <a:off x="8255000" y="432435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A92D3060-02C2-4F4A-862B-25D2C180140A}"/>
              </a:ext>
            </a:extLst>
          </p:cNvPr>
          <p:cNvSpPr>
            <a:spLocks xmlns:a="http://schemas.openxmlformats.org/drawingml/2006/main" noGrp="1"/>
          </p:cNvSpPr>
          <p:nvPr/>
        </p:nvSpPr>
        <p:spPr>
          <a:xfrm xmlns:a="http://schemas.openxmlformats.org/drawingml/2006/main" rot="0">
            <a:off x="8597900" y="4133850"/>
            <a:ext cx="2565400" cy="68580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25" name="">
            <a:extLst xmlns:a="http://schemas.openxmlformats.org/drawingml/2006/main">
              <a:ext uri="{FF2B5EF4-FFF2-40B4-BE49-F238E27FC236}">
                <a16:creationId xmlns:a16="http://schemas.microsoft.com/office/drawing/2014/main" id="{E61C1156-34D6-461B-A3F8-FF18F4942F64}"/>
              </a:ext>
            </a:extLst>
          </p:cNvPr>
          <p:cNvSpPr>
            <a:spLocks xmlns:a="http://schemas.openxmlformats.org/drawingml/2006/main" noGrp="1"/>
          </p:cNvSpPr>
          <p:nvPr/>
        </p:nvSpPr>
        <p:spPr>
          <a:xfrm xmlns:a="http://schemas.openxmlformats.org/drawingml/2006/main">
            <a:off x="8674100" y="413385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직접 손실</a:t>
            </a:r>
          </a:p>
        </p:txBody>
      </p:sp>
      <p:sp>
        <p:nvSpPr>
          <p:cNvPr id="26" name="">
            <a:extLst xmlns:a="http://schemas.openxmlformats.org/drawingml/2006/main">
              <a:ext uri="{FF2B5EF4-FFF2-40B4-BE49-F238E27FC236}">
                <a16:creationId xmlns:a16="http://schemas.microsoft.com/office/drawing/2014/main" id="{ACB2B431-92A5-4405-97BE-3B08B73674F9}"/>
              </a:ext>
            </a:extLst>
          </p:cNvPr>
          <p:cNvSpPr>
            <a:spLocks xmlns:a="http://schemas.openxmlformats.org/drawingml/2006/main" noGrp="1"/>
          </p:cNvSpPr>
          <p:nvPr/>
        </p:nvSpPr>
        <p:spPr>
          <a:xfrm xmlns:a="http://schemas.openxmlformats.org/drawingml/2006/main">
            <a:off x="2781300" y="5029200"/>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Direct Preference Optimization (DPO) · 참조 정책과 선호 쌍의 직접 최적화</a:t>
            </a:r>
          </a:p>
        </p:txBody>
      </p:sp>
    </p:spTree>
    <p:extLst>
      <p:ext uri="{BB962C8B-B14F-4D97-AF65-F5344CB8AC3E}">
        <p14:creationId xmlns:p14="http://schemas.microsoft.com/office/powerpoint/2010/main" val="1573630460"/>
      </p:ext>
    </p:extLst>
  </p:cSld>
</p:sld>
</file>

<file path=ppt/slides/slide4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74356175-C70B-41E2-A32A-A399D718FA4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E80CB1CE-36D7-4947-A84B-D8CAACD24E5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44</a:t>
            </a:r>
          </a:p>
        </p:txBody>
      </p:sp>
      <p:sp>
        <p:nvSpPr>
          <p:cNvPr id="3" name="">
            <a:extLst xmlns:a="http://schemas.openxmlformats.org/drawingml/2006/main">
              <a:ext uri="{FF2B5EF4-FFF2-40B4-BE49-F238E27FC236}">
                <a16:creationId xmlns:a16="http://schemas.microsoft.com/office/drawing/2014/main" id="{1AA9D5A9-0E1B-443A-9DD5-E657B5654F1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D25BFA4D-17DA-4C22-963F-1F7FA947423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D8211F74-6F26-4C9C-B71A-7F58379B3D9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F24DBB8C-2544-4E43-A652-AB6190A7AC8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LoRA 어댑터의 학습 범위</a:t>
            </a:r>
          </a:p>
        </p:txBody>
      </p:sp>
      <p:sp>
        <p:nvSpPr>
          <p:cNvPr id="7" name="">
            <a:extLst xmlns:a="http://schemas.openxmlformats.org/drawingml/2006/main">
              <a:ext uri="{FF2B5EF4-FFF2-40B4-BE49-F238E27FC236}">
                <a16:creationId xmlns:a16="http://schemas.microsoft.com/office/drawing/2014/main" id="{FAD514A1-2C0E-4D33-9179-37E7F1EC2E2D}"/>
              </a:ext>
            </a:extLst>
          </p:cNvPr>
          <p:cNvSpPr>
            <a:spLocks xmlns:a="http://schemas.openxmlformats.org/drawingml/2006/main" noGrp="1"/>
          </p:cNvSpPr>
          <p:nvPr/>
        </p:nvSpPr>
        <p:spPr>
          <a:xfrm xmlns:a="http://schemas.openxmlformats.org/drawingml/2006/main" rot="0">
            <a:off x="742950" y="1809750"/>
            <a:ext cx="4895850" cy="32194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AA07EF31-0BB7-4CE9-9FFB-66C1B46CDB9C}"/>
              </a:ext>
            </a:extLst>
          </p:cNvPr>
          <p:cNvSpPr>
            <a:spLocks xmlns:a="http://schemas.openxmlformats.org/drawingml/2006/main" noGrp="1"/>
          </p:cNvSpPr>
          <p:nvPr/>
        </p:nvSpPr>
        <p:spPr>
          <a:xfrm xmlns:a="http://schemas.openxmlformats.org/drawingml/2006/main">
            <a:off x="1009650" y="205740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BASE WEIGHT / FROZEN</a:t>
            </a:r>
          </a:p>
        </p:txBody>
      </p:sp>
      <p:sp>
        <p:nvSpPr>
          <p:cNvPr id="9" name="">
            <a:extLst xmlns:a="http://schemas.openxmlformats.org/drawingml/2006/main">
              <a:ext uri="{FF2B5EF4-FFF2-40B4-BE49-F238E27FC236}">
                <a16:creationId xmlns:a16="http://schemas.microsoft.com/office/drawing/2014/main" id="{BCF6E9C7-B8DE-445C-A63B-6B6B6F7954F5}"/>
              </a:ext>
            </a:extLst>
          </p:cNvPr>
          <p:cNvSpPr>
            <a:spLocks xmlns:a="http://schemas.openxmlformats.org/drawingml/2006/main" noGrp="1"/>
          </p:cNvSpPr>
          <p:nvPr/>
        </p:nvSpPr>
        <p:spPr>
          <a:xfrm xmlns:a="http://schemas.openxmlformats.org/drawingml/2006/main" rot="0">
            <a:off x="1009650" y="260985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0" name="">
            <a:extLst xmlns:a="http://schemas.openxmlformats.org/drawingml/2006/main">
              <a:ext uri="{FF2B5EF4-FFF2-40B4-BE49-F238E27FC236}">
                <a16:creationId xmlns:a16="http://schemas.microsoft.com/office/drawing/2014/main" id="{2EE41433-FE67-4B53-B7FE-60C9D7C6B424}"/>
              </a:ext>
            </a:extLst>
          </p:cNvPr>
          <p:cNvSpPr>
            <a:spLocks xmlns:a="http://schemas.openxmlformats.org/drawingml/2006/main" noGrp="1"/>
          </p:cNvSpPr>
          <p:nvPr/>
        </p:nvSpPr>
        <p:spPr>
          <a:xfrm xmlns:a="http://schemas.openxmlformats.org/drawingml/2006/main" rot="0">
            <a:off x="167640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1" name="">
            <a:extLst xmlns:a="http://schemas.openxmlformats.org/drawingml/2006/main">
              <a:ext uri="{FF2B5EF4-FFF2-40B4-BE49-F238E27FC236}">
                <a16:creationId xmlns:a16="http://schemas.microsoft.com/office/drawing/2014/main" id="{353DE6D0-3919-406E-A341-941667F4578E}"/>
              </a:ext>
            </a:extLst>
          </p:cNvPr>
          <p:cNvSpPr>
            <a:spLocks xmlns:a="http://schemas.openxmlformats.org/drawingml/2006/main" noGrp="1"/>
          </p:cNvSpPr>
          <p:nvPr/>
        </p:nvSpPr>
        <p:spPr>
          <a:xfrm xmlns:a="http://schemas.openxmlformats.org/drawingml/2006/main" rot="0">
            <a:off x="234315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2" name="">
            <a:extLst xmlns:a="http://schemas.openxmlformats.org/drawingml/2006/main">
              <a:ext uri="{FF2B5EF4-FFF2-40B4-BE49-F238E27FC236}">
                <a16:creationId xmlns:a16="http://schemas.microsoft.com/office/drawing/2014/main" id="{36F136B3-1C31-49A1-96EB-918BEA04BE75}"/>
              </a:ext>
            </a:extLst>
          </p:cNvPr>
          <p:cNvSpPr>
            <a:spLocks xmlns:a="http://schemas.openxmlformats.org/drawingml/2006/main" noGrp="1"/>
          </p:cNvSpPr>
          <p:nvPr/>
        </p:nvSpPr>
        <p:spPr>
          <a:xfrm xmlns:a="http://schemas.openxmlformats.org/drawingml/2006/main" rot="0">
            <a:off x="300990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3" name="">
            <a:extLst xmlns:a="http://schemas.openxmlformats.org/drawingml/2006/main">
              <a:ext uri="{FF2B5EF4-FFF2-40B4-BE49-F238E27FC236}">
                <a16:creationId xmlns:a16="http://schemas.microsoft.com/office/drawing/2014/main" id="{39812D5C-22C7-4346-B6B4-AC8EFD58F213}"/>
              </a:ext>
            </a:extLst>
          </p:cNvPr>
          <p:cNvSpPr>
            <a:spLocks xmlns:a="http://schemas.openxmlformats.org/drawingml/2006/main" noGrp="1"/>
          </p:cNvSpPr>
          <p:nvPr/>
        </p:nvSpPr>
        <p:spPr>
          <a:xfrm xmlns:a="http://schemas.openxmlformats.org/drawingml/2006/main" rot="0">
            <a:off x="3676650" y="260985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3963F45A-D454-49B8-8168-8448C89AE325}"/>
              </a:ext>
            </a:extLst>
          </p:cNvPr>
          <p:cNvSpPr>
            <a:spLocks xmlns:a="http://schemas.openxmlformats.org/drawingml/2006/main" noGrp="1"/>
          </p:cNvSpPr>
          <p:nvPr/>
        </p:nvSpPr>
        <p:spPr>
          <a:xfrm xmlns:a="http://schemas.openxmlformats.org/drawingml/2006/main" rot="0">
            <a:off x="434340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5" name="">
            <a:extLst xmlns:a="http://schemas.openxmlformats.org/drawingml/2006/main">
              <a:ext uri="{FF2B5EF4-FFF2-40B4-BE49-F238E27FC236}">
                <a16:creationId xmlns:a16="http://schemas.microsoft.com/office/drawing/2014/main" id="{F09306A0-3CA2-492E-8FA6-25ACFBBFA3D7}"/>
              </a:ext>
            </a:extLst>
          </p:cNvPr>
          <p:cNvSpPr>
            <a:spLocks xmlns:a="http://schemas.openxmlformats.org/drawingml/2006/main" noGrp="1"/>
          </p:cNvSpPr>
          <p:nvPr/>
        </p:nvSpPr>
        <p:spPr>
          <a:xfrm xmlns:a="http://schemas.openxmlformats.org/drawingml/2006/main" rot="0">
            <a:off x="100965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6" name="">
            <a:extLst xmlns:a="http://schemas.openxmlformats.org/drawingml/2006/main">
              <a:ext uri="{FF2B5EF4-FFF2-40B4-BE49-F238E27FC236}">
                <a16:creationId xmlns:a16="http://schemas.microsoft.com/office/drawing/2014/main" id="{6E167537-58DB-4399-9497-AD693DCE31FD}"/>
              </a:ext>
            </a:extLst>
          </p:cNvPr>
          <p:cNvSpPr>
            <a:spLocks xmlns:a="http://schemas.openxmlformats.org/drawingml/2006/main" noGrp="1"/>
          </p:cNvSpPr>
          <p:nvPr/>
        </p:nvSpPr>
        <p:spPr>
          <a:xfrm xmlns:a="http://schemas.openxmlformats.org/drawingml/2006/main" rot="0">
            <a:off x="1676400" y="312420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4B70F80A-EF54-4A32-AAAE-5A131479EF25}"/>
              </a:ext>
            </a:extLst>
          </p:cNvPr>
          <p:cNvSpPr>
            <a:spLocks xmlns:a="http://schemas.openxmlformats.org/drawingml/2006/main" noGrp="1"/>
          </p:cNvSpPr>
          <p:nvPr/>
        </p:nvSpPr>
        <p:spPr>
          <a:xfrm xmlns:a="http://schemas.openxmlformats.org/drawingml/2006/main" rot="0">
            <a:off x="234315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8" name="">
            <a:extLst xmlns:a="http://schemas.openxmlformats.org/drawingml/2006/main">
              <a:ext uri="{FF2B5EF4-FFF2-40B4-BE49-F238E27FC236}">
                <a16:creationId xmlns:a16="http://schemas.microsoft.com/office/drawing/2014/main" id="{93EA0F6B-94CC-48C6-862B-2EA9501616B3}"/>
              </a:ext>
            </a:extLst>
          </p:cNvPr>
          <p:cNvSpPr>
            <a:spLocks xmlns:a="http://schemas.openxmlformats.org/drawingml/2006/main" noGrp="1"/>
          </p:cNvSpPr>
          <p:nvPr/>
        </p:nvSpPr>
        <p:spPr>
          <a:xfrm xmlns:a="http://schemas.openxmlformats.org/drawingml/2006/main" rot="0">
            <a:off x="300990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9" name="">
            <a:extLst xmlns:a="http://schemas.openxmlformats.org/drawingml/2006/main">
              <a:ext uri="{FF2B5EF4-FFF2-40B4-BE49-F238E27FC236}">
                <a16:creationId xmlns:a16="http://schemas.microsoft.com/office/drawing/2014/main" id="{56F6EE4A-C35C-45A1-BB16-8F7731A8B75D}"/>
              </a:ext>
            </a:extLst>
          </p:cNvPr>
          <p:cNvSpPr>
            <a:spLocks xmlns:a="http://schemas.openxmlformats.org/drawingml/2006/main" noGrp="1"/>
          </p:cNvSpPr>
          <p:nvPr/>
        </p:nvSpPr>
        <p:spPr>
          <a:xfrm xmlns:a="http://schemas.openxmlformats.org/drawingml/2006/main" rot="0">
            <a:off x="367665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0" name="">
            <a:extLst xmlns:a="http://schemas.openxmlformats.org/drawingml/2006/main">
              <a:ext uri="{FF2B5EF4-FFF2-40B4-BE49-F238E27FC236}">
                <a16:creationId xmlns:a16="http://schemas.microsoft.com/office/drawing/2014/main" id="{0EC0D925-F62C-4B8F-9737-086B2008C9B0}"/>
              </a:ext>
            </a:extLst>
          </p:cNvPr>
          <p:cNvSpPr>
            <a:spLocks xmlns:a="http://schemas.openxmlformats.org/drawingml/2006/main" noGrp="1"/>
          </p:cNvSpPr>
          <p:nvPr/>
        </p:nvSpPr>
        <p:spPr>
          <a:xfrm xmlns:a="http://schemas.openxmlformats.org/drawingml/2006/main" rot="0">
            <a:off x="4343400" y="312420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1" name="">
            <a:extLst xmlns:a="http://schemas.openxmlformats.org/drawingml/2006/main">
              <a:ext uri="{FF2B5EF4-FFF2-40B4-BE49-F238E27FC236}">
                <a16:creationId xmlns:a16="http://schemas.microsoft.com/office/drawing/2014/main" id="{29C7AA16-98BC-46AE-8DEF-8D5FDF82D60D}"/>
              </a:ext>
            </a:extLst>
          </p:cNvPr>
          <p:cNvSpPr>
            <a:spLocks xmlns:a="http://schemas.openxmlformats.org/drawingml/2006/main" noGrp="1"/>
          </p:cNvSpPr>
          <p:nvPr/>
        </p:nvSpPr>
        <p:spPr>
          <a:xfrm xmlns:a="http://schemas.openxmlformats.org/drawingml/2006/main" rot="0">
            <a:off x="100965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2" name="">
            <a:extLst xmlns:a="http://schemas.openxmlformats.org/drawingml/2006/main">
              <a:ext uri="{FF2B5EF4-FFF2-40B4-BE49-F238E27FC236}">
                <a16:creationId xmlns:a16="http://schemas.microsoft.com/office/drawing/2014/main" id="{D9D7BA98-6EA3-4E46-A6CC-3DB55CAB1C5E}"/>
              </a:ext>
            </a:extLst>
          </p:cNvPr>
          <p:cNvSpPr>
            <a:spLocks xmlns:a="http://schemas.openxmlformats.org/drawingml/2006/main" noGrp="1"/>
          </p:cNvSpPr>
          <p:nvPr/>
        </p:nvSpPr>
        <p:spPr>
          <a:xfrm xmlns:a="http://schemas.openxmlformats.org/drawingml/2006/main" rot="0">
            <a:off x="167640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3" name="">
            <a:extLst xmlns:a="http://schemas.openxmlformats.org/drawingml/2006/main">
              <a:ext uri="{FF2B5EF4-FFF2-40B4-BE49-F238E27FC236}">
                <a16:creationId xmlns:a16="http://schemas.microsoft.com/office/drawing/2014/main" id="{2035B711-3E38-46EB-9A7A-39DA2D36B767}"/>
              </a:ext>
            </a:extLst>
          </p:cNvPr>
          <p:cNvSpPr>
            <a:spLocks xmlns:a="http://schemas.openxmlformats.org/drawingml/2006/main" noGrp="1"/>
          </p:cNvSpPr>
          <p:nvPr/>
        </p:nvSpPr>
        <p:spPr>
          <a:xfrm xmlns:a="http://schemas.openxmlformats.org/drawingml/2006/main" rot="0">
            <a:off x="2343150" y="363855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4" name="">
            <a:extLst xmlns:a="http://schemas.openxmlformats.org/drawingml/2006/main">
              <a:ext uri="{FF2B5EF4-FFF2-40B4-BE49-F238E27FC236}">
                <a16:creationId xmlns:a16="http://schemas.microsoft.com/office/drawing/2014/main" id="{180B9401-E48F-42A9-85CE-4951024B9097}"/>
              </a:ext>
            </a:extLst>
          </p:cNvPr>
          <p:cNvSpPr>
            <a:spLocks xmlns:a="http://schemas.openxmlformats.org/drawingml/2006/main" noGrp="1"/>
          </p:cNvSpPr>
          <p:nvPr/>
        </p:nvSpPr>
        <p:spPr>
          <a:xfrm xmlns:a="http://schemas.openxmlformats.org/drawingml/2006/main" rot="0">
            <a:off x="300990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5" name="">
            <a:extLst xmlns:a="http://schemas.openxmlformats.org/drawingml/2006/main">
              <a:ext uri="{FF2B5EF4-FFF2-40B4-BE49-F238E27FC236}">
                <a16:creationId xmlns:a16="http://schemas.microsoft.com/office/drawing/2014/main" id="{6D512490-180F-4E9D-B7B2-621703AAA5E5}"/>
              </a:ext>
            </a:extLst>
          </p:cNvPr>
          <p:cNvSpPr>
            <a:spLocks xmlns:a="http://schemas.openxmlformats.org/drawingml/2006/main" noGrp="1"/>
          </p:cNvSpPr>
          <p:nvPr/>
        </p:nvSpPr>
        <p:spPr>
          <a:xfrm xmlns:a="http://schemas.openxmlformats.org/drawingml/2006/main" rot="0">
            <a:off x="367665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6" name="">
            <a:extLst xmlns:a="http://schemas.openxmlformats.org/drawingml/2006/main">
              <a:ext uri="{FF2B5EF4-FFF2-40B4-BE49-F238E27FC236}">
                <a16:creationId xmlns:a16="http://schemas.microsoft.com/office/drawing/2014/main" id="{6A907E00-8FBA-4924-A4FF-F0A5DEBDC81C}"/>
              </a:ext>
            </a:extLst>
          </p:cNvPr>
          <p:cNvSpPr>
            <a:spLocks xmlns:a="http://schemas.openxmlformats.org/drawingml/2006/main" noGrp="1"/>
          </p:cNvSpPr>
          <p:nvPr/>
        </p:nvSpPr>
        <p:spPr>
          <a:xfrm xmlns:a="http://schemas.openxmlformats.org/drawingml/2006/main" rot="0">
            <a:off x="434340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7" name="">
            <a:extLst xmlns:a="http://schemas.openxmlformats.org/drawingml/2006/main">
              <a:ext uri="{FF2B5EF4-FFF2-40B4-BE49-F238E27FC236}">
                <a16:creationId xmlns:a16="http://schemas.microsoft.com/office/drawing/2014/main" id="{11F2133F-F139-4F6F-A088-3B014110186B}"/>
              </a:ext>
            </a:extLst>
          </p:cNvPr>
          <p:cNvSpPr>
            <a:spLocks xmlns:a="http://schemas.openxmlformats.org/drawingml/2006/main" noGrp="1"/>
          </p:cNvSpPr>
          <p:nvPr/>
        </p:nvSpPr>
        <p:spPr>
          <a:xfrm xmlns:a="http://schemas.openxmlformats.org/drawingml/2006/main" rot="0">
            <a:off x="100965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8" name="">
            <a:extLst xmlns:a="http://schemas.openxmlformats.org/drawingml/2006/main">
              <a:ext uri="{FF2B5EF4-FFF2-40B4-BE49-F238E27FC236}">
                <a16:creationId xmlns:a16="http://schemas.microsoft.com/office/drawing/2014/main" id="{16D91F6E-508D-4C6A-BCFF-CC15EDCB75B3}"/>
              </a:ext>
            </a:extLst>
          </p:cNvPr>
          <p:cNvSpPr>
            <a:spLocks xmlns:a="http://schemas.openxmlformats.org/drawingml/2006/main" noGrp="1"/>
          </p:cNvSpPr>
          <p:nvPr/>
        </p:nvSpPr>
        <p:spPr>
          <a:xfrm xmlns:a="http://schemas.openxmlformats.org/drawingml/2006/main" rot="0">
            <a:off x="167640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9" name="">
            <a:extLst xmlns:a="http://schemas.openxmlformats.org/drawingml/2006/main">
              <a:ext uri="{FF2B5EF4-FFF2-40B4-BE49-F238E27FC236}">
                <a16:creationId xmlns:a16="http://schemas.microsoft.com/office/drawing/2014/main" id="{8EF9F31E-9621-41E2-A8AC-E64B3EA22AAE}"/>
              </a:ext>
            </a:extLst>
          </p:cNvPr>
          <p:cNvSpPr>
            <a:spLocks xmlns:a="http://schemas.openxmlformats.org/drawingml/2006/main" noGrp="1"/>
          </p:cNvSpPr>
          <p:nvPr/>
        </p:nvSpPr>
        <p:spPr>
          <a:xfrm xmlns:a="http://schemas.openxmlformats.org/drawingml/2006/main" rot="0">
            <a:off x="234315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30" name="">
            <a:extLst xmlns:a="http://schemas.openxmlformats.org/drawingml/2006/main">
              <a:ext uri="{FF2B5EF4-FFF2-40B4-BE49-F238E27FC236}">
                <a16:creationId xmlns:a16="http://schemas.microsoft.com/office/drawing/2014/main" id="{7FD407E7-55B3-4DAE-8BDF-94AD0CC4C5CA}"/>
              </a:ext>
            </a:extLst>
          </p:cNvPr>
          <p:cNvSpPr>
            <a:spLocks xmlns:a="http://schemas.openxmlformats.org/drawingml/2006/main" noGrp="1"/>
          </p:cNvSpPr>
          <p:nvPr/>
        </p:nvSpPr>
        <p:spPr>
          <a:xfrm xmlns:a="http://schemas.openxmlformats.org/drawingml/2006/main" rot="0">
            <a:off x="3009900" y="415290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1" name="">
            <a:extLst xmlns:a="http://schemas.openxmlformats.org/drawingml/2006/main">
              <a:ext uri="{FF2B5EF4-FFF2-40B4-BE49-F238E27FC236}">
                <a16:creationId xmlns:a16="http://schemas.microsoft.com/office/drawing/2014/main" id="{AD29C889-4733-493E-B2BA-E0714789A31A}"/>
              </a:ext>
            </a:extLst>
          </p:cNvPr>
          <p:cNvSpPr>
            <a:spLocks xmlns:a="http://schemas.openxmlformats.org/drawingml/2006/main" noGrp="1"/>
          </p:cNvSpPr>
          <p:nvPr/>
        </p:nvSpPr>
        <p:spPr>
          <a:xfrm xmlns:a="http://schemas.openxmlformats.org/drawingml/2006/main" rot="0">
            <a:off x="367665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32" name="">
            <a:extLst xmlns:a="http://schemas.openxmlformats.org/drawingml/2006/main">
              <a:ext uri="{FF2B5EF4-FFF2-40B4-BE49-F238E27FC236}">
                <a16:creationId xmlns:a16="http://schemas.microsoft.com/office/drawing/2014/main" id="{0734099D-E810-44EE-9553-1B93BF717B49}"/>
              </a:ext>
            </a:extLst>
          </p:cNvPr>
          <p:cNvSpPr>
            <a:spLocks xmlns:a="http://schemas.openxmlformats.org/drawingml/2006/main" noGrp="1"/>
          </p:cNvSpPr>
          <p:nvPr/>
        </p:nvSpPr>
        <p:spPr>
          <a:xfrm xmlns:a="http://schemas.openxmlformats.org/drawingml/2006/main" rot="0">
            <a:off x="434340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33" name="">
            <a:extLst xmlns:a="http://schemas.openxmlformats.org/drawingml/2006/main">
              <a:ext uri="{FF2B5EF4-FFF2-40B4-BE49-F238E27FC236}">
                <a16:creationId xmlns:a16="http://schemas.microsoft.com/office/drawing/2014/main" id="{3DCCA71F-06B1-4228-89F5-58AC592E61A2}"/>
              </a:ext>
            </a:extLst>
          </p:cNvPr>
          <p:cNvSpPr>
            <a:spLocks xmlns:a="http://schemas.openxmlformats.org/drawingml/2006/main" noGrp="1"/>
          </p:cNvSpPr>
          <p:nvPr/>
        </p:nvSpPr>
        <p:spPr>
          <a:xfrm xmlns:a="http://schemas.openxmlformats.org/drawingml/2006/main">
            <a:off x="5867400" y="3086100"/>
            <a:ext cx="552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3150" b="1">
                <a:solidFill>
                  <a:srgbClr val="98A2B3"/>
                </a:solidFill>
                <a:latin typeface="Menlo"/>
                <a:ea typeface="Menlo"/>
                <a:cs typeface="Menlo"/>
              </a:defRPr>
            </a:pPr>
            <a:r>
              <a:rPr sz="3150" b="1">
                <a:solidFill>
                  <a:srgbClr val="98A2B3"/>
                </a:solidFill>
                <a:latin typeface="Menlo"/>
                <a:ea typeface="Menlo"/>
                <a:cs typeface="Menlo"/>
              </a:rPr>
              <a:t>+</a:t>
            </a:r>
          </a:p>
        </p:txBody>
      </p:sp>
      <p:sp>
        <p:nvSpPr>
          <p:cNvPr id="34" name="">
            <a:extLst xmlns:a="http://schemas.openxmlformats.org/drawingml/2006/main">
              <a:ext uri="{FF2B5EF4-FFF2-40B4-BE49-F238E27FC236}">
                <a16:creationId xmlns:a16="http://schemas.microsoft.com/office/drawing/2014/main" id="{0BF8F3F4-BF8A-4EA5-A36A-004691904CAC}"/>
              </a:ext>
            </a:extLst>
          </p:cNvPr>
          <p:cNvSpPr>
            <a:spLocks xmlns:a="http://schemas.openxmlformats.org/drawingml/2006/main" noGrp="1"/>
          </p:cNvSpPr>
          <p:nvPr/>
        </p:nvSpPr>
        <p:spPr>
          <a:xfrm xmlns:a="http://schemas.openxmlformats.org/drawingml/2006/main" rot="0">
            <a:off x="6648450" y="2324100"/>
            <a:ext cx="4476750" cy="22098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35" name="">
            <a:extLst xmlns:a="http://schemas.openxmlformats.org/drawingml/2006/main">
              <a:ext uri="{FF2B5EF4-FFF2-40B4-BE49-F238E27FC236}">
                <a16:creationId xmlns:a16="http://schemas.microsoft.com/office/drawing/2014/main" id="{771BE1DC-D3ED-4E1F-90F3-3EB022C76E10}"/>
              </a:ext>
            </a:extLst>
          </p:cNvPr>
          <p:cNvSpPr>
            <a:spLocks xmlns:a="http://schemas.openxmlformats.org/drawingml/2006/main" noGrp="1"/>
          </p:cNvSpPr>
          <p:nvPr/>
        </p:nvSpPr>
        <p:spPr>
          <a:xfrm xmlns:a="http://schemas.openxmlformats.org/drawingml/2006/main">
            <a:off x="6896100" y="257175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LOW-RANK ADAPTER / TRAINED</a:t>
            </a:r>
          </a:p>
        </p:txBody>
      </p:sp>
      <p:sp>
        <p:nvSpPr>
          <p:cNvPr id="36" name="">
            <a:extLst xmlns:a="http://schemas.openxmlformats.org/drawingml/2006/main">
              <a:ext uri="{FF2B5EF4-FFF2-40B4-BE49-F238E27FC236}">
                <a16:creationId xmlns:a16="http://schemas.microsoft.com/office/drawing/2014/main" id="{D60DEC28-66C8-4F56-A46F-7C47A7262B8C}"/>
              </a:ext>
            </a:extLst>
          </p:cNvPr>
          <p:cNvSpPr>
            <a:spLocks xmlns:a="http://schemas.openxmlformats.org/drawingml/2006/main" noGrp="1"/>
          </p:cNvSpPr>
          <p:nvPr/>
        </p:nvSpPr>
        <p:spPr>
          <a:xfrm xmlns:a="http://schemas.openxmlformats.org/drawingml/2006/main">
            <a:off x="6896100" y="3105150"/>
            <a:ext cx="39814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3600" b="1">
                <a:solidFill>
                  <a:srgbClr val="FFFFFF"/>
                </a:solidFill>
                <a:latin typeface="Menlo"/>
                <a:ea typeface="Menlo"/>
                <a:cs typeface="Menlo"/>
              </a:defRPr>
            </a:pPr>
            <a:r>
              <a:rPr sz="3600" b="1">
                <a:solidFill>
                  <a:srgbClr val="FFFFFF"/>
                </a:solidFill>
                <a:latin typeface="Menlo"/>
                <a:ea typeface="Menlo"/>
                <a:cs typeface="Menlo"/>
              </a:rPr>
              <a:t>A × B</a:t>
            </a:r>
          </a:p>
        </p:txBody>
      </p:sp>
      <p:sp>
        <p:nvSpPr>
          <p:cNvPr id="37" name="">
            <a:extLst xmlns:a="http://schemas.openxmlformats.org/drawingml/2006/main">
              <a:ext uri="{FF2B5EF4-FFF2-40B4-BE49-F238E27FC236}">
                <a16:creationId xmlns:a16="http://schemas.microsoft.com/office/drawing/2014/main" id="{2687DE69-C40C-4F37-B238-D824A9154E1B}"/>
              </a:ext>
            </a:extLst>
          </p:cNvPr>
          <p:cNvSpPr>
            <a:spLocks xmlns:a="http://schemas.openxmlformats.org/drawingml/2006/main" noGrp="1"/>
          </p:cNvSpPr>
          <p:nvPr/>
        </p:nvSpPr>
        <p:spPr>
          <a:xfrm xmlns:a="http://schemas.openxmlformats.org/drawingml/2006/main">
            <a:off x="6648450" y="4876800"/>
            <a:ext cx="4476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작은 변경 단위 · 독립 저장 · 교체 가능한 실험</a:t>
            </a:r>
          </a:p>
        </p:txBody>
      </p:sp>
      <p:sp>
        <p:nvSpPr>
          <p:cNvPr id="38" name="">
            <a:extLst xmlns:a="http://schemas.openxmlformats.org/drawingml/2006/main">
              <a:ext uri="{FF2B5EF4-FFF2-40B4-BE49-F238E27FC236}">
                <a16:creationId xmlns:a16="http://schemas.microsoft.com/office/drawing/2014/main" id="{B94F1805-9F90-48C1-BFC7-260DB4144AA5}"/>
              </a:ext>
            </a:extLst>
          </p:cNvPr>
          <p:cNvSpPr>
            <a:spLocks xmlns:a="http://schemas.openxmlformats.org/drawingml/2006/main" noGrp="1"/>
          </p:cNvSpPr>
          <p:nvPr/>
        </p:nvSpPr>
        <p:spPr>
          <a:xfrm xmlns:a="http://schemas.openxmlformats.org/drawingml/2006/main">
            <a:off x="609600" y="569595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Low-Rank Adaptation (LoRA) · Parameter-Efficient Fine-Tuning (PEFT)</a:t>
            </a:r>
          </a:p>
        </p:txBody>
      </p:sp>
    </p:spTree>
    <p:extLst>
      <p:ext uri="{BB962C8B-B14F-4D97-AF65-F5344CB8AC3E}">
        <p14:creationId xmlns:p14="http://schemas.microsoft.com/office/powerpoint/2010/main" val="44692902"/>
      </p:ext>
    </p:extLst>
  </p:cSld>
</p:sld>
</file>

<file path=ppt/slides/slide4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C165DF3-C8CE-49F0-8B9B-439F6600CAEB}"/>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73288741-E22F-43AB-885A-413EC3DF70F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45</a:t>
            </a:r>
          </a:p>
        </p:txBody>
      </p:sp>
      <p:sp>
        <p:nvSpPr>
          <p:cNvPr id="3" name="">
            <a:extLst xmlns:a="http://schemas.openxmlformats.org/drawingml/2006/main">
              <a:ext uri="{FF2B5EF4-FFF2-40B4-BE49-F238E27FC236}">
                <a16:creationId xmlns:a16="http://schemas.microsoft.com/office/drawing/2014/main" id="{0213A8D5-4822-4639-9BBA-58B26CA29F6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922A1BD2-A355-45A1-9390-31C2B8737F9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AE13836B-EB59-4557-828C-14507CF4321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5FA88FA8-C606-484B-B7C3-70420D85010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변경 수단 선택 순서</a:t>
            </a:r>
          </a:p>
        </p:txBody>
      </p:sp>
      <p:sp>
        <p:nvSpPr>
          <p:cNvPr id="7" name="">
            <a:extLst xmlns:a="http://schemas.openxmlformats.org/drawingml/2006/main">
              <a:ext uri="{FF2B5EF4-FFF2-40B4-BE49-F238E27FC236}">
                <a16:creationId xmlns:a16="http://schemas.microsoft.com/office/drawing/2014/main" id="{C9CABC98-42E9-45EA-8BDD-4798FA50888A}"/>
              </a:ext>
            </a:extLst>
          </p:cNvPr>
          <p:cNvSpPr>
            <a:spLocks xmlns:a="http://schemas.openxmlformats.org/drawingml/2006/main" noGrp="1"/>
          </p:cNvSpPr>
          <p:nvPr/>
        </p:nvSpPr>
        <p:spPr>
          <a:xfrm xmlns:a="http://schemas.openxmlformats.org/drawingml/2006/main">
            <a:off x="609600" y="150495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가장 낮은 비용의 검증에서 시작해 근거가 쌓일 때 다음 변경으로 이동</a:t>
            </a:r>
          </a:p>
        </p:txBody>
      </p:sp>
      <p:sp>
        <p:nvSpPr>
          <p:cNvPr id="8" name="">
            <a:extLst xmlns:a="http://schemas.openxmlformats.org/drawingml/2006/main">
              <a:ext uri="{FF2B5EF4-FFF2-40B4-BE49-F238E27FC236}">
                <a16:creationId xmlns:a16="http://schemas.microsoft.com/office/drawing/2014/main" id="{96875F82-2589-4A50-AFB0-90075FD08898}"/>
              </a:ext>
            </a:extLst>
          </p:cNvPr>
          <p:cNvSpPr>
            <a:spLocks xmlns:a="http://schemas.openxmlformats.org/drawingml/2006/main" noGrp="1"/>
          </p:cNvSpPr>
          <p:nvPr/>
        </p:nvSpPr>
        <p:spPr>
          <a:xfrm xmlns:a="http://schemas.openxmlformats.org/drawingml/2006/main">
            <a:off x="609600" y="209550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DF71BF9C-83EC-4A1C-A51B-BC564DA85A87}"/>
              </a:ext>
            </a:extLst>
          </p:cNvPr>
          <p:cNvSpPr>
            <a:spLocks xmlns:a="http://schemas.openxmlformats.org/drawingml/2006/main" noGrp="1"/>
          </p:cNvSpPr>
          <p:nvPr/>
        </p:nvSpPr>
        <p:spPr>
          <a:xfrm xmlns:a="http://schemas.openxmlformats.org/drawingml/2006/main">
            <a:off x="1352550" y="207645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기준선</a:t>
            </a:r>
          </a:p>
        </p:txBody>
      </p:sp>
      <p:sp>
        <p:nvSpPr>
          <p:cNvPr id="10" name="">
            <a:extLst xmlns:a="http://schemas.openxmlformats.org/drawingml/2006/main">
              <a:ext uri="{FF2B5EF4-FFF2-40B4-BE49-F238E27FC236}">
                <a16:creationId xmlns:a16="http://schemas.microsoft.com/office/drawing/2014/main" id="{ECA454A7-CC3D-4670-A9B8-2170A4F50B91}"/>
              </a:ext>
            </a:extLst>
          </p:cNvPr>
          <p:cNvSpPr>
            <a:spLocks xmlns:a="http://schemas.openxmlformats.org/drawingml/2006/main" noGrp="1"/>
          </p:cNvSpPr>
          <p:nvPr/>
        </p:nvSpPr>
        <p:spPr>
          <a:xfrm xmlns:a="http://schemas.openxmlformats.org/drawingml/2006/main">
            <a:off x="4095750" y="209550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현재 품질·비용·응답 지연·실패 분포의 기록</a:t>
            </a:r>
          </a:p>
        </p:txBody>
      </p:sp>
      <p:sp>
        <p:nvSpPr>
          <p:cNvPr id="11" name="">
            <a:extLst xmlns:a="http://schemas.openxmlformats.org/drawingml/2006/main">
              <a:ext uri="{FF2B5EF4-FFF2-40B4-BE49-F238E27FC236}">
                <a16:creationId xmlns:a16="http://schemas.microsoft.com/office/drawing/2014/main" id="{54507413-50FF-4DB8-9412-8CD319C0737E}"/>
              </a:ext>
            </a:extLst>
          </p:cNvPr>
          <p:cNvSpPr>
            <a:spLocks xmlns:a="http://schemas.openxmlformats.org/drawingml/2006/main" noGrp="1"/>
          </p:cNvSpPr>
          <p:nvPr/>
        </p:nvSpPr>
        <p:spPr>
          <a:xfrm xmlns:a="http://schemas.openxmlformats.org/drawingml/2006/main" flipH="0" flipV="0">
            <a:off x="1352550" y="2552700"/>
            <a:ext cx="984885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E595CE4F-5F13-4AE8-B934-BA87073A4E6C}"/>
              </a:ext>
            </a:extLst>
          </p:cNvPr>
          <p:cNvSpPr>
            <a:spLocks xmlns:a="http://schemas.openxmlformats.org/drawingml/2006/main" noGrp="1"/>
          </p:cNvSpPr>
          <p:nvPr/>
        </p:nvSpPr>
        <p:spPr>
          <a:xfrm xmlns:a="http://schemas.openxmlformats.org/drawingml/2006/main">
            <a:off x="609600" y="27622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1864771D-708B-4D5B-B6E6-79C1FF015BF7}"/>
              </a:ext>
            </a:extLst>
          </p:cNvPr>
          <p:cNvSpPr>
            <a:spLocks xmlns:a="http://schemas.openxmlformats.org/drawingml/2006/main" noGrp="1"/>
          </p:cNvSpPr>
          <p:nvPr/>
        </p:nvSpPr>
        <p:spPr>
          <a:xfrm xmlns:a="http://schemas.openxmlformats.org/drawingml/2006/main">
            <a:off x="1352550" y="274320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프롬프트</a:t>
            </a:r>
          </a:p>
        </p:txBody>
      </p:sp>
      <p:sp>
        <p:nvSpPr>
          <p:cNvPr id="14" name="">
            <a:extLst xmlns:a="http://schemas.openxmlformats.org/drawingml/2006/main">
              <a:ext uri="{FF2B5EF4-FFF2-40B4-BE49-F238E27FC236}">
                <a16:creationId xmlns:a16="http://schemas.microsoft.com/office/drawing/2014/main" id="{6E01E70F-4A49-4255-BB94-E742A99FBBD2}"/>
              </a:ext>
            </a:extLst>
          </p:cNvPr>
          <p:cNvSpPr>
            <a:spLocks xmlns:a="http://schemas.openxmlformats.org/drawingml/2006/main" noGrp="1"/>
          </p:cNvSpPr>
          <p:nvPr/>
        </p:nvSpPr>
        <p:spPr>
          <a:xfrm xmlns:a="http://schemas.openxmlformats.org/drawingml/2006/main">
            <a:off x="4095750" y="276225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모델 가중치 밖의 지시·예시·출력 형식 변경</a:t>
            </a:r>
          </a:p>
        </p:txBody>
      </p:sp>
      <p:sp>
        <p:nvSpPr>
          <p:cNvPr id="15" name="">
            <a:extLst xmlns:a="http://schemas.openxmlformats.org/drawingml/2006/main">
              <a:ext uri="{FF2B5EF4-FFF2-40B4-BE49-F238E27FC236}">
                <a16:creationId xmlns:a16="http://schemas.microsoft.com/office/drawing/2014/main" id="{DE817925-C94D-48D4-9B72-07558FB46B0E}"/>
              </a:ext>
            </a:extLst>
          </p:cNvPr>
          <p:cNvSpPr>
            <a:spLocks xmlns:a="http://schemas.openxmlformats.org/drawingml/2006/main" noGrp="1"/>
          </p:cNvSpPr>
          <p:nvPr/>
        </p:nvSpPr>
        <p:spPr>
          <a:xfrm xmlns:a="http://schemas.openxmlformats.org/drawingml/2006/main" flipH="0" flipV="0">
            <a:off x="1352550" y="321945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F0A5DC5-6F3A-40D6-8343-0ABFDE37B119}"/>
              </a:ext>
            </a:extLst>
          </p:cNvPr>
          <p:cNvSpPr>
            <a:spLocks xmlns:a="http://schemas.openxmlformats.org/drawingml/2006/main" noGrp="1"/>
          </p:cNvSpPr>
          <p:nvPr/>
        </p:nvSpPr>
        <p:spPr>
          <a:xfrm xmlns:a="http://schemas.openxmlformats.org/drawingml/2006/main">
            <a:off x="609600" y="342900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4A3F9E7E-3178-45CA-AFC9-9E2814515A98}"/>
              </a:ext>
            </a:extLst>
          </p:cNvPr>
          <p:cNvSpPr>
            <a:spLocks xmlns:a="http://schemas.openxmlformats.org/drawingml/2006/main" noGrp="1"/>
          </p:cNvSpPr>
          <p:nvPr/>
        </p:nvSpPr>
        <p:spPr>
          <a:xfrm xmlns:a="http://schemas.openxmlformats.org/drawingml/2006/main">
            <a:off x="1352550" y="340995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검색·도구</a:t>
            </a:r>
          </a:p>
        </p:txBody>
      </p:sp>
      <p:sp>
        <p:nvSpPr>
          <p:cNvPr id="18" name="">
            <a:extLst xmlns:a="http://schemas.openxmlformats.org/drawingml/2006/main">
              <a:ext uri="{FF2B5EF4-FFF2-40B4-BE49-F238E27FC236}">
                <a16:creationId xmlns:a16="http://schemas.microsoft.com/office/drawing/2014/main" id="{47F9900C-EA5B-4ED2-BD10-40DE1DADF7DF}"/>
              </a:ext>
            </a:extLst>
          </p:cNvPr>
          <p:cNvSpPr>
            <a:spLocks xmlns:a="http://schemas.openxmlformats.org/drawingml/2006/main" noGrp="1"/>
          </p:cNvSpPr>
          <p:nvPr/>
        </p:nvSpPr>
        <p:spPr>
          <a:xfrm xmlns:a="http://schemas.openxmlformats.org/drawingml/2006/main">
            <a:off x="4095750" y="342900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외부 사실 근거와 실제 행동의 연결</a:t>
            </a:r>
          </a:p>
        </p:txBody>
      </p:sp>
      <p:sp>
        <p:nvSpPr>
          <p:cNvPr id="19" name="">
            <a:extLst xmlns:a="http://schemas.openxmlformats.org/drawingml/2006/main">
              <a:ext uri="{FF2B5EF4-FFF2-40B4-BE49-F238E27FC236}">
                <a16:creationId xmlns:a16="http://schemas.microsoft.com/office/drawing/2014/main" id="{3642AB53-F6EC-4986-A70F-0785E862AC03}"/>
              </a:ext>
            </a:extLst>
          </p:cNvPr>
          <p:cNvSpPr>
            <a:spLocks xmlns:a="http://schemas.openxmlformats.org/drawingml/2006/main" noGrp="1"/>
          </p:cNvSpPr>
          <p:nvPr/>
        </p:nvSpPr>
        <p:spPr>
          <a:xfrm xmlns:a="http://schemas.openxmlformats.org/drawingml/2006/main" flipH="0" flipV="0">
            <a:off x="1352550" y="388620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DAC25044-6D8D-4A4B-AB8A-F31DD45C6E71}"/>
              </a:ext>
            </a:extLst>
          </p:cNvPr>
          <p:cNvSpPr>
            <a:spLocks xmlns:a="http://schemas.openxmlformats.org/drawingml/2006/main" noGrp="1"/>
          </p:cNvSpPr>
          <p:nvPr/>
        </p:nvSpPr>
        <p:spPr>
          <a:xfrm xmlns:a="http://schemas.openxmlformats.org/drawingml/2006/main">
            <a:off x="609600" y="40957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30D29902-5B91-46F3-B0F8-D987D5C17F38}"/>
              </a:ext>
            </a:extLst>
          </p:cNvPr>
          <p:cNvSpPr>
            <a:spLocks xmlns:a="http://schemas.openxmlformats.org/drawingml/2006/main" noGrp="1"/>
          </p:cNvSpPr>
          <p:nvPr/>
        </p:nvSpPr>
        <p:spPr>
          <a:xfrm xmlns:a="http://schemas.openxmlformats.org/drawingml/2006/main">
            <a:off x="1352550" y="407670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모델 선택</a:t>
            </a:r>
          </a:p>
        </p:txBody>
      </p:sp>
      <p:sp>
        <p:nvSpPr>
          <p:cNvPr id="22" name="">
            <a:extLst xmlns:a="http://schemas.openxmlformats.org/drawingml/2006/main">
              <a:ext uri="{FF2B5EF4-FFF2-40B4-BE49-F238E27FC236}">
                <a16:creationId xmlns:a16="http://schemas.microsoft.com/office/drawing/2014/main" id="{C6BEB510-902C-4163-A431-EC3534D017CD}"/>
              </a:ext>
            </a:extLst>
          </p:cNvPr>
          <p:cNvSpPr>
            <a:spLocks xmlns:a="http://schemas.openxmlformats.org/drawingml/2006/main" noGrp="1"/>
          </p:cNvSpPr>
          <p:nvPr/>
        </p:nvSpPr>
        <p:spPr>
          <a:xfrm xmlns:a="http://schemas.openxmlformats.org/drawingml/2006/main">
            <a:off x="4095750" y="409575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능력·비용·지연·배포 제약의 교체 검증</a:t>
            </a:r>
          </a:p>
        </p:txBody>
      </p:sp>
      <p:sp>
        <p:nvSpPr>
          <p:cNvPr id="23" name="">
            <a:extLst xmlns:a="http://schemas.openxmlformats.org/drawingml/2006/main">
              <a:ext uri="{FF2B5EF4-FFF2-40B4-BE49-F238E27FC236}">
                <a16:creationId xmlns:a16="http://schemas.microsoft.com/office/drawing/2014/main" id="{0D74AB79-E707-4CB1-A621-1D8A5B1CFC38}"/>
              </a:ext>
            </a:extLst>
          </p:cNvPr>
          <p:cNvSpPr>
            <a:spLocks xmlns:a="http://schemas.openxmlformats.org/drawingml/2006/main" noGrp="1"/>
          </p:cNvSpPr>
          <p:nvPr/>
        </p:nvSpPr>
        <p:spPr>
          <a:xfrm xmlns:a="http://schemas.openxmlformats.org/drawingml/2006/main" flipH="0" flipV="0">
            <a:off x="1352550" y="455295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48FD6AD3-5046-4E74-AFEB-4B0621E9E0E7}"/>
              </a:ext>
            </a:extLst>
          </p:cNvPr>
          <p:cNvSpPr>
            <a:spLocks xmlns:a="http://schemas.openxmlformats.org/drawingml/2006/main" noGrp="1"/>
          </p:cNvSpPr>
          <p:nvPr/>
        </p:nvSpPr>
        <p:spPr>
          <a:xfrm xmlns:a="http://schemas.openxmlformats.org/drawingml/2006/main">
            <a:off x="609600" y="476250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1BCEA81F-F43B-4AFE-B9F0-33F0CB243155}"/>
              </a:ext>
            </a:extLst>
          </p:cNvPr>
          <p:cNvSpPr>
            <a:spLocks xmlns:a="http://schemas.openxmlformats.org/drawingml/2006/main" noGrp="1"/>
          </p:cNvSpPr>
          <p:nvPr/>
        </p:nvSpPr>
        <p:spPr>
          <a:xfrm xmlns:a="http://schemas.openxmlformats.org/drawingml/2006/main">
            <a:off x="1352550" y="474345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미세조정</a:t>
            </a:r>
          </a:p>
        </p:txBody>
      </p:sp>
      <p:sp>
        <p:nvSpPr>
          <p:cNvPr id="26" name="">
            <a:extLst xmlns:a="http://schemas.openxmlformats.org/drawingml/2006/main">
              <a:ext uri="{FF2B5EF4-FFF2-40B4-BE49-F238E27FC236}">
                <a16:creationId xmlns:a16="http://schemas.microsoft.com/office/drawing/2014/main" id="{D480ADF2-DF02-4E02-991A-15E426533C08}"/>
              </a:ext>
            </a:extLst>
          </p:cNvPr>
          <p:cNvSpPr>
            <a:spLocks xmlns:a="http://schemas.openxmlformats.org/drawingml/2006/main" noGrp="1"/>
          </p:cNvSpPr>
          <p:nvPr/>
        </p:nvSpPr>
        <p:spPr>
          <a:xfrm xmlns:a="http://schemas.openxmlformats.org/drawingml/2006/main">
            <a:off x="4095750" y="476250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반복 행동 패턴을 가중치에 반영할 근거 확인</a:t>
            </a:r>
          </a:p>
        </p:txBody>
      </p:sp>
      <p:sp>
        <p:nvSpPr>
          <p:cNvPr id="27" name="">
            <a:extLst xmlns:a="http://schemas.openxmlformats.org/drawingml/2006/main">
              <a:ext uri="{FF2B5EF4-FFF2-40B4-BE49-F238E27FC236}">
                <a16:creationId xmlns:a16="http://schemas.microsoft.com/office/drawing/2014/main" id="{A4F8764A-5B6F-4ACF-AEFE-6E680C00AB7F}"/>
              </a:ext>
            </a:extLst>
          </p:cNvPr>
          <p:cNvSpPr>
            <a:spLocks xmlns:a="http://schemas.openxmlformats.org/drawingml/2006/main" noGrp="1"/>
          </p:cNvSpPr>
          <p:nvPr/>
        </p:nvSpPr>
        <p:spPr>
          <a:xfrm xmlns:a="http://schemas.openxmlformats.org/drawingml/2006/main" flipH="0" flipV="0">
            <a:off x="1352550" y="521970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F19F0144-2F50-499D-822C-76F3338C1438}"/>
              </a:ext>
            </a:extLst>
          </p:cNvPr>
          <p:cNvSpPr>
            <a:spLocks xmlns:a="http://schemas.openxmlformats.org/drawingml/2006/main" noGrp="1"/>
          </p:cNvSpPr>
          <p:nvPr/>
        </p:nvSpPr>
        <p:spPr>
          <a:xfrm xmlns:a="http://schemas.openxmlformats.org/drawingml/2006/main">
            <a:off x="609600" y="560070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데이터·평가셋·배포 이득이 없으면 미세조정보다 앞 단계의 개선</a:t>
            </a:r>
          </a:p>
        </p:txBody>
      </p:sp>
    </p:spTree>
    <p:extLst>
      <p:ext uri="{BB962C8B-B14F-4D97-AF65-F5344CB8AC3E}">
        <p14:creationId xmlns:p14="http://schemas.microsoft.com/office/powerpoint/2010/main" val="368768661"/>
      </p:ext>
    </p:extLst>
  </p:cSld>
</p:sld>
</file>

<file path=ppt/slides/slide4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C2C68F-30E1-41DC-ADED-ED5D9672DEA6}"/>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03</a:t>
            </a:r>
          </a:p>
        </p:txBody>
      </p:sp>
      <p:sp>
        <p:nvSpPr>
          <p:cNvPr id="2" name="">
            <a:extLst xmlns:a="http://schemas.openxmlformats.org/drawingml/2006/main">
              <a:ext uri="{FF2B5EF4-FFF2-40B4-BE49-F238E27FC236}">
                <a16:creationId xmlns:a16="http://schemas.microsoft.com/office/drawing/2014/main" id="{B97BEBEB-E571-4FE4-86D7-79E19D219CAB}"/>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OPERATING ASSETS</a:t>
            </a:r>
          </a:p>
        </p:txBody>
      </p:sp>
      <p:sp>
        <p:nvSpPr>
          <p:cNvPr id="3" name="">
            <a:extLst xmlns:a="http://schemas.openxmlformats.org/drawingml/2006/main">
              <a:ext uri="{FF2B5EF4-FFF2-40B4-BE49-F238E27FC236}">
                <a16:creationId xmlns:a16="http://schemas.microsoft.com/office/drawing/2014/main" id="{F53BC19D-60E0-45BF-9978-FA475E9B1918}"/>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2047045-A993-4F7D-BFEE-C1DB827F0688}"/>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LLM 서비스 운영에서 관리할 항목</a:t>
            </a:r>
          </a:p>
        </p:txBody>
      </p:sp>
      <p:sp>
        <p:nvSpPr>
          <p:cNvPr id="5" name="">
            <a:extLst xmlns:a="http://schemas.openxmlformats.org/drawingml/2006/main">
              <a:ext uri="{FF2B5EF4-FFF2-40B4-BE49-F238E27FC236}">
                <a16:creationId xmlns:a16="http://schemas.microsoft.com/office/drawing/2014/main" id="{387F7667-7674-45B7-AF43-A26EF6827E64}"/>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코드 · 데이터 · 모델 · 프롬프트 · 맥락 · 실행 추적 · 평가</a:t>
            </a:r>
          </a:p>
        </p:txBody>
      </p:sp>
      <p:sp>
        <p:nvSpPr>
          <p:cNvPr id="6" name="">
            <a:extLst xmlns:a="http://schemas.openxmlformats.org/drawingml/2006/main">
              <a:ext uri="{FF2B5EF4-FFF2-40B4-BE49-F238E27FC236}">
                <a16:creationId xmlns:a16="http://schemas.microsoft.com/office/drawing/2014/main" id="{02A6442C-F9D5-4CD7-BEBB-DB19A0583B50}"/>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46</a:t>
            </a:r>
          </a:p>
        </p:txBody>
      </p:sp>
    </p:spTree>
    <p:extLst>
      <p:ext uri="{BB962C8B-B14F-4D97-AF65-F5344CB8AC3E}">
        <p14:creationId xmlns:p14="http://schemas.microsoft.com/office/powerpoint/2010/main" val="637167461"/>
      </p:ext>
    </p:extLst>
  </p:cSld>
</p:sld>
</file>

<file path=ppt/slides/slide4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B4F7369-70E0-4E2A-A2B7-38B0708CCEF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FDC054C2-48A6-4D59-A493-1B8A5853EEE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47</a:t>
            </a:r>
          </a:p>
        </p:txBody>
      </p:sp>
      <p:sp>
        <p:nvSpPr>
          <p:cNvPr id="3" name="">
            <a:extLst xmlns:a="http://schemas.openxmlformats.org/drawingml/2006/main">
              <a:ext uri="{FF2B5EF4-FFF2-40B4-BE49-F238E27FC236}">
                <a16:creationId xmlns:a16="http://schemas.microsoft.com/office/drawing/2014/main" id="{2348A9A6-0BED-4230-BFB0-A4EE98C86D9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0BC35676-7DA5-454E-B3A5-23170C13B1F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BDF24DD5-EB56-4E88-8682-F4B7BE88C86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77D64648-64DB-450B-94FD-73B20230F83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DevOps·MLOps·LLMOps 관리 대상 비교</a:t>
            </a:r>
          </a:p>
        </p:txBody>
      </p:sp>
      <p:sp>
        <p:nvSpPr>
          <p:cNvPr id="7" name="">
            <a:extLst xmlns:a="http://schemas.openxmlformats.org/drawingml/2006/main">
              <a:ext uri="{FF2B5EF4-FFF2-40B4-BE49-F238E27FC236}">
                <a16:creationId xmlns:a16="http://schemas.microsoft.com/office/drawing/2014/main" id="{4115FE71-E746-4137-A906-924EB8BF95EC}"/>
              </a:ext>
            </a:extLst>
          </p:cNvPr>
          <p:cNvSpPr>
            <a:spLocks xmlns:a="http://schemas.openxmlformats.org/drawingml/2006/main" noGrp="1"/>
          </p:cNvSpPr>
          <p:nvPr/>
        </p:nvSpPr>
        <p:spPr>
          <a:xfrm xmlns:a="http://schemas.openxmlformats.org/drawingml/2006/main">
            <a:off x="609600" y="16764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FFFFFF"/>
                </a:solidFill>
                <a:latin typeface="Menlo"/>
                <a:ea typeface="Menlo"/>
                <a:cs typeface="Menlo"/>
              </a:defRPr>
            </a:pPr>
            <a:r>
              <a:rPr sz="2250" b="1">
                <a:solidFill>
                  <a:srgbClr val="FFFFFF"/>
                </a:solidFill>
                <a:latin typeface="Menlo"/>
                <a:ea typeface="Menlo"/>
                <a:cs typeface="Menlo"/>
              </a:rPr>
              <a:t>DevOps</a:t>
            </a:r>
          </a:p>
        </p:txBody>
      </p:sp>
      <p:sp>
        <p:nvSpPr>
          <p:cNvPr id="8" name="">
            <a:extLst xmlns:a="http://schemas.openxmlformats.org/drawingml/2006/main">
              <a:ext uri="{FF2B5EF4-FFF2-40B4-BE49-F238E27FC236}">
                <a16:creationId xmlns:a16="http://schemas.microsoft.com/office/drawing/2014/main" id="{2DB172EE-9931-43D4-B63A-2B48E8C12BF4}"/>
              </a:ext>
            </a:extLst>
          </p:cNvPr>
          <p:cNvSpPr>
            <a:spLocks xmlns:a="http://schemas.openxmlformats.org/drawingml/2006/main" noGrp="1"/>
          </p:cNvSpPr>
          <p:nvPr/>
        </p:nvSpPr>
        <p:spPr>
          <a:xfrm xmlns:a="http://schemas.openxmlformats.org/drawingml/2006/main" flipH="0" flipV="0">
            <a:off x="3219450" y="1876425"/>
            <a:ext cx="83629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9" name="">
            <a:extLst xmlns:a="http://schemas.openxmlformats.org/drawingml/2006/main">
              <a:ext uri="{FF2B5EF4-FFF2-40B4-BE49-F238E27FC236}">
                <a16:creationId xmlns:a16="http://schemas.microsoft.com/office/drawing/2014/main" id="{73162641-5625-4D56-96C4-B0C625DD1284}"/>
              </a:ext>
            </a:extLst>
          </p:cNvPr>
          <p:cNvSpPr>
            <a:spLocks xmlns:a="http://schemas.openxmlformats.org/drawingml/2006/main" noGrp="1"/>
          </p:cNvSpPr>
          <p:nvPr/>
        </p:nvSpPr>
        <p:spPr>
          <a:xfrm xmlns:a="http://schemas.openxmlformats.org/drawingml/2006/main">
            <a:off x="3429000" y="1638300"/>
            <a:ext cx="796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CODE  ·  BUILD  ·  RELEASE  ·  RUNTIME</a:t>
            </a:r>
          </a:p>
        </p:txBody>
      </p:sp>
      <p:sp>
        <p:nvSpPr>
          <p:cNvPr id="10" name="">
            <a:extLst xmlns:a="http://schemas.openxmlformats.org/drawingml/2006/main">
              <a:ext uri="{FF2B5EF4-FFF2-40B4-BE49-F238E27FC236}">
                <a16:creationId xmlns:a16="http://schemas.microsoft.com/office/drawing/2014/main" id="{73E3C964-B34C-4D7B-8C86-7F27EF5C0E68}"/>
              </a:ext>
            </a:extLst>
          </p:cNvPr>
          <p:cNvSpPr>
            <a:spLocks xmlns:a="http://schemas.openxmlformats.org/drawingml/2006/main" noGrp="1"/>
          </p:cNvSpPr>
          <p:nvPr/>
        </p:nvSpPr>
        <p:spPr>
          <a:xfrm xmlns:a="http://schemas.openxmlformats.org/drawingml/2006/main">
            <a:off x="3429000" y="2133600"/>
            <a:ext cx="7962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FFFFFF"/>
                </a:solidFill>
                <a:latin typeface="AppleGothic"/>
                <a:ea typeface="AppleGothic"/>
                <a:cs typeface="AppleGothic"/>
              </a:defRPr>
            </a:pPr>
            <a:r>
              <a:rPr sz="1425" b="0">
                <a:solidFill>
                  <a:srgbClr val="FFFFFF"/>
                </a:solidFill>
                <a:latin typeface="AppleGothic"/>
                <a:ea typeface="AppleGothic"/>
                <a:cs typeface="AppleGothic"/>
              </a:rPr>
              <a:t>Development and Operations · 코드의 빌드·테스트·배포·관찰</a:t>
            </a:r>
          </a:p>
        </p:txBody>
      </p:sp>
      <p:sp>
        <p:nvSpPr>
          <p:cNvPr id="11" name="">
            <a:extLst xmlns:a="http://schemas.openxmlformats.org/drawingml/2006/main">
              <a:ext uri="{FF2B5EF4-FFF2-40B4-BE49-F238E27FC236}">
                <a16:creationId xmlns:a16="http://schemas.microsoft.com/office/drawing/2014/main" id="{6BAECCCF-588B-4F6B-99EB-0C60CE1F2528}"/>
              </a:ext>
            </a:extLst>
          </p:cNvPr>
          <p:cNvSpPr>
            <a:spLocks xmlns:a="http://schemas.openxmlformats.org/drawingml/2006/main" noGrp="1"/>
          </p:cNvSpPr>
          <p:nvPr/>
        </p:nvSpPr>
        <p:spPr>
          <a:xfrm xmlns:a="http://schemas.openxmlformats.org/drawingml/2006/main">
            <a:off x="609600" y="29337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FFFFFF"/>
                </a:solidFill>
                <a:latin typeface="Menlo"/>
                <a:ea typeface="Menlo"/>
                <a:cs typeface="Menlo"/>
              </a:defRPr>
            </a:pPr>
            <a:r>
              <a:rPr sz="2250" b="1">
                <a:solidFill>
                  <a:srgbClr val="FFFFFF"/>
                </a:solidFill>
                <a:latin typeface="Menlo"/>
                <a:ea typeface="Menlo"/>
                <a:cs typeface="Menlo"/>
              </a:rPr>
              <a:t>MLOps</a:t>
            </a:r>
          </a:p>
        </p:txBody>
      </p:sp>
      <p:sp>
        <p:nvSpPr>
          <p:cNvPr id="12" name="">
            <a:extLst xmlns:a="http://schemas.openxmlformats.org/drawingml/2006/main">
              <a:ext uri="{FF2B5EF4-FFF2-40B4-BE49-F238E27FC236}">
                <a16:creationId xmlns:a16="http://schemas.microsoft.com/office/drawing/2014/main" id="{77B89833-7F01-4DEE-9124-BC874E5151E1}"/>
              </a:ext>
            </a:extLst>
          </p:cNvPr>
          <p:cNvSpPr>
            <a:spLocks xmlns:a="http://schemas.openxmlformats.org/drawingml/2006/main" noGrp="1"/>
          </p:cNvSpPr>
          <p:nvPr/>
        </p:nvSpPr>
        <p:spPr>
          <a:xfrm xmlns:a="http://schemas.openxmlformats.org/drawingml/2006/main" flipH="0" flipV="0">
            <a:off x="3219450" y="3133725"/>
            <a:ext cx="83629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ABEADC01-45DA-48EB-8B1C-B21DC225B138}"/>
              </a:ext>
            </a:extLst>
          </p:cNvPr>
          <p:cNvSpPr>
            <a:spLocks xmlns:a="http://schemas.openxmlformats.org/drawingml/2006/main" noGrp="1"/>
          </p:cNvSpPr>
          <p:nvPr/>
        </p:nvSpPr>
        <p:spPr>
          <a:xfrm xmlns:a="http://schemas.openxmlformats.org/drawingml/2006/main">
            <a:off x="3429000" y="2895600"/>
            <a:ext cx="796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DATA  ·  FEATURE  ·  MODEL  ·  EXPERIMENT</a:t>
            </a:r>
          </a:p>
        </p:txBody>
      </p:sp>
      <p:sp>
        <p:nvSpPr>
          <p:cNvPr id="14" name="">
            <a:extLst xmlns:a="http://schemas.openxmlformats.org/drawingml/2006/main">
              <a:ext uri="{FF2B5EF4-FFF2-40B4-BE49-F238E27FC236}">
                <a16:creationId xmlns:a16="http://schemas.microsoft.com/office/drawing/2014/main" id="{EE40D78E-1459-4FF8-A575-B708F9FF3D36}"/>
              </a:ext>
            </a:extLst>
          </p:cNvPr>
          <p:cNvSpPr>
            <a:spLocks xmlns:a="http://schemas.openxmlformats.org/drawingml/2006/main" noGrp="1"/>
          </p:cNvSpPr>
          <p:nvPr/>
        </p:nvSpPr>
        <p:spPr>
          <a:xfrm xmlns:a="http://schemas.openxmlformats.org/drawingml/2006/main">
            <a:off x="3429000" y="3390900"/>
            <a:ext cx="7962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FFFFFF"/>
                </a:solidFill>
                <a:latin typeface="AppleGothic"/>
                <a:ea typeface="AppleGothic"/>
                <a:cs typeface="AppleGothic"/>
              </a:defRPr>
            </a:pPr>
            <a:r>
              <a:rPr sz="1425" b="0">
                <a:solidFill>
                  <a:srgbClr val="FFFFFF"/>
                </a:solidFill>
                <a:latin typeface="AppleGothic"/>
                <a:ea typeface="AppleGothic"/>
                <a:cs typeface="AppleGothic"/>
              </a:rPr>
              <a:t>Machine Learning Operations · 데이터·학습·모델의 버전과 품질 관문</a:t>
            </a:r>
          </a:p>
        </p:txBody>
      </p:sp>
      <p:sp>
        <p:nvSpPr>
          <p:cNvPr id="15" name="">
            <a:extLst xmlns:a="http://schemas.openxmlformats.org/drawingml/2006/main">
              <a:ext uri="{FF2B5EF4-FFF2-40B4-BE49-F238E27FC236}">
                <a16:creationId xmlns:a16="http://schemas.microsoft.com/office/drawing/2014/main" id="{0A914AD6-1899-407F-97E8-CFBAFD7344E1}"/>
              </a:ext>
            </a:extLst>
          </p:cNvPr>
          <p:cNvSpPr>
            <a:spLocks xmlns:a="http://schemas.openxmlformats.org/drawingml/2006/main" noGrp="1"/>
          </p:cNvSpPr>
          <p:nvPr/>
        </p:nvSpPr>
        <p:spPr>
          <a:xfrm xmlns:a="http://schemas.openxmlformats.org/drawingml/2006/main">
            <a:off x="609600" y="41910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2563EB"/>
                </a:solidFill>
                <a:latin typeface="Menlo"/>
                <a:ea typeface="Menlo"/>
                <a:cs typeface="Menlo"/>
              </a:defRPr>
            </a:pPr>
            <a:r>
              <a:rPr sz="2250" b="1">
                <a:solidFill>
                  <a:srgbClr val="2563EB"/>
                </a:solidFill>
                <a:latin typeface="Menlo"/>
                <a:ea typeface="Menlo"/>
                <a:cs typeface="Menlo"/>
              </a:rPr>
              <a:t>LLMOps</a:t>
            </a:r>
          </a:p>
        </p:txBody>
      </p:sp>
      <p:sp>
        <p:nvSpPr>
          <p:cNvPr id="16" name="">
            <a:extLst xmlns:a="http://schemas.openxmlformats.org/drawingml/2006/main">
              <a:ext uri="{FF2B5EF4-FFF2-40B4-BE49-F238E27FC236}">
                <a16:creationId xmlns:a16="http://schemas.microsoft.com/office/drawing/2014/main" id="{5516AAAC-B0EE-4D57-8B93-D85D71220B04}"/>
              </a:ext>
            </a:extLst>
          </p:cNvPr>
          <p:cNvSpPr>
            <a:spLocks xmlns:a="http://schemas.openxmlformats.org/drawingml/2006/main" noGrp="1"/>
          </p:cNvSpPr>
          <p:nvPr/>
        </p:nvSpPr>
        <p:spPr>
          <a:xfrm xmlns:a="http://schemas.openxmlformats.org/drawingml/2006/main" flipH="0" flipV="0">
            <a:off x="3219450" y="4391025"/>
            <a:ext cx="836295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7" name="">
            <a:extLst xmlns:a="http://schemas.openxmlformats.org/drawingml/2006/main">
              <a:ext uri="{FF2B5EF4-FFF2-40B4-BE49-F238E27FC236}">
                <a16:creationId xmlns:a16="http://schemas.microsoft.com/office/drawing/2014/main" id="{6BF02AE1-5B13-4292-9E03-CF83E9B5A52A}"/>
              </a:ext>
            </a:extLst>
          </p:cNvPr>
          <p:cNvSpPr>
            <a:spLocks xmlns:a="http://schemas.openxmlformats.org/drawingml/2006/main" noGrp="1"/>
          </p:cNvSpPr>
          <p:nvPr/>
        </p:nvSpPr>
        <p:spPr>
          <a:xfrm xmlns:a="http://schemas.openxmlformats.org/drawingml/2006/main">
            <a:off x="3429000" y="4152900"/>
            <a:ext cx="796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Menlo"/>
                <a:ea typeface="Menlo"/>
                <a:cs typeface="Menlo"/>
              </a:defRPr>
            </a:pPr>
            <a:r>
              <a:rPr sz="1275" b="1">
                <a:solidFill>
                  <a:srgbClr val="FFFFFF"/>
                </a:solidFill>
                <a:latin typeface="Menlo"/>
                <a:ea typeface="Menlo"/>
                <a:cs typeface="Menlo"/>
              </a:rPr>
              <a:t>PROMPT  ·  CONTEXT  ·  TRACE  ·  EVALUATION</a:t>
            </a:r>
          </a:p>
        </p:txBody>
      </p:sp>
      <p:sp>
        <p:nvSpPr>
          <p:cNvPr id="18" name="">
            <a:extLst xmlns:a="http://schemas.openxmlformats.org/drawingml/2006/main">
              <a:ext uri="{FF2B5EF4-FFF2-40B4-BE49-F238E27FC236}">
                <a16:creationId xmlns:a16="http://schemas.microsoft.com/office/drawing/2014/main" id="{35CCBF72-6952-4354-8079-9FD1A5E37E46}"/>
              </a:ext>
            </a:extLst>
          </p:cNvPr>
          <p:cNvSpPr>
            <a:spLocks xmlns:a="http://schemas.openxmlformats.org/drawingml/2006/main" noGrp="1"/>
          </p:cNvSpPr>
          <p:nvPr/>
        </p:nvSpPr>
        <p:spPr>
          <a:xfrm xmlns:a="http://schemas.openxmlformats.org/drawingml/2006/main">
            <a:off x="3429000" y="4648200"/>
            <a:ext cx="7962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FFFFFF"/>
                </a:solidFill>
                <a:latin typeface="AppleGothic"/>
                <a:ea typeface="AppleGothic"/>
                <a:cs typeface="AppleGothic"/>
              </a:defRPr>
            </a:pPr>
            <a:r>
              <a:rPr sz="1425" b="0">
                <a:solidFill>
                  <a:srgbClr val="FFFFFF"/>
                </a:solidFill>
                <a:latin typeface="AppleGothic"/>
                <a:ea typeface="AppleGothic"/>
                <a:cs typeface="AppleGothic"/>
              </a:rPr>
              <a:t>Large Language Model Operations · 맥락·응답·피드백·보호 정책</a:t>
            </a:r>
          </a:p>
        </p:txBody>
      </p:sp>
      <p:sp>
        <p:nvSpPr>
          <p:cNvPr id="19" name="">
            <a:extLst xmlns:a="http://schemas.openxmlformats.org/drawingml/2006/main">
              <a:ext uri="{FF2B5EF4-FFF2-40B4-BE49-F238E27FC236}">
                <a16:creationId xmlns:a16="http://schemas.microsoft.com/office/drawing/2014/main" id="{E15D2BC4-CFAE-414F-B3AA-2E189C559AA7}"/>
              </a:ext>
            </a:extLst>
          </p:cNvPr>
          <p:cNvSpPr>
            <a:spLocks xmlns:a="http://schemas.openxmlformats.org/drawingml/2006/main" noGrp="1"/>
          </p:cNvSpPr>
          <p:nvPr/>
        </p:nvSpPr>
        <p:spPr>
          <a:xfrm xmlns:a="http://schemas.openxmlformats.org/drawingml/2006/main">
            <a:off x="609600" y="563880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대체 관계가 아니라 운영 대상과 증거 구조의 누적</a:t>
            </a:r>
          </a:p>
        </p:txBody>
      </p:sp>
    </p:spTree>
    <p:extLst>
      <p:ext uri="{BB962C8B-B14F-4D97-AF65-F5344CB8AC3E}">
        <p14:creationId xmlns:p14="http://schemas.microsoft.com/office/powerpoint/2010/main" val="1393854917"/>
      </p:ext>
    </p:extLst>
  </p:cSld>
</p:sld>
</file>

<file path=ppt/slides/slide4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26687A89-876B-48B6-8E11-634FF9ADE0C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AAB44C33-0C87-4D94-B0F5-69C8B526344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48</a:t>
            </a:r>
          </a:p>
        </p:txBody>
      </p:sp>
      <p:sp>
        <p:nvSpPr>
          <p:cNvPr id="3" name="">
            <a:extLst xmlns:a="http://schemas.openxmlformats.org/drawingml/2006/main">
              <a:ext uri="{FF2B5EF4-FFF2-40B4-BE49-F238E27FC236}">
                <a16:creationId xmlns:a16="http://schemas.microsoft.com/office/drawing/2014/main" id="{0B4633B5-7748-4404-9396-2E095B47904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0D24206-0589-4FB5-B28D-ECFDBED7196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A5F4A087-E4B9-4450-9022-26594ACD02B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558663E0-B630-4453-8121-9342C8E29B7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LLM 서비스에서 추가로 관리할 정보</a:t>
            </a:r>
          </a:p>
        </p:txBody>
      </p:sp>
      <p:sp>
        <p:nvSpPr>
          <p:cNvPr id="7" name="">
            <a:extLst xmlns:a="http://schemas.openxmlformats.org/drawingml/2006/main">
              <a:ext uri="{FF2B5EF4-FFF2-40B4-BE49-F238E27FC236}">
                <a16:creationId xmlns:a16="http://schemas.microsoft.com/office/drawing/2014/main" id="{A8EB97DB-4602-4001-AE83-22AFEB73DD7A}"/>
              </a:ext>
            </a:extLst>
          </p:cNvPr>
          <p:cNvSpPr>
            <a:spLocks xmlns:a="http://schemas.openxmlformats.org/drawingml/2006/main" noGrp="1"/>
          </p:cNvSpPr>
          <p:nvPr/>
        </p:nvSpPr>
        <p:spPr>
          <a:xfrm xmlns:a="http://schemas.openxmlformats.org/drawingml/2006/main" rot="0">
            <a:off x="609600" y="1638300"/>
            <a:ext cx="2781300" cy="39052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7497B058-AC04-4BAA-B4DE-7D43720EF751}"/>
              </a:ext>
            </a:extLst>
          </p:cNvPr>
          <p:cNvSpPr>
            <a:spLocks xmlns:a="http://schemas.openxmlformats.org/drawingml/2006/main" noGrp="1"/>
          </p:cNvSpPr>
          <p:nvPr/>
        </p:nvSpPr>
        <p:spPr>
          <a:xfrm xmlns:a="http://schemas.openxmlformats.org/drawingml/2006/main">
            <a:off x="838200" y="1924050"/>
            <a:ext cx="2247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EXECUTION KEY</a:t>
            </a:r>
          </a:p>
        </p:txBody>
      </p:sp>
      <p:sp>
        <p:nvSpPr>
          <p:cNvPr id="9" name="">
            <a:extLst xmlns:a="http://schemas.openxmlformats.org/drawingml/2006/main">
              <a:ext uri="{FF2B5EF4-FFF2-40B4-BE49-F238E27FC236}">
                <a16:creationId xmlns:a16="http://schemas.microsoft.com/office/drawing/2014/main" id="{BC446F03-71BC-4EC3-8DCC-A7DFB6B7EAA5}"/>
              </a:ext>
            </a:extLst>
          </p:cNvPr>
          <p:cNvSpPr>
            <a:spLocks xmlns:a="http://schemas.openxmlformats.org/drawingml/2006/main" noGrp="1"/>
          </p:cNvSpPr>
          <p:nvPr/>
        </p:nvSpPr>
        <p:spPr>
          <a:xfrm xmlns:a="http://schemas.openxmlformats.org/drawingml/2006/main">
            <a:off x="838200" y="2419350"/>
            <a:ext cx="224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Menlo"/>
                <a:ea typeface="Menlo"/>
                <a:cs typeface="Menlo"/>
              </a:defRPr>
            </a:pPr>
            <a:r>
              <a:rPr sz="1950" b="1">
                <a:solidFill>
                  <a:srgbClr val="FFFFFF"/>
                </a:solidFill>
                <a:latin typeface="Menlo"/>
                <a:ea typeface="Menlo"/>
                <a:cs typeface="Menlo"/>
              </a:rPr>
              <a:t>TRACE ID</a:t>
            </a:r>
          </a:p>
        </p:txBody>
      </p:sp>
      <p:sp>
        <p:nvSpPr>
          <p:cNvPr id="10" name="">
            <a:extLst xmlns:a="http://schemas.openxmlformats.org/drawingml/2006/main">
              <a:ext uri="{FF2B5EF4-FFF2-40B4-BE49-F238E27FC236}">
                <a16:creationId xmlns:a16="http://schemas.microsoft.com/office/drawing/2014/main" id="{80BDE55B-B0A4-4606-8757-C4F416DFF773}"/>
              </a:ext>
            </a:extLst>
          </p:cNvPr>
          <p:cNvSpPr>
            <a:spLocks xmlns:a="http://schemas.openxmlformats.org/drawingml/2006/main" noGrp="1"/>
          </p:cNvSpPr>
          <p:nvPr/>
        </p:nvSpPr>
        <p:spPr>
          <a:xfrm xmlns:a="http://schemas.openxmlformats.org/drawingml/2006/main">
            <a:off x="838200" y="3124200"/>
            <a:ext cx="22479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8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한 번의 실행을</a:t>
            </a:r>
          </a:p>
          <a:p xmlns:a="http://schemas.openxmlformats.org/drawingml/2006/main">
            <a:pPr algn="l">
              <a:lnSpc>
                <a:spcPct val="128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다시 찾는 식별자</a:t>
            </a:r>
          </a:p>
        </p:txBody>
      </p:sp>
      <p:sp>
        <p:nvSpPr>
          <p:cNvPr id="11" name="">
            <a:extLst xmlns:a="http://schemas.openxmlformats.org/drawingml/2006/main">
              <a:ext uri="{FF2B5EF4-FFF2-40B4-BE49-F238E27FC236}">
                <a16:creationId xmlns:a16="http://schemas.microsoft.com/office/drawing/2014/main" id="{7CEBF536-ABE2-465B-AF94-4F4CDAF2C4B3}"/>
              </a:ext>
            </a:extLst>
          </p:cNvPr>
          <p:cNvSpPr>
            <a:spLocks xmlns:a="http://schemas.openxmlformats.org/drawingml/2006/main" noGrp="1"/>
          </p:cNvSpPr>
          <p:nvPr/>
        </p:nvSpPr>
        <p:spPr>
          <a:xfrm xmlns:a="http://schemas.openxmlformats.org/drawingml/2006/main">
            <a:off x="838200" y="4762500"/>
            <a:ext cx="2247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ff2c901e8a16</a:t>
            </a:r>
          </a:p>
        </p:txBody>
      </p:sp>
      <p:sp>
        <p:nvSpPr>
          <p:cNvPr id="12" name="">
            <a:extLst xmlns:a="http://schemas.openxmlformats.org/drawingml/2006/main">
              <a:ext uri="{FF2B5EF4-FFF2-40B4-BE49-F238E27FC236}">
                <a16:creationId xmlns:a16="http://schemas.microsoft.com/office/drawing/2014/main" id="{D28F0404-EDE6-4273-B223-E46CA8B0F261}"/>
              </a:ext>
            </a:extLst>
          </p:cNvPr>
          <p:cNvSpPr>
            <a:spLocks xmlns:a="http://schemas.openxmlformats.org/drawingml/2006/main" noGrp="1"/>
          </p:cNvSpPr>
          <p:nvPr/>
        </p:nvSpPr>
        <p:spPr>
          <a:xfrm xmlns:a="http://schemas.openxmlformats.org/drawingml/2006/main">
            <a:off x="3905250" y="16573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01</a:t>
            </a:r>
          </a:p>
        </p:txBody>
      </p:sp>
      <p:sp>
        <p:nvSpPr>
          <p:cNvPr id="13" name="">
            <a:extLst xmlns:a="http://schemas.openxmlformats.org/drawingml/2006/main">
              <a:ext uri="{FF2B5EF4-FFF2-40B4-BE49-F238E27FC236}">
                <a16:creationId xmlns:a16="http://schemas.microsoft.com/office/drawing/2014/main" id="{FC1C0A50-2C30-47A9-A84B-48B935EC13E1}"/>
              </a:ext>
            </a:extLst>
          </p:cNvPr>
          <p:cNvSpPr>
            <a:spLocks xmlns:a="http://schemas.openxmlformats.org/drawingml/2006/main" noGrp="1"/>
          </p:cNvSpPr>
          <p:nvPr/>
        </p:nvSpPr>
        <p:spPr>
          <a:xfrm xmlns:a="http://schemas.openxmlformats.org/drawingml/2006/main">
            <a:off x="4591050" y="16192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프롬프트 버전</a:t>
            </a:r>
          </a:p>
        </p:txBody>
      </p:sp>
      <p:sp>
        <p:nvSpPr>
          <p:cNvPr id="14" name="">
            <a:extLst xmlns:a="http://schemas.openxmlformats.org/drawingml/2006/main">
              <a:ext uri="{FF2B5EF4-FFF2-40B4-BE49-F238E27FC236}">
                <a16:creationId xmlns:a16="http://schemas.microsoft.com/office/drawing/2014/main" id="{A4126978-F8F1-4972-9085-694E81BDF4FB}"/>
              </a:ext>
            </a:extLst>
          </p:cNvPr>
          <p:cNvSpPr>
            <a:spLocks xmlns:a="http://schemas.openxmlformats.org/drawingml/2006/main" noGrp="1"/>
          </p:cNvSpPr>
          <p:nvPr/>
        </p:nvSpPr>
        <p:spPr>
          <a:xfrm xmlns:a="http://schemas.openxmlformats.org/drawingml/2006/main">
            <a:off x="7734300" y="16573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템플릿 · 예시 · 정책</a:t>
            </a:r>
          </a:p>
        </p:txBody>
      </p:sp>
      <p:sp>
        <p:nvSpPr>
          <p:cNvPr id="15" name="">
            <a:extLst xmlns:a="http://schemas.openxmlformats.org/drawingml/2006/main">
              <a:ext uri="{FF2B5EF4-FFF2-40B4-BE49-F238E27FC236}">
                <a16:creationId xmlns:a16="http://schemas.microsoft.com/office/drawing/2014/main" id="{E264A120-5C45-46D2-A6C1-52AAA0D4A333}"/>
              </a:ext>
            </a:extLst>
          </p:cNvPr>
          <p:cNvSpPr>
            <a:spLocks xmlns:a="http://schemas.openxmlformats.org/drawingml/2006/main" noGrp="1"/>
          </p:cNvSpPr>
          <p:nvPr/>
        </p:nvSpPr>
        <p:spPr>
          <a:xfrm xmlns:a="http://schemas.openxmlformats.org/drawingml/2006/main" flipH="0" flipV="0">
            <a:off x="4591050" y="22479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04F5645B-D8F2-4E7E-A90E-E3B06CFB38DC}"/>
              </a:ext>
            </a:extLst>
          </p:cNvPr>
          <p:cNvSpPr>
            <a:spLocks xmlns:a="http://schemas.openxmlformats.org/drawingml/2006/main" noGrp="1"/>
          </p:cNvSpPr>
          <p:nvPr/>
        </p:nvSpPr>
        <p:spPr>
          <a:xfrm xmlns:a="http://schemas.openxmlformats.org/drawingml/2006/main">
            <a:off x="3905250" y="260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02</a:t>
            </a:r>
          </a:p>
        </p:txBody>
      </p:sp>
      <p:sp>
        <p:nvSpPr>
          <p:cNvPr id="17" name="">
            <a:extLst xmlns:a="http://schemas.openxmlformats.org/drawingml/2006/main">
              <a:ext uri="{FF2B5EF4-FFF2-40B4-BE49-F238E27FC236}">
                <a16:creationId xmlns:a16="http://schemas.microsoft.com/office/drawing/2014/main" id="{29363AB1-C13D-4413-9D58-E9244C7A0800}"/>
              </a:ext>
            </a:extLst>
          </p:cNvPr>
          <p:cNvSpPr>
            <a:spLocks xmlns:a="http://schemas.openxmlformats.org/drawingml/2006/main" noGrp="1"/>
          </p:cNvSpPr>
          <p:nvPr/>
        </p:nvSpPr>
        <p:spPr>
          <a:xfrm xmlns:a="http://schemas.openxmlformats.org/drawingml/2006/main">
            <a:off x="4591050" y="25717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외부 맥락 참조</a:t>
            </a:r>
          </a:p>
        </p:txBody>
      </p:sp>
      <p:sp>
        <p:nvSpPr>
          <p:cNvPr id="18" name="">
            <a:extLst xmlns:a="http://schemas.openxmlformats.org/drawingml/2006/main">
              <a:ext uri="{FF2B5EF4-FFF2-40B4-BE49-F238E27FC236}">
                <a16:creationId xmlns:a16="http://schemas.microsoft.com/office/drawing/2014/main" id="{71E4AFC0-8E0D-4757-A3BC-E967FECC3B13}"/>
              </a:ext>
            </a:extLst>
          </p:cNvPr>
          <p:cNvSpPr>
            <a:spLocks xmlns:a="http://schemas.openxmlformats.org/drawingml/2006/main" noGrp="1"/>
          </p:cNvSpPr>
          <p:nvPr/>
        </p:nvSpPr>
        <p:spPr>
          <a:xfrm xmlns:a="http://schemas.openxmlformats.org/drawingml/2006/main">
            <a:off x="7734300" y="26098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검색 문서 · 도구 반환값</a:t>
            </a:r>
          </a:p>
        </p:txBody>
      </p:sp>
      <p:sp>
        <p:nvSpPr>
          <p:cNvPr id="19" name="">
            <a:extLst xmlns:a="http://schemas.openxmlformats.org/drawingml/2006/main">
              <a:ext uri="{FF2B5EF4-FFF2-40B4-BE49-F238E27FC236}">
                <a16:creationId xmlns:a16="http://schemas.microsoft.com/office/drawing/2014/main" id="{4FE39AB1-A17D-40E4-980E-110E7AE15AE7}"/>
              </a:ext>
            </a:extLst>
          </p:cNvPr>
          <p:cNvSpPr>
            <a:spLocks xmlns:a="http://schemas.openxmlformats.org/drawingml/2006/main" noGrp="1"/>
          </p:cNvSpPr>
          <p:nvPr/>
        </p:nvSpPr>
        <p:spPr>
          <a:xfrm xmlns:a="http://schemas.openxmlformats.org/drawingml/2006/main" flipH="0" flipV="0">
            <a:off x="4591050" y="32004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8A02FCF-FBE7-4341-BE69-8307826F993A}"/>
              </a:ext>
            </a:extLst>
          </p:cNvPr>
          <p:cNvSpPr>
            <a:spLocks xmlns:a="http://schemas.openxmlformats.org/drawingml/2006/main" noGrp="1"/>
          </p:cNvSpPr>
          <p:nvPr/>
        </p:nvSpPr>
        <p:spPr>
          <a:xfrm xmlns:a="http://schemas.openxmlformats.org/drawingml/2006/main">
            <a:off x="3905250" y="35623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03</a:t>
            </a:r>
          </a:p>
        </p:txBody>
      </p:sp>
      <p:sp>
        <p:nvSpPr>
          <p:cNvPr id="21" name="">
            <a:extLst xmlns:a="http://schemas.openxmlformats.org/drawingml/2006/main">
              <a:ext uri="{FF2B5EF4-FFF2-40B4-BE49-F238E27FC236}">
                <a16:creationId xmlns:a16="http://schemas.microsoft.com/office/drawing/2014/main" id="{29E1BF13-A38B-4FDB-BA58-EED9406C950A}"/>
              </a:ext>
            </a:extLst>
          </p:cNvPr>
          <p:cNvSpPr>
            <a:spLocks xmlns:a="http://schemas.openxmlformats.org/drawingml/2006/main" noGrp="1"/>
          </p:cNvSpPr>
          <p:nvPr/>
        </p:nvSpPr>
        <p:spPr>
          <a:xfrm xmlns:a="http://schemas.openxmlformats.org/drawingml/2006/main">
            <a:off x="4591050" y="35242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응답과 운영 값</a:t>
            </a:r>
          </a:p>
        </p:txBody>
      </p:sp>
      <p:sp>
        <p:nvSpPr>
          <p:cNvPr id="22" name="">
            <a:extLst xmlns:a="http://schemas.openxmlformats.org/drawingml/2006/main">
              <a:ext uri="{FF2B5EF4-FFF2-40B4-BE49-F238E27FC236}">
                <a16:creationId xmlns:a16="http://schemas.microsoft.com/office/drawing/2014/main" id="{9125F93B-41F6-4586-BAA8-0FEF920332B2}"/>
              </a:ext>
            </a:extLst>
          </p:cNvPr>
          <p:cNvSpPr>
            <a:spLocks xmlns:a="http://schemas.openxmlformats.org/drawingml/2006/main" noGrp="1"/>
          </p:cNvSpPr>
          <p:nvPr/>
        </p:nvSpPr>
        <p:spPr>
          <a:xfrm xmlns:a="http://schemas.openxmlformats.org/drawingml/2006/main">
            <a:off x="7734300" y="35623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출력 · 상태 · 응답 지연</a:t>
            </a:r>
          </a:p>
        </p:txBody>
      </p:sp>
      <p:sp>
        <p:nvSpPr>
          <p:cNvPr id="23" name="">
            <a:extLst xmlns:a="http://schemas.openxmlformats.org/drawingml/2006/main">
              <a:ext uri="{FF2B5EF4-FFF2-40B4-BE49-F238E27FC236}">
                <a16:creationId xmlns:a16="http://schemas.microsoft.com/office/drawing/2014/main" id="{182A90ED-09FF-4B23-B369-FA9C874E26E7}"/>
              </a:ext>
            </a:extLst>
          </p:cNvPr>
          <p:cNvSpPr>
            <a:spLocks xmlns:a="http://schemas.openxmlformats.org/drawingml/2006/main" noGrp="1"/>
          </p:cNvSpPr>
          <p:nvPr/>
        </p:nvSpPr>
        <p:spPr>
          <a:xfrm xmlns:a="http://schemas.openxmlformats.org/drawingml/2006/main" flipH="0" flipV="0">
            <a:off x="4591050" y="41529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633A31D4-C557-4FDB-81F7-9C6990585D90}"/>
              </a:ext>
            </a:extLst>
          </p:cNvPr>
          <p:cNvSpPr>
            <a:spLocks xmlns:a="http://schemas.openxmlformats.org/drawingml/2006/main" noGrp="1"/>
          </p:cNvSpPr>
          <p:nvPr/>
        </p:nvSpPr>
        <p:spPr>
          <a:xfrm xmlns:a="http://schemas.openxmlformats.org/drawingml/2006/main">
            <a:off x="3905250" y="4514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04</a:t>
            </a:r>
          </a:p>
        </p:txBody>
      </p:sp>
      <p:sp>
        <p:nvSpPr>
          <p:cNvPr id="25" name="">
            <a:extLst xmlns:a="http://schemas.openxmlformats.org/drawingml/2006/main">
              <a:ext uri="{FF2B5EF4-FFF2-40B4-BE49-F238E27FC236}">
                <a16:creationId xmlns:a16="http://schemas.microsoft.com/office/drawing/2014/main" id="{224EEB0A-4BEC-4CDE-B530-21FF3A4B5E4C}"/>
              </a:ext>
            </a:extLst>
          </p:cNvPr>
          <p:cNvSpPr>
            <a:spLocks xmlns:a="http://schemas.openxmlformats.org/drawingml/2006/main" noGrp="1"/>
          </p:cNvSpPr>
          <p:nvPr/>
        </p:nvSpPr>
        <p:spPr>
          <a:xfrm xmlns:a="http://schemas.openxmlformats.org/drawingml/2006/main">
            <a:off x="4591050" y="44767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평가와 피드백</a:t>
            </a:r>
          </a:p>
        </p:txBody>
      </p:sp>
      <p:sp>
        <p:nvSpPr>
          <p:cNvPr id="26" name="">
            <a:extLst xmlns:a="http://schemas.openxmlformats.org/drawingml/2006/main">
              <a:ext uri="{FF2B5EF4-FFF2-40B4-BE49-F238E27FC236}">
                <a16:creationId xmlns:a16="http://schemas.microsoft.com/office/drawing/2014/main" id="{C33A3CEC-9C4A-4A9E-8AC1-914D04A4000A}"/>
              </a:ext>
            </a:extLst>
          </p:cNvPr>
          <p:cNvSpPr>
            <a:spLocks xmlns:a="http://schemas.openxmlformats.org/drawingml/2006/main" noGrp="1"/>
          </p:cNvSpPr>
          <p:nvPr/>
        </p:nvSpPr>
        <p:spPr>
          <a:xfrm xmlns:a="http://schemas.openxmlformats.org/drawingml/2006/main">
            <a:off x="7734300" y="45148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점수 · 오류 유형 · 검토 결과</a:t>
            </a:r>
          </a:p>
        </p:txBody>
      </p:sp>
      <p:sp>
        <p:nvSpPr>
          <p:cNvPr id="27" name="">
            <a:extLst xmlns:a="http://schemas.openxmlformats.org/drawingml/2006/main">
              <a:ext uri="{FF2B5EF4-FFF2-40B4-BE49-F238E27FC236}">
                <a16:creationId xmlns:a16="http://schemas.microsoft.com/office/drawing/2014/main" id="{B2129E6C-050A-4665-8649-F12F2F847F2E}"/>
              </a:ext>
            </a:extLst>
          </p:cNvPr>
          <p:cNvSpPr>
            <a:spLocks xmlns:a="http://schemas.openxmlformats.org/drawingml/2006/main" noGrp="1"/>
          </p:cNvSpPr>
          <p:nvPr/>
        </p:nvSpPr>
        <p:spPr>
          <a:xfrm xmlns:a="http://schemas.openxmlformats.org/drawingml/2006/main" flipH="0" flipV="0">
            <a:off x="4591050" y="51054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927740167"/>
      </p:ext>
    </p:extLst>
  </p:cSld>
</p:sld>
</file>

<file path=ppt/slides/slide4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C660EF1-9ACF-4F1C-A06A-E0D108B2BF1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0C6625FA-09EA-408B-A970-C87B14051F7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49</a:t>
            </a:r>
          </a:p>
        </p:txBody>
      </p:sp>
      <p:sp>
        <p:nvSpPr>
          <p:cNvPr id="3" name="">
            <a:extLst xmlns:a="http://schemas.openxmlformats.org/drawingml/2006/main">
              <a:ext uri="{FF2B5EF4-FFF2-40B4-BE49-F238E27FC236}">
                <a16:creationId xmlns:a16="http://schemas.microsoft.com/office/drawing/2014/main" id="{5C8558DF-7DEC-4133-A8E4-F7E8E816803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02D1737C-FC24-4DAE-BAE0-074990A41F7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D429879-9411-4135-BED0-1E2F612CD4DB}"/>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0A962CEC-8366-455E-9D89-830586D015F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같은 코드에서도 달라지는 실행 결과</a:t>
            </a:r>
          </a:p>
        </p:txBody>
      </p:sp>
      <p:sp>
        <p:nvSpPr>
          <p:cNvPr id="7" name="">
            <a:extLst xmlns:a="http://schemas.openxmlformats.org/drawingml/2006/main">
              <a:ext uri="{FF2B5EF4-FFF2-40B4-BE49-F238E27FC236}">
                <a16:creationId xmlns:a16="http://schemas.microsoft.com/office/drawing/2014/main" id="{9D7CB73F-BF9F-42BB-B4C6-BFF6705E0FCC}"/>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같은 코드 · SAME CODE</a:t>
            </a:r>
          </a:p>
        </p:txBody>
      </p:sp>
      <p:sp>
        <p:nvSpPr>
          <p:cNvPr id="8" name="">
            <a:extLst xmlns:a="http://schemas.openxmlformats.org/drawingml/2006/main">
              <a:ext uri="{FF2B5EF4-FFF2-40B4-BE49-F238E27FC236}">
                <a16:creationId xmlns:a16="http://schemas.microsoft.com/office/drawing/2014/main" id="{1787EF84-E753-42F0-B885-14280850C1F3}"/>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FFFFFF"/>
                </a:solidFill>
                <a:latin typeface="AppleGothic"/>
                <a:ea typeface="AppleGothic"/>
                <a:cs typeface="AppleGothic"/>
              </a:defRPr>
            </a:pPr>
            <a:r>
              <a:rPr sz="2250" b="1">
                <a:solidFill>
                  <a:srgbClr val="FFFFFF"/>
                </a:solidFill>
                <a:latin typeface="AppleGothic"/>
                <a:ea typeface="AppleGothic"/>
                <a:cs typeface="AppleGothic"/>
              </a:rPr>
              <a:t>커밋 a1b2c3</a:t>
            </a:r>
          </a:p>
        </p:txBody>
      </p:sp>
      <p:sp>
        <p:nvSpPr>
          <p:cNvPr id="9" name="">
            <a:extLst xmlns:a="http://schemas.openxmlformats.org/drawingml/2006/main">
              <a:ext uri="{FF2B5EF4-FFF2-40B4-BE49-F238E27FC236}">
                <a16:creationId xmlns:a16="http://schemas.microsoft.com/office/drawing/2014/main" id="{C94FE562-97F2-462B-B8ED-E2FB2D8CC4B7}"/>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9EBB2BC3-9439-433C-AF8A-9EFFB0ECB02A}"/>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동일 접근 경로</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동일 요청 스키마</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동일 애플리케이션 코드</a:t>
            </a:r>
          </a:p>
        </p:txBody>
      </p:sp>
      <p:sp>
        <p:nvSpPr>
          <p:cNvPr id="11" name="">
            <a:extLst xmlns:a="http://schemas.openxmlformats.org/drawingml/2006/main">
              <a:ext uri="{FF2B5EF4-FFF2-40B4-BE49-F238E27FC236}">
                <a16:creationId xmlns:a16="http://schemas.microsoft.com/office/drawing/2014/main" id="{94F62405-FA3F-4658-93E6-F10BF4E7EEE1}"/>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다른 실행 · DIFFERENT RUN</a:t>
            </a:r>
          </a:p>
        </p:txBody>
      </p:sp>
      <p:sp>
        <p:nvSpPr>
          <p:cNvPr id="12" name="">
            <a:extLst xmlns:a="http://schemas.openxmlformats.org/drawingml/2006/main">
              <a:ext uri="{FF2B5EF4-FFF2-40B4-BE49-F238E27FC236}">
                <a16:creationId xmlns:a16="http://schemas.microsoft.com/office/drawing/2014/main" id="{38A9BAE8-FE7B-4518-A7A1-975C42104128}"/>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프롬프트 · 맥락 · 모델 · 설정</a:t>
            </a:r>
          </a:p>
        </p:txBody>
      </p:sp>
      <p:sp>
        <p:nvSpPr>
          <p:cNvPr id="13" name="">
            <a:extLst xmlns:a="http://schemas.openxmlformats.org/drawingml/2006/main">
              <a:ext uri="{FF2B5EF4-FFF2-40B4-BE49-F238E27FC236}">
                <a16:creationId xmlns:a16="http://schemas.microsoft.com/office/drawing/2014/main" id="{13285D05-3CC9-4414-85D9-26CE7CD8A951}"/>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7180E2D5-04B4-4AC5-869B-0E0380847D84}"/>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서로 다른 출력</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서로 다른 응답 지연·토큰·상태</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서로 다른 품질 평가</a:t>
            </a:r>
          </a:p>
        </p:txBody>
      </p:sp>
      <p:sp>
        <p:nvSpPr>
          <p:cNvPr id="15" name="">
            <a:extLst xmlns:a="http://schemas.openxmlformats.org/drawingml/2006/main">
              <a:ext uri="{FF2B5EF4-FFF2-40B4-BE49-F238E27FC236}">
                <a16:creationId xmlns:a16="http://schemas.microsoft.com/office/drawing/2014/main" id="{7DB7CBBB-854F-4069-AF8D-9DBAC474BCAF}"/>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158316881"/>
      </p:ext>
    </p:extLst>
  </p:cSld>
</p:sld>
</file>

<file path=ppt/slides/slide5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CEABE7ED-32C1-478C-AA19-D363D9FE14B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CCABF91F-FADD-479B-A35F-ABBFFDC4F5F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50</a:t>
            </a:r>
          </a:p>
        </p:txBody>
      </p:sp>
      <p:sp>
        <p:nvSpPr>
          <p:cNvPr id="3" name="">
            <a:extLst xmlns:a="http://schemas.openxmlformats.org/drawingml/2006/main">
              <a:ext uri="{FF2B5EF4-FFF2-40B4-BE49-F238E27FC236}">
                <a16:creationId xmlns:a16="http://schemas.microsoft.com/office/drawing/2014/main" id="{97BEE575-1313-4FDD-9380-38FE8714F7F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2B402751-AA2D-491D-B92E-21205B36DA4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61E2DB1-784F-43FA-A0A6-2745BF72C13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50ADCD46-6850-4DFC-B988-AB7F94BF2CB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LLM 실행 추적의 필수 필드</a:t>
            </a:r>
          </a:p>
        </p:txBody>
      </p:sp>
      <p:sp>
        <p:nvSpPr>
          <p:cNvPr id="7" name="">
            <a:extLst xmlns:a="http://schemas.openxmlformats.org/drawingml/2006/main">
              <a:ext uri="{FF2B5EF4-FFF2-40B4-BE49-F238E27FC236}">
                <a16:creationId xmlns:a16="http://schemas.microsoft.com/office/drawing/2014/main" id="{E01D85C1-68A4-4B67-A076-70A3E3728A66}"/>
              </a:ext>
            </a:extLst>
          </p:cNvPr>
          <p:cNvSpPr>
            <a:spLocks xmlns:a="http://schemas.openxmlformats.org/drawingml/2006/main" noGrp="1"/>
          </p:cNvSpPr>
          <p:nvPr/>
        </p:nvSpPr>
        <p:spPr>
          <a:xfrm xmlns:a="http://schemas.openxmlformats.org/drawingml/2006/main">
            <a:off x="609600" y="17526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추적 식별자 · TRACE ID</a:t>
            </a:r>
          </a:p>
        </p:txBody>
      </p:sp>
      <p:sp>
        <p:nvSpPr>
          <p:cNvPr id="8" name="">
            <a:extLst xmlns:a="http://schemas.openxmlformats.org/drawingml/2006/main">
              <a:ext uri="{FF2B5EF4-FFF2-40B4-BE49-F238E27FC236}">
                <a16:creationId xmlns:a16="http://schemas.microsoft.com/office/drawing/2014/main" id="{E0A117B8-1543-46BB-8C28-57D13C1D908C}"/>
              </a:ext>
            </a:extLst>
          </p:cNvPr>
          <p:cNvSpPr>
            <a:spLocks xmlns:a="http://schemas.openxmlformats.org/drawingml/2006/main" noGrp="1"/>
          </p:cNvSpPr>
          <p:nvPr/>
        </p:nvSpPr>
        <p:spPr>
          <a:xfrm xmlns:a="http://schemas.openxmlformats.org/drawingml/2006/main">
            <a:off x="609600" y="20955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ff2c901e8a16</a:t>
            </a:r>
          </a:p>
        </p:txBody>
      </p:sp>
      <p:sp>
        <p:nvSpPr>
          <p:cNvPr id="9" name="">
            <a:extLst xmlns:a="http://schemas.openxmlformats.org/drawingml/2006/main">
              <a:ext uri="{FF2B5EF4-FFF2-40B4-BE49-F238E27FC236}">
                <a16:creationId xmlns:a16="http://schemas.microsoft.com/office/drawing/2014/main" id="{D3CA1F7B-FEB0-48F0-8069-0B39C64F1A9C}"/>
              </a:ext>
            </a:extLst>
          </p:cNvPr>
          <p:cNvSpPr>
            <a:spLocks xmlns:a="http://schemas.openxmlformats.org/drawingml/2006/main" noGrp="1"/>
          </p:cNvSpPr>
          <p:nvPr/>
        </p:nvSpPr>
        <p:spPr>
          <a:xfrm xmlns:a="http://schemas.openxmlformats.org/drawingml/2006/main" flipH="0" flipV="0">
            <a:off x="609600" y="2590800"/>
            <a:ext cx="32385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0" name="">
            <a:extLst xmlns:a="http://schemas.openxmlformats.org/drawingml/2006/main">
              <a:ext uri="{FF2B5EF4-FFF2-40B4-BE49-F238E27FC236}">
                <a16:creationId xmlns:a16="http://schemas.microsoft.com/office/drawing/2014/main" id="{96C2A86C-6A60-4D4D-B491-594953FC528E}"/>
              </a:ext>
            </a:extLst>
          </p:cNvPr>
          <p:cNvSpPr>
            <a:spLocks xmlns:a="http://schemas.openxmlformats.org/drawingml/2006/main" noGrp="1"/>
          </p:cNvSpPr>
          <p:nvPr/>
        </p:nvSpPr>
        <p:spPr>
          <a:xfrm xmlns:a="http://schemas.openxmlformats.org/drawingml/2006/main">
            <a:off x="4419600" y="17526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프롬프트 버전</a:t>
            </a:r>
          </a:p>
        </p:txBody>
      </p:sp>
      <p:sp>
        <p:nvSpPr>
          <p:cNvPr id="11" name="">
            <a:extLst xmlns:a="http://schemas.openxmlformats.org/drawingml/2006/main">
              <a:ext uri="{FF2B5EF4-FFF2-40B4-BE49-F238E27FC236}">
                <a16:creationId xmlns:a16="http://schemas.microsoft.com/office/drawing/2014/main" id="{7E86F796-C4F3-48BB-B64D-57E22CFAC87D}"/>
              </a:ext>
            </a:extLst>
          </p:cNvPr>
          <p:cNvSpPr>
            <a:spLocks xmlns:a="http://schemas.openxmlformats.org/drawingml/2006/main" noGrp="1"/>
          </p:cNvSpPr>
          <p:nvPr/>
        </p:nvSpPr>
        <p:spPr>
          <a:xfrm xmlns:a="http://schemas.openxmlformats.org/drawingml/2006/main">
            <a:off x="4419600" y="20955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w01.signal.v1</a:t>
            </a:r>
          </a:p>
        </p:txBody>
      </p:sp>
      <p:sp>
        <p:nvSpPr>
          <p:cNvPr id="12" name="">
            <a:extLst xmlns:a="http://schemas.openxmlformats.org/drawingml/2006/main">
              <a:ext uri="{FF2B5EF4-FFF2-40B4-BE49-F238E27FC236}">
                <a16:creationId xmlns:a16="http://schemas.microsoft.com/office/drawing/2014/main" id="{54AB12B5-2463-4544-B0F6-7A93FCA480E2}"/>
              </a:ext>
            </a:extLst>
          </p:cNvPr>
          <p:cNvSpPr>
            <a:spLocks xmlns:a="http://schemas.openxmlformats.org/drawingml/2006/main" noGrp="1"/>
          </p:cNvSpPr>
          <p:nvPr/>
        </p:nvSpPr>
        <p:spPr>
          <a:xfrm xmlns:a="http://schemas.openxmlformats.org/drawingml/2006/main" flipH="0" flipV="0">
            <a:off x="4419600" y="25908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0A51BB41-32B1-46E1-BF50-14094385EF68}"/>
              </a:ext>
            </a:extLst>
          </p:cNvPr>
          <p:cNvSpPr>
            <a:spLocks xmlns:a="http://schemas.openxmlformats.org/drawingml/2006/main" noGrp="1"/>
          </p:cNvSpPr>
          <p:nvPr/>
        </p:nvSpPr>
        <p:spPr>
          <a:xfrm xmlns:a="http://schemas.openxmlformats.org/drawingml/2006/main">
            <a:off x="8229600" y="17526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제공자 · 모델</a:t>
            </a:r>
          </a:p>
        </p:txBody>
      </p:sp>
      <p:sp>
        <p:nvSpPr>
          <p:cNvPr id="14" name="">
            <a:extLst xmlns:a="http://schemas.openxmlformats.org/drawingml/2006/main">
              <a:ext uri="{FF2B5EF4-FFF2-40B4-BE49-F238E27FC236}">
                <a16:creationId xmlns:a16="http://schemas.microsoft.com/office/drawing/2014/main" id="{2A7DD5EE-328B-4E03-9ED4-65CA29CADF76}"/>
              </a:ext>
            </a:extLst>
          </p:cNvPr>
          <p:cNvSpPr>
            <a:spLocks xmlns:a="http://schemas.openxmlformats.org/drawingml/2006/main" noGrp="1"/>
          </p:cNvSpPr>
          <p:nvPr/>
        </p:nvSpPr>
        <p:spPr>
          <a:xfrm xmlns:a="http://schemas.openxmlformats.org/drawingml/2006/main">
            <a:off x="8229600" y="20955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demo / trace-demo-1</a:t>
            </a:r>
          </a:p>
        </p:txBody>
      </p:sp>
      <p:sp>
        <p:nvSpPr>
          <p:cNvPr id="15" name="">
            <a:extLst xmlns:a="http://schemas.openxmlformats.org/drawingml/2006/main">
              <a:ext uri="{FF2B5EF4-FFF2-40B4-BE49-F238E27FC236}">
                <a16:creationId xmlns:a16="http://schemas.microsoft.com/office/drawing/2014/main" id="{E8D8F214-A721-4709-8DBF-0FE9001629D5}"/>
              </a:ext>
            </a:extLst>
          </p:cNvPr>
          <p:cNvSpPr>
            <a:spLocks xmlns:a="http://schemas.openxmlformats.org/drawingml/2006/main" noGrp="1"/>
          </p:cNvSpPr>
          <p:nvPr/>
        </p:nvSpPr>
        <p:spPr>
          <a:xfrm xmlns:a="http://schemas.openxmlformats.org/drawingml/2006/main" flipH="0" flipV="0">
            <a:off x="8229600" y="25908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ACF06FFC-698C-48A9-820C-BD224C52C720}"/>
              </a:ext>
            </a:extLst>
          </p:cNvPr>
          <p:cNvSpPr>
            <a:spLocks xmlns:a="http://schemas.openxmlformats.org/drawingml/2006/main" noGrp="1"/>
          </p:cNvSpPr>
          <p:nvPr/>
        </p:nvSpPr>
        <p:spPr>
          <a:xfrm xmlns:a="http://schemas.openxmlformats.org/drawingml/2006/main">
            <a:off x="609600" y="28575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과업 · 설정</a:t>
            </a:r>
          </a:p>
        </p:txBody>
      </p:sp>
      <p:sp>
        <p:nvSpPr>
          <p:cNvPr id="17" name="">
            <a:extLst xmlns:a="http://schemas.openxmlformats.org/drawingml/2006/main">
              <a:ext uri="{FF2B5EF4-FFF2-40B4-BE49-F238E27FC236}">
                <a16:creationId xmlns:a16="http://schemas.microsoft.com/office/drawing/2014/main" id="{738DE70D-CAC7-4038-A67A-C9992C8330EA}"/>
              </a:ext>
            </a:extLst>
          </p:cNvPr>
          <p:cNvSpPr>
            <a:spLocks xmlns:a="http://schemas.openxmlformats.org/drawingml/2006/main" noGrp="1"/>
          </p:cNvSpPr>
          <p:nvPr/>
        </p:nvSpPr>
        <p:spPr>
          <a:xfrm xmlns:a="http://schemas.openxmlformats.org/drawingml/2006/main">
            <a:off x="609600" y="32004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extract / t=0.2</a:t>
            </a:r>
          </a:p>
        </p:txBody>
      </p:sp>
      <p:sp>
        <p:nvSpPr>
          <p:cNvPr id="18" name="">
            <a:extLst xmlns:a="http://schemas.openxmlformats.org/drawingml/2006/main">
              <a:ext uri="{FF2B5EF4-FFF2-40B4-BE49-F238E27FC236}">
                <a16:creationId xmlns:a16="http://schemas.microsoft.com/office/drawing/2014/main" id="{1332A7E9-9661-420E-9AF0-ED906D8D1EFE}"/>
              </a:ext>
            </a:extLst>
          </p:cNvPr>
          <p:cNvSpPr>
            <a:spLocks xmlns:a="http://schemas.openxmlformats.org/drawingml/2006/main" noGrp="1"/>
          </p:cNvSpPr>
          <p:nvPr/>
        </p:nvSpPr>
        <p:spPr>
          <a:xfrm xmlns:a="http://schemas.openxmlformats.org/drawingml/2006/main" flipH="0" flipV="0">
            <a:off x="609600" y="36957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9" name="">
            <a:extLst xmlns:a="http://schemas.openxmlformats.org/drawingml/2006/main">
              <a:ext uri="{FF2B5EF4-FFF2-40B4-BE49-F238E27FC236}">
                <a16:creationId xmlns:a16="http://schemas.microsoft.com/office/drawing/2014/main" id="{0E473A75-1B31-49BD-923B-65F24306D0CD}"/>
              </a:ext>
            </a:extLst>
          </p:cNvPr>
          <p:cNvSpPr>
            <a:spLocks xmlns:a="http://schemas.openxmlformats.org/drawingml/2006/main" noGrp="1"/>
          </p:cNvSpPr>
          <p:nvPr/>
        </p:nvSpPr>
        <p:spPr>
          <a:xfrm xmlns:a="http://schemas.openxmlformats.org/drawingml/2006/main">
            <a:off x="4419600" y="28575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상태 · 응답 지연</a:t>
            </a:r>
          </a:p>
        </p:txBody>
      </p:sp>
      <p:sp>
        <p:nvSpPr>
          <p:cNvPr id="20" name="">
            <a:extLst xmlns:a="http://schemas.openxmlformats.org/drawingml/2006/main">
              <a:ext uri="{FF2B5EF4-FFF2-40B4-BE49-F238E27FC236}">
                <a16:creationId xmlns:a16="http://schemas.microsoft.com/office/drawing/2014/main" id="{68F568B9-67CD-4F74-8F64-11A821CD68DE}"/>
              </a:ext>
            </a:extLst>
          </p:cNvPr>
          <p:cNvSpPr>
            <a:spLocks xmlns:a="http://schemas.openxmlformats.org/drawingml/2006/main" noGrp="1"/>
          </p:cNvSpPr>
          <p:nvPr/>
        </p:nvSpPr>
        <p:spPr>
          <a:xfrm xmlns:a="http://schemas.openxmlformats.org/drawingml/2006/main">
            <a:off x="4419600" y="32004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ok / 0.12 ms</a:t>
            </a:r>
          </a:p>
        </p:txBody>
      </p:sp>
      <p:sp>
        <p:nvSpPr>
          <p:cNvPr id="21" name="">
            <a:extLst xmlns:a="http://schemas.openxmlformats.org/drawingml/2006/main">
              <a:ext uri="{FF2B5EF4-FFF2-40B4-BE49-F238E27FC236}">
                <a16:creationId xmlns:a16="http://schemas.microsoft.com/office/drawing/2014/main" id="{AB91FBC3-CAB8-4412-ACD2-727C885A8E1B}"/>
              </a:ext>
            </a:extLst>
          </p:cNvPr>
          <p:cNvSpPr>
            <a:spLocks xmlns:a="http://schemas.openxmlformats.org/drawingml/2006/main" noGrp="1"/>
          </p:cNvSpPr>
          <p:nvPr/>
        </p:nvSpPr>
        <p:spPr>
          <a:xfrm xmlns:a="http://schemas.openxmlformats.org/drawingml/2006/main" flipH="0" flipV="0">
            <a:off x="4419600" y="36957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4120EB5E-AFEC-4250-91E4-725E211387F3}"/>
              </a:ext>
            </a:extLst>
          </p:cNvPr>
          <p:cNvSpPr>
            <a:spLocks xmlns:a="http://schemas.openxmlformats.org/drawingml/2006/main" noGrp="1"/>
          </p:cNvSpPr>
          <p:nvPr/>
        </p:nvSpPr>
        <p:spPr>
          <a:xfrm xmlns:a="http://schemas.openxmlformats.org/drawingml/2006/main">
            <a:off x="8229600" y="28575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콘텐츠 참조</a:t>
            </a:r>
          </a:p>
        </p:txBody>
      </p:sp>
      <p:sp>
        <p:nvSpPr>
          <p:cNvPr id="23" name="">
            <a:extLst xmlns:a="http://schemas.openxmlformats.org/drawingml/2006/main">
              <a:ext uri="{FF2B5EF4-FFF2-40B4-BE49-F238E27FC236}">
                <a16:creationId xmlns:a16="http://schemas.microsoft.com/office/drawing/2014/main" id="{5E0F3BB0-3A25-4BA6-AF26-7E058EBD692F}"/>
              </a:ext>
            </a:extLst>
          </p:cNvPr>
          <p:cNvSpPr>
            <a:spLocks xmlns:a="http://schemas.openxmlformats.org/drawingml/2006/main" noGrp="1"/>
          </p:cNvSpPr>
          <p:nvPr/>
        </p:nvSpPr>
        <p:spPr>
          <a:xfrm xmlns:a="http://schemas.openxmlformats.org/drawingml/2006/main">
            <a:off x="8229600" y="32004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sha256:ffdf…fe72</a:t>
            </a:r>
          </a:p>
        </p:txBody>
      </p:sp>
      <p:sp>
        <p:nvSpPr>
          <p:cNvPr id="24" name="">
            <a:extLst xmlns:a="http://schemas.openxmlformats.org/drawingml/2006/main">
              <a:ext uri="{FF2B5EF4-FFF2-40B4-BE49-F238E27FC236}">
                <a16:creationId xmlns:a16="http://schemas.microsoft.com/office/drawing/2014/main" id="{CF60A78A-7BD7-41B4-8CCB-4FB86D497AFE}"/>
              </a:ext>
            </a:extLst>
          </p:cNvPr>
          <p:cNvSpPr>
            <a:spLocks xmlns:a="http://schemas.openxmlformats.org/drawingml/2006/main" noGrp="1"/>
          </p:cNvSpPr>
          <p:nvPr/>
        </p:nvSpPr>
        <p:spPr>
          <a:xfrm xmlns:a="http://schemas.openxmlformats.org/drawingml/2006/main" flipH="0" flipV="0">
            <a:off x="8229600" y="36957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5" name="">
            <a:extLst xmlns:a="http://schemas.openxmlformats.org/drawingml/2006/main">
              <a:ext uri="{FF2B5EF4-FFF2-40B4-BE49-F238E27FC236}">
                <a16:creationId xmlns:a16="http://schemas.microsoft.com/office/drawing/2014/main" id="{0AA4B51B-30A2-44DB-9AEF-722654CEE8D4}"/>
              </a:ext>
            </a:extLst>
          </p:cNvPr>
          <p:cNvSpPr>
            <a:spLocks xmlns:a="http://schemas.openxmlformats.org/drawingml/2006/main" noGrp="1"/>
          </p:cNvSpPr>
          <p:nvPr/>
        </p:nvSpPr>
        <p:spPr>
          <a:xfrm xmlns:a="http://schemas.openxmlformats.org/drawingml/2006/main">
            <a:off x="609600" y="39624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출력</a:t>
            </a:r>
          </a:p>
        </p:txBody>
      </p:sp>
      <p:sp>
        <p:nvSpPr>
          <p:cNvPr id="26" name="">
            <a:extLst xmlns:a="http://schemas.openxmlformats.org/drawingml/2006/main">
              <a:ext uri="{FF2B5EF4-FFF2-40B4-BE49-F238E27FC236}">
                <a16:creationId xmlns:a16="http://schemas.microsoft.com/office/drawing/2014/main" id="{100DB851-3F67-4F4E-BA19-BDA2A0183F2D}"/>
              </a:ext>
            </a:extLst>
          </p:cNvPr>
          <p:cNvSpPr>
            <a:spLocks xmlns:a="http://schemas.openxmlformats.org/drawingml/2006/main" noGrp="1"/>
          </p:cNvSpPr>
          <p:nvPr/>
        </p:nvSpPr>
        <p:spPr>
          <a:xfrm xmlns:a="http://schemas.openxmlformats.org/drawingml/2006/main">
            <a:off x="609600" y="43053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execution evidence</a:t>
            </a:r>
          </a:p>
        </p:txBody>
      </p:sp>
      <p:sp>
        <p:nvSpPr>
          <p:cNvPr id="27" name="">
            <a:extLst xmlns:a="http://schemas.openxmlformats.org/drawingml/2006/main">
              <a:ext uri="{FF2B5EF4-FFF2-40B4-BE49-F238E27FC236}">
                <a16:creationId xmlns:a16="http://schemas.microsoft.com/office/drawing/2014/main" id="{A64454F4-FB85-4886-B28E-23B9ACFA8DA7}"/>
              </a:ext>
            </a:extLst>
          </p:cNvPr>
          <p:cNvSpPr>
            <a:spLocks xmlns:a="http://schemas.openxmlformats.org/drawingml/2006/main" noGrp="1"/>
          </p:cNvSpPr>
          <p:nvPr/>
        </p:nvSpPr>
        <p:spPr>
          <a:xfrm xmlns:a="http://schemas.openxmlformats.org/drawingml/2006/main" flipH="0" flipV="0">
            <a:off x="609600" y="48006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8" name="">
            <a:extLst xmlns:a="http://schemas.openxmlformats.org/drawingml/2006/main">
              <a:ext uri="{FF2B5EF4-FFF2-40B4-BE49-F238E27FC236}">
                <a16:creationId xmlns:a16="http://schemas.microsoft.com/office/drawing/2014/main" id="{1377BBD0-F8A9-40DB-BB06-E97D20541848}"/>
              </a:ext>
            </a:extLst>
          </p:cNvPr>
          <p:cNvSpPr>
            <a:spLocks xmlns:a="http://schemas.openxmlformats.org/drawingml/2006/main" noGrp="1"/>
          </p:cNvSpPr>
          <p:nvPr/>
        </p:nvSpPr>
        <p:spPr>
          <a:xfrm xmlns:a="http://schemas.openxmlformats.org/drawingml/2006/main">
            <a:off x="4419600" y="39624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추정 토큰</a:t>
            </a:r>
          </a:p>
        </p:txBody>
      </p:sp>
      <p:sp>
        <p:nvSpPr>
          <p:cNvPr id="29" name="">
            <a:extLst xmlns:a="http://schemas.openxmlformats.org/drawingml/2006/main">
              <a:ext uri="{FF2B5EF4-FFF2-40B4-BE49-F238E27FC236}">
                <a16:creationId xmlns:a16="http://schemas.microsoft.com/office/drawing/2014/main" id="{EF44519F-1C1B-4D3A-B03D-BFCC91EEAA01}"/>
              </a:ext>
            </a:extLst>
          </p:cNvPr>
          <p:cNvSpPr>
            <a:spLocks xmlns:a="http://schemas.openxmlformats.org/drawingml/2006/main" noGrp="1"/>
          </p:cNvSpPr>
          <p:nvPr/>
        </p:nvSpPr>
        <p:spPr>
          <a:xfrm xmlns:a="http://schemas.openxmlformats.org/drawingml/2006/main">
            <a:off x="4419600" y="43053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estimate: 63</a:t>
            </a:r>
          </a:p>
        </p:txBody>
      </p:sp>
      <p:sp>
        <p:nvSpPr>
          <p:cNvPr id="30" name="">
            <a:extLst xmlns:a="http://schemas.openxmlformats.org/drawingml/2006/main">
              <a:ext uri="{FF2B5EF4-FFF2-40B4-BE49-F238E27FC236}">
                <a16:creationId xmlns:a16="http://schemas.microsoft.com/office/drawing/2014/main" id="{ED80AE76-9386-4B9A-B8B1-3276A3C35F48}"/>
              </a:ext>
            </a:extLst>
          </p:cNvPr>
          <p:cNvSpPr>
            <a:spLocks xmlns:a="http://schemas.openxmlformats.org/drawingml/2006/main" noGrp="1"/>
          </p:cNvSpPr>
          <p:nvPr/>
        </p:nvSpPr>
        <p:spPr>
          <a:xfrm xmlns:a="http://schemas.openxmlformats.org/drawingml/2006/main" flipH="0" flipV="0">
            <a:off x="4419600" y="48006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31" name="">
            <a:extLst xmlns:a="http://schemas.openxmlformats.org/drawingml/2006/main">
              <a:ext uri="{FF2B5EF4-FFF2-40B4-BE49-F238E27FC236}">
                <a16:creationId xmlns:a16="http://schemas.microsoft.com/office/drawing/2014/main" id="{3D4AF197-FB31-45C4-B79B-58E4DF5B2C35}"/>
              </a:ext>
            </a:extLst>
          </p:cNvPr>
          <p:cNvSpPr>
            <a:spLocks xmlns:a="http://schemas.openxmlformats.org/drawingml/2006/main" noGrp="1"/>
          </p:cNvSpPr>
          <p:nvPr/>
        </p:nvSpPr>
        <p:spPr>
          <a:xfrm xmlns:a="http://schemas.openxmlformats.org/drawingml/2006/main">
            <a:off x="8229600" y="39624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생성 시각</a:t>
            </a:r>
          </a:p>
        </p:txBody>
      </p:sp>
      <p:sp>
        <p:nvSpPr>
          <p:cNvPr id="32" name="">
            <a:extLst xmlns:a="http://schemas.openxmlformats.org/drawingml/2006/main">
              <a:ext uri="{FF2B5EF4-FFF2-40B4-BE49-F238E27FC236}">
                <a16:creationId xmlns:a16="http://schemas.microsoft.com/office/drawing/2014/main" id="{06D632F7-A882-4510-A468-7CE3031E3FBB}"/>
              </a:ext>
            </a:extLst>
          </p:cNvPr>
          <p:cNvSpPr>
            <a:spLocks xmlns:a="http://schemas.openxmlformats.org/drawingml/2006/main" noGrp="1"/>
          </p:cNvSpPr>
          <p:nvPr/>
        </p:nvSpPr>
        <p:spPr>
          <a:xfrm xmlns:a="http://schemas.openxmlformats.org/drawingml/2006/main">
            <a:off x="8229600" y="43053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UTC timestamp</a:t>
            </a:r>
          </a:p>
        </p:txBody>
      </p:sp>
      <p:sp>
        <p:nvSpPr>
          <p:cNvPr id="33" name="">
            <a:extLst xmlns:a="http://schemas.openxmlformats.org/drawingml/2006/main">
              <a:ext uri="{FF2B5EF4-FFF2-40B4-BE49-F238E27FC236}">
                <a16:creationId xmlns:a16="http://schemas.microsoft.com/office/drawing/2014/main" id="{D0393916-AA8B-4E24-832F-84FCA4137EE7}"/>
              </a:ext>
            </a:extLst>
          </p:cNvPr>
          <p:cNvSpPr>
            <a:spLocks xmlns:a="http://schemas.openxmlformats.org/drawingml/2006/main" noGrp="1"/>
          </p:cNvSpPr>
          <p:nvPr/>
        </p:nvSpPr>
        <p:spPr>
          <a:xfrm xmlns:a="http://schemas.openxmlformats.org/drawingml/2006/main" flipH="0" flipV="0">
            <a:off x="8229600" y="48006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34" name="">
            <a:extLst xmlns:a="http://schemas.openxmlformats.org/drawingml/2006/main">
              <a:ext uri="{FF2B5EF4-FFF2-40B4-BE49-F238E27FC236}">
                <a16:creationId xmlns:a16="http://schemas.microsoft.com/office/drawing/2014/main" id="{D7C61107-1B6C-43AA-B1B8-53F9F5F0BF4E}"/>
              </a:ext>
            </a:extLst>
          </p:cNvPr>
          <p:cNvSpPr>
            <a:spLocks xmlns:a="http://schemas.openxmlformats.org/drawingml/2006/main" noGrp="1"/>
          </p:cNvSpPr>
          <p:nvPr/>
        </p:nvSpPr>
        <p:spPr>
          <a:xfrm xmlns:a="http://schemas.openxmlformats.org/drawingml/2006/main" flipH="0" flipV="0">
            <a:off x="609600" y="5505450"/>
            <a:ext cx="10972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35" name="">
            <a:extLst xmlns:a="http://schemas.openxmlformats.org/drawingml/2006/main">
              <a:ext uri="{FF2B5EF4-FFF2-40B4-BE49-F238E27FC236}">
                <a16:creationId xmlns:a16="http://schemas.microsoft.com/office/drawing/2014/main" id="{D2EEA436-9F2B-45BB-A558-32CC23EE3ECA}"/>
              </a:ext>
            </a:extLst>
          </p:cNvPr>
          <p:cNvSpPr>
            <a:spLocks xmlns:a="http://schemas.openxmlformats.org/drawingml/2006/main" noGrp="1"/>
          </p:cNvSpPr>
          <p:nvPr/>
        </p:nvSpPr>
        <p:spPr>
          <a:xfrm xmlns:a="http://schemas.openxmlformats.org/drawingml/2006/main">
            <a:off x="609600" y="567690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Trace ID = 버전 정보와 실행 결과를 연결하는 공통 식별자 · UTC = Coordinated Universal Time</a:t>
            </a:r>
          </a:p>
        </p:txBody>
      </p:sp>
    </p:spTree>
    <p:extLst>
      <p:ext uri="{BB962C8B-B14F-4D97-AF65-F5344CB8AC3E}">
        <p14:creationId xmlns:p14="http://schemas.microsoft.com/office/powerpoint/2010/main" val="27491060"/>
      </p:ext>
    </p:extLst>
  </p:cSld>
</p:sld>
</file>

<file path=ppt/slides/slide5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0B4154E-38B5-4784-BB9C-EA019836CE6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3D5E4AE2-C36A-42DC-9B4D-4334F0B2846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51</a:t>
            </a:r>
          </a:p>
        </p:txBody>
      </p:sp>
      <p:sp>
        <p:nvSpPr>
          <p:cNvPr id="3" name="">
            <a:extLst xmlns:a="http://schemas.openxmlformats.org/drawingml/2006/main">
              <a:ext uri="{FF2B5EF4-FFF2-40B4-BE49-F238E27FC236}">
                <a16:creationId xmlns:a16="http://schemas.microsoft.com/office/drawing/2014/main" id="{F1C153B8-FB16-4C24-BA76-943215465D5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FC0F8159-30F4-40DB-9549-FF7D893DAD2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F7770E72-218C-49ED-A97D-5BBEAD33732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6B9361C7-1570-431C-B413-B136FD0E083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서비스 운영의 다섯 평가 기준</a:t>
            </a:r>
          </a:p>
        </p:txBody>
      </p:sp>
      <p:sp>
        <p:nvSpPr>
          <p:cNvPr id="7" name="">
            <a:extLst xmlns:a="http://schemas.openxmlformats.org/drawingml/2006/main">
              <a:ext uri="{FF2B5EF4-FFF2-40B4-BE49-F238E27FC236}">
                <a16:creationId xmlns:a16="http://schemas.microsoft.com/office/drawing/2014/main" id="{5D252F93-1F65-4C0E-8292-A621D659A26F}"/>
              </a:ext>
            </a:extLst>
          </p:cNvPr>
          <p:cNvSpPr>
            <a:spLocks xmlns:a="http://schemas.openxmlformats.org/drawingml/2006/main" noGrp="1"/>
          </p:cNvSpPr>
          <p:nvPr/>
        </p:nvSpPr>
        <p:spPr>
          <a:xfrm xmlns:a="http://schemas.openxmlformats.org/drawingml/2006/main">
            <a:off x="609600" y="15811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C9E67AFB-520F-4ABB-A35B-041981CC383C}"/>
              </a:ext>
            </a:extLst>
          </p:cNvPr>
          <p:cNvSpPr>
            <a:spLocks xmlns:a="http://schemas.openxmlformats.org/drawingml/2006/main" noGrp="1"/>
          </p:cNvSpPr>
          <p:nvPr/>
        </p:nvSpPr>
        <p:spPr>
          <a:xfrm xmlns:a="http://schemas.openxmlformats.org/drawingml/2006/main">
            <a:off x="1333500" y="15049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품질</a:t>
            </a:r>
          </a:p>
        </p:txBody>
      </p:sp>
      <p:sp>
        <p:nvSpPr>
          <p:cNvPr id="9" name="">
            <a:extLst xmlns:a="http://schemas.openxmlformats.org/drawingml/2006/main">
              <a:ext uri="{FF2B5EF4-FFF2-40B4-BE49-F238E27FC236}">
                <a16:creationId xmlns:a16="http://schemas.microsoft.com/office/drawing/2014/main" id="{FFC411C7-0F54-4095-B4F0-C0956C87BC46}"/>
              </a:ext>
            </a:extLst>
          </p:cNvPr>
          <p:cNvSpPr>
            <a:spLocks xmlns:a="http://schemas.openxmlformats.org/drawingml/2006/main" noGrp="1"/>
          </p:cNvSpPr>
          <p:nvPr/>
        </p:nvSpPr>
        <p:spPr>
          <a:xfrm xmlns:a="http://schemas.openxmlformats.org/drawingml/2006/main">
            <a:off x="5219700" y="15811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업무 정답 · 근거 · 형식 · 유용성</a:t>
            </a:r>
          </a:p>
        </p:txBody>
      </p:sp>
      <p:sp>
        <p:nvSpPr>
          <p:cNvPr id="10" name="">
            <a:extLst xmlns:a="http://schemas.openxmlformats.org/drawingml/2006/main">
              <a:ext uri="{FF2B5EF4-FFF2-40B4-BE49-F238E27FC236}">
                <a16:creationId xmlns:a16="http://schemas.microsoft.com/office/drawing/2014/main" id="{F658C0A0-43B5-4DE7-BB80-7BF20597BCA9}"/>
              </a:ext>
            </a:extLst>
          </p:cNvPr>
          <p:cNvSpPr>
            <a:spLocks xmlns:a="http://schemas.openxmlformats.org/drawingml/2006/main" noGrp="1"/>
          </p:cNvSpPr>
          <p:nvPr/>
        </p:nvSpPr>
        <p:spPr>
          <a:xfrm xmlns:a="http://schemas.openxmlformats.org/drawingml/2006/main" flipH="0" flipV="0">
            <a:off x="1333500" y="20955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8DFCC963-FFC6-432A-9DF0-336543C979F4}"/>
              </a:ext>
            </a:extLst>
          </p:cNvPr>
          <p:cNvSpPr>
            <a:spLocks xmlns:a="http://schemas.openxmlformats.org/drawingml/2006/main" noGrp="1"/>
          </p:cNvSpPr>
          <p:nvPr/>
        </p:nvSpPr>
        <p:spPr>
          <a:xfrm xmlns:a="http://schemas.openxmlformats.org/drawingml/2006/main">
            <a:off x="609600" y="24574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2F725E32-B4AC-4F36-8DB9-721AD32A7D8C}"/>
              </a:ext>
            </a:extLst>
          </p:cNvPr>
          <p:cNvSpPr>
            <a:spLocks xmlns:a="http://schemas.openxmlformats.org/drawingml/2006/main" noGrp="1"/>
          </p:cNvSpPr>
          <p:nvPr/>
        </p:nvSpPr>
        <p:spPr>
          <a:xfrm xmlns:a="http://schemas.openxmlformats.org/drawingml/2006/main">
            <a:off x="1333500" y="23812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응답 지연</a:t>
            </a:r>
          </a:p>
        </p:txBody>
      </p:sp>
      <p:sp>
        <p:nvSpPr>
          <p:cNvPr id="13" name="">
            <a:extLst xmlns:a="http://schemas.openxmlformats.org/drawingml/2006/main">
              <a:ext uri="{FF2B5EF4-FFF2-40B4-BE49-F238E27FC236}">
                <a16:creationId xmlns:a16="http://schemas.microsoft.com/office/drawing/2014/main" id="{829BAFDE-F71E-49A3-AB51-8A374C06E376}"/>
              </a:ext>
            </a:extLst>
          </p:cNvPr>
          <p:cNvSpPr>
            <a:spLocks xmlns:a="http://schemas.openxmlformats.org/drawingml/2006/main" noGrp="1"/>
          </p:cNvSpPr>
          <p:nvPr/>
        </p:nvSpPr>
        <p:spPr>
          <a:xfrm xmlns:a="http://schemas.openxmlformats.org/drawingml/2006/main">
            <a:off x="5219700" y="24574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평균 · 50번째 백분위 · 95번째 백분위 · 시간 초과</a:t>
            </a:r>
          </a:p>
        </p:txBody>
      </p:sp>
      <p:sp>
        <p:nvSpPr>
          <p:cNvPr id="14" name="">
            <a:extLst xmlns:a="http://schemas.openxmlformats.org/drawingml/2006/main">
              <a:ext uri="{FF2B5EF4-FFF2-40B4-BE49-F238E27FC236}">
                <a16:creationId xmlns:a16="http://schemas.microsoft.com/office/drawing/2014/main" id="{197BB71F-B9AB-480E-88A4-8429FD9C38A2}"/>
              </a:ext>
            </a:extLst>
          </p:cNvPr>
          <p:cNvSpPr>
            <a:spLocks xmlns:a="http://schemas.openxmlformats.org/drawingml/2006/main" noGrp="1"/>
          </p:cNvSpPr>
          <p:nvPr/>
        </p:nvSpPr>
        <p:spPr>
          <a:xfrm xmlns:a="http://schemas.openxmlformats.org/drawingml/2006/main" flipH="0" flipV="0">
            <a:off x="1333500" y="29718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51946B05-9C48-4FF4-8861-F0A4784F46FC}"/>
              </a:ext>
            </a:extLst>
          </p:cNvPr>
          <p:cNvSpPr>
            <a:spLocks xmlns:a="http://schemas.openxmlformats.org/drawingml/2006/main" noGrp="1"/>
          </p:cNvSpPr>
          <p:nvPr/>
        </p:nvSpPr>
        <p:spPr>
          <a:xfrm xmlns:a="http://schemas.openxmlformats.org/drawingml/2006/main">
            <a:off x="609600" y="33337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4649AB7C-3B48-4E33-AA9C-5FFA6C8AF744}"/>
              </a:ext>
            </a:extLst>
          </p:cNvPr>
          <p:cNvSpPr>
            <a:spLocks xmlns:a="http://schemas.openxmlformats.org/drawingml/2006/main" noGrp="1"/>
          </p:cNvSpPr>
          <p:nvPr/>
        </p:nvSpPr>
        <p:spPr>
          <a:xfrm xmlns:a="http://schemas.openxmlformats.org/drawingml/2006/main">
            <a:off x="1333500" y="32575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비용</a:t>
            </a:r>
          </a:p>
        </p:txBody>
      </p:sp>
      <p:sp>
        <p:nvSpPr>
          <p:cNvPr id="17" name="">
            <a:extLst xmlns:a="http://schemas.openxmlformats.org/drawingml/2006/main">
              <a:ext uri="{FF2B5EF4-FFF2-40B4-BE49-F238E27FC236}">
                <a16:creationId xmlns:a16="http://schemas.microsoft.com/office/drawing/2014/main" id="{E5160670-82F3-485C-8305-375339686461}"/>
              </a:ext>
            </a:extLst>
          </p:cNvPr>
          <p:cNvSpPr>
            <a:spLocks xmlns:a="http://schemas.openxmlformats.org/drawingml/2006/main" noGrp="1"/>
          </p:cNvSpPr>
          <p:nvPr/>
        </p:nvSpPr>
        <p:spPr>
          <a:xfrm xmlns:a="http://schemas.openxmlformats.org/drawingml/2006/main">
            <a:off x="5219700" y="33337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토큰 · 모델 · 도구 · 캐시</a:t>
            </a:r>
          </a:p>
        </p:txBody>
      </p:sp>
      <p:sp>
        <p:nvSpPr>
          <p:cNvPr id="18" name="">
            <a:extLst xmlns:a="http://schemas.openxmlformats.org/drawingml/2006/main">
              <a:ext uri="{FF2B5EF4-FFF2-40B4-BE49-F238E27FC236}">
                <a16:creationId xmlns:a16="http://schemas.microsoft.com/office/drawing/2014/main" id="{77E2ADCD-6A36-45A4-9CFF-BF12137B8E6F}"/>
              </a:ext>
            </a:extLst>
          </p:cNvPr>
          <p:cNvSpPr>
            <a:spLocks xmlns:a="http://schemas.openxmlformats.org/drawingml/2006/main" noGrp="1"/>
          </p:cNvSpPr>
          <p:nvPr/>
        </p:nvSpPr>
        <p:spPr>
          <a:xfrm xmlns:a="http://schemas.openxmlformats.org/drawingml/2006/main" flipH="0" flipV="0">
            <a:off x="1333500" y="38481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9" name="">
            <a:extLst xmlns:a="http://schemas.openxmlformats.org/drawingml/2006/main">
              <a:ext uri="{FF2B5EF4-FFF2-40B4-BE49-F238E27FC236}">
                <a16:creationId xmlns:a16="http://schemas.microsoft.com/office/drawing/2014/main" id="{A9ED8B36-3874-417D-939F-93D500C62A64}"/>
              </a:ext>
            </a:extLst>
          </p:cNvPr>
          <p:cNvSpPr>
            <a:spLocks xmlns:a="http://schemas.openxmlformats.org/drawingml/2006/main" noGrp="1"/>
          </p:cNvSpPr>
          <p:nvPr/>
        </p:nvSpPr>
        <p:spPr>
          <a:xfrm xmlns:a="http://schemas.openxmlformats.org/drawingml/2006/main">
            <a:off x="609600" y="42100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7A258C39-5631-4165-8A28-A0E54D994786}"/>
              </a:ext>
            </a:extLst>
          </p:cNvPr>
          <p:cNvSpPr>
            <a:spLocks xmlns:a="http://schemas.openxmlformats.org/drawingml/2006/main" noGrp="1"/>
          </p:cNvSpPr>
          <p:nvPr/>
        </p:nvSpPr>
        <p:spPr>
          <a:xfrm xmlns:a="http://schemas.openxmlformats.org/drawingml/2006/main">
            <a:off x="1333500" y="41338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안전성</a:t>
            </a:r>
          </a:p>
        </p:txBody>
      </p:sp>
      <p:sp>
        <p:nvSpPr>
          <p:cNvPr id="21" name="">
            <a:extLst xmlns:a="http://schemas.openxmlformats.org/drawingml/2006/main">
              <a:ext uri="{FF2B5EF4-FFF2-40B4-BE49-F238E27FC236}">
                <a16:creationId xmlns:a16="http://schemas.microsoft.com/office/drawing/2014/main" id="{80E73D76-426E-4601-8001-C6F34703A244}"/>
              </a:ext>
            </a:extLst>
          </p:cNvPr>
          <p:cNvSpPr>
            <a:spLocks xmlns:a="http://schemas.openxmlformats.org/drawingml/2006/main" noGrp="1"/>
          </p:cNvSpPr>
          <p:nvPr/>
        </p:nvSpPr>
        <p:spPr>
          <a:xfrm xmlns:a="http://schemas.openxmlformats.org/drawingml/2006/main">
            <a:off x="5219700" y="4210050"/>
            <a:ext cx="6362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개인 식별 정보(Personally Identifiable Information, PII)</a:t>
            </a:r>
          </a:p>
          <a:p xmlns:a="http://schemas.openxmlformats.org/drawingml/2006/main">
            <a:pPr algn="l">
              <a:lnSpc>
                <a:spcPct val="108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프롬프트 주입 · 권한 · 감사</a:t>
            </a:r>
          </a:p>
        </p:txBody>
      </p:sp>
      <p:sp>
        <p:nvSpPr>
          <p:cNvPr id="22" name="">
            <a:extLst xmlns:a="http://schemas.openxmlformats.org/drawingml/2006/main">
              <a:ext uri="{FF2B5EF4-FFF2-40B4-BE49-F238E27FC236}">
                <a16:creationId xmlns:a16="http://schemas.microsoft.com/office/drawing/2014/main" id="{7452F401-E947-4237-BCCC-CCB891B09F37}"/>
              </a:ext>
            </a:extLst>
          </p:cNvPr>
          <p:cNvSpPr>
            <a:spLocks xmlns:a="http://schemas.openxmlformats.org/drawingml/2006/main" noGrp="1"/>
          </p:cNvSpPr>
          <p:nvPr/>
        </p:nvSpPr>
        <p:spPr>
          <a:xfrm xmlns:a="http://schemas.openxmlformats.org/drawingml/2006/main" flipH="0" flipV="0">
            <a:off x="1333500" y="47244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3" name="">
            <a:extLst xmlns:a="http://schemas.openxmlformats.org/drawingml/2006/main">
              <a:ext uri="{FF2B5EF4-FFF2-40B4-BE49-F238E27FC236}">
                <a16:creationId xmlns:a16="http://schemas.microsoft.com/office/drawing/2014/main" id="{B52A8064-7230-4177-888F-89204C124D0F}"/>
              </a:ext>
            </a:extLst>
          </p:cNvPr>
          <p:cNvSpPr>
            <a:spLocks xmlns:a="http://schemas.openxmlformats.org/drawingml/2006/main" noGrp="1"/>
          </p:cNvSpPr>
          <p:nvPr/>
        </p:nvSpPr>
        <p:spPr>
          <a:xfrm xmlns:a="http://schemas.openxmlformats.org/drawingml/2006/main">
            <a:off x="609600" y="50863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05</a:t>
            </a:r>
          </a:p>
        </p:txBody>
      </p:sp>
      <p:sp>
        <p:nvSpPr>
          <p:cNvPr id="24" name="">
            <a:extLst xmlns:a="http://schemas.openxmlformats.org/drawingml/2006/main">
              <a:ext uri="{FF2B5EF4-FFF2-40B4-BE49-F238E27FC236}">
                <a16:creationId xmlns:a16="http://schemas.microsoft.com/office/drawing/2014/main" id="{443504E3-DC43-44EA-AC90-A495737454E0}"/>
              </a:ext>
            </a:extLst>
          </p:cNvPr>
          <p:cNvSpPr>
            <a:spLocks xmlns:a="http://schemas.openxmlformats.org/drawingml/2006/main" noGrp="1"/>
          </p:cNvSpPr>
          <p:nvPr/>
        </p:nvSpPr>
        <p:spPr>
          <a:xfrm xmlns:a="http://schemas.openxmlformats.org/drawingml/2006/main">
            <a:off x="1333500" y="5010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재현성</a:t>
            </a:r>
          </a:p>
        </p:txBody>
      </p:sp>
      <p:sp>
        <p:nvSpPr>
          <p:cNvPr id="25" name="">
            <a:extLst xmlns:a="http://schemas.openxmlformats.org/drawingml/2006/main">
              <a:ext uri="{FF2B5EF4-FFF2-40B4-BE49-F238E27FC236}">
                <a16:creationId xmlns:a16="http://schemas.microsoft.com/office/drawing/2014/main" id="{F9057D56-76BF-40C1-8C9A-2D1417AA680E}"/>
              </a:ext>
            </a:extLst>
          </p:cNvPr>
          <p:cNvSpPr>
            <a:spLocks xmlns:a="http://schemas.openxmlformats.org/drawingml/2006/main" noGrp="1"/>
          </p:cNvSpPr>
          <p:nvPr/>
        </p:nvSpPr>
        <p:spPr>
          <a:xfrm xmlns:a="http://schemas.openxmlformats.org/drawingml/2006/main">
            <a:off x="5219700" y="50863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환경 · 버전 · 실행 추적 · 커밋</a:t>
            </a:r>
          </a:p>
        </p:txBody>
      </p:sp>
      <p:sp>
        <p:nvSpPr>
          <p:cNvPr id="26" name="">
            <a:extLst xmlns:a="http://schemas.openxmlformats.org/drawingml/2006/main">
              <a:ext uri="{FF2B5EF4-FFF2-40B4-BE49-F238E27FC236}">
                <a16:creationId xmlns:a16="http://schemas.microsoft.com/office/drawing/2014/main" id="{3DE001B2-EEFA-43B9-8A91-17AF800A4691}"/>
              </a:ext>
            </a:extLst>
          </p:cNvPr>
          <p:cNvSpPr>
            <a:spLocks xmlns:a="http://schemas.openxmlformats.org/drawingml/2006/main" noGrp="1"/>
          </p:cNvSpPr>
          <p:nvPr/>
        </p:nvSpPr>
        <p:spPr>
          <a:xfrm xmlns:a="http://schemas.openxmlformats.org/drawingml/2006/main" flipH="0" flipV="0">
            <a:off x="1333500" y="56007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572778069"/>
      </p:ext>
    </p:extLst>
  </p:cSld>
</p:sld>
</file>

<file path=ppt/slides/slide5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441B003-02B2-4848-A556-78F7E651E0D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83FFBF71-9803-4405-AA9D-792A52AF8144}"/>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52</a:t>
            </a:r>
          </a:p>
        </p:txBody>
      </p:sp>
      <p:sp>
        <p:nvSpPr>
          <p:cNvPr id="3" name="">
            <a:extLst xmlns:a="http://schemas.openxmlformats.org/drawingml/2006/main">
              <a:ext uri="{FF2B5EF4-FFF2-40B4-BE49-F238E27FC236}">
                <a16:creationId xmlns:a16="http://schemas.microsoft.com/office/drawing/2014/main" id="{1E7BAFD8-2A65-4BD6-B4AF-38334B2716A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27FDF508-DD0C-4FA2-BDD9-3CDB79DFB76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DBD53C69-547B-4592-9166-53B3E727833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557CB7C-90A7-40CB-B940-6345E8D84B8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운영 지표의 상충 관계</a:t>
            </a:r>
          </a:p>
        </p:txBody>
      </p:sp>
      <p:sp>
        <p:nvSpPr>
          <p:cNvPr id="7" name="">
            <a:extLst xmlns:a="http://schemas.openxmlformats.org/drawingml/2006/main">
              <a:ext uri="{FF2B5EF4-FFF2-40B4-BE49-F238E27FC236}">
                <a16:creationId xmlns:a16="http://schemas.microsoft.com/office/drawing/2014/main" id="{B27EE85F-BAF6-4D65-A470-493B7B75FDF7}"/>
              </a:ext>
            </a:extLst>
          </p:cNvPr>
          <p:cNvSpPr>
            <a:spLocks xmlns:a="http://schemas.openxmlformats.org/drawingml/2006/main" noGrp="1"/>
          </p:cNvSpPr>
          <p:nvPr/>
        </p:nvSpPr>
        <p:spPr>
          <a:xfrm xmlns:a="http://schemas.openxmlformats.org/drawingml/2006/main">
            <a:off x="609600" y="14478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한 지표의 개선은 다른 지표의 비용을 함께 확인할 때만 운영 판단으로 완성</a:t>
            </a:r>
          </a:p>
        </p:txBody>
      </p:sp>
      <p:sp>
        <p:nvSpPr>
          <p:cNvPr id="8" name="">
            <a:extLst xmlns:a="http://schemas.openxmlformats.org/drawingml/2006/main">
              <a:ext uri="{FF2B5EF4-FFF2-40B4-BE49-F238E27FC236}">
                <a16:creationId xmlns:a16="http://schemas.microsoft.com/office/drawing/2014/main" id="{6F640A12-F1D2-4197-881D-023D7464F03A}"/>
              </a:ext>
            </a:extLst>
          </p:cNvPr>
          <p:cNvSpPr>
            <a:spLocks xmlns:a="http://schemas.openxmlformats.org/drawingml/2006/main" noGrp="1"/>
          </p:cNvSpPr>
          <p:nvPr/>
        </p:nvSpPr>
        <p:spPr>
          <a:xfrm xmlns:a="http://schemas.openxmlformats.org/drawingml/2006/main">
            <a:off x="609600" y="20383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125" b="1">
                <a:solidFill>
                  <a:srgbClr val="667085"/>
                </a:solidFill>
                <a:latin typeface="AppleGothic"/>
                <a:ea typeface="AppleGothic"/>
                <a:cs typeface="AppleGothic"/>
              </a:defRPr>
            </a:pPr>
            <a:r>
              <a:rPr sz="1125" b="1">
                <a:solidFill>
                  <a:srgbClr val="667085"/>
                </a:solidFill>
                <a:latin typeface="AppleGothic"/>
                <a:ea typeface="AppleGothic"/>
                <a:cs typeface="AppleGothic"/>
              </a:rPr>
              <a:t>판단 축</a:t>
            </a:r>
          </a:p>
        </p:txBody>
      </p:sp>
      <p:sp>
        <p:nvSpPr>
          <p:cNvPr id="9" name="">
            <a:extLst xmlns:a="http://schemas.openxmlformats.org/drawingml/2006/main">
              <a:ext uri="{FF2B5EF4-FFF2-40B4-BE49-F238E27FC236}">
                <a16:creationId xmlns:a16="http://schemas.microsoft.com/office/drawing/2014/main" id="{74B326C5-4AF2-4C6B-840A-47716EC9E1E9}"/>
              </a:ext>
            </a:extLst>
          </p:cNvPr>
          <p:cNvSpPr>
            <a:spLocks xmlns:a="http://schemas.openxmlformats.org/drawingml/2006/main" noGrp="1"/>
          </p:cNvSpPr>
          <p:nvPr/>
        </p:nvSpPr>
        <p:spPr>
          <a:xfrm xmlns:a="http://schemas.openxmlformats.org/drawingml/2006/main">
            <a:off x="3733800" y="203835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125" b="1">
                <a:solidFill>
                  <a:srgbClr val="667085"/>
                </a:solidFill>
                <a:latin typeface="AppleGothic"/>
                <a:ea typeface="AppleGothic"/>
                <a:cs typeface="AppleGothic"/>
              </a:defRPr>
            </a:pPr>
            <a:r>
              <a:rPr sz="1125" b="1">
                <a:solidFill>
                  <a:srgbClr val="667085"/>
                </a:solidFill>
                <a:latin typeface="AppleGothic"/>
                <a:ea typeface="AppleGothic"/>
                <a:cs typeface="AppleGothic"/>
              </a:rPr>
              <a:t>변경 레버</a:t>
            </a:r>
          </a:p>
        </p:txBody>
      </p:sp>
      <p:sp>
        <p:nvSpPr>
          <p:cNvPr id="10" name="">
            <a:extLst xmlns:a="http://schemas.openxmlformats.org/drawingml/2006/main">
              <a:ext uri="{FF2B5EF4-FFF2-40B4-BE49-F238E27FC236}">
                <a16:creationId xmlns:a16="http://schemas.microsoft.com/office/drawing/2014/main" id="{C80C9FE9-A1E3-4E03-9C72-682AD2E69091}"/>
              </a:ext>
            </a:extLst>
          </p:cNvPr>
          <p:cNvSpPr>
            <a:spLocks xmlns:a="http://schemas.openxmlformats.org/drawingml/2006/main" noGrp="1"/>
          </p:cNvSpPr>
          <p:nvPr/>
        </p:nvSpPr>
        <p:spPr>
          <a:xfrm xmlns:a="http://schemas.openxmlformats.org/drawingml/2006/main">
            <a:off x="7505700" y="2038350"/>
            <a:ext cx="3695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125" b="1">
                <a:solidFill>
                  <a:srgbClr val="667085"/>
                </a:solidFill>
                <a:latin typeface="AppleGothic"/>
                <a:ea typeface="AppleGothic"/>
                <a:cs typeface="AppleGothic"/>
              </a:defRPr>
            </a:pPr>
            <a:r>
              <a:rPr sz="1125" b="1">
                <a:solidFill>
                  <a:srgbClr val="667085"/>
                </a:solidFill>
                <a:latin typeface="AppleGothic"/>
                <a:ea typeface="AppleGothic"/>
                <a:cs typeface="AppleGothic"/>
              </a:rPr>
              <a:t>함께 확인할 손실</a:t>
            </a:r>
          </a:p>
        </p:txBody>
      </p:sp>
      <p:sp>
        <p:nvSpPr>
          <p:cNvPr id="11" name="">
            <a:extLst xmlns:a="http://schemas.openxmlformats.org/drawingml/2006/main">
              <a:ext uri="{FF2B5EF4-FFF2-40B4-BE49-F238E27FC236}">
                <a16:creationId xmlns:a16="http://schemas.microsoft.com/office/drawing/2014/main" id="{CB95289A-EDF9-4C1B-825F-DC6D077E7C9A}"/>
              </a:ext>
            </a:extLst>
          </p:cNvPr>
          <p:cNvSpPr>
            <a:spLocks xmlns:a="http://schemas.openxmlformats.org/drawingml/2006/main" noGrp="1"/>
          </p:cNvSpPr>
          <p:nvPr/>
        </p:nvSpPr>
        <p:spPr>
          <a:xfrm xmlns:a="http://schemas.openxmlformats.org/drawingml/2006/main" flipH="0" flipV="0">
            <a:off x="609600" y="2400300"/>
            <a:ext cx="1097280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2" name="">
            <a:extLst xmlns:a="http://schemas.openxmlformats.org/drawingml/2006/main">
              <a:ext uri="{FF2B5EF4-FFF2-40B4-BE49-F238E27FC236}">
                <a16:creationId xmlns:a16="http://schemas.microsoft.com/office/drawing/2014/main" id="{6B261436-FD9F-4B20-801D-8C206E626C8A}"/>
              </a:ext>
            </a:extLst>
          </p:cNvPr>
          <p:cNvSpPr>
            <a:spLocks xmlns:a="http://schemas.openxmlformats.org/drawingml/2006/main" noGrp="1"/>
          </p:cNvSpPr>
          <p:nvPr/>
        </p:nvSpPr>
        <p:spPr>
          <a:xfrm xmlns:a="http://schemas.openxmlformats.org/drawingml/2006/main">
            <a:off x="609600" y="257175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품질 ↔ 비용</a:t>
            </a:r>
          </a:p>
        </p:txBody>
      </p:sp>
      <p:sp>
        <p:nvSpPr>
          <p:cNvPr id="13" name="">
            <a:extLst xmlns:a="http://schemas.openxmlformats.org/drawingml/2006/main">
              <a:ext uri="{FF2B5EF4-FFF2-40B4-BE49-F238E27FC236}">
                <a16:creationId xmlns:a16="http://schemas.microsoft.com/office/drawing/2014/main" id="{953F8ADD-E620-4F50-AACE-D9E842339DB8}"/>
              </a:ext>
            </a:extLst>
          </p:cNvPr>
          <p:cNvSpPr>
            <a:spLocks xmlns:a="http://schemas.openxmlformats.org/drawingml/2006/main" noGrp="1"/>
          </p:cNvSpPr>
          <p:nvPr/>
        </p:nvSpPr>
        <p:spPr>
          <a:xfrm xmlns:a="http://schemas.openxmlformats.org/drawingml/2006/main">
            <a:off x="3733800" y="257175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상위 모델 · 긴 맥락</a:t>
            </a:r>
          </a:p>
        </p:txBody>
      </p:sp>
      <p:sp>
        <p:nvSpPr>
          <p:cNvPr id="14" name="">
            <a:extLst xmlns:a="http://schemas.openxmlformats.org/drawingml/2006/main">
              <a:ext uri="{FF2B5EF4-FFF2-40B4-BE49-F238E27FC236}">
                <a16:creationId xmlns:a16="http://schemas.microsoft.com/office/drawing/2014/main" id="{594E2740-2B4F-4D2F-A357-3E2E1544EABC}"/>
              </a:ext>
            </a:extLst>
          </p:cNvPr>
          <p:cNvSpPr>
            <a:spLocks xmlns:a="http://schemas.openxmlformats.org/drawingml/2006/main" noGrp="1"/>
          </p:cNvSpPr>
          <p:nvPr/>
        </p:nvSpPr>
        <p:spPr>
          <a:xfrm xmlns:a="http://schemas.openxmlformats.org/drawingml/2006/main">
            <a:off x="7505700" y="257175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요청당 비용 · 처리량</a:t>
            </a:r>
          </a:p>
        </p:txBody>
      </p:sp>
      <p:sp>
        <p:nvSpPr>
          <p:cNvPr id="15" name="">
            <a:extLst xmlns:a="http://schemas.openxmlformats.org/drawingml/2006/main">
              <a:ext uri="{FF2B5EF4-FFF2-40B4-BE49-F238E27FC236}">
                <a16:creationId xmlns:a16="http://schemas.microsoft.com/office/drawing/2014/main" id="{7978000C-7BEC-4835-B765-2A9B982BF62C}"/>
              </a:ext>
            </a:extLst>
          </p:cNvPr>
          <p:cNvSpPr>
            <a:spLocks xmlns:a="http://schemas.openxmlformats.org/drawingml/2006/main" noGrp="1"/>
          </p:cNvSpPr>
          <p:nvPr/>
        </p:nvSpPr>
        <p:spPr>
          <a:xfrm xmlns:a="http://schemas.openxmlformats.org/drawingml/2006/main" flipH="0" flipV="0">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596B0097-39BD-408E-A3C6-10E6F38667C5}"/>
              </a:ext>
            </a:extLst>
          </p:cNvPr>
          <p:cNvSpPr>
            <a:spLocks xmlns:a="http://schemas.openxmlformats.org/drawingml/2006/main" noGrp="1"/>
          </p:cNvSpPr>
          <p:nvPr/>
        </p:nvSpPr>
        <p:spPr>
          <a:xfrm xmlns:a="http://schemas.openxmlformats.org/drawingml/2006/main">
            <a:off x="609600" y="335280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품질 ↔ 응답 시간</a:t>
            </a:r>
          </a:p>
        </p:txBody>
      </p:sp>
      <p:sp>
        <p:nvSpPr>
          <p:cNvPr id="17" name="">
            <a:extLst xmlns:a="http://schemas.openxmlformats.org/drawingml/2006/main">
              <a:ext uri="{FF2B5EF4-FFF2-40B4-BE49-F238E27FC236}">
                <a16:creationId xmlns:a16="http://schemas.microsoft.com/office/drawing/2014/main" id="{3C37E650-2741-47CD-B7C2-1CE2C088C099}"/>
              </a:ext>
            </a:extLst>
          </p:cNvPr>
          <p:cNvSpPr>
            <a:spLocks xmlns:a="http://schemas.openxmlformats.org/drawingml/2006/main" noGrp="1"/>
          </p:cNvSpPr>
          <p:nvPr/>
        </p:nvSpPr>
        <p:spPr>
          <a:xfrm xmlns:a="http://schemas.openxmlformats.org/drawingml/2006/main">
            <a:off x="3733800" y="335280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검색 · 도구 · 검증 단계</a:t>
            </a:r>
          </a:p>
        </p:txBody>
      </p:sp>
      <p:sp>
        <p:nvSpPr>
          <p:cNvPr id="18" name="">
            <a:extLst xmlns:a="http://schemas.openxmlformats.org/drawingml/2006/main">
              <a:ext uri="{FF2B5EF4-FFF2-40B4-BE49-F238E27FC236}">
                <a16:creationId xmlns:a16="http://schemas.microsoft.com/office/drawing/2014/main" id="{F195236F-B79C-4C2D-82B1-9C51F640AA82}"/>
              </a:ext>
            </a:extLst>
          </p:cNvPr>
          <p:cNvSpPr>
            <a:spLocks xmlns:a="http://schemas.openxmlformats.org/drawingml/2006/main" noGrp="1"/>
          </p:cNvSpPr>
          <p:nvPr/>
        </p:nvSpPr>
        <p:spPr>
          <a:xfrm xmlns:a="http://schemas.openxmlformats.org/drawingml/2006/main">
            <a:off x="7505700" y="33528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대기시간 · 시간 초과</a:t>
            </a:r>
          </a:p>
        </p:txBody>
      </p:sp>
      <p:sp>
        <p:nvSpPr>
          <p:cNvPr id="19" name="">
            <a:extLst xmlns:a="http://schemas.openxmlformats.org/drawingml/2006/main">
              <a:ext uri="{FF2B5EF4-FFF2-40B4-BE49-F238E27FC236}">
                <a16:creationId xmlns:a16="http://schemas.microsoft.com/office/drawing/2014/main" id="{E1E70C9D-1F1D-437D-AFB1-A4523EFA1CBD}"/>
              </a:ext>
            </a:extLst>
          </p:cNvPr>
          <p:cNvSpPr>
            <a:spLocks xmlns:a="http://schemas.openxmlformats.org/drawingml/2006/main" noGrp="1"/>
          </p:cNvSpPr>
          <p:nvPr/>
        </p:nvSpPr>
        <p:spPr>
          <a:xfrm xmlns:a="http://schemas.openxmlformats.org/drawingml/2006/main" flipH="0" flipV="0">
            <a:off x="609600" y="39052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AEFEB2E9-6D28-455C-B6BC-708BB5C4035E}"/>
              </a:ext>
            </a:extLst>
          </p:cNvPr>
          <p:cNvSpPr>
            <a:spLocks xmlns:a="http://schemas.openxmlformats.org/drawingml/2006/main" noGrp="1"/>
          </p:cNvSpPr>
          <p:nvPr/>
        </p:nvSpPr>
        <p:spPr>
          <a:xfrm xmlns:a="http://schemas.openxmlformats.org/drawingml/2006/main">
            <a:off x="609600" y="413385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안전 ↔ 처리 범위</a:t>
            </a:r>
          </a:p>
        </p:txBody>
      </p:sp>
      <p:sp>
        <p:nvSpPr>
          <p:cNvPr id="21" name="">
            <a:extLst xmlns:a="http://schemas.openxmlformats.org/drawingml/2006/main">
              <a:ext uri="{FF2B5EF4-FFF2-40B4-BE49-F238E27FC236}">
                <a16:creationId xmlns:a16="http://schemas.microsoft.com/office/drawing/2014/main" id="{03FEB9E7-FA41-4B19-8D62-BC3F557DD7B1}"/>
              </a:ext>
            </a:extLst>
          </p:cNvPr>
          <p:cNvSpPr>
            <a:spLocks xmlns:a="http://schemas.openxmlformats.org/drawingml/2006/main" noGrp="1"/>
          </p:cNvSpPr>
          <p:nvPr/>
        </p:nvSpPr>
        <p:spPr>
          <a:xfrm xmlns:a="http://schemas.openxmlformats.org/drawingml/2006/main">
            <a:off x="3733800" y="413385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차단 강도 · 사람 검토</a:t>
            </a:r>
          </a:p>
        </p:txBody>
      </p:sp>
      <p:sp>
        <p:nvSpPr>
          <p:cNvPr id="22" name="">
            <a:extLst xmlns:a="http://schemas.openxmlformats.org/drawingml/2006/main">
              <a:ext uri="{FF2B5EF4-FFF2-40B4-BE49-F238E27FC236}">
                <a16:creationId xmlns:a16="http://schemas.microsoft.com/office/drawing/2014/main" id="{AA87450C-66AA-41F3-A9D8-422B78FF41DB}"/>
              </a:ext>
            </a:extLst>
          </p:cNvPr>
          <p:cNvSpPr>
            <a:spLocks xmlns:a="http://schemas.openxmlformats.org/drawingml/2006/main" noGrp="1"/>
          </p:cNvSpPr>
          <p:nvPr/>
        </p:nvSpPr>
        <p:spPr>
          <a:xfrm xmlns:a="http://schemas.openxmlformats.org/drawingml/2006/main">
            <a:off x="7505700" y="413385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정상 요청 누락</a:t>
            </a:r>
          </a:p>
        </p:txBody>
      </p:sp>
      <p:sp>
        <p:nvSpPr>
          <p:cNvPr id="23" name="">
            <a:extLst xmlns:a="http://schemas.openxmlformats.org/drawingml/2006/main">
              <a:ext uri="{FF2B5EF4-FFF2-40B4-BE49-F238E27FC236}">
                <a16:creationId xmlns:a16="http://schemas.microsoft.com/office/drawing/2014/main" id="{764E8656-FEBF-4316-B4C7-CF30E61E8A20}"/>
              </a:ext>
            </a:extLst>
          </p:cNvPr>
          <p:cNvSpPr>
            <a:spLocks xmlns:a="http://schemas.openxmlformats.org/drawingml/2006/main" noGrp="1"/>
          </p:cNvSpPr>
          <p:nvPr/>
        </p:nvSpPr>
        <p:spPr>
          <a:xfrm xmlns:a="http://schemas.openxmlformats.org/drawingml/2006/main" flipH="0" flipV="0">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3C675C04-2EBE-4E08-B72E-9F8E9946BE17}"/>
              </a:ext>
            </a:extLst>
          </p:cNvPr>
          <p:cNvSpPr>
            <a:spLocks xmlns:a="http://schemas.openxmlformats.org/drawingml/2006/main" noGrp="1"/>
          </p:cNvSpPr>
          <p:nvPr/>
        </p:nvSpPr>
        <p:spPr>
          <a:xfrm xmlns:a="http://schemas.openxmlformats.org/drawingml/2006/main">
            <a:off x="609600" y="491490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재사용 ↔ 최신성</a:t>
            </a:r>
          </a:p>
        </p:txBody>
      </p:sp>
      <p:sp>
        <p:nvSpPr>
          <p:cNvPr id="25" name="">
            <a:extLst xmlns:a="http://schemas.openxmlformats.org/drawingml/2006/main">
              <a:ext uri="{FF2B5EF4-FFF2-40B4-BE49-F238E27FC236}">
                <a16:creationId xmlns:a16="http://schemas.microsoft.com/office/drawing/2014/main" id="{F5747164-63CD-4919-BE2E-B3D18254EE76}"/>
              </a:ext>
            </a:extLst>
          </p:cNvPr>
          <p:cNvSpPr>
            <a:spLocks xmlns:a="http://schemas.openxmlformats.org/drawingml/2006/main" noGrp="1"/>
          </p:cNvSpPr>
          <p:nvPr/>
        </p:nvSpPr>
        <p:spPr>
          <a:xfrm xmlns:a="http://schemas.openxmlformats.org/drawingml/2006/main">
            <a:off x="3733800" y="491490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캐시 적중 · 응답 재사용</a:t>
            </a:r>
          </a:p>
        </p:txBody>
      </p:sp>
      <p:sp>
        <p:nvSpPr>
          <p:cNvPr id="26" name="">
            <a:extLst xmlns:a="http://schemas.openxmlformats.org/drawingml/2006/main">
              <a:ext uri="{FF2B5EF4-FFF2-40B4-BE49-F238E27FC236}">
                <a16:creationId xmlns:a16="http://schemas.microsoft.com/office/drawing/2014/main" id="{92449B6B-7913-4242-8A23-9A8DD6328332}"/>
              </a:ext>
            </a:extLst>
          </p:cNvPr>
          <p:cNvSpPr>
            <a:spLocks xmlns:a="http://schemas.openxmlformats.org/drawingml/2006/main" noGrp="1"/>
          </p:cNvSpPr>
          <p:nvPr/>
        </p:nvSpPr>
        <p:spPr>
          <a:xfrm xmlns:a="http://schemas.openxmlformats.org/drawingml/2006/main">
            <a:off x="7505700" y="49149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정보 노후화</a:t>
            </a:r>
          </a:p>
        </p:txBody>
      </p:sp>
      <p:sp>
        <p:nvSpPr>
          <p:cNvPr id="27" name="">
            <a:extLst xmlns:a="http://schemas.openxmlformats.org/drawingml/2006/main">
              <a:ext uri="{FF2B5EF4-FFF2-40B4-BE49-F238E27FC236}">
                <a16:creationId xmlns:a16="http://schemas.microsoft.com/office/drawing/2014/main" id="{CAE69956-D33C-43D2-9BDF-A6CED9C0DA23}"/>
              </a:ext>
            </a:extLst>
          </p:cNvPr>
          <p:cNvSpPr>
            <a:spLocks xmlns:a="http://schemas.openxmlformats.org/drawingml/2006/main" noGrp="1"/>
          </p:cNvSpPr>
          <p:nvPr/>
        </p:nvSpPr>
        <p:spPr>
          <a:xfrm xmlns:a="http://schemas.openxmlformats.org/drawingml/2006/main" flipH="0" flipV="0">
            <a:off x="609600" y="54673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533FBD0A-7A32-4710-8491-EAE8221C7189}"/>
              </a:ext>
            </a:extLst>
          </p:cNvPr>
          <p:cNvSpPr>
            <a:spLocks xmlns:a="http://schemas.openxmlformats.org/drawingml/2006/main" noGrp="1"/>
          </p:cNvSpPr>
          <p:nvPr/>
        </p:nvSpPr>
        <p:spPr>
          <a:xfrm xmlns:a="http://schemas.openxmlformats.org/drawingml/2006/main">
            <a:off x="609600" y="5772150"/>
            <a:ext cx="10972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네 관계는 고정 법칙이 아니라 실험 전에 함께 관찰할 위험 가설</a:t>
            </a:r>
          </a:p>
        </p:txBody>
      </p:sp>
    </p:spTree>
    <p:extLst>
      <p:ext uri="{BB962C8B-B14F-4D97-AF65-F5344CB8AC3E}">
        <p14:creationId xmlns:p14="http://schemas.microsoft.com/office/powerpoint/2010/main" val="611282703"/>
      </p:ext>
    </p:extLst>
  </p:cSld>
</p:sld>
</file>

<file path=ppt/slides/slide5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6BF2409E-4135-43E7-89D4-AC49BAFB2D9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2BC9B337-50F8-4B35-ADE5-FA59DC7509F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53</a:t>
            </a:r>
          </a:p>
        </p:txBody>
      </p:sp>
      <p:sp>
        <p:nvSpPr>
          <p:cNvPr id="3" name="">
            <a:extLst xmlns:a="http://schemas.openxmlformats.org/drawingml/2006/main">
              <a:ext uri="{FF2B5EF4-FFF2-40B4-BE49-F238E27FC236}">
                <a16:creationId xmlns:a16="http://schemas.microsoft.com/office/drawing/2014/main" id="{D6929831-47EA-4C7A-BA0E-CB67F1E954A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ADF9480C-95BD-43AE-BA5B-3D1B2BF16AF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6550893-DB22-4E72-9366-C876C22B0CD3}"/>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55AC921-75D4-4439-8E4D-765D610C04C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업무별 품질 평가 기준</a:t>
            </a:r>
          </a:p>
        </p:txBody>
      </p:sp>
      <p:sp>
        <p:nvSpPr>
          <p:cNvPr id="7" name="">
            <a:extLst xmlns:a="http://schemas.openxmlformats.org/drawingml/2006/main">
              <a:ext uri="{FF2B5EF4-FFF2-40B4-BE49-F238E27FC236}">
                <a16:creationId xmlns:a16="http://schemas.microsoft.com/office/drawing/2014/main" id="{C05BD308-90CD-4859-900B-00C859EE6179}"/>
              </a:ext>
            </a:extLst>
          </p:cNvPr>
          <p:cNvSpPr>
            <a:spLocks xmlns:a="http://schemas.openxmlformats.org/drawingml/2006/main" noGrp="1"/>
          </p:cNvSpPr>
          <p:nvPr/>
        </p:nvSpPr>
        <p:spPr>
          <a:xfrm xmlns:a="http://schemas.openxmlformats.org/drawingml/2006/main" rot="0">
            <a:off x="609600" y="1847850"/>
            <a:ext cx="266700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3AFEE0F3-9457-406A-9E4B-5D887505AFD8}"/>
              </a:ext>
            </a:extLst>
          </p:cNvPr>
          <p:cNvSpPr>
            <a:spLocks xmlns:a="http://schemas.openxmlformats.org/drawingml/2006/main" noGrp="1"/>
          </p:cNvSpPr>
          <p:nvPr/>
        </p:nvSpPr>
        <p:spPr>
          <a:xfrm xmlns:a="http://schemas.openxmlformats.org/drawingml/2006/main">
            <a:off x="742950" y="1847850"/>
            <a:ext cx="2400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업무</a:t>
            </a:r>
          </a:p>
        </p:txBody>
      </p:sp>
      <p:sp>
        <p:nvSpPr>
          <p:cNvPr id="9" name="">
            <a:extLst xmlns:a="http://schemas.openxmlformats.org/drawingml/2006/main">
              <a:ext uri="{FF2B5EF4-FFF2-40B4-BE49-F238E27FC236}">
                <a16:creationId xmlns:a16="http://schemas.microsoft.com/office/drawing/2014/main" id="{F2242616-54DE-4B1F-93A1-B7215CA097C0}"/>
              </a:ext>
            </a:extLst>
          </p:cNvPr>
          <p:cNvSpPr>
            <a:spLocks xmlns:a="http://schemas.openxmlformats.org/drawingml/2006/main" noGrp="1"/>
          </p:cNvSpPr>
          <p:nvPr/>
        </p:nvSpPr>
        <p:spPr>
          <a:xfrm xmlns:a="http://schemas.openxmlformats.org/drawingml/2006/main" rot="0">
            <a:off x="3276600" y="1847850"/>
            <a:ext cx="40957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9CBAB005-9284-40D3-9795-DBCEC342F802}"/>
              </a:ext>
            </a:extLst>
          </p:cNvPr>
          <p:cNvSpPr>
            <a:spLocks xmlns:a="http://schemas.openxmlformats.org/drawingml/2006/main" noGrp="1"/>
          </p:cNvSpPr>
          <p:nvPr/>
        </p:nvSpPr>
        <p:spPr>
          <a:xfrm xmlns:a="http://schemas.openxmlformats.org/drawingml/2006/main">
            <a:off x="3409950" y="1847850"/>
            <a:ext cx="3829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우선 품질 축</a:t>
            </a:r>
          </a:p>
        </p:txBody>
      </p:sp>
      <p:sp>
        <p:nvSpPr>
          <p:cNvPr id="11" name="">
            <a:extLst xmlns:a="http://schemas.openxmlformats.org/drawingml/2006/main">
              <a:ext uri="{FF2B5EF4-FFF2-40B4-BE49-F238E27FC236}">
                <a16:creationId xmlns:a16="http://schemas.microsoft.com/office/drawing/2014/main" id="{9E1B9368-8E9C-4560-8E2C-AD28DE2069E5}"/>
              </a:ext>
            </a:extLst>
          </p:cNvPr>
          <p:cNvSpPr>
            <a:spLocks xmlns:a="http://schemas.openxmlformats.org/drawingml/2006/main" noGrp="1"/>
          </p:cNvSpPr>
          <p:nvPr/>
        </p:nvSpPr>
        <p:spPr>
          <a:xfrm xmlns:a="http://schemas.openxmlformats.org/drawingml/2006/main" rot="0">
            <a:off x="7372350" y="1847850"/>
            <a:ext cx="42100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7F5CD3D6-3F34-49DB-A129-DC669185C27E}"/>
              </a:ext>
            </a:extLst>
          </p:cNvPr>
          <p:cNvSpPr>
            <a:spLocks xmlns:a="http://schemas.openxmlformats.org/drawingml/2006/main" noGrp="1"/>
          </p:cNvSpPr>
          <p:nvPr/>
        </p:nvSpPr>
        <p:spPr>
          <a:xfrm xmlns:a="http://schemas.openxmlformats.org/drawingml/2006/main">
            <a:off x="7505700" y="1847850"/>
            <a:ext cx="3943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대표 실패</a:t>
            </a:r>
          </a:p>
        </p:txBody>
      </p:sp>
      <p:sp>
        <p:nvSpPr>
          <p:cNvPr id="13" name="">
            <a:extLst xmlns:a="http://schemas.openxmlformats.org/drawingml/2006/main">
              <a:ext uri="{FF2B5EF4-FFF2-40B4-BE49-F238E27FC236}">
                <a16:creationId xmlns:a16="http://schemas.microsoft.com/office/drawing/2014/main" id="{68AEAF41-6608-4C2A-B23C-E2AE1421560E}"/>
              </a:ext>
            </a:extLst>
          </p:cNvPr>
          <p:cNvSpPr>
            <a:spLocks xmlns:a="http://schemas.openxmlformats.org/drawingml/2006/main" noGrp="1"/>
          </p:cNvSpPr>
          <p:nvPr/>
        </p:nvSpPr>
        <p:spPr>
          <a:xfrm xmlns:a="http://schemas.openxmlformats.org/drawingml/2006/main" rot="0">
            <a:off x="609600" y="2362200"/>
            <a:ext cx="266700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5E415608-9D82-4AC2-95B4-F12A596507F3}"/>
              </a:ext>
            </a:extLst>
          </p:cNvPr>
          <p:cNvSpPr>
            <a:spLocks xmlns:a="http://schemas.openxmlformats.org/drawingml/2006/main" noGrp="1"/>
          </p:cNvSpPr>
          <p:nvPr/>
        </p:nvSpPr>
        <p:spPr>
          <a:xfrm xmlns:a="http://schemas.openxmlformats.org/drawingml/2006/main">
            <a:off x="742950" y="23622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요약</a:t>
            </a:r>
          </a:p>
        </p:txBody>
      </p:sp>
      <p:sp>
        <p:nvSpPr>
          <p:cNvPr id="15" name="">
            <a:extLst xmlns:a="http://schemas.openxmlformats.org/drawingml/2006/main">
              <a:ext uri="{FF2B5EF4-FFF2-40B4-BE49-F238E27FC236}">
                <a16:creationId xmlns:a16="http://schemas.microsoft.com/office/drawing/2014/main" id="{B96C0DFA-FBD1-452D-8CB9-F276CC98554D}"/>
              </a:ext>
            </a:extLst>
          </p:cNvPr>
          <p:cNvSpPr>
            <a:spLocks xmlns:a="http://schemas.openxmlformats.org/drawingml/2006/main" noGrp="1"/>
          </p:cNvSpPr>
          <p:nvPr/>
        </p:nvSpPr>
        <p:spPr>
          <a:xfrm xmlns:a="http://schemas.openxmlformats.org/drawingml/2006/main" rot="0">
            <a:off x="3276600" y="2362200"/>
            <a:ext cx="40957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E80DFB7A-8661-4C05-8AE2-68B3E381D212}"/>
              </a:ext>
            </a:extLst>
          </p:cNvPr>
          <p:cNvSpPr>
            <a:spLocks xmlns:a="http://schemas.openxmlformats.org/drawingml/2006/main" noGrp="1"/>
          </p:cNvSpPr>
          <p:nvPr/>
        </p:nvSpPr>
        <p:spPr>
          <a:xfrm xmlns:a="http://schemas.openxmlformats.org/drawingml/2006/main">
            <a:off x="3409950" y="23622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충실성 · 압축률 · 핵심 보존</a:t>
            </a:r>
          </a:p>
        </p:txBody>
      </p:sp>
      <p:sp>
        <p:nvSpPr>
          <p:cNvPr id="17" name="">
            <a:extLst xmlns:a="http://schemas.openxmlformats.org/drawingml/2006/main">
              <a:ext uri="{FF2B5EF4-FFF2-40B4-BE49-F238E27FC236}">
                <a16:creationId xmlns:a16="http://schemas.microsoft.com/office/drawing/2014/main" id="{F933CE59-E423-4BC7-9A29-E215287931D2}"/>
              </a:ext>
            </a:extLst>
          </p:cNvPr>
          <p:cNvSpPr>
            <a:spLocks xmlns:a="http://schemas.openxmlformats.org/drawingml/2006/main" noGrp="1"/>
          </p:cNvSpPr>
          <p:nvPr/>
        </p:nvSpPr>
        <p:spPr>
          <a:xfrm xmlns:a="http://schemas.openxmlformats.org/drawingml/2006/main" rot="0">
            <a:off x="7372350" y="2362200"/>
            <a:ext cx="42100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E6BB68B1-6028-4D94-8A72-64CB7C1AFB66}"/>
              </a:ext>
            </a:extLst>
          </p:cNvPr>
          <p:cNvSpPr>
            <a:spLocks xmlns:a="http://schemas.openxmlformats.org/drawingml/2006/main" noGrp="1"/>
          </p:cNvSpPr>
          <p:nvPr/>
        </p:nvSpPr>
        <p:spPr>
          <a:xfrm xmlns:a="http://schemas.openxmlformats.org/drawingml/2006/main">
            <a:off x="7505700" y="23622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새 사실 추가 · 중요 정보 누락</a:t>
            </a:r>
          </a:p>
        </p:txBody>
      </p:sp>
      <p:sp>
        <p:nvSpPr>
          <p:cNvPr id="19" name="">
            <a:extLst xmlns:a="http://schemas.openxmlformats.org/drawingml/2006/main">
              <a:ext uri="{FF2B5EF4-FFF2-40B4-BE49-F238E27FC236}">
                <a16:creationId xmlns:a16="http://schemas.microsoft.com/office/drawing/2014/main" id="{A748BA27-7138-4D3A-AB5F-473392336256}"/>
              </a:ext>
            </a:extLst>
          </p:cNvPr>
          <p:cNvSpPr>
            <a:spLocks xmlns:a="http://schemas.openxmlformats.org/drawingml/2006/main" noGrp="1"/>
          </p:cNvSpPr>
          <p:nvPr/>
        </p:nvSpPr>
        <p:spPr>
          <a:xfrm xmlns:a="http://schemas.openxmlformats.org/drawingml/2006/main" rot="0">
            <a:off x="609600" y="3200400"/>
            <a:ext cx="266700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2876E2E9-FDF5-443C-98A2-0E130F28B727}"/>
              </a:ext>
            </a:extLst>
          </p:cNvPr>
          <p:cNvSpPr>
            <a:spLocks xmlns:a="http://schemas.openxmlformats.org/drawingml/2006/main" noGrp="1"/>
          </p:cNvSpPr>
          <p:nvPr/>
        </p:nvSpPr>
        <p:spPr>
          <a:xfrm xmlns:a="http://schemas.openxmlformats.org/drawingml/2006/main">
            <a:off x="742950" y="32004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정보 추출</a:t>
            </a:r>
          </a:p>
        </p:txBody>
      </p:sp>
      <p:sp>
        <p:nvSpPr>
          <p:cNvPr id="21" name="">
            <a:extLst xmlns:a="http://schemas.openxmlformats.org/drawingml/2006/main">
              <a:ext uri="{FF2B5EF4-FFF2-40B4-BE49-F238E27FC236}">
                <a16:creationId xmlns:a16="http://schemas.microsoft.com/office/drawing/2014/main" id="{071294B5-2D60-4523-8C50-B4D23830E66E}"/>
              </a:ext>
            </a:extLst>
          </p:cNvPr>
          <p:cNvSpPr>
            <a:spLocks xmlns:a="http://schemas.openxmlformats.org/drawingml/2006/main" noGrp="1"/>
          </p:cNvSpPr>
          <p:nvPr/>
        </p:nvSpPr>
        <p:spPr>
          <a:xfrm xmlns:a="http://schemas.openxmlformats.org/drawingml/2006/main" rot="0">
            <a:off x="3276600" y="3200400"/>
            <a:ext cx="40957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767B68DC-3F2B-48D2-906B-818F38D72B2C}"/>
              </a:ext>
            </a:extLst>
          </p:cNvPr>
          <p:cNvSpPr>
            <a:spLocks xmlns:a="http://schemas.openxmlformats.org/drawingml/2006/main" noGrp="1"/>
          </p:cNvSpPr>
          <p:nvPr/>
        </p:nvSpPr>
        <p:spPr>
          <a:xfrm xmlns:a="http://schemas.openxmlformats.org/drawingml/2006/main">
            <a:off x="3409950" y="32004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스키마 준수 · 필드 정확성</a:t>
            </a:r>
          </a:p>
        </p:txBody>
      </p:sp>
      <p:sp>
        <p:nvSpPr>
          <p:cNvPr id="23" name="">
            <a:extLst xmlns:a="http://schemas.openxmlformats.org/drawingml/2006/main">
              <a:ext uri="{FF2B5EF4-FFF2-40B4-BE49-F238E27FC236}">
                <a16:creationId xmlns:a16="http://schemas.microsoft.com/office/drawing/2014/main" id="{DA1F7C5F-4904-46F3-8EDC-6D44D93BD72D}"/>
              </a:ext>
            </a:extLst>
          </p:cNvPr>
          <p:cNvSpPr>
            <a:spLocks xmlns:a="http://schemas.openxmlformats.org/drawingml/2006/main" noGrp="1"/>
          </p:cNvSpPr>
          <p:nvPr/>
        </p:nvSpPr>
        <p:spPr>
          <a:xfrm xmlns:a="http://schemas.openxmlformats.org/drawingml/2006/main" rot="0">
            <a:off x="7372350" y="3200400"/>
            <a:ext cx="42100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BCEC244B-AF15-4DA4-9849-E9552DB9167E}"/>
              </a:ext>
            </a:extLst>
          </p:cNvPr>
          <p:cNvSpPr>
            <a:spLocks xmlns:a="http://schemas.openxmlformats.org/drawingml/2006/main" noGrp="1"/>
          </p:cNvSpPr>
          <p:nvPr/>
        </p:nvSpPr>
        <p:spPr>
          <a:xfrm xmlns:a="http://schemas.openxmlformats.org/drawingml/2006/main">
            <a:off x="7505700" y="32004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필드 누락 · 근거 없는 값</a:t>
            </a:r>
          </a:p>
        </p:txBody>
      </p:sp>
      <p:sp>
        <p:nvSpPr>
          <p:cNvPr id="25" name="">
            <a:extLst xmlns:a="http://schemas.openxmlformats.org/drawingml/2006/main">
              <a:ext uri="{FF2B5EF4-FFF2-40B4-BE49-F238E27FC236}">
                <a16:creationId xmlns:a16="http://schemas.microsoft.com/office/drawing/2014/main" id="{A5CC1730-D8EF-4D9F-A55A-415B04CB43EB}"/>
              </a:ext>
            </a:extLst>
          </p:cNvPr>
          <p:cNvSpPr>
            <a:spLocks xmlns:a="http://schemas.openxmlformats.org/drawingml/2006/main" noGrp="1"/>
          </p:cNvSpPr>
          <p:nvPr/>
        </p:nvSpPr>
        <p:spPr>
          <a:xfrm xmlns:a="http://schemas.openxmlformats.org/drawingml/2006/main" rot="0">
            <a:off x="609600" y="4038600"/>
            <a:ext cx="266700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234474E8-914F-46A8-ABE0-A582E8B73A79}"/>
              </a:ext>
            </a:extLst>
          </p:cNvPr>
          <p:cNvSpPr>
            <a:spLocks xmlns:a="http://schemas.openxmlformats.org/drawingml/2006/main" noGrp="1"/>
          </p:cNvSpPr>
          <p:nvPr/>
        </p:nvSpPr>
        <p:spPr>
          <a:xfrm xmlns:a="http://schemas.openxmlformats.org/drawingml/2006/main">
            <a:off x="742950" y="40386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검색 증강 답변</a:t>
            </a:r>
          </a:p>
        </p:txBody>
      </p:sp>
      <p:sp>
        <p:nvSpPr>
          <p:cNvPr id="27" name="">
            <a:extLst xmlns:a="http://schemas.openxmlformats.org/drawingml/2006/main">
              <a:ext uri="{FF2B5EF4-FFF2-40B4-BE49-F238E27FC236}">
                <a16:creationId xmlns:a16="http://schemas.microsoft.com/office/drawing/2014/main" id="{1215E109-52AF-465C-9270-DB6178354B1E}"/>
              </a:ext>
            </a:extLst>
          </p:cNvPr>
          <p:cNvSpPr>
            <a:spLocks xmlns:a="http://schemas.openxmlformats.org/drawingml/2006/main" noGrp="1"/>
          </p:cNvSpPr>
          <p:nvPr/>
        </p:nvSpPr>
        <p:spPr>
          <a:xfrm xmlns:a="http://schemas.openxmlformats.org/drawingml/2006/main" rot="0">
            <a:off x="3276600" y="4038600"/>
            <a:ext cx="40957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F10F21E4-915F-43D8-BCBC-75C9FD24C3FF}"/>
              </a:ext>
            </a:extLst>
          </p:cNvPr>
          <p:cNvSpPr>
            <a:spLocks xmlns:a="http://schemas.openxmlformats.org/drawingml/2006/main" noGrp="1"/>
          </p:cNvSpPr>
          <p:nvPr/>
        </p:nvSpPr>
        <p:spPr>
          <a:xfrm xmlns:a="http://schemas.openxmlformats.org/drawingml/2006/main">
            <a:off x="3409950" y="40386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근거성 · 인용 정확도</a:t>
            </a:r>
          </a:p>
        </p:txBody>
      </p:sp>
      <p:sp>
        <p:nvSpPr>
          <p:cNvPr id="29" name="">
            <a:extLst xmlns:a="http://schemas.openxmlformats.org/drawingml/2006/main">
              <a:ext uri="{FF2B5EF4-FFF2-40B4-BE49-F238E27FC236}">
                <a16:creationId xmlns:a16="http://schemas.microsoft.com/office/drawing/2014/main" id="{3219C122-7C34-40D1-9932-94A524BF5B5A}"/>
              </a:ext>
            </a:extLst>
          </p:cNvPr>
          <p:cNvSpPr>
            <a:spLocks xmlns:a="http://schemas.openxmlformats.org/drawingml/2006/main" noGrp="1"/>
          </p:cNvSpPr>
          <p:nvPr/>
        </p:nvSpPr>
        <p:spPr>
          <a:xfrm xmlns:a="http://schemas.openxmlformats.org/drawingml/2006/main" rot="0">
            <a:off x="7372350" y="4038600"/>
            <a:ext cx="42100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4743D9E2-6646-45D2-8993-8FAB6D0B447B}"/>
              </a:ext>
            </a:extLst>
          </p:cNvPr>
          <p:cNvSpPr>
            <a:spLocks xmlns:a="http://schemas.openxmlformats.org/drawingml/2006/main" noGrp="1"/>
          </p:cNvSpPr>
          <p:nvPr/>
        </p:nvSpPr>
        <p:spPr>
          <a:xfrm xmlns:a="http://schemas.openxmlformats.org/drawingml/2006/main">
            <a:off x="7505700" y="40386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근거 미검색 · 잘못된 인용</a:t>
            </a:r>
          </a:p>
        </p:txBody>
      </p:sp>
      <p:sp>
        <p:nvSpPr>
          <p:cNvPr id="31" name="">
            <a:extLst xmlns:a="http://schemas.openxmlformats.org/drawingml/2006/main">
              <a:ext uri="{FF2B5EF4-FFF2-40B4-BE49-F238E27FC236}">
                <a16:creationId xmlns:a16="http://schemas.microsoft.com/office/drawing/2014/main" id="{D6847573-EE6A-4E21-B5E3-19EBE40CDBF3}"/>
              </a:ext>
            </a:extLst>
          </p:cNvPr>
          <p:cNvSpPr>
            <a:spLocks xmlns:a="http://schemas.openxmlformats.org/drawingml/2006/main" noGrp="1"/>
          </p:cNvSpPr>
          <p:nvPr/>
        </p:nvSpPr>
        <p:spPr>
          <a:xfrm xmlns:a="http://schemas.openxmlformats.org/drawingml/2006/main" rot="0">
            <a:off x="609600" y="4876800"/>
            <a:ext cx="266700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06A248D2-21E8-4B55-9AAE-88F3BBAF1583}"/>
              </a:ext>
            </a:extLst>
          </p:cNvPr>
          <p:cNvSpPr>
            <a:spLocks xmlns:a="http://schemas.openxmlformats.org/drawingml/2006/main" noGrp="1"/>
          </p:cNvSpPr>
          <p:nvPr/>
        </p:nvSpPr>
        <p:spPr>
          <a:xfrm xmlns:a="http://schemas.openxmlformats.org/drawingml/2006/main">
            <a:off x="742950" y="48768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에이전트 행동</a:t>
            </a:r>
          </a:p>
        </p:txBody>
      </p:sp>
      <p:sp>
        <p:nvSpPr>
          <p:cNvPr id="33" name="">
            <a:extLst xmlns:a="http://schemas.openxmlformats.org/drawingml/2006/main">
              <a:ext uri="{FF2B5EF4-FFF2-40B4-BE49-F238E27FC236}">
                <a16:creationId xmlns:a16="http://schemas.microsoft.com/office/drawing/2014/main" id="{E6944A54-476E-4A4D-A1FC-7105427D02AD}"/>
              </a:ext>
            </a:extLst>
          </p:cNvPr>
          <p:cNvSpPr>
            <a:spLocks xmlns:a="http://schemas.openxmlformats.org/drawingml/2006/main" noGrp="1"/>
          </p:cNvSpPr>
          <p:nvPr/>
        </p:nvSpPr>
        <p:spPr>
          <a:xfrm xmlns:a="http://schemas.openxmlformats.org/drawingml/2006/main" rot="0">
            <a:off x="3276600" y="4876800"/>
            <a:ext cx="40957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E6C300AD-F36F-401F-B8B2-6EBD773F3ED6}"/>
              </a:ext>
            </a:extLst>
          </p:cNvPr>
          <p:cNvSpPr>
            <a:spLocks xmlns:a="http://schemas.openxmlformats.org/drawingml/2006/main" noGrp="1"/>
          </p:cNvSpPr>
          <p:nvPr/>
        </p:nvSpPr>
        <p:spPr>
          <a:xfrm xmlns:a="http://schemas.openxmlformats.org/drawingml/2006/main">
            <a:off x="3409950" y="48768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과업 성공 · 정책 준수</a:t>
            </a:r>
          </a:p>
        </p:txBody>
      </p:sp>
      <p:sp>
        <p:nvSpPr>
          <p:cNvPr id="35" name="">
            <a:extLst xmlns:a="http://schemas.openxmlformats.org/drawingml/2006/main">
              <a:ext uri="{FF2B5EF4-FFF2-40B4-BE49-F238E27FC236}">
                <a16:creationId xmlns:a16="http://schemas.microsoft.com/office/drawing/2014/main" id="{3BF3550E-8FC7-4EDD-90FD-CE2A85A08A69}"/>
              </a:ext>
            </a:extLst>
          </p:cNvPr>
          <p:cNvSpPr>
            <a:spLocks xmlns:a="http://schemas.openxmlformats.org/drawingml/2006/main" noGrp="1"/>
          </p:cNvSpPr>
          <p:nvPr/>
        </p:nvSpPr>
        <p:spPr>
          <a:xfrm xmlns:a="http://schemas.openxmlformats.org/drawingml/2006/main" rot="0">
            <a:off x="7372350" y="4876800"/>
            <a:ext cx="42100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1D074999-EDB1-4D67-9BF2-45DBE45F4782}"/>
              </a:ext>
            </a:extLst>
          </p:cNvPr>
          <p:cNvSpPr>
            <a:spLocks xmlns:a="http://schemas.openxmlformats.org/drawingml/2006/main" noGrp="1"/>
          </p:cNvSpPr>
          <p:nvPr/>
        </p:nvSpPr>
        <p:spPr>
          <a:xfrm xmlns:a="http://schemas.openxmlformats.org/drawingml/2006/main">
            <a:off x="7505700" y="48768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권한 없는 실행 · 중복 행동</a:t>
            </a:r>
          </a:p>
        </p:txBody>
      </p:sp>
    </p:spTree>
    <p:extLst>
      <p:ext uri="{BB962C8B-B14F-4D97-AF65-F5344CB8AC3E}">
        <p14:creationId xmlns:p14="http://schemas.microsoft.com/office/powerpoint/2010/main" val="534944051"/>
      </p:ext>
    </p:extLst>
  </p:cSld>
</p:sld>
</file>

<file path=ppt/slides/slide5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1CBDE7E-025E-4ED4-886F-D2C1B056B06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8C520F8C-0B1B-4147-AFB9-1F628EB88DB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54</a:t>
            </a:r>
          </a:p>
        </p:txBody>
      </p:sp>
      <p:sp>
        <p:nvSpPr>
          <p:cNvPr id="3" name="">
            <a:extLst xmlns:a="http://schemas.openxmlformats.org/drawingml/2006/main">
              <a:ext uri="{FF2B5EF4-FFF2-40B4-BE49-F238E27FC236}">
                <a16:creationId xmlns:a16="http://schemas.microsoft.com/office/drawing/2014/main" id="{3E542781-F7CD-4126-A2A7-9339796EBBE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C2B8F59-EF4A-4F03-B8FD-852E4E25C76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B8FE142F-461E-4304-B741-B7D7446A175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13F8701-2698-4538-9BB5-9EB94F74550B}"/>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평균과 꼬리 지연시간</a:t>
            </a:r>
          </a:p>
        </p:txBody>
      </p:sp>
      <p:sp>
        <p:nvSpPr>
          <p:cNvPr id="7" name="">
            <a:extLst xmlns:a="http://schemas.openxmlformats.org/drawingml/2006/main">
              <a:ext uri="{FF2B5EF4-FFF2-40B4-BE49-F238E27FC236}">
                <a16:creationId xmlns:a16="http://schemas.microsoft.com/office/drawing/2014/main" id="{18C9A4C3-803C-4E43-8F19-AF954EE50B71}"/>
              </a:ext>
            </a:extLst>
          </p:cNvPr>
          <p:cNvSpPr>
            <a:spLocks xmlns:a="http://schemas.openxmlformats.org/drawingml/2006/main" noGrp="1"/>
          </p:cNvSpPr>
          <p:nvPr/>
        </p:nvSpPr>
        <p:spPr>
          <a:xfrm xmlns:a="http://schemas.openxmlformats.org/drawingml/2006/main" flipH="0" flipV="0">
            <a:off x="1066800" y="5086350"/>
            <a:ext cx="95250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0B70FC4C-5B80-4F5A-9B68-77885AAFF06B}"/>
              </a:ext>
            </a:extLst>
          </p:cNvPr>
          <p:cNvSpPr>
            <a:spLocks xmlns:a="http://schemas.openxmlformats.org/drawingml/2006/main" noGrp="1"/>
          </p:cNvSpPr>
          <p:nvPr/>
        </p:nvSpPr>
        <p:spPr>
          <a:xfrm xmlns:a="http://schemas.openxmlformats.org/drawingml/2006/main" flipH="0" flipV="1">
            <a:off x="1066800" y="2038350"/>
            <a:ext cx="0" cy="304800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9" name="">
            <a:extLst xmlns:a="http://schemas.openxmlformats.org/drawingml/2006/main">
              <a:ext uri="{FF2B5EF4-FFF2-40B4-BE49-F238E27FC236}">
                <a16:creationId xmlns:a16="http://schemas.microsoft.com/office/drawing/2014/main" id="{615FDEAD-7380-44D8-AB8B-84478F4DED50}"/>
              </a:ext>
            </a:extLst>
          </p:cNvPr>
          <p:cNvSpPr>
            <a:spLocks xmlns:a="http://schemas.openxmlformats.org/drawingml/2006/main" noGrp="1"/>
          </p:cNvSpPr>
          <p:nvPr/>
        </p:nvSpPr>
        <p:spPr>
          <a:xfrm xmlns:a="http://schemas.openxmlformats.org/drawingml/2006/main" rot="0">
            <a:off x="1352550" y="4743450"/>
            <a:ext cx="457200" cy="3429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7DF8B1D2-037A-4182-9C75-09B56C83B450}"/>
              </a:ext>
            </a:extLst>
          </p:cNvPr>
          <p:cNvSpPr>
            <a:spLocks xmlns:a="http://schemas.openxmlformats.org/drawingml/2006/main" noGrp="1"/>
          </p:cNvSpPr>
          <p:nvPr/>
        </p:nvSpPr>
        <p:spPr>
          <a:xfrm xmlns:a="http://schemas.openxmlformats.org/drawingml/2006/main" rot="0">
            <a:off x="2019300" y="4343400"/>
            <a:ext cx="457200" cy="7429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1" name="">
            <a:extLst xmlns:a="http://schemas.openxmlformats.org/drawingml/2006/main">
              <a:ext uri="{FF2B5EF4-FFF2-40B4-BE49-F238E27FC236}">
                <a16:creationId xmlns:a16="http://schemas.microsoft.com/office/drawing/2014/main" id="{84DBFF3D-456D-4917-B2F2-D22E771EF168}"/>
              </a:ext>
            </a:extLst>
          </p:cNvPr>
          <p:cNvSpPr>
            <a:spLocks xmlns:a="http://schemas.openxmlformats.org/drawingml/2006/main" noGrp="1"/>
          </p:cNvSpPr>
          <p:nvPr/>
        </p:nvSpPr>
        <p:spPr>
          <a:xfrm xmlns:a="http://schemas.openxmlformats.org/drawingml/2006/main" rot="0">
            <a:off x="2686050" y="3733800"/>
            <a:ext cx="457200" cy="13525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F02522F6-EE47-413A-BE7F-BC9277F23AD8}"/>
              </a:ext>
            </a:extLst>
          </p:cNvPr>
          <p:cNvSpPr>
            <a:spLocks xmlns:a="http://schemas.openxmlformats.org/drawingml/2006/main" noGrp="1"/>
          </p:cNvSpPr>
          <p:nvPr/>
        </p:nvSpPr>
        <p:spPr>
          <a:xfrm xmlns:a="http://schemas.openxmlformats.org/drawingml/2006/main" rot="0">
            <a:off x="3352800" y="2990850"/>
            <a:ext cx="457200" cy="20955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3" name="">
            <a:extLst xmlns:a="http://schemas.openxmlformats.org/drawingml/2006/main">
              <a:ext uri="{FF2B5EF4-FFF2-40B4-BE49-F238E27FC236}">
                <a16:creationId xmlns:a16="http://schemas.microsoft.com/office/drawing/2014/main" id="{1466D8F9-C70B-4D05-94B0-10EAA5735465}"/>
              </a:ext>
            </a:extLst>
          </p:cNvPr>
          <p:cNvSpPr>
            <a:spLocks xmlns:a="http://schemas.openxmlformats.org/drawingml/2006/main" noGrp="1"/>
          </p:cNvSpPr>
          <p:nvPr/>
        </p:nvSpPr>
        <p:spPr>
          <a:xfrm xmlns:a="http://schemas.openxmlformats.org/drawingml/2006/main" rot="0">
            <a:off x="4019550" y="2324100"/>
            <a:ext cx="457200" cy="27622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431416DD-050F-48AE-B666-FF08FCBA8183}"/>
              </a:ext>
            </a:extLst>
          </p:cNvPr>
          <p:cNvSpPr>
            <a:spLocks xmlns:a="http://schemas.openxmlformats.org/drawingml/2006/main" noGrp="1"/>
          </p:cNvSpPr>
          <p:nvPr/>
        </p:nvSpPr>
        <p:spPr>
          <a:xfrm xmlns:a="http://schemas.openxmlformats.org/drawingml/2006/main" rot="0">
            <a:off x="4686300" y="2667000"/>
            <a:ext cx="457200" cy="2419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5" name="">
            <a:extLst xmlns:a="http://schemas.openxmlformats.org/drawingml/2006/main">
              <a:ext uri="{FF2B5EF4-FFF2-40B4-BE49-F238E27FC236}">
                <a16:creationId xmlns:a16="http://schemas.microsoft.com/office/drawing/2014/main" id="{3F484B72-6F4C-4FC0-B7AE-5DB67418F948}"/>
              </a:ext>
            </a:extLst>
          </p:cNvPr>
          <p:cNvSpPr>
            <a:spLocks xmlns:a="http://schemas.openxmlformats.org/drawingml/2006/main" noGrp="1"/>
          </p:cNvSpPr>
          <p:nvPr/>
        </p:nvSpPr>
        <p:spPr>
          <a:xfrm xmlns:a="http://schemas.openxmlformats.org/drawingml/2006/main" rot="0">
            <a:off x="5353050" y="3314700"/>
            <a:ext cx="457200" cy="17716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6" name="">
            <a:extLst xmlns:a="http://schemas.openxmlformats.org/drawingml/2006/main">
              <a:ext uri="{FF2B5EF4-FFF2-40B4-BE49-F238E27FC236}">
                <a16:creationId xmlns:a16="http://schemas.microsoft.com/office/drawing/2014/main" id="{E574B844-9D57-4237-860C-F0600F0D3EE0}"/>
              </a:ext>
            </a:extLst>
          </p:cNvPr>
          <p:cNvSpPr>
            <a:spLocks xmlns:a="http://schemas.openxmlformats.org/drawingml/2006/main" noGrp="1"/>
          </p:cNvSpPr>
          <p:nvPr/>
        </p:nvSpPr>
        <p:spPr>
          <a:xfrm xmlns:a="http://schemas.openxmlformats.org/drawingml/2006/main" rot="0">
            <a:off x="6019800" y="3943350"/>
            <a:ext cx="457200" cy="11430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7" name="">
            <a:extLst xmlns:a="http://schemas.openxmlformats.org/drawingml/2006/main">
              <a:ext uri="{FF2B5EF4-FFF2-40B4-BE49-F238E27FC236}">
                <a16:creationId xmlns:a16="http://schemas.microsoft.com/office/drawing/2014/main" id="{D290A752-A309-4996-94AD-32628E34596A}"/>
              </a:ext>
            </a:extLst>
          </p:cNvPr>
          <p:cNvSpPr>
            <a:spLocks xmlns:a="http://schemas.openxmlformats.org/drawingml/2006/main" noGrp="1"/>
          </p:cNvSpPr>
          <p:nvPr/>
        </p:nvSpPr>
        <p:spPr>
          <a:xfrm xmlns:a="http://schemas.openxmlformats.org/drawingml/2006/main" rot="0">
            <a:off x="6686550" y="4343400"/>
            <a:ext cx="457200" cy="7429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8" name="">
            <a:extLst xmlns:a="http://schemas.openxmlformats.org/drawingml/2006/main">
              <a:ext uri="{FF2B5EF4-FFF2-40B4-BE49-F238E27FC236}">
                <a16:creationId xmlns:a16="http://schemas.microsoft.com/office/drawing/2014/main" id="{0A351DAD-1AFF-48D3-95A2-C481B9A95898}"/>
              </a:ext>
            </a:extLst>
          </p:cNvPr>
          <p:cNvSpPr>
            <a:spLocks xmlns:a="http://schemas.openxmlformats.org/drawingml/2006/main" noGrp="1"/>
          </p:cNvSpPr>
          <p:nvPr/>
        </p:nvSpPr>
        <p:spPr>
          <a:xfrm xmlns:a="http://schemas.openxmlformats.org/drawingml/2006/main" rot="0">
            <a:off x="7353300" y="4572000"/>
            <a:ext cx="457200" cy="5143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9" name="">
            <a:extLst xmlns:a="http://schemas.openxmlformats.org/drawingml/2006/main">
              <a:ext uri="{FF2B5EF4-FFF2-40B4-BE49-F238E27FC236}">
                <a16:creationId xmlns:a16="http://schemas.microsoft.com/office/drawing/2014/main" id="{ECBB944D-0577-495E-8F67-24E39CBCDCD0}"/>
              </a:ext>
            </a:extLst>
          </p:cNvPr>
          <p:cNvSpPr>
            <a:spLocks xmlns:a="http://schemas.openxmlformats.org/drawingml/2006/main" noGrp="1"/>
          </p:cNvSpPr>
          <p:nvPr/>
        </p:nvSpPr>
        <p:spPr>
          <a:xfrm xmlns:a="http://schemas.openxmlformats.org/drawingml/2006/main" rot="0">
            <a:off x="8020050" y="4705350"/>
            <a:ext cx="457200" cy="3810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0" name="">
            <a:extLst xmlns:a="http://schemas.openxmlformats.org/drawingml/2006/main">
              <a:ext uri="{FF2B5EF4-FFF2-40B4-BE49-F238E27FC236}">
                <a16:creationId xmlns:a16="http://schemas.microsoft.com/office/drawing/2014/main" id="{1C5180CC-5A85-481A-B9B1-64CB44F4150E}"/>
              </a:ext>
            </a:extLst>
          </p:cNvPr>
          <p:cNvSpPr>
            <a:spLocks xmlns:a="http://schemas.openxmlformats.org/drawingml/2006/main" noGrp="1"/>
          </p:cNvSpPr>
          <p:nvPr/>
        </p:nvSpPr>
        <p:spPr>
          <a:xfrm xmlns:a="http://schemas.openxmlformats.org/drawingml/2006/main" rot="0">
            <a:off x="8686800" y="4819650"/>
            <a:ext cx="457200" cy="266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1" name="">
            <a:extLst xmlns:a="http://schemas.openxmlformats.org/drawingml/2006/main">
              <a:ext uri="{FF2B5EF4-FFF2-40B4-BE49-F238E27FC236}">
                <a16:creationId xmlns:a16="http://schemas.microsoft.com/office/drawing/2014/main" id="{E26AC288-7CBF-406E-BD55-A5E96BCA69FA}"/>
              </a:ext>
            </a:extLst>
          </p:cNvPr>
          <p:cNvSpPr>
            <a:spLocks xmlns:a="http://schemas.openxmlformats.org/drawingml/2006/main" noGrp="1"/>
          </p:cNvSpPr>
          <p:nvPr/>
        </p:nvSpPr>
        <p:spPr>
          <a:xfrm xmlns:a="http://schemas.openxmlformats.org/drawingml/2006/main">
            <a:off x="3638550" y="529590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p50</a:t>
            </a:r>
          </a:p>
        </p:txBody>
      </p:sp>
      <p:sp>
        <p:nvSpPr>
          <p:cNvPr id="22" name="">
            <a:extLst xmlns:a="http://schemas.openxmlformats.org/drawingml/2006/main">
              <a:ext uri="{FF2B5EF4-FFF2-40B4-BE49-F238E27FC236}">
                <a16:creationId xmlns:a16="http://schemas.microsoft.com/office/drawing/2014/main" id="{97B64753-8C23-4715-ABCB-EE000C74916D}"/>
              </a:ext>
            </a:extLst>
          </p:cNvPr>
          <p:cNvSpPr>
            <a:spLocks xmlns:a="http://schemas.openxmlformats.org/drawingml/2006/main" noGrp="1"/>
          </p:cNvSpPr>
          <p:nvPr/>
        </p:nvSpPr>
        <p:spPr>
          <a:xfrm xmlns:a="http://schemas.openxmlformats.org/drawingml/2006/main">
            <a:off x="7639050" y="529590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p95</a:t>
            </a:r>
          </a:p>
        </p:txBody>
      </p:sp>
      <p:sp>
        <p:nvSpPr>
          <p:cNvPr id="23" name="">
            <a:extLst xmlns:a="http://schemas.openxmlformats.org/drawingml/2006/main">
              <a:ext uri="{FF2B5EF4-FFF2-40B4-BE49-F238E27FC236}">
                <a16:creationId xmlns:a16="http://schemas.microsoft.com/office/drawing/2014/main" id="{88A0F657-3A9D-422F-B55D-CD66D1DE6BD8}"/>
              </a:ext>
            </a:extLst>
          </p:cNvPr>
          <p:cNvSpPr>
            <a:spLocks xmlns:a="http://schemas.openxmlformats.org/drawingml/2006/main" noGrp="1"/>
          </p:cNvSpPr>
          <p:nvPr/>
        </p:nvSpPr>
        <p:spPr>
          <a:xfrm xmlns:a="http://schemas.openxmlformats.org/drawingml/2006/main">
            <a:off x="9639300" y="529590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p99</a:t>
            </a:r>
          </a:p>
        </p:txBody>
      </p:sp>
      <p:sp>
        <p:nvSpPr>
          <p:cNvPr id="24" name="">
            <a:extLst xmlns:a="http://schemas.openxmlformats.org/drawingml/2006/main">
              <a:ext uri="{FF2B5EF4-FFF2-40B4-BE49-F238E27FC236}">
                <a16:creationId xmlns:a16="http://schemas.microsoft.com/office/drawing/2014/main" id="{C20C05ED-C156-4ADA-83C1-DFB0F21EBF6B}"/>
              </a:ext>
            </a:extLst>
          </p:cNvPr>
          <p:cNvSpPr>
            <a:spLocks xmlns:a="http://schemas.openxmlformats.org/drawingml/2006/main" noGrp="1"/>
          </p:cNvSpPr>
          <p:nvPr/>
        </p:nvSpPr>
        <p:spPr>
          <a:xfrm xmlns:a="http://schemas.openxmlformats.org/drawingml/2006/main">
            <a:off x="5905500" y="163830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설명용 분포 · 실제 측정값 아님</a:t>
            </a:r>
          </a:p>
        </p:txBody>
      </p:sp>
      <p:sp>
        <p:nvSpPr>
          <p:cNvPr id="25" name="">
            <a:extLst xmlns:a="http://schemas.openxmlformats.org/drawingml/2006/main">
              <a:ext uri="{FF2B5EF4-FFF2-40B4-BE49-F238E27FC236}">
                <a16:creationId xmlns:a16="http://schemas.microsoft.com/office/drawing/2014/main" id="{C4238932-DFFE-490E-8A1D-92312772D43C}"/>
              </a:ext>
            </a:extLst>
          </p:cNvPr>
          <p:cNvSpPr>
            <a:spLocks xmlns:a="http://schemas.openxmlformats.org/drawingml/2006/main" noGrp="1"/>
          </p:cNvSpPr>
          <p:nvPr/>
        </p:nvSpPr>
        <p:spPr>
          <a:xfrm xmlns:a="http://schemas.openxmlformats.org/drawingml/2006/main">
            <a:off x="5905500" y="209550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평균만으로는</a:t>
            </a:r>
          </a:p>
          <a:p xmlns:a="http://schemas.openxmlformats.org/drawingml/2006/main">
            <a:pPr algn="r">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느린 꼬리 구간의 사용자 경험을 설명할 수 없음</a:t>
            </a:r>
          </a:p>
        </p:txBody>
      </p:sp>
      <p:sp>
        <p:nvSpPr>
          <p:cNvPr id="26" name="">
            <a:extLst xmlns:a="http://schemas.openxmlformats.org/drawingml/2006/main">
              <a:ext uri="{FF2B5EF4-FFF2-40B4-BE49-F238E27FC236}">
                <a16:creationId xmlns:a16="http://schemas.microsoft.com/office/drawing/2014/main" id="{5F6716E8-E8EA-4FED-B00F-48751B5B10D9}"/>
              </a:ext>
            </a:extLst>
          </p:cNvPr>
          <p:cNvSpPr>
            <a:spLocks xmlns:a="http://schemas.openxmlformats.org/drawingml/2006/main" noGrp="1"/>
          </p:cNvSpPr>
          <p:nvPr/>
        </p:nvSpPr>
        <p:spPr>
          <a:xfrm xmlns:a="http://schemas.openxmlformats.org/drawingml/2006/main">
            <a:off x="5905500" y="2762250"/>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50번째 백분위 = 일반 경험 · 95/99번째 백분위 = 느린 꼬리 · 시간 초과 = 명시적 실패</a:t>
            </a:r>
          </a:p>
        </p:txBody>
      </p:sp>
    </p:spTree>
    <p:extLst>
      <p:ext uri="{BB962C8B-B14F-4D97-AF65-F5344CB8AC3E}">
        <p14:creationId xmlns:p14="http://schemas.microsoft.com/office/powerpoint/2010/main" val="2011461271"/>
      </p:ext>
    </p:extLst>
  </p:cSld>
</p:sld>
</file>

<file path=ppt/slides/slide5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F3737C8-AC12-4D71-973E-4D2181FAA1B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13000FB0-D999-41C7-B4EB-BF984D6EDFB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55</a:t>
            </a:r>
          </a:p>
        </p:txBody>
      </p:sp>
      <p:sp>
        <p:nvSpPr>
          <p:cNvPr id="3" name="">
            <a:extLst xmlns:a="http://schemas.openxmlformats.org/drawingml/2006/main">
              <a:ext uri="{FF2B5EF4-FFF2-40B4-BE49-F238E27FC236}">
                <a16:creationId xmlns:a16="http://schemas.microsoft.com/office/drawing/2014/main" id="{DB96B681-4DA6-439C-B38D-3DBB4ECA4DAC}"/>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17F238D-C46F-4B78-A3D0-C1C27BCFAA2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03B37DCA-105A-4B6C-981A-3D4D12FFA47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823CB670-BFE9-42D3-B49C-0FE4EA13C48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LLM 요청 비용의 구성</a:t>
            </a:r>
          </a:p>
        </p:txBody>
      </p:sp>
      <p:sp>
        <p:nvSpPr>
          <p:cNvPr id="7" name="">
            <a:extLst xmlns:a="http://schemas.openxmlformats.org/drawingml/2006/main">
              <a:ext uri="{FF2B5EF4-FFF2-40B4-BE49-F238E27FC236}">
                <a16:creationId xmlns:a16="http://schemas.microsoft.com/office/drawing/2014/main" id="{10BC469E-EDD0-439F-8EB6-D010A4F6CCBC}"/>
              </a:ext>
            </a:extLst>
          </p:cNvPr>
          <p:cNvSpPr>
            <a:spLocks xmlns:a="http://schemas.openxmlformats.org/drawingml/2006/main" noGrp="1"/>
          </p:cNvSpPr>
          <p:nvPr/>
        </p:nvSpPr>
        <p:spPr>
          <a:xfrm xmlns:a="http://schemas.openxmlformats.org/drawingml/2006/main">
            <a:off x="609600" y="1962150"/>
            <a:ext cx="109728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2700" b="1">
                <a:solidFill>
                  <a:srgbClr val="2563EB"/>
                </a:solidFill>
                <a:latin typeface="Menlo"/>
                <a:ea typeface="Menlo"/>
                <a:cs typeface="Menlo"/>
              </a:defRPr>
            </a:pPr>
            <a:r>
              <a:rPr sz="2700" b="1">
                <a:solidFill>
                  <a:srgbClr val="2563EB"/>
                </a:solidFill>
                <a:latin typeface="Menlo"/>
                <a:ea typeface="Menlo"/>
                <a:cs typeface="Menlo"/>
              </a:rPr>
              <a:t>요청 비용 = 생성 + 워크플로 + 실패 − 재사용</a:t>
            </a:r>
          </a:p>
        </p:txBody>
      </p:sp>
      <p:sp>
        <p:nvSpPr>
          <p:cNvPr id="8" name="">
            <a:extLst xmlns:a="http://schemas.openxmlformats.org/drawingml/2006/main">
              <a:ext uri="{FF2B5EF4-FFF2-40B4-BE49-F238E27FC236}">
                <a16:creationId xmlns:a16="http://schemas.microsoft.com/office/drawing/2014/main" id="{0D27B521-8FE0-4B7F-9E17-D964D1C0833E}"/>
              </a:ext>
            </a:extLst>
          </p:cNvPr>
          <p:cNvSpPr>
            <a:spLocks xmlns:a="http://schemas.openxmlformats.org/drawingml/2006/main" noGrp="1"/>
          </p:cNvSpPr>
          <p:nvPr/>
        </p:nvSpPr>
        <p:spPr>
          <a:xfrm xmlns:a="http://schemas.openxmlformats.org/drawingml/2006/main" flipH="0" flipV="0">
            <a:off x="1733550" y="3371850"/>
            <a:ext cx="8724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9" name="">
            <a:extLst xmlns:a="http://schemas.openxmlformats.org/drawingml/2006/main">
              <a:ext uri="{FF2B5EF4-FFF2-40B4-BE49-F238E27FC236}">
                <a16:creationId xmlns:a16="http://schemas.microsoft.com/office/drawing/2014/main" id="{A8A8E95E-DA58-49CE-ABB7-A752FDDD3904}"/>
              </a:ext>
            </a:extLst>
          </p:cNvPr>
          <p:cNvSpPr>
            <a:spLocks xmlns:a="http://schemas.openxmlformats.org/drawingml/2006/main" noGrp="1"/>
          </p:cNvSpPr>
          <p:nvPr/>
        </p:nvSpPr>
        <p:spPr>
          <a:xfrm xmlns:a="http://schemas.openxmlformats.org/drawingml/2006/main">
            <a:off x="1733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생성</a:t>
            </a:r>
          </a:p>
        </p:txBody>
      </p:sp>
      <p:sp>
        <p:nvSpPr>
          <p:cNvPr id="10" name="">
            <a:extLst xmlns:a="http://schemas.openxmlformats.org/drawingml/2006/main">
              <a:ext uri="{FF2B5EF4-FFF2-40B4-BE49-F238E27FC236}">
                <a16:creationId xmlns:a16="http://schemas.microsoft.com/office/drawing/2014/main" id="{578C8231-9984-4637-BEA8-295B7EF975F8}"/>
              </a:ext>
            </a:extLst>
          </p:cNvPr>
          <p:cNvSpPr>
            <a:spLocks xmlns:a="http://schemas.openxmlformats.org/drawingml/2006/main" noGrp="1"/>
          </p:cNvSpPr>
          <p:nvPr/>
        </p:nvSpPr>
        <p:spPr>
          <a:xfrm xmlns:a="http://schemas.openxmlformats.org/drawingml/2006/main">
            <a:off x="1733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입력·맥락·출력 토큰</a:t>
            </a:r>
          </a:p>
        </p:txBody>
      </p:sp>
      <p:sp>
        <p:nvSpPr>
          <p:cNvPr id="11" name="">
            <a:extLst xmlns:a="http://schemas.openxmlformats.org/drawingml/2006/main">
              <a:ext uri="{FF2B5EF4-FFF2-40B4-BE49-F238E27FC236}">
                <a16:creationId xmlns:a16="http://schemas.microsoft.com/office/drawing/2014/main" id="{F94B9D67-8818-4D25-9230-D0CDB0E571C1}"/>
              </a:ext>
            </a:extLst>
          </p:cNvPr>
          <p:cNvSpPr>
            <a:spLocks xmlns:a="http://schemas.openxmlformats.org/drawingml/2006/main" noGrp="1"/>
          </p:cNvSpPr>
          <p:nvPr/>
        </p:nvSpPr>
        <p:spPr>
          <a:xfrm xmlns:a="http://schemas.openxmlformats.org/drawingml/2006/main">
            <a:off x="4019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워크플로</a:t>
            </a:r>
          </a:p>
        </p:txBody>
      </p:sp>
      <p:sp>
        <p:nvSpPr>
          <p:cNvPr id="12" name="">
            <a:extLst xmlns:a="http://schemas.openxmlformats.org/drawingml/2006/main">
              <a:ext uri="{FF2B5EF4-FFF2-40B4-BE49-F238E27FC236}">
                <a16:creationId xmlns:a16="http://schemas.microsoft.com/office/drawing/2014/main" id="{87936366-5D6F-4BCF-9AC0-5E9A716FF36A}"/>
              </a:ext>
            </a:extLst>
          </p:cNvPr>
          <p:cNvSpPr>
            <a:spLocks xmlns:a="http://schemas.openxmlformats.org/drawingml/2006/main" noGrp="1"/>
          </p:cNvSpPr>
          <p:nvPr/>
        </p:nvSpPr>
        <p:spPr>
          <a:xfrm xmlns:a="http://schemas.openxmlformats.org/drawingml/2006/main">
            <a:off x="4019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검색·재순위·검증·도구</a:t>
            </a:r>
          </a:p>
        </p:txBody>
      </p:sp>
      <p:sp>
        <p:nvSpPr>
          <p:cNvPr id="13" name="">
            <a:extLst xmlns:a="http://schemas.openxmlformats.org/drawingml/2006/main">
              <a:ext uri="{FF2B5EF4-FFF2-40B4-BE49-F238E27FC236}">
                <a16:creationId xmlns:a16="http://schemas.microsoft.com/office/drawing/2014/main" id="{3233CB34-D568-46F3-8CA3-E537CD5B6110}"/>
              </a:ext>
            </a:extLst>
          </p:cNvPr>
          <p:cNvSpPr>
            <a:spLocks xmlns:a="http://schemas.openxmlformats.org/drawingml/2006/main" noGrp="1"/>
          </p:cNvSpPr>
          <p:nvPr/>
        </p:nvSpPr>
        <p:spPr>
          <a:xfrm xmlns:a="http://schemas.openxmlformats.org/drawingml/2006/main">
            <a:off x="6305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실패</a:t>
            </a:r>
          </a:p>
        </p:txBody>
      </p:sp>
      <p:sp>
        <p:nvSpPr>
          <p:cNvPr id="14" name="">
            <a:extLst xmlns:a="http://schemas.openxmlformats.org/drawingml/2006/main">
              <a:ext uri="{FF2B5EF4-FFF2-40B4-BE49-F238E27FC236}">
                <a16:creationId xmlns:a16="http://schemas.microsoft.com/office/drawing/2014/main" id="{B8B65335-19E9-4B83-BCFB-E8E45380BA4A}"/>
              </a:ext>
            </a:extLst>
          </p:cNvPr>
          <p:cNvSpPr>
            <a:spLocks xmlns:a="http://schemas.openxmlformats.org/drawingml/2006/main" noGrp="1"/>
          </p:cNvSpPr>
          <p:nvPr/>
        </p:nvSpPr>
        <p:spPr>
          <a:xfrm xmlns:a="http://schemas.openxmlformats.org/drawingml/2006/main">
            <a:off x="6305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재시도·대체 경로</a:t>
            </a:r>
          </a:p>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시간 초과</a:t>
            </a:r>
          </a:p>
        </p:txBody>
      </p:sp>
      <p:sp>
        <p:nvSpPr>
          <p:cNvPr id="15" name="">
            <a:extLst xmlns:a="http://schemas.openxmlformats.org/drawingml/2006/main">
              <a:ext uri="{FF2B5EF4-FFF2-40B4-BE49-F238E27FC236}">
                <a16:creationId xmlns:a16="http://schemas.microsoft.com/office/drawing/2014/main" id="{59EBC594-7D54-445F-BB0A-F11DD4C10D9D}"/>
              </a:ext>
            </a:extLst>
          </p:cNvPr>
          <p:cNvSpPr>
            <a:spLocks xmlns:a="http://schemas.openxmlformats.org/drawingml/2006/main" noGrp="1"/>
          </p:cNvSpPr>
          <p:nvPr/>
        </p:nvSpPr>
        <p:spPr>
          <a:xfrm xmlns:a="http://schemas.openxmlformats.org/drawingml/2006/main">
            <a:off x="8591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재사용</a:t>
            </a:r>
          </a:p>
        </p:txBody>
      </p:sp>
      <p:sp>
        <p:nvSpPr>
          <p:cNvPr id="16" name="">
            <a:extLst xmlns:a="http://schemas.openxmlformats.org/drawingml/2006/main">
              <a:ext uri="{FF2B5EF4-FFF2-40B4-BE49-F238E27FC236}">
                <a16:creationId xmlns:a16="http://schemas.microsoft.com/office/drawing/2014/main" id="{54398349-6142-40C9-A8A1-F20890DEDBB4}"/>
              </a:ext>
            </a:extLst>
          </p:cNvPr>
          <p:cNvSpPr>
            <a:spLocks xmlns:a="http://schemas.openxmlformats.org/drawingml/2006/main" noGrp="1"/>
          </p:cNvSpPr>
          <p:nvPr/>
        </p:nvSpPr>
        <p:spPr>
          <a:xfrm xmlns:a="http://schemas.openxmlformats.org/drawingml/2006/main">
            <a:off x="8591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캐시·일괄 처리·모델 선택</a:t>
            </a:r>
          </a:p>
        </p:txBody>
      </p:sp>
      <p:sp>
        <p:nvSpPr>
          <p:cNvPr id="17" name="">
            <a:extLst xmlns:a="http://schemas.openxmlformats.org/drawingml/2006/main">
              <a:ext uri="{FF2B5EF4-FFF2-40B4-BE49-F238E27FC236}">
                <a16:creationId xmlns:a16="http://schemas.microsoft.com/office/drawing/2014/main" id="{B61180E5-5B01-44AA-9470-41698D7946E4}"/>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모델 단가만이 아니라 한 요청이 실제로 거치는 전체 경로</a:t>
            </a:r>
          </a:p>
        </p:txBody>
      </p:sp>
    </p:spTree>
    <p:extLst>
      <p:ext uri="{BB962C8B-B14F-4D97-AF65-F5344CB8AC3E}">
        <p14:creationId xmlns:p14="http://schemas.microsoft.com/office/powerpoint/2010/main" val="1775375874"/>
      </p:ext>
    </p:extLst>
  </p:cSld>
</p:sld>
</file>

<file path=ppt/slides/slide5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FD02FED1-DEC0-43FA-8457-348FC14F558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20AE1983-3581-4BB1-BEDD-D25DB892BC2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56</a:t>
            </a:r>
          </a:p>
        </p:txBody>
      </p:sp>
      <p:sp>
        <p:nvSpPr>
          <p:cNvPr id="3" name="">
            <a:extLst xmlns:a="http://schemas.openxmlformats.org/drawingml/2006/main">
              <a:ext uri="{FF2B5EF4-FFF2-40B4-BE49-F238E27FC236}">
                <a16:creationId xmlns:a16="http://schemas.microsoft.com/office/drawing/2014/main" id="{07BC56E3-6071-47FB-987A-0CA976214FF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B77D6C00-DDBF-48E3-AA63-E3191F395A8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13CF0A85-870C-4DD2-B842-A7FF65EB17C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9D4E840-1FF8-42E4-8D92-0965287A149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입력부터 저장까지의 보안·안전 기준</a:t>
            </a:r>
          </a:p>
        </p:txBody>
      </p:sp>
      <p:sp>
        <p:nvSpPr>
          <p:cNvPr id="7" name="">
            <a:extLst xmlns:a="http://schemas.openxmlformats.org/drawingml/2006/main">
              <a:ext uri="{FF2B5EF4-FFF2-40B4-BE49-F238E27FC236}">
                <a16:creationId xmlns:a16="http://schemas.microsoft.com/office/drawing/2014/main" id="{53D34816-F911-4137-98E1-D02D8A6ADA7D}"/>
              </a:ext>
            </a:extLst>
          </p:cNvPr>
          <p:cNvSpPr>
            <a:spLocks xmlns:a="http://schemas.openxmlformats.org/drawingml/2006/main" noGrp="1"/>
          </p:cNvSpPr>
          <p:nvPr/>
        </p:nvSpPr>
        <p:spPr>
          <a:xfrm xmlns:a="http://schemas.openxmlformats.org/drawingml/2006/main">
            <a:off x="609600" y="1962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입력</a:t>
            </a:r>
          </a:p>
        </p:txBody>
      </p:sp>
      <p:sp>
        <p:nvSpPr>
          <p:cNvPr id="8" name="">
            <a:extLst xmlns:a="http://schemas.openxmlformats.org/drawingml/2006/main">
              <a:ext uri="{FF2B5EF4-FFF2-40B4-BE49-F238E27FC236}">
                <a16:creationId xmlns:a16="http://schemas.microsoft.com/office/drawing/2014/main" id="{93BB745C-B2A1-4B8E-8F49-D141EEE1FDC1}"/>
              </a:ext>
            </a:extLst>
          </p:cNvPr>
          <p:cNvSpPr>
            <a:spLocks xmlns:a="http://schemas.openxmlformats.org/drawingml/2006/main" noGrp="1"/>
          </p:cNvSpPr>
          <p:nvPr/>
        </p:nvSpPr>
        <p:spPr>
          <a:xfrm xmlns:a="http://schemas.openxmlformats.org/drawingml/2006/main" flipH="0" flipV="0">
            <a:off x="2495550" y="2190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56D55BFB-6384-4258-A6BD-ABC6534AD4A4}"/>
              </a:ext>
            </a:extLst>
          </p:cNvPr>
          <p:cNvSpPr>
            <a:spLocks xmlns:a="http://schemas.openxmlformats.org/drawingml/2006/main" noGrp="1"/>
          </p:cNvSpPr>
          <p:nvPr/>
        </p:nvSpPr>
        <p:spPr>
          <a:xfrm xmlns:a="http://schemas.openxmlformats.org/drawingml/2006/main" rot="0">
            <a:off x="2724150" y="1866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B136CB20-4EF2-42AD-923F-C61A0D8F7254}"/>
              </a:ext>
            </a:extLst>
          </p:cNvPr>
          <p:cNvSpPr>
            <a:spLocks xmlns:a="http://schemas.openxmlformats.org/drawingml/2006/main" noGrp="1"/>
          </p:cNvSpPr>
          <p:nvPr/>
        </p:nvSpPr>
        <p:spPr>
          <a:xfrm xmlns:a="http://schemas.openxmlformats.org/drawingml/2006/main">
            <a:off x="2819400" y="1866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개인 식별 정보</a:t>
            </a:r>
          </a:p>
        </p:txBody>
      </p:sp>
      <p:sp>
        <p:nvSpPr>
          <p:cNvPr id="11" name="">
            <a:extLst xmlns:a="http://schemas.openxmlformats.org/drawingml/2006/main">
              <a:ext uri="{FF2B5EF4-FFF2-40B4-BE49-F238E27FC236}">
                <a16:creationId xmlns:a16="http://schemas.microsoft.com/office/drawing/2014/main" id="{87E35AE3-6285-4710-96D9-53E60D1F6042}"/>
              </a:ext>
            </a:extLst>
          </p:cNvPr>
          <p:cNvSpPr>
            <a:spLocks xmlns:a="http://schemas.openxmlformats.org/drawingml/2006/main" noGrp="1"/>
          </p:cNvSpPr>
          <p:nvPr/>
        </p:nvSpPr>
        <p:spPr>
          <a:xfrm xmlns:a="http://schemas.openxmlformats.org/drawingml/2006/main" rot="0">
            <a:off x="4838700" y="1866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9AA70B6-4CD1-456F-BECB-E0F9A56A349E}"/>
              </a:ext>
            </a:extLst>
          </p:cNvPr>
          <p:cNvSpPr>
            <a:spLocks xmlns:a="http://schemas.openxmlformats.org/drawingml/2006/main" noGrp="1"/>
          </p:cNvSpPr>
          <p:nvPr/>
        </p:nvSpPr>
        <p:spPr>
          <a:xfrm xmlns:a="http://schemas.openxmlformats.org/drawingml/2006/main">
            <a:off x="4933950" y="1866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정책 분류</a:t>
            </a:r>
          </a:p>
        </p:txBody>
      </p:sp>
      <p:sp>
        <p:nvSpPr>
          <p:cNvPr id="13" name="">
            <a:extLst xmlns:a="http://schemas.openxmlformats.org/drawingml/2006/main">
              <a:ext uri="{FF2B5EF4-FFF2-40B4-BE49-F238E27FC236}">
                <a16:creationId xmlns:a16="http://schemas.microsoft.com/office/drawing/2014/main" id="{E4D61552-DA2F-417F-9750-B836D8FD8586}"/>
              </a:ext>
            </a:extLst>
          </p:cNvPr>
          <p:cNvSpPr>
            <a:spLocks xmlns:a="http://schemas.openxmlformats.org/drawingml/2006/main" noGrp="1"/>
          </p:cNvSpPr>
          <p:nvPr/>
        </p:nvSpPr>
        <p:spPr>
          <a:xfrm xmlns:a="http://schemas.openxmlformats.org/drawingml/2006/main" rot="0">
            <a:off x="6953250" y="1866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535E5523-9724-430E-9B32-B7C5D448D433}"/>
              </a:ext>
            </a:extLst>
          </p:cNvPr>
          <p:cNvSpPr>
            <a:spLocks xmlns:a="http://schemas.openxmlformats.org/drawingml/2006/main" noGrp="1"/>
          </p:cNvSpPr>
          <p:nvPr/>
        </p:nvSpPr>
        <p:spPr>
          <a:xfrm xmlns:a="http://schemas.openxmlformats.org/drawingml/2006/main">
            <a:off x="7048500" y="1866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프롬프트 주입</a:t>
            </a:r>
          </a:p>
        </p:txBody>
      </p:sp>
      <p:sp>
        <p:nvSpPr>
          <p:cNvPr id="15" name="">
            <a:extLst xmlns:a="http://schemas.openxmlformats.org/drawingml/2006/main">
              <a:ext uri="{FF2B5EF4-FFF2-40B4-BE49-F238E27FC236}">
                <a16:creationId xmlns:a16="http://schemas.microsoft.com/office/drawing/2014/main" id="{00D46526-E4F2-4498-9863-12666CADD912}"/>
              </a:ext>
            </a:extLst>
          </p:cNvPr>
          <p:cNvSpPr>
            <a:spLocks xmlns:a="http://schemas.openxmlformats.org/drawingml/2006/main" noGrp="1"/>
          </p:cNvSpPr>
          <p:nvPr/>
        </p:nvSpPr>
        <p:spPr>
          <a:xfrm xmlns:a="http://schemas.openxmlformats.org/drawingml/2006/main">
            <a:off x="609600" y="3105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실행</a:t>
            </a:r>
          </a:p>
        </p:txBody>
      </p:sp>
      <p:sp>
        <p:nvSpPr>
          <p:cNvPr id="16" name="">
            <a:extLst xmlns:a="http://schemas.openxmlformats.org/drawingml/2006/main">
              <a:ext uri="{FF2B5EF4-FFF2-40B4-BE49-F238E27FC236}">
                <a16:creationId xmlns:a16="http://schemas.microsoft.com/office/drawing/2014/main" id="{4AA4B8B4-CD47-4E42-92B6-3BE244FF3F4A}"/>
              </a:ext>
            </a:extLst>
          </p:cNvPr>
          <p:cNvSpPr>
            <a:spLocks xmlns:a="http://schemas.openxmlformats.org/drawingml/2006/main" noGrp="1"/>
          </p:cNvSpPr>
          <p:nvPr/>
        </p:nvSpPr>
        <p:spPr>
          <a:xfrm xmlns:a="http://schemas.openxmlformats.org/drawingml/2006/main" flipH="0" flipV="0">
            <a:off x="2495550" y="3333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AF47C945-4D44-4D9F-87AF-7E10F1B04F9C}"/>
              </a:ext>
            </a:extLst>
          </p:cNvPr>
          <p:cNvSpPr>
            <a:spLocks xmlns:a="http://schemas.openxmlformats.org/drawingml/2006/main" noGrp="1"/>
          </p:cNvSpPr>
          <p:nvPr/>
        </p:nvSpPr>
        <p:spPr>
          <a:xfrm xmlns:a="http://schemas.openxmlformats.org/drawingml/2006/main" rot="0">
            <a:off x="2724150" y="3009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3AA5B77B-1565-47F7-871A-BC0CD12DB89C}"/>
              </a:ext>
            </a:extLst>
          </p:cNvPr>
          <p:cNvSpPr>
            <a:spLocks xmlns:a="http://schemas.openxmlformats.org/drawingml/2006/main" noGrp="1"/>
          </p:cNvSpPr>
          <p:nvPr/>
        </p:nvSpPr>
        <p:spPr>
          <a:xfrm xmlns:a="http://schemas.openxmlformats.org/drawingml/2006/main">
            <a:off x="2819400" y="3009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도구 허용목록</a:t>
            </a:r>
          </a:p>
        </p:txBody>
      </p:sp>
      <p:sp>
        <p:nvSpPr>
          <p:cNvPr id="19" name="">
            <a:extLst xmlns:a="http://schemas.openxmlformats.org/drawingml/2006/main">
              <a:ext uri="{FF2B5EF4-FFF2-40B4-BE49-F238E27FC236}">
                <a16:creationId xmlns:a16="http://schemas.microsoft.com/office/drawing/2014/main" id="{0D600792-3E39-4CF1-B30F-8A342575F78B}"/>
              </a:ext>
            </a:extLst>
          </p:cNvPr>
          <p:cNvSpPr>
            <a:spLocks xmlns:a="http://schemas.openxmlformats.org/drawingml/2006/main" noGrp="1"/>
          </p:cNvSpPr>
          <p:nvPr/>
        </p:nvSpPr>
        <p:spPr>
          <a:xfrm xmlns:a="http://schemas.openxmlformats.org/drawingml/2006/main" rot="0">
            <a:off x="4838700" y="3009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571FA230-B0A0-4F96-9BA4-A32F213E5D68}"/>
              </a:ext>
            </a:extLst>
          </p:cNvPr>
          <p:cNvSpPr>
            <a:spLocks xmlns:a="http://schemas.openxmlformats.org/drawingml/2006/main" noGrp="1"/>
          </p:cNvSpPr>
          <p:nvPr/>
        </p:nvSpPr>
        <p:spPr>
          <a:xfrm xmlns:a="http://schemas.openxmlformats.org/drawingml/2006/main">
            <a:off x="4933950" y="3009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시간 초과</a:t>
            </a:r>
          </a:p>
        </p:txBody>
      </p:sp>
      <p:sp>
        <p:nvSpPr>
          <p:cNvPr id="21" name="">
            <a:extLst xmlns:a="http://schemas.openxmlformats.org/drawingml/2006/main">
              <a:ext uri="{FF2B5EF4-FFF2-40B4-BE49-F238E27FC236}">
                <a16:creationId xmlns:a16="http://schemas.microsoft.com/office/drawing/2014/main" id="{5640A642-A2CC-4399-B2DA-C5F945ECD606}"/>
              </a:ext>
            </a:extLst>
          </p:cNvPr>
          <p:cNvSpPr>
            <a:spLocks xmlns:a="http://schemas.openxmlformats.org/drawingml/2006/main" noGrp="1"/>
          </p:cNvSpPr>
          <p:nvPr/>
        </p:nvSpPr>
        <p:spPr>
          <a:xfrm xmlns:a="http://schemas.openxmlformats.org/drawingml/2006/main" rot="0">
            <a:off x="6953250" y="3009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B05EFFDC-29D9-4C7C-A575-18609DC793C3}"/>
              </a:ext>
            </a:extLst>
          </p:cNvPr>
          <p:cNvSpPr>
            <a:spLocks xmlns:a="http://schemas.openxmlformats.org/drawingml/2006/main" noGrp="1"/>
          </p:cNvSpPr>
          <p:nvPr/>
        </p:nvSpPr>
        <p:spPr>
          <a:xfrm xmlns:a="http://schemas.openxmlformats.org/drawingml/2006/main">
            <a:off x="7048500" y="3009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사람 검토</a:t>
            </a:r>
          </a:p>
        </p:txBody>
      </p:sp>
      <p:sp>
        <p:nvSpPr>
          <p:cNvPr id="23" name="">
            <a:extLst xmlns:a="http://schemas.openxmlformats.org/drawingml/2006/main">
              <a:ext uri="{FF2B5EF4-FFF2-40B4-BE49-F238E27FC236}">
                <a16:creationId xmlns:a16="http://schemas.microsoft.com/office/drawing/2014/main" id="{DDC7E4CA-1CCB-46EB-8D91-AFD3AD4DA56A}"/>
              </a:ext>
            </a:extLst>
          </p:cNvPr>
          <p:cNvSpPr>
            <a:spLocks xmlns:a="http://schemas.openxmlformats.org/drawingml/2006/main" noGrp="1"/>
          </p:cNvSpPr>
          <p:nvPr/>
        </p:nvSpPr>
        <p:spPr>
          <a:xfrm xmlns:a="http://schemas.openxmlformats.org/drawingml/2006/main">
            <a:off x="609600" y="4248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출력</a:t>
            </a:r>
          </a:p>
        </p:txBody>
      </p:sp>
      <p:sp>
        <p:nvSpPr>
          <p:cNvPr id="24" name="">
            <a:extLst xmlns:a="http://schemas.openxmlformats.org/drawingml/2006/main">
              <a:ext uri="{FF2B5EF4-FFF2-40B4-BE49-F238E27FC236}">
                <a16:creationId xmlns:a16="http://schemas.microsoft.com/office/drawing/2014/main" id="{CAF392C1-7727-4DEC-AC0D-D7EABAA149FF}"/>
              </a:ext>
            </a:extLst>
          </p:cNvPr>
          <p:cNvSpPr>
            <a:spLocks xmlns:a="http://schemas.openxmlformats.org/drawingml/2006/main" noGrp="1"/>
          </p:cNvSpPr>
          <p:nvPr/>
        </p:nvSpPr>
        <p:spPr>
          <a:xfrm xmlns:a="http://schemas.openxmlformats.org/drawingml/2006/main" flipH="0" flipV="0">
            <a:off x="2495550" y="4476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B2A22C1A-6C95-4FDA-A609-77E9F5581271}"/>
              </a:ext>
            </a:extLst>
          </p:cNvPr>
          <p:cNvSpPr>
            <a:spLocks xmlns:a="http://schemas.openxmlformats.org/drawingml/2006/main" noGrp="1"/>
          </p:cNvSpPr>
          <p:nvPr/>
        </p:nvSpPr>
        <p:spPr>
          <a:xfrm xmlns:a="http://schemas.openxmlformats.org/drawingml/2006/main" rot="0">
            <a:off x="2724150" y="4152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4DDF552A-952E-4E05-9DBB-BD172826C4FC}"/>
              </a:ext>
            </a:extLst>
          </p:cNvPr>
          <p:cNvSpPr>
            <a:spLocks xmlns:a="http://schemas.openxmlformats.org/drawingml/2006/main" noGrp="1"/>
          </p:cNvSpPr>
          <p:nvPr/>
        </p:nvSpPr>
        <p:spPr>
          <a:xfrm xmlns:a="http://schemas.openxmlformats.org/drawingml/2006/main">
            <a:off x="2819400" y="4152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근거 연결</a:t>
            </a:r>
          </a:p>
        </p:txBody>
      </p:sp>
      <p:sp>
        <p:nvSpPr>
          <p:cNvPr id="27" name="">
            <a:extLst xmlns:a="http://schemas.openxmlformats.org/drawingml/2006/main">
              <a:ext uri="{FF2B5EF4-FFF2-40B4-BE49-F238E27FC236}">
                <a16:creationId xmlns:a16="http://schemas.microsoft.com/office/drawing/2014/main" id="{EF2D26A0-F5A5-47B4-B592-1F1A8FCA29B1}"/>
              </a:ext>
            </a:extLst>
          </p:cNvPr>
          <p:cNvSpPr>
            <a:spLocks xmlns:a="http://schemas.openxmlformats.org/drawingml/2006/main" noGrp="1"/>
          </p:cNvSpPr>
          <p:nvPr/>
        </p:nvSpPr>
        <p:spPr>
          <a:xfrm xmlns:a="http://schemas.openxmlformats.org/drawingml/2006/main" rot="0">
            <a:off x="4838700" y="4152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0F687BC6-5E31-4373-8287-0C77171A6F39}"/>
              </a:ext>
            </a:extLst>
          </p:cNvPr>
          <p:cNvSpPr>
            <a:spLocks xmlns:a="http://schemas.openxmlformats.org/drawingml/2006/main" noGrp="1"/>
          </p:cNvSpPr>
          <p:nvPr/>
        </p:nvSpPr>
        <p:spPr>
          <a:xfrm xmlns:a="http://schemas.openxmlformats.org/drawingml/2006/main">
            <a:off x="4933950" y="4152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금지 표현</a:t>
            </a:r>
          </a:p>
        </p:txBody>
      </p:sp>
      <p:sp>
        <p:nvSpPr>
          <p:cNvPr id="29" name="">
            <a:extLst xmlns:a="http://schemas.openxmlformats.org/drawingml/2006/main">
              <a:ext uri="{FF2B5EF4-FFF2-40B4-BE49-F238E27FC236}">
                <a16:creationId xmlns:a16="http://schemas.microsoft.com/office/drawing/2014/main" id="{E4B017CC-EAAF-47D2-8C41-16A0F40367F0}"/>
              </a:ext>
            </a:extLst>
          </p:cNvPr>
          <p:cNvSpPr>
            <a:spLocks xmlns:a="http://schemas.openxmlformats.org/drawingml/2006/main" noGrp="1"/>
          </p:cNvSpPr>
          <p:nvPr/>
        </p:nvSpPr>
        <p:spPr>
          <a:xfrm xmlns:a="http://schemas.openxmlformats.org/drawingml/2006/main" rot="0">
            <a:off x="6953250" y="4152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F1BA496E-46C2-4390-9CEB-C4C32395FCD8}"/>
              </a:ext>
            </a:extLst>
          </p:cNvPr>
          <p:cNvSpPr>
            <a:spLocks xmlns:a="http://schemas.openxmlformats.org/drawingml/2006/main" noGrp="1"/>
          </p:cNvSpPr>
          <p:nvPr/>
        </p:nvSpPr>
        <p:spPr>
          <a:xfrm xmlns:a="http://schemas.openxmlformats.org/drawingml/2006/main">
            <a:off x="7048500" y="4152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감사 로그</a:t>
            </a:r>
          </a:p>
        </p:txBody>
      </p:sp>
      <p:sp>
        <p:nvSpPr>
          <p:cNvPr id="31" name="">
            <a:extLst xmlns:a="http://schemas.openxmlformats.org/drawingml/2006/main">
              <a:ext uri="{FF2B5EF4-FFF2-40B4-BE49-F238E27FC236}">
                <a16:creationId xmlns:a16="http://schemas.microsoft.com/office/drawing/2014/main" id="{A47D64A4-6F49-4C59-AF7A-1C21043BE657}"/>
              </a:ext>
            </a:extLst>
          </p:cNvPr>
          <p:cNvSpPr>
            <a:spLocks xmlns:a="http://schemas.openxmlformats.org/drawingml/2006/main" noGrp="1"/>
          </p:cNvSpPr>
          <p:nvPr/>
        </p:nvSpPr>
        <p:spPr>
          <a:xfrm xmlns:a="http://schemas.openxmlformats.org/drawingml/2006/main">
            <a:off x="609600" y="5391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저장</a:t>
            </a:r>
          </a:p>
        </p:txBody>
      </p:sp>
      <p:sp>
        <p:nvSpPr>
          <p:cNvPr id="32" name="">
            <a:extLst xmlns:a="http://schemas.openxmlformats.org/drawingml/2006/main">
              <a:ext uri="{FF2B5EF4-FFF2-40B4-BE49-F238E27FC236}">
                <a16:creationId xmlns:a16="http://schemas.microsoft.com/office/drawing/2014/main" id="{C3BEE9B9-8E04-4D36-9794-E171D1C00BE9}"/>
              </a:ext>
            </a:extLst>
          </p:cNvPr>
          <p:cNvSpPr>
            <a:spLocks xmlns:a="http://schemas.openxmlformats.org/drawingml/2006/main" noGrp="1"/>
          </p:cNvSpPr>
          <p:nvPr/>
        </p:nvSpPr>
        <p:spPr>
          <a:xfrm xmlns:a="http://schemas.openxmlformats.org/drawingml/2006/main" flipH="0" flipV="0">
            <a:off x="2495550" y="5619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3" name="">
            <a:extLst xmlns:a="http://schemas.openxmlformats.org/drawingml/2006/main">
              <a:ext uri="{FF2B5EF4-FFF2-40B4-BE49-F238E27FC236}">
                <a16:creationId xmlns:a16="http://schemas.microsoft.com/office/drawing/2014/main" id="{B97A43D1-57FB-4EFF-B72A-010D9FD66AE5}"/>
              </a:ext>
            </a:extLst>
          </p:cNvPr>
          <p:cNvSpPr>
            <a:spLocks xmlns:a="http://schemas.openxmlformats.org/drawingml/2006/main" noGrp="1"/>
          </p:cNvSpPr>
          <p:nvPr/>
        </p:nvSpPr>
        <p:spPr>
          <a:xfrm xmlns:a="http://schemas.openxmlformats.org/drawingml/2006/main" rot="0">
            <a:off x="2724150" y="5295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37F7CA0C-BD32-4DF4-9F6D-A4C6B0FE2ED5}"/>
              </a:ext>
            </a:extLst>
          </p:cNvPr>
          <p:cNvSpPr>
            <a:spLocks xmlns:a="http://schemas.openxmlformats.org/drawingml/2006/main" noGrp="1"/>
          </p:cNvSpPr>
          <p:nvPr/>
        </p:nvSpPr>
        <p:spPr>
          <a:xfrm xmlns:a="http://schemas.openxmlformats.org/drawingml/2006/main">
            <a:off x="2819400" y="5295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원문 최소화</a:t>
            </a:r>
          </a:p>
        </p:txBody>
      </p:sp>
      <p:sp>
        <p:nvSpPr>
          <p:cNvPr id="35" name="">
            <a:extLst xmlns:a="http://schemas.openxmlformats.org/drawingml/2006/main">
              <a:ext uri="{FF2B5EF4-FFF2-40B4-BE49-F238E27FC236}">
                <a16:creationId xmlns:a16="http://schemas.microsoft.com/office/drawing/2014/main" id="{6F11D17A-6D76-4A61-84F0-66B7CBFA2D2D}"/>
              </a:ext>
            </a:extLst>
          </p:cNvPr>
          <p:cNvSpPr>
            <a:spLocks xmlns:a="http://schemas.openxmlformats.org/drawingml/2006/main" noGrp="1"/>
          </p:cNvSpPr>
          <p:nvPr/>
        </p:nvSpPr>
        <p:spPr>
          <a:xfrm xmlns:a="http://schemas.openxmlformats.org/drawingml/2006/main" rot="0">
            <a:off x="4838700" y="5295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6DF6802A-E70D-44B0-9414-B1891AF98160}"/>
              </a:ext>
            </a:extLst>
          </p:cNvPr>
          <p:cNvSpPr>
            <a:spLocks xmlns:a="http://schemas.openxmlformats.org/drawingml/2006/main" noGrp="1"/>
          </p:cNvSpPr>
          <p:nvPr/>
        </p:nvSpPr>
        <p:spPr>
          <a:xfrm xmlns:a="http://schemas.openxmlformats.org/drawingml/2006/main">
            <a:off x="4933950" y="5295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보존 기간</a:t>
            </a:r>
          </a:p>
        </p:txBody>
      </p:sp>
      <p:sp>
        <p:nvSpPr>
          <p:cNvPr id="37" name="">
            <a:extLst xmlns:a="http://schemas.openxmlformats.org/drawingml/2006/main">
              <a:ext uri="{FF2B5EF4-FFF2-40B4-BE49-F238E27FC236}">
                <a16:creationId xmlns:a16="http://schemas.microsoft.com/office/drawing/2014/main" id="{E80F0A23-A056-46A9-8293-09993E4B106A}"/>
              </a:ext>
            </a:extLst>
          </p:cNvPr>
          <p:cNvSpPr>
            <a:spLocks xmlns:a="http://schemas.openxmlformats.org/drawingml/2006/main" noGrp="1"/>
          </p:cNvSpPr>
          <p:nvPr/>
        </p:nvSpPr>
        <p:spPr>
          <a:xfrm xmlns:a="http://schemas.openxmlformats.org/drawingml/2006/main" rot="0">
            <a:off x="6953250" y="5295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8" name="">
            <a:extLst xmlns:a="http://schemas.openxmlformats.org/drawingml/2006/main">
              <a:ext uri="{FF2B5EF4-FFF2-40B4-BE49-F238E27FC236}">
                <a16:creationId xmlns:a16="http://schemas.microsoft.com/office/drawing/2014/main" id="{E24C28E4-9D4D-41AD-A578-C66591130558}"/>
              </a:ext>
            </a:extLst>
          </p:cNvPr>
          <p:cNvSpPr>
            <a:spLocks xmlns:a="http://schemas.openxmlformats.org/drawingml/2006/main" noGrp="1"/>
          </p:cNvSpPr>
          <p:nvPr/>
        </p:nvSpPr>
        <p:spPr>
          <a:xfrm xmlns:a="http://schemas.openxmlformats.org/drawingml/2006/main">
            <a:off x="7048500" y="5295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접근 통제</a:t>
            </a:r>
          </a:p>
        </p:txBody>
      </p:sp>
    </p:spTree>
    <p:extLst>
      <p:ext uri="{BB962C8B-B14F-4D97-AF65-F5344CB8AC3E}">
        <p14:creationId xmlns:p14="http://schemas.microsoft.com/office/powerpoint/2010/main" val="500882183"/>
      </p:ext>
    </p:extLst>
  </p:cSld>
</p:sld>
</file>

<file path=ppt/slides/slide5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D758A35-72FC-4C48-89C5-1D36CFE3D56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DE8E5FD4-C756-4E8B-A398-7F48917EB09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57</a:t>
            </a:r>
          </a:p>
        </p:txBody>
      </p:sp>
      <p:sp>
        <p:nvSpPr>
          <p:cNvPr id="3" name="">
            <a:extLst xmlns:a="http://schemas.openxmlformats.org/drawingml/2006/main">
              <a:ext uri="{FF2B5EF4-FFF2-40B4-BE49-F238E27FC236}">
                <a16:creationId xmlns:a16="http://schemas.microsoft.com/office/drawing/2014/main" id="{D0F5C7BC-72F4-4C60-BA92-A91687DBCC8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F08A4C0-AB44-4984-A948-D81CEA42BCB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08E0F115-81CD-4D06-884D-57FEF3158A5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11503830-9CA0-42A3-804B-728A8B09DB8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실행 결과 재현에 필요한 다섯 가지 정보</a:t>
            </a:r>
          </a:p>
        </p:txBody>
      </p:sp>
      <p:sp>
        <p:nvSpPr>
          <p:cNvPr id="7" name="">
            <a:extLst xmlns:a="http://schemas.openxmlformats.org/drawingml/2006/main">
              <a:ext uri="{FF2B5EF4-FFF2-40B4-BE49-F238E27FC236}">
                <a16:creationId xmlns:a16="http://schemas.microsoft.com/office/drawing/2014/main" id="{27539491-5C17-4E53-B5DE-04A312589A60}"/>
              </a:ext>
            </a:extLst>
          </p:cNvPr>
          <p:cNvSpPr>
            <a:spLocks xmlns:a="http://schemas.openxmlformats.org/drawingml/2006/main" noGrp="1"/>
          </p:cNvSpPr>
          <p:nvPr/>
        </p:nvSpPr>
        <p:spPr>
          <a:xfrm xmlns:a="http://schemas.openxmlformats.org/drawingml/2006/main" rot="0">
            <a:off x="666750" y="16192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8" name="">
            <a:extLst xmlns:a="http://schemas.openxmlformats.org/drawingml/2006/main">
              <a:ext uri="{FF2B5EF4-FFF2-40B4-BE49-F238E27FC236}">
                <a16:creationId xmlns:a16="http://schemas.microsoft.com/office/drawing/2014/main" id="{04545698-C40F-4F29-A428-EC1BCEB04FD5}"/>
              </a:ext>
            </a:extLst>
          </p:cNvPr>
          <p:cNvSpPr>
            <a:spLocks xmlns:a="http://schemas.openxmlformats.org/drawingml/2006/main" noGrp="1"/>
          </p:cNvSpPr>
          <p:nvPr/>
        </p:nvSpPr>
        <p:spPr>
          <a:xfrm xmlns:a="http://schemas.openxmlformats.org/drawingml/2006/main">
            <a:off x="666750" y="16192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09339FC9-EB3A-411A-B083-8456D9EF33EE}"/>
              </a:ext>
            </a:extLst>
          </p:cNvPr>
          <p:cNvSpPr>
            <a:spLocks xmlns:a="http://schemas.openxmlformats.org/drawingml/2006/main" noGrp="1"/>
          </p:cNvSpPr>
          <p:nvPr/>
        </p:nvSpPr>
        <p:spPr>
          <a:xfrm xmlns:a="http://schemas.openxmlformats.org/drawingml/2006/main">
            <a:off x="1295400" y="15621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환경</a:t>
            </a:r>
          </a:p>
        </p:txBody>
      </p:sp>
      <p:sp>
        <p:nvSpPr>
          <p:cNvPr id="10" name="">
            <a:extLst xmlns:a="http://schemas.openxmlformats.org/drawingml/2006/main">
              <a:ext uri="{FF2B5EF4-FFF2-40B4-BE49-F238E27FC236}">
                <a16:creationId xmlns:a16="http://schemas.microsoft.com/office/drawing/2014/main" id="{77CC47AB-6E67-4F80-83E6-66A5F115E488}"/>
              </a:ext>
            </a:extLst>
          </p:cNvPr>
          <p:cNvSpPr>
            <a:spLocks xmlns:a="http://schemas.openxmlformats.org/drawingml/2006/main" noGrp="1"/>
          </p:cNvSpPr>
          <p:nvPr/>
        </p:nvSpPr>
        <p:spPr>
          <a:xfrm xmlns:a="http://schemas.openxmlformats.org/drawingml/2006/main">
            <a:off x="5657850" y="16002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Python · 패키지 · 운영체제 · 가속기</a:t>
            </a:r>
          </a:p>
        </p:txBody>
      </p:sp>
      <p:sp>
        <p:nvSpPr>
          <p:cNvPr id="11" name="">
            <a:extLst xmlns:a="http://schemas.openxmlformats.org/drawingml/2006/main">
              <a:ext uri="{FF2B5EF4-FFF2-40B4-BE49-F238E27FC236}">
                <a16:creationId xmlns:a16="http://schemas.microsoft.com/office/drawing/2014/main" id="{8E13B02B-E89F-4372-B9BE-828A59D4B13B}"/>
              </a:ext>
            </a:extLst>
          </p:cNvPr>
          <p:cNvSpPr>
            <a:spLocks xmlns:a="http://schemas.openxmlformats.org/drawingml/2006/main" noGrp="1"/>
          </p:cNvSpPr>
          <p:nvPr/>
        </p:nvSpPr>
        <p:spPr>
          <a:xfrm xmlns:a="http://schemas.openxmlformats.org/drawingml/2006/main" flipH="0" flipV="0">
            <a:off x="1295400" y="21526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8BFF3D98-C101-4DD1-AF8E-011F4E65D19D}"/>
              </a:ext>
            </a:extLst>
          </p:cNvPr>
          <p:cNvSpPr>
            <a:spLocks xmlns:a="http://schemas.openxmlformats.org/drawingml/2006/main" noGrp="1"/>
          </p:cNvSpPr>
          <p:nvPr/>
        </p:nvSpPr>
        <p:spPr>
          <a:xfrm xmlns:a="http://schemas.openxmlformats.org/drawingml/2006/main" rot="0">
            <a:off x="666750" y="24955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3" name="">
            <a:extLst xmlns:a="http://schemas.openxmlformats.org/drawingml/2006/main">
              <a:ext uri="{FF2B5EF4-FFF2-40B4-BE49-F238E27FC236}">
                <a16:creationId xmlns:a16="http://schemas.microsoft.com/office/drawing/2014/main" id="{2E087FD7-6731-49AA-9DBE-66E157FC34EA}"/>
              </a:ext>
            </a:extLst>
          </p:cNvPr>
          <p:cNvSpPr>
            <a:spLocks xmlns:a="http://schemas.openxmlformats.org/drawingml/2006/main" noGrp="1"/>
          </p:cNvSpPr>
          <p:nvPr/>
        </p:nvSpPr>
        <p:spPr>
          <a:xfrm xmlns:a="http://schemas.openxmlformats.org/drawingml/2006/main">
            <a:off x="666750" y="24955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6AA56930-2BFA-4F8C-A6CB-02818D0763AC}"/>
              </a:ext>
            </a:extLst>
          </p:cNvPr>
          <p:cNvSpPr>
            <a:spLocks xmlns:a="http://schemas.openxmlformats.org/drawingml/2006/main" noGrp="1"/>
          </p:cNvSpPr>
          <p:nvPr/>
        </p:nvSpPr>
        <p:spPr>
          <a:xfrm xmlns:a="http://schemas.openxmlformats.org/drawingml/2006/main">
            <a:off x="1295400" y="24384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입력</a:t>
            </a:r>
          </a:p>
        </p:txBody>
      </p:sp>
      <p:sp>
        <p:nvSpPr>
          <p:cNvPr id="15" name="">
            <a:extLst xmlns:a="http://schemas.openxmlformats.org/drawingml/2006/main">
              <a:ext uri="{FF2B5EF4-FFF2-40B4-BE49-F238E27FC236}">
                <a16:creationId xmlns:a16="http://schemas.microsoft.com/office/drawing/2014/main" id="{3F9B5A23-87F5-461D-AF21-5DE1B6BB5885}"/>
              </a:ext>
            </a:extLst>
          </p:cNvPr>
          <p:cNvSpPr>
            <a:spLocks xmlns:a="http://schemas.openxmlformats.org/drawingml/2006/main" noGrp="1"/>
          </p:cNvSpPr>
          <p:nvPr/>
        </p:nvSpPr>
        <p:spPr>
          <a:xfrm xmlns:a="http://schemas.openxmlformats.org/drawingml/2006/main">
            <a:off x="5657850" y="24765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평가 데이터 개정 · 콘텐츠 지문</a:t>
            </a:r>
          </a:p>
        </p:txBody>
      </p:sp>
      <p:sp>
        <p:nvSpPr>
          <p:cNvPr id="16" name="">
            <a:extLst xmlns:a="http://schemas.openxmlformats.org/drawingml/2006/main">
              <a:ext uri="{FF2B5EF4-FFF2-40B4-BE49-F238E27FC236}">
                <a16:creationId xmlns:a16="http://schemas.microsoft.com/office/drawing/2014/main" id="{898DD996-AFF8-4852-9A41-6D5AEB422BBB}"/>
              </a:ext>
            </a:extLst>
          </p:cNvPr>
          <p:cNvSpPr>
            <a:spLocks xmlns:a="http://schemas.openxmlformats.org/drawingml/2006/main" noGrp="1"/>
          </p:cNvSpPr>
          <p:nvPr/>
        </p:nvSpPr>
        <p:spPr>
          <a:xfrm xmlns:a="http://schemas.openxmlformats.org/drawingml/2006/main" flipH="0" flipV="0">
            <a:off x="1295400" y="30289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6741EB1-D96C-451F-B979-3810AD958EAF}"/>
              </a:ext>
            </a:extLst>
          </p:cNvPr>
          <p:cNvSpPr>
            <a:spLocks xmlns:a="http://schemas.openxmlformats.org/drawingml/2006/main" noGrp="1"/>
          </p:cNvSpPr>
          <p:nvPr/>
        </p:nvSpPr>
        <p:spPr>
          <a:xfrm xmlns:a="http://schemas.openxmlformats.org/drawingml/2006/main" rot="0">
            <a:off x="666750" y="33718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8" name="">
            <a:extLst xmlns:a="http://schemas.openxmlformats.org/drawingml/2006/main">
              <a:ext uri="{FF2B5EF4-FFF2-40B4-BE49-F238E27FC236}">
                <a16:creationId xmlns:a16="http://schemas.microsoft.com/office/drawing/2014/main" id="{564755B2-4083-4B77-AADA-047F536F2921}"/>
              </a:ext>
            </a:extLst>
          </p:cNvPr>
          <p:cNvSpPr>
            <a:spLocks xmlns:a="http://schemas.openxmlformats.org/drawingml/2006/main" noGrp="1"/>
          </p:cNvSpPr>
          <p:nvPr/>
        </p:nvSpPr>
        <p:spPr>
          <a:xfrm xmlns:a="http://schemas.openxmlformats.org/drawingml/2006/main">
            <a:off x="666750" y="3371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A8227407-8815-4BFB-9725-9F525BD95D1D}"/>
              </a:ext>
            </a:extLst>
          </p:cNvPr>
          <p:cNvSpPr>
            <a:spLocks xmlns:a="http://schemas.openxmlformats.org/drawingml/2006/main" noGrp="1"/>
          </p:cNvSpPr>
          <p:nvPr/>
        </p:nvSpPr>
        <p:spPr>
          <a:xfrm xmlns:a="http://schemas.openxmlformats.org/drawingml/2006/main">
            <a:off x="1295400" y="33147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지시</a:t>
            </a:r>
          </a:p>
        </p:txBody>
      </p:sp>
      <p:sp>
        <p:nvSpPr>
          <p:cNvPr id="20" name="">
            <a:extLst xmlns:a="http://schemas.openxmlformats.org/drawingml/2006/main">
              <a:ext uri="{FF2B5EF4-FFF2-40B4-BE49-F238E27FC236}">
                <a16:creationId xmlns:a16="http://schemas.microsoft.com/office/drawing/2014/main" id="{F1C61F3A-E006-416D-8600-734479BB03FB}"/>
              </a:ext>
            </a:extLst>
          </p:cNvPr>
          <p:cNvSpPr>
            <a:spLocks xmlns:a="http://schemas.openxmlformats.org/drawingml/2006/main" noGrp="1"/>
          </p:cNvSpPr>
          <p:nvPr/>
        </p:nvSpPr>
        <p:spPr>
          <a:xfrm xmlns:a="http://schemas.openxmlformats.org/drawingml/2006/main">
            <a:off x="5657850" y="33528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프롬프트 식별자 · 버전 · 스키마</a:t>
            </a:r>
          </a:p>
        </p:txBody>
      </p:sp>
      <p:sp>
        <p:nvSpPr>
          <p:cNvPr id="21" name="">
            <a:extLst xmlns:a="http://schemas.openxmlformats.org/drawingml/2006/main">
              <a:ext uri="{FF2B5EF4-FFF2-40B4-BE49-F238E27FC236}">
                <a16:creationId xmlns:a16="http://schemas.microsoft.com/office/drawing/2014/main" id="{0E955977-89E3-4F3D-8388-9F9BA28542FA}"/>
              </a:ext>
            </a:extLst>
          </p:cNvPr>
          <p:cNvSpPr>
            <a:spLocks xmlns:a="http://schemas.openxmlformats.org/drawingml/2006/main" noGrp="1"/>
          </p:cNvSpPr>
          <p:nvPr/>
        </p:nvSpPr>
        <p:spPr>
          <a:xfrm xmlns:a="http://schemas.openxmlformats.org/drawingml/2006/main" flipH="0" flipV="0">
            <a:off x="1295400" y="39052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E2606A79-A55D-42C0-918B-060BA3FCA4CC}"/>
              </a:ext>
            </a:extLst>
          </p:cNvPr>
          <p:cNvSpPr>
            <a:spLocks xmlns:a="http://schemas.openxmlformats.org/drawingml/2006/main" noGrp="1"/>
          </p:cNvSpPr>
          <p:nvPr/>
        </p:nvSpPr>
        <p:spPr>
          <a:xfrm xmlns:a="http://schemas.openxmlformats.org/drawingml/2006/main" rot="0">
            <a:off x="666750" y="42481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3" name="">
            <a:extLst xmlns:a="http://schemas.openxmlformats.org/drawingml/2006/main">
              <a:ext uri="{FF2B5EF4-FFF2-40B4-BE49-F238E27FC236}">
                <a16:creationId xmlns:a16="http://schemas.microsoft.com/office/drawing/2014/main" id="{D4CCBC6A-39E5-40D4-BBC4-81E9708C0883}"/>
              </a:ext>
            </a:extLst>
          </p:cNvPr>
          <p:cNvSpPr>
            <a:spLocks xmlns:a="http://schemas.openxmlformats.org/drawingml/2006/main" noGrp="1"/>
          </p:cNvSpPr>
          <p:nvPr/>
        </p:nvSpPr>
        <p:spPr>
          <a:xfrm xmlns:a="http://schemas.openxmlformats.org/drawingml/2006/main">
            <a:off x="666750" y="4248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1D4DFE2A-86FF-4220-86BE-1A42702A02C7}"/>
              </a:ext>
            </a:extLst>
          </p:cNvPr>
          <p:cNvSpPr>
            <a:spLocks xmlns:a="http://schemas.openxmlformats.org/drawingml/2006/main" noGrp="1"/>
          </p:cNvSpPr>
          <p:nvPr/>
        </p:nvSpPr>
        <p:spPr>
          <a:xfrm xmlns:a="http://schemas.openxmlformats.org/drawingml/2006/main">
            <a:off x="1295400" y="4191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a:t>
            </a:r>
          </a:p>
        </p:txBody>
      </p:sp>
      <p:sp>
        <p:nvSpPr>
          <p:cNvPr id="25" name="">
            <a:extLst xmlns:a="http://schemas.openxmlformats.org/drawingml/2006/main">
              <a:ext uri="{FF2B5EF4-FFF2-40B4-BE49-F238E27FC236}">
                <a16:creationId xmlns:a16="http://schemas.microsoft.com/office/drawing/2014/main" id="{83E06BE2-DC5B-415A-A109-22111686EBD9}"/>
              </a:ext>
            </a:extLst>
          </p:cNvPr>
          <p:cNvSpPr>
            <a:spLocks xmlns:a="http://schemas.openxmlformats.org/drawingml/2006/main" noGrp="1"/>
          </p:cNvSpPr>
          <p:nvPr/>
        </p:nvSpPr>
        <p:spPr>
          <a:xfrm xmlns:a="http://schemas.openxmlformats.org/drawingml/2006/main">
            <a:off x="5657850" y="42291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제공자 · 모델 · 설정</a:t>
            </a:r>
          </a:p>
        </p:txBody>
      </p:sp>
      <p:sp>
        <p:nvSpPr>
          <p:cNvPr id="26" name="">
            <a:extLst xmlns:a="http://schemas.openxmlformats.org/drawingml/2006/main">
              <a:ext uri="{FF2B5EF4-FFF2-40B4-BE49-F238E27FC236}">
                <a16:creationId xmlns:a16="http://schemas.microsoft.com/office/drawing/2014/main" id="{908CFD07-4206-44F4-8830-B8F246A3F7B6}"/>
              </a:ext>
            </a:extLst>
          </p:cNvPr>
          <p:cNvSpPr>
            <a:spLocks xmlns:a="http://schemas.openxmlformats.org/drawingml/2006/main" noGrp="1"/>
          </p:cNvSpPr>
          <p:nvPr/>
        </p:nvSpPr>
        <p:spPr>
          <a:xfrm xmlns:a="http://schemas.openxmlformats.org/drawingml/2006/main" flipH="0" flipV="0">
            <a:off x="1295400" y="47815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5F1FAA2F-E0C1-45BB-8653-3E5DC87E0039}"/>
              </a:ext>
            </a:extLst>
          </p:cNvPr>
          <p:cNvSpPr>
            <a:spLocks xmlns:a="http://schemas.openxmlformats.org/drawingml/2006/main" noGrp="1"/>
          </p:cNvSpPr>
          <p:nvPr/>
        </p:nvSpPr>
        <p:spPr>
          <a:xfrm xmlns:a="http://schemas.openxmlformats.org/drawingml/2006/main" rot="0">
            <a:off x="666750" y="51244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8" name="">
            <a:extLst xmlns:a="http://schemas.openxmlformats.org/drawingml/2006/main">
              <a:ext uri="{FF2B5EF4-FFF2-40B4-BE49-F238E27FC236}">
                <a16:creationId xmlns:a16="http://schemas.microsoft.com/office/drawing/2014/main" id="{5523C00A-F087-4492-AEA9-456245F00703}"/>
              </a:ext>
            </a:extLst>
          </p:cNvPr>
          <p:cNvSpPr>
            <a:spLocks xmlns:a="http://schemas.openxmlformats.org/drawingml/2006/main" noGrp="1"/>
          </p:cNvSpPr>
          <p:nvPr/>
        </p:nvSpPr>
        <p:spPr>
          <a:xfrm xmlns:a="http://schemas.openxmlformats.org/drawingml/2006/main">
            <a:off x="666750" y="51244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9" name="">
            <a:extLst xmlns:a="http://schemas.openxmlformats.org/drawingml/2006/main">
              <a:ext uri="{FF2B5EF4-FFF2-40B4-BE49-F238E27FC236}">
                <a16:creationId xmlns:a16="http://schemas.microsoft.com/office/drawing/2014/main" id="{EDA7E218-5066-45E6-B53F-A34ABE787590}"/>
              </a:ext>
            </a:extLst>
          </p:cNvPr>
          <p:cNvSpPr>
            <a:spLocks xmlns:a="http://schemas.openxmlformats.org/drawingml/2006/main" noGrp="1"/>
          </p:cNvSpPr>
          <p:nvPr/>
        </p:nvSpPr>
        <p:spPr>
          <a:xfrm xmlns:a="http://schemas.openxmlformats.org/drawingml/2006/main">
            <a:off x="1295400" y="5067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코드</a:t>
            </a:r>
          </a:p>
        </p:txBody>
      </p:sp>
      <p:sp>
        <p:nvSpPr>
          <p:cNvPr id="30" name="">
            <a:extLst xmlns:a="http://schemas.openxmlformats.org/drawingml/2006/main">
              <a:ext uri="{FF2B5EF4-FFF2-40B4-BE49-F238E27FC236}">
                <a16:creationId xmlns:a16="http://schemas.microsoft.com/office/drawing/2014/main" id="{BD6C0E9F-1477-4710-8458-C0B7EE9B3AC6}"/>
              </a:ext>
            </a:extLst>
          </p:cNvPr>
          <p:cNvSpPr>
            <a:spLocks xmlns:a="http://schemas.openxmlformats.org/drawingml/2006/main" noGrp="1"/>
          </p:cNvSpPr>
          <p:nvPr/>
        </p:nvSpPr>
        <p:spPr>
          <a:xfrm xmlns:a="http://schemas.openxmlformats.org/drawingml/2006/main">
            <a:off x="5657850" y="51054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커밋 · 접근 경로 · 정책</a:t>
            </a:r>
          </a:p>
        </p:txBody>
      </p:sp>
      <p:sp>
        <p:nvSpPr>
          <p:cNvPr id="31" name="">
            <a:extLst xmlns:a="http://schemas.openxmlformats.org/drawingml/2006/main">
              <a:ext uri="{FF2B5EF4-FFF2-40B4-BE49-F238E27FC236}">
                <a16:creationId xmlns:a16="http://schemas.microsoft.com/office/drawing/2014/main" id="{36E0EDA6-997C-4768-A8E6-E4C6C616B593}"/>
              </a:ext>
            </a:extLst>
          </p:cNvPr>
          <p:cNvSpPr>
            <a:spLocks xmlns:a="http://schemas.openxmlformats.org/drawingml/2006/main" noGrp="1"/>
          </p:cNvSpPr>
          <p:nvPr/>
        </p:nvSpPr>
        <p:spPr>
          <a:xfrm xmlns:a="http://schemas.openxmlformats.org/drawingml/2006/main" flipH="0" flipV="0">
            <a:off x="1295400" y="56578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037702291"/>
      </p:ext>
    </p:extLst>
  </p:cSld>
</p:sld>
</file>

<file path=ppt/slides/slide5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9671526-043A-4B94-9795-FF6B3C26EB1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ECB3F73D-22BD-4808-AF2D-C0149C49B47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58</a:t>
            </a:r>
          </a:p>
        </p:txBody>
      </p:sp>
      <p:sp>
        <p:nvSpPr>
          <p:cNvPr id="3" name="">
            <a:extLst xmlns:a="http://schemas.openxmlformats.org/drawingml/2006/main">
              <a:ext uri="{FF2B5EF4-FFF2-40B4-BE49-F238E27FC236}">
                <a16:creationId xmlns:a16="http://schemas.microsoft.com/office/drawing/2014/main" id="{51002EAF-0267-4EC1-B947-E1030D72A9B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AF267385-67ED-49A6-9A42-9BAC27E83E8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4A95522-7B8D-4122-880C-C2209FE6A63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74A96A2C-A0C9-4303-A38B-99B54AD2F5B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LLM 서비스 개선 사이클</a:t>
            </a:r>
          </a:p>
        </p:txBody>
      </p:sp>
      <p:sp>
        <p:nvSpPr>
          <p:cNvPr id="7" name="">
            <a:extLst xmlns:a="http://schemas.openxmlformats.org/drawingml/2006/main">
              <a:ext uri="{FF2B5EF4-FFF2-40B4-BE49-F238E27FC236}">
                <a16:creationId xmlns:a16="http://schemas.microsoft.com/office/drawing/2014/main" id="{492719EA-4BBC-492B-AF10-07C1A14EA771}"/>
              </a:ext>
            </a:extLst>
          </p:cNvPr>
          <p:cNvSpPr>
            <a:spLocks xmlns:a="http://schemas.openxmlformats.org/drawingml/2006/main" noGrp="1"/>
          </p:cNvSpPr>
          <p:nvPr/>
        </p:nvSpPr>
        <p:spPr>
          <a:xfrm xmlns:a="http://schemas.openxmlformats.org/drawingml/2006/main" flipH="0" flipV="0">
            <a:off x="4283884" y="2093475"/>
            <a:ext cx="833353" cy="60546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8" name="">
            <a:extLst xmlns:a="http://schemas.openxmlformats.org/drawingml/2006/main">
              <a:ext uri="{FF2B5EF4-FFF2-40B4-BE49-F238E27FC236}">
                <a16:creationId xmlns:a16="http://schemas.microsoft.com/office/drawing/2014/main" id="{AC74DF99-F5FF-43A2-8D35-587A45525790}"/>
              </a:ext>
            </a:extLst>
          </p:cNvPr>
          <p:cNvSpPr>
            <a:spLocks xmlns:a="http://schemas.openxmlformats.org/drawingml/2006/main" noGrp="1"/>
          </p:cNvSpPr>
          <p:nvPr/>
        </p:nvSpPr>
        <p:spPr>
          <a:xfrm xmlns:a="http://schemas.openxmlformats.org/drawingml/2006/main" flipH="1" flipV="0">
            <a:off x="5056481" y="3491617"/>
            <a:ext cx="318312" cy="979665"/>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9" name="">
            <a:extLst xmlns:a="http://schemas.openxmlformats.org/drawingml/2006/main">
              <a:ext uri="{FF2B5EF4-FFF2-40B4-BE49-F238E27FC236}">
                <a16:creationId xmlns:a16="http://schemas.microsoft.com/office/drawing/2014/main" id="{8E981ACD-9973-441A-82D8-82047EB66738}"/>
              </a:ext>
            </a:extLst>
          </p:cNvPr>
          <p:cNvSpPr>
            <a:spLocks xmlns:a="http://schemas.openxmlformats.org/drawingml/2006/main" noGrp="1"/>
          </p:cNvSpPr>
          <p:nvPr/>
        </p:nvSpPr>
        <p:spPr>
          <a:xfrm xmlns:a="http://schemas.openxmlformats.org/drawingml/2006/main" flipH="1" flipV="0">
            <a:off x="3352110" y="4961183"/>
            <a:ext cx="1030081"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0" name="">
            <a:extLst xmlns:a="http://schemas.openxmlformats.org/drawingml/2006/main">
              <a:ext uri="{FF2B5EF4-FFF2-40B4-BE49-F238E27FC236}">
                <a16:creationId xmlns:a16="http://schemas.microsoft.com/office/drawing/2014/main" id="{5BC7A97D-11C1-4B8B-82D9-197851CE7315}"/>
              </a:ext>
            </a:extLst>
          </p:cNvPr>
          <p:cNvSpPr>
            <a:spLocks xmlns:a="http://schemas.openxmlformats.org/drawingml/2006/main" noGrp="1"/>
          </p:cNvSpPr>
          <p:nvPr/>
        </p:nvSpPr>
        <p:spPr>
          <a:xfrm xmlns:a="http://schemas.openxmlformats.org/drawingml/2006/main" flipH="1" flipV="1">
            <a:off x="2359507" y="3491617"/>
            <a:ext cx="318312" cy="979665"/>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1" name="">
            <a:extLst xmlns:a="http://schemas.openxmlformats.org/drawingml/2006/main">
              <a:ext uri="{FF2B5EF4-FFF2-40B4-BE49-F238E27FC236}">
                <a16:creationId xmlns:a16="http://schemas.microsoft.com/office/drawing/2014/main" id="{70A52523-602F-4D83-A739-4C66E10821F4}"/>
              </a:ext>
            </a:extLst>
          </p:cNvPr>
          <p:cNvSpPr>
            <a:spLocks xmlns:a="http://schemas.openxmlformats.org/drawingml/2006/main" noGrp="1"/>
          </p:cNvSpPr>
          <p:nvPr/>
        </p:nvSpPr>
        <p:spPr>
          <a:xfrm xmlns:a="http://schemas.openxmlformats.org/drawingml/2006/main" flipH="0" flipV="1">
            <a:off x="2617063" y="2093475"/>
            <a:ext cx="833353" cy="60546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F01B5608-852D-4D25-9A4B-E6D8A09D25AF}"/>
              </a:ext>
            </a:extLst>
          </p:cNvPr>
          <p:cNvSpPr>
            <a:spLocks xmlns:a="http://schemas.openxmlformats.org/drawingml/2006/main" noGrp="1"/>
          </p:cNvSpPr>
          <p:nvPr/>
        </p:nvSpPr>
        <p:spPr>
          <a:xfrm xmlns:a="http://schemas.openxmlformats.org/drawingml/2006/main" rot="0">
            <a:off x="3371850" y="1295400"/>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1</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기획</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데이터</a:t>
            </a:r>
          </a:p>
        </p:txBody>
      </p:sp>
      <p:sp>
        <p:nvSpPr>
          <p:cNvPr id="13" name="">
            <a:extLst xmlns:a="http://schemas.openxmlformats.org/drawingml/2006/main">
              <a:ext uri="{FF2B5EF4-FFF2-40B4-BE49-F238E27FC236}">
                <a16:creationId xmlns:a16="http://schemas.microsoft.com/office/drawing/2014/main" id="{F0787097-7B9F-4866-8375-220B5C4ABACA}"/>
              </a:ext>
            </a:extLst>
          </p:cNvPr>
          <p:cNvSpPr>
            <a:spLocks xmlns:a="http://schemas.openxmlformats.org/drawingml/2006/main" noGrp="1"/>
          </p:cNvSpPr>
          <p:nvPr/>
        </p:nvSpPr>
        <p:spPr>
          <a:xfrm xmlns:a="http://schemas.openxmlformats.org/drawingml/2006/main" rot="0">
            <a:off x="5038672" y="2506417"/>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2</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프롬프트</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맥락</a:t>
            </a:r>
          </a:p>
        </p:txBody>
      </p:sp>
      <p:sp>
        <p:nvSpPr>
          <p:cNvPr id="14" name="">
            <a:extLst xmlns:a="http://schemas.openxmlformats.org/drawingml/2006/main">
              <a:ext uri="{FF2B5EF4-FFF2-40B4-BE49-F238E27FC236}">
                <a16:creationId xmlns:a16="http://schemas.microsoft.com/office/drawing/2014/main" id="{3A5A2A3E-A211-44BF-8827-B122D2855DF1}"/>
              </a:ext>
            </a:extLst>
          </p:cNvPr>
          <p:cNvSpPr>
            <a:spLocks xmlns:a="http://schemas.openxmlformats.org/drawingml/2006/main" noGrp="1"/>
          </p:cNvSpPr>
          <p:nvPr/>
        </p:nvSpPr>
        <p:spPr>
          <a:xfrm xmlns:a="http://schemas.openxmlformats.org/drawingml/2006/main" rot="0">
            <a:off x="4402002" y="4465883"/>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3</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실행</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배포</a:t>
            </a:r>
          </a:p>
        </p:txBody>
      </p:sp>
      <p:sp>
        <p:nvSpPr>
          <p:cNvPr id="15" name="">
            <a:extLst xmlns:a="http://schemas.openxmlformats.org/drawingml/2006/main">
              <a:ext uri="{FF2B5EF4-FFF2-40B4-BE49-F238E27FC236}">
                <a16:creationId xmlns:a16="http://schemas.microsoft.com/office/drawing/2014/main" id="{3A122B83-A9DD-4A83-A8C2-C3E86351F3ED}"/>
              </a:ext>
            </a:extLst>
          </p:cNvPr>
          <p:cNvSpPr>
            <a:spLocks xmlns:a="http://schemas.openxmlformats.org/drawingml/2006/main" noGrp="1"/>
          </p:cNvSpPr>
          <p:nvPr/>
        </p:nvSpPr>
        <p:spPr>
          <a:xfrm xmlns:a="http://schemas.openxmlformats.org/drawingml/2006/main" rot="0">
            <a:off x="2341698" y="4465883"/>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4</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평가</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관찰</a:t>
            </a:r>
          </a:p>
        </p:txBody>
      </p:sp>
      <p:sp>
        <p:nvSpPr>
          <p:cNvPr id="16" name="">
            <a:extLst xmlns:a="http://schemas.openxmlformats.org/drawingml/2006/main">
              <a:ext uri="{FF2B5EF4-FFF2-40B4-BE49-F238E27FC236}">
                <a16:creationId xmlns:a16="http://schemas.microsoft.com/office/drawing/2014/main" id="{83A0304A-6F01-4E2E-AEAC-C75653062250}"/>
              </a:ext>
            </a:extLst>
          </p:cNvPr>
          <p:cNvSpPr>
            <a:spLocks xmlns:a="http://schemas.openxmlformats.org/drawingml/2006/main" noGrp="1"/>
          </p:cNvSpPr>
          <p:nvPr/>
        </p:nvSpPr>
        <p:spPr>
          <a:xfrm xmlns:a="http://schemas.openxmlformats.org/drawingml/2006/main" rot="0">
            <a:off x="1705028" y="2506417"/>
            <a:ext cx="990600" cy="9906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5</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개선</a:t>
            </a:r>
          </a:p>
          <a:p xmlns:a="http://schemas.openxmlformats.org/drawingml/2006/main">
            <a:pPr algn="ctr">
              <a:defRPr sz="1050" b="1">
                <a:solidFill>
                  <a:srgbClr val="191919"/>
                </a:solidFill>
                <a:latin typeface="AppleGothic"/>
                <a:ea typeface="AppleGothic"/>
                <a:cs typeface="AppleGothic"/>
              </a:defRPr>
            </a:pPr>
            <a:r>
              <a:rPr sz="1050" b="1">
                <a:solidFill>
                  <a:srgbClr val="191919"/>
                </a:solidFill>
                <a:latin typeface="AppleGothic"/>
                <a:ea typeface="AppleGothic"/>
                <a:cs typeface="AppleGothic"/>
              </a:rPr>
              <a:t>버전</a:t>
            </a:r>
          </a:p>
        </p:txBody>
      </p:sp>
      <p:sp>
        <p:nvSpPr>
          <p:cNvPr id="17" name="">
            <a:extLst xmlns:a="http://schemas.openxmlformats.org/drawingml/2006/main">
              <a:ext uri="{FF2B5EF4-FFF2-40B4-BE49-F238E27FC236}">
                <a16:creationId xmlns:a16="http://schemas.microsoft.com/office/drawing/2014/main" id="{27D56869-351B-44BF-9586-D4DE74E038E6}"/>
              </a:ext>
            </a:extLst>
          </p:cNvPr>
          <p:cNvSpPr>
            <a:spLocks xmlns:a="http://schemas.openxmlformats.org/drawingml/2006/main" noGrp="1"/>
          </p:cNvSpPr>
          <p:nvPr/>
        </p:nvSpPr>
        <p:spPr>
          <a:xfrm xmlns:a="http://schemas.openxmlformats.org/drawingml/2006/main" rot="0">
            <a:off x="3314700" y="2990850"/>
            <a:ext cx="1104900" cy="1104900"/>
          </a:xfrm>
          <a:prstGeom xmlns:a="http://schemas.openxmlformats.org/drawingml/2006/main" prst="ellipse">
            <a:avLst/>
          </a:prstGeom>
          <a:solidFill xmlns:a="http://schemas.openxmlformats.org/drawingml/2006/main">
            <a:srgbClr val="050505"/>
          </a:solidFill>
          <a:ln xmlns:a="http://schemas.openxmlformats.org/drawingml/2006/main" w="28575">
            <a:solidFill>
              <a:srgbClr val="2563EB"/>
            </a:solidFill>
            <a:prstDash val="solid"/>
          </a:ln>
        </p:spPr>
        <p:txBody>
          <a:bodyPr xmlns:a="http://schemas.openxmlformats.org/drawingml/2006/main" lIns="38100" tIns="38100" rIns="38100" bIns="38100" anchor="ctr">
            <a:noAutofit/>
          </a:bodyPr>
          <a:lstStyle xmlns:a="http://schemas.openxmlformats.org/drawingml/2006/main"/>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SERVICE</a:t>
            </a:r>
          </a:p>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LOOP</a:t>
            </a:r>
          </a:p>
        </p:txBody>
      </p:sp>
      <p:sp>
        <p:nvSpPr>
          <p:cNvPr id="18" name="">
            <a:extLst xmlns:a="http://schemas.openxmlformats.org/drawingml/2006/main">
              <a:ext uri="{FF2B5EF4-FFF2-40B4-BE49-F238E27FC236}">
                <a16:creationId xmlns:a16="http://schemas.microsoft.com/office/drawing/2014/main" id="{1DC5117E-4E88-4AD6-BF1C-7CD5FE268A47}"/>
              </a:ext>
            </a:extLst>
          </p:cNvPr>
          <p:cNvSpPr>
            <a:spLocks xmlns:a="http://schemas.openxmlformats.org/drawingml/2006/main" noGrp="1"/>
          </p:cNvSpPr>
          <p:nvPr/>
        </p:nvSpPr>
        <p:spPr>
          <a:xfrm xmlns:a="http://schemas.openxmlformats.org/drawingml/2006/main">
            <a:off x="7486650" y="175260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COURSE STANDARD</a:t>
            </a:r>
          </a:p>
        </p:txBody>
      </p:sp>
      <p:sp>
        <p:nvSpPr>
          <p:cNvPr id="19" name="">
            <a:extLst xmlns:a="http://schemas.openxmlformats.org/drawingml/2006/main">
              <a:ext uri="{FF2B5EF4-FFF2-40B4-BE49-F238E27FC236}">
                <a16:creationId xmlns:a16="http://schemas.microsoft.com/office/drawing/2014/main" id="{0BBD0374-F323-4156-9C02-C7B54B33EFF1}"/>
              </a:ext>
            </a:extLst>
          </p:cNvPr>
          <p:cNvSpPr>
            <a:spLocks xmlns:a="http://schemas.openxmlformats.org/drawingml/2006/main" noGrp="1"/>
          </p:cNvSpPr>
          <p:nvPr/>
        </p:nvSpPr>
        <p:spPr>
          <a:xfrm xmlns:a="http://schemas.openxmlformats.org/drawingml/2006/main">
            <a:off x="7486650" y="2133600"/>
            <a:ext cx="3714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관찰 결과가 다음 기획과 변경 가설의 입력</a:t>
            </a:r>
          </a:p>
        </p:txBody>
      </p:sp>
      <p:sp>
        <p:nvSpPr>
          <p:cNvPr id="20" name="">
            <a:extLst xmlns:a="http://schemas.openxmlformats.org/drawingml/2006/main">
              <a:ext uri="{FF2B5EF4-FFF2-40B4-BE49-F238E27FC236}">
                <a16:creationId xmlns:a16="http://schemas.microsoft.com/office/drawing/2014/main" id="{ADB2B79F-35C7-4672-ACC7-B384AF769961}"/>
              </a:ext>
            </a:extLst>
          </p:cNvPr>
          <p:cNvSpPr>
            <a:spLocks xmlns:a="http://schemas.openxmlformats.org/drawingml/2006/main" noGrp="1"/>
          </p:cNvSpPr>
          <p:nvPr/>
        </p:nvSpPr>
        <p:spPr>
          <a:xfrm xmlns:a="http://schemas.openxmlformats.org/drawingml/2006/main" flipH="0" flipV="0">
            <a:off x="7486650" y="3429000"/>
            <a:ext cx="3714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1" name="">
            <a:extLst xmlns:a="http://schemas.openxmlformats.org/drawingml/2006/main">
              <a:ext uri="{FF2B5EF4-FFF2-40B4-BE49-F238E27FC236}">
                <a16:creationId xmlns:a16="http://schemas.microsoft.com/office/drawing/2014/main" id="{176AA81F-C72C-43E8-977E-4559589879E0}"/>
              </a:ext>
            </a:extLst>
          </p:cNvPr>
          <p:cNvSpPr>
            <a:spLocks xmlns:a="http://schemas.openxmlformats.org/drawingml/2006/main" noGrp="1"/>
          </p:cNvSpPr>
          <p:nvPr/>
        </p:nvSpPr>
        <p:spPr>
          <a:xfrm xmlns:a="http://schemas.openxmlformats.org/drawingml/2006/main">
            <a:off x="7486650" y="3733800"/>
            <a:ext cx="3714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품질·지연·비용·안전·재현성은 한 단계가 아니라 전 단계를 가로지르는 판단 축이다. 특정 마지막 노드는 없다.</a:t>
            </a:r>
          </a:p>
        </p:txBody>
      </p:sp>
      <p:sp>
        <p:nvSpPr>
          <p:cNvPr id="22" name="">
            <a:extLst xmlns:a="http://schemas.openxmlformats.org/drawingml/2006/main">
              <a:ext uri="{FF2B5EF4-FFF2-40B4-BE49-F238E27FC236}">
                <a16:creationId xmlns:a16="http://schemas.microsoft.com/office/drawing/2014/main" id="{D75F3586-EDA6-47CC-9327-9F2CB6EA6021}"/>
              </a:ext>
            </a:extLst>
          </p:cNvPr>
          <p:cNvSpPr>
            <a:spLocks xmlns:a="http://schemas.openxmlformats.org/drawingml/2006/main" noGrp="1"/>
          </p:cNvSpPr>
          <p:nvPr/>
        </p:nvSpPr>
        <p:spPr>
          <a:xfrm xmlns:a="http://schemas.openxmlformats.org/drawingml/2006/main">
            <a:off x="7486650" y="53911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AppleGothic"/>
                <a:ea typeface="AppleGothic"/>
                <a:cs typeface="AppleGothic"/>
              </a:defRPr>
            </a:pPr>
            <a:r>
              <a:rPr sz="1200" b="1">
                <a:solidFill>
                  <a:srgbClr val="2563EB"/>
                </a:solidFill>
                <a:latin typeface="AppleGothic"/>
                <a:ea typeface="AppleGothic"/>
                <a:cs typeface="AppleGothic"/>
              </a:rPr>
              <a:t>의사결정 기준</a:t>
            </a:r>
          </a:p>
        </p:txBody>
      </p:sp>
      <p:sp>
        <p:nvSpPr>
          <p:cNvPr id="23" name="">
            <a:extLst xmlns:a="http://schemas.openxmlformats.org/drawingml/2006/main">
              <a:ext uri="{FF2B5EF4-FFF2-40B4-BE49-F238E27FC236}">
                <a16:creationId xmlns:a16="http://schemas.microsoft.com/office/drawing/2014/main" id="{8B0B6A87-1F12-4ED3-9EFA-3688140ECDBB}"/>
              </a:ext>
            </a:extLst>
          </p:cNvPr>
          <p:cNvSpPr>
            <a:spLocks xmlns:a="http://schemas.openxmlformats.org/drawingml/2006/main" noGrp="1"/>
          </p:cNvSpPr>
          <p:nvPr/>
        </p:nvSpPr>
        <p:spPr>
          <a:xfrm xmlns:a="http://schemas.openxmlformats.org/drawingml/2006/main">
            <a:off x="8667750" y="5391150"/>
            <a:ext cx="2533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계속 · 교체 · 종료</a:t>
            </a:r>
          </a:p>
        </p:txBody>
      </p:sp>
    </p:spTree>
    <p:extLst>
      <p:ext uri="{BB962C8B-B14F-4D97-AF65-F5344CB8AC3E}">
        <p14:creationId xmlns:p14="http://schemas.microsoft.com/office/powerpoint/2010/main" val="1286139096"/>
      </p:ext>
    </p:extLst>
  </p:cSld>
</p:sld>
</file>

<file path=ppt/slides/slide5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1051837-0E2D-40DE-A1A3-025AEA3386EE}"/>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9C425469-1F92-4CA4-AB66-4B301D2FA83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59</a:t>
            </a:r>
          </a:p>
        </p:txBody>
      </p:sp>
      <p:sp>
        <p:nvSpPr>
          <p:cNvPr id="3" name="">
            <a:extLst xmlns:a="http://schemas.openxmlformats.org/drawingml/2006/main">
              <a:ext uri="{FF2B5EF4-FFF2-40B4-BE49-F238E27FC236}">
                <a16:creationId xmlns:a16="http://schemas.microsoft.com/office/drawing/2014/main" id="{B7197083-4221-4509-B582-F50C113E6D3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C1A0859-6973-4E8B-8E75-E0EBF9BBC2D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D79209A-1119-47E4-BF75-75E87CD174B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0ADB945-A070-4B49-8528-B31202D17D0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1단계 / 기획·데이터의 성공 기준</a:t>
            </a:r>
          </a:p>
        </p:txBody>
      </p:sp>
      <p:sp>
        <p:nvSpPr>
          <p:cNvPr id="7" name="">
            <a:extLst xmlns:a="http://schemas.openxmlformats.org/drawingml/2006/main">
              <a:ext uri="{FF2B5EF4-FFF2-40B4-BE49-F238E27FC236}">
                <a16:creationId xmlns:a16="http://schemas.microsoft.com/office/drawing/2014/main" id="{35B0A961-2CE2-4AC2-9660-2B5DC07E6E2D}"/>
              </a:ext>
            </a:extLst>
          </p:cNvPr>
          <p:cNvSpPr>
            <a:spLocks xmlns:a="http://schemas.openxmlformats.org/drawingml/2006/main" noGrp="1"/>
          </p:cNvSpPr>
          <p:nvPr/>
        </p:nvSpPr>
        <p:spPr>
          <a:xfrm xmlns:a="http://schemas.openxmlformats.org/drawingml/2006/main">
            <a:off x="609600" y="15621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PROJECT BRIEF</a:t>
            </a:r>
          </a:p>
        </p:txBody>
      </p:sp>
      <p:sp>
        <p:nvSpPr>
          <p:cNvPr id="8" name="">
            <a:extLst xmlns:a="http://schemas.openxmlformats.org/drawingml/2006/main">
              <a:ext uri="{FF2B5EF4-FFF2-40B4-BE49-F238E27FC236}">
                <a16:creationId xmlns:a16="http://schemas.microsoft.com/office/drawing/2014/main" id="{C7937CE5-4981-425E-AA91-235D67B85B8E}"/>
              </a:ext>
            </a:extLst>
          </p:cNvPr>
          <p:cNvSpPr>
            <a:spLocks xmlns:a="http://schemas.openxmlformats.org/drawingml/2006/main" noGrp="1"/>
          </p:cNvSpPr>
          <p:nvPr/>
        </p:nvSpPr>
        <p:spPr>
          <a:xfrm xmlns:a="http://schemas.openxmlformats.org/drawingml/2006/main">
            <a:off x="609600" y="2019300"/>
            <a:ext cx="4000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누구의 어떤 결정을 돕는가?</a:t>
            </a:r>
          </a:p>
        </p:txBody>
      </p:sp>
      <p:sp>
        <p:nvSpPr>
          <p:cNvPr id="9" name="">
            <a:extLst xmlns:a="http://schemas.openxmlformats.org/drawingml/2006/main">
              <a:ext uri="{FF2B5EF4-FFF2-40B4-BE49-F238E27FC236}">
                <a16:creationId xmlns:a16="http://schemas.microsoft.com/office/drawing/2014/main" id="{DDA59A63-21E5-4187-BBE1-CEA222E3CAC9}"/>
              </a:ext>
            </a:extLst>
          </p:cNvPr>
          <p:cNvSpPr>
            <a:spLocks xmlns:a="http://schemas.openxmlformats.org/drawingml/2006/main" noGrp="1"/>
          </p:cNvSpPr>
          <p:nvPr/>
        </p:nvSpPr>
        <p:spPr>
          <a:xfrm xmlns:a="http://schemas.openxmlformats.org/drawingml/2006/main">
            <a:off x="609600" y="3467100"/>
            <a:ext cx="4000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667085"/>
                </a:solidFill>
                <a:latin typeface="AppleGothic"/>
                <a:ea typeface="AppleGothic"/>
                <a:cs typeface="AppleGothic"/>
              </a:defRPr>
            </a:pPr>
            <a:r>
              <a:rPr sz="1425" b="0">
                <a:solidFill>
                  <a:srgbClr val="667085"/>
                </a:solidFill>
                <a:latin typeface="AppleGothic"/>
                <a:ea typeface="AppleGothic"/>
                <a:cs typeface="AppleGothic"/>
              </a:rPr>
              <a:t>모델 선택보다 먼저 문제·데이터·평가의 범위를 프로젝트 브리프로 고정</a:t>
            </a:r>
          </a:p>
        </p:txBody>
      </p:sp>
      <p:sp>
        <p:nvSpPr>
          <p:cNvPr id="10" name="">
            <a:extLst xmlns:a="http://schemas.openxmlformats.org/drawingml/2006/main">
              <a:ext uri="{FF2B5EF4-FFF2-40B4-BE49-F238E27FC236}">
                <a16:creationId xmlns:a16="http://schemas.microsoft.com/office/drawing/2014/main" id="{2EFBD88F-6F62-472E-9237-72B6D746778B}"/>
              </a:ext>
            </a:extLst>
          </p:cNvPr>
          <p:cNvSpPr>
            <a:spLocks xmlns:a="http://schemas.openxmlformats.org/drawingml/2006/main" noGrp="1"/>
          </p:cNvSpPr>
          <p:nvPr/>
        </p:nvSpPr>
        <p:spPr>
          <a:xfrm xmlns:a="http://schemas.openxmlformats.org/drawingml/2006/main">
            <a:off x="5219700" y="16192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01</a:t>
            </a:r>
          </a:p>
        </p:txBody>
      </p:sp>
      <p:sp>
        <p:nvSpPr>
          <p:cNvPr id="11" name="">
            <a:extLst xmlns:a="http://schemas.openxmlformats.org/drawingml/2006/main">
              <a:ext uri="{FF2B5EF4-FFF2-40B4-BE49-F238E27FC236}">
                <a16:creationId xmlns:a16="http://schemas.microsoft.com/office/drawing/2014/main" id="{70F18B65-B115-4038-B09A-A60F539354A2}"/>
              </a:ext>
            </a:extLst>
          </p:cNvPr>
          <p:cNvSpPr>
            <a:spLocks xmlns:a="http://schemas.openxmlformats.org/drawingml/2006/main" noGrp="1"/>
          </p:cNvSpPr>
          <p:nvPr/>
        </p:nvSpPr>
        <p:spPr>
          <a:xfrm xmlns:a="http://schemas.openxmlformats.org/drawingml/2006/main" rot="0">
            <a:off x="5219700" y="20193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2E8DBB30-8A52-4A84-A093-51D4D0E8BBA9}"/>
              </a:ext>
            </a:extLst>
          </p:cNvPr>
          <p:cNvSpPr>
            <a:spLocks xmlns:a="http://schemas.openxmlformats.org/drawingml/2006/main" noGrp="1"/>
          </p:cNvSpPr>
          <p:nvPr/>
        </p:nvSpPr>
        <p:spPr>
          <a:xfrm xmlns:a="http://schemas.openxmlformats.org/drawingml/2006/main">
            <a:off x="5391150" y="20193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대상 사용자와</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지원할 의사결정</a:t>
            </a:r>
          </a:p>
        </p:txBody>
      </p:sp>
      <p:sp>
        <p:nvSpPr>
          <p:cNvPr id="13" name="">
            <a:extLst xmlns:a="http://schemas.openxmlformats.org/drawingml/2006/main">
              <a:ext uri="{FF2B5EF4-FFF2-40B4-BE49-F238E27FC236}">
                <a16:creationId xmlns:a16="http://schemas.microsoft.com/office/drawing/2014/main" id="{BDF0A896-0A8B-4AD8-85C5-25DFBBC1DCB2}"/>
              </a:ext>
            </a:extLst>
          </p:cNvPr>
          <p:cNvSpPr>
            <a:spLocks xmlns:a="http://schemas.openxmlformats.org/drawingml/2006/main" noGrp="1"/>
          </p:cNvSpPr>
          <p:nvPr/>
        </p:nvSpPr>
        <p:spPr>
          <a:xfrm xmlns:a="http://schemas.openxmlformats.org/drawingml/2006/main">
            <a:off x="8458200" y="16192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4" name="">
            <a:extLst xmlns:a="http://schemas.openxmlformats.org/drawingml/2006/main">
              <a:ext uri="{FF2B5EF4-FFF2-40B4-BE49-F238E27FC236}">
                <a16:creationId xmlns:a16="http://schemas.microsoft.com/office/drawing/2014/main" id="{54FDAB78-3F30-4F23-97E2-7923B277BE66}"/>
              </a:ext>
            </a:extLst>
          </p:cNvPr>
          <p:cNvSpPr>
            <a:spLocks xmlns:a="http://schemas.openxmlformats.org/drawingml/2006/main" noGrp="1"/>
          </p:cNvSpPr>
          <p:nvPr/>
        </p:nvSpPr>
        <p:spPr>
          <a:xfrm xmlns:a="http://schemas.openxmlformats.org/drawingml/2006/main" rot="0">
            <a:off x="8458200" y="20193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F6BD1B6F-5598-45E3-AEF3-8329107B5922}"/>
              </a:ext>
            </a:extLst>
          </p:cNvPr>
          <p:cNvSpPr>
            <a:spLocks xmlns:a="http://schemas.openxmlformats.org/drawingml/2006/main" noGrp="1"/>
          </p:cNvSpPr>
          <p:nvPr/>
        </p:nvSpPr>
        <p:spPr>
          <a:xfrm xmlns:a="http://schemas.openxmlformats.org/drawingml/2006/main">
            <a:off x="8629650" y="20193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대표 입력과</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기대 행동</a:t>
            </a:r>
          </a:p>
        </p:txBody>
      </p:sp>
      <p:sp>
        <p:nvSpPr>
          <p:cNvPr id="16" name="">
            <a:extLst xmlns:a="http://schemas.openxmlformats.org/drawingml/2006/main">
              <a:ext uri="{FF2B5EF4-FFF2-40B4-BE49-F238E27FC236}">
                <a16:creationId xmlns:a16="http://schemas.microsoft.com/office/drawing/2014/main" id="{582E204F-8BF0-4D4B-AEBA-935AEC1FB2A5}"/>
              </a:ext>
            </a:extLst>
          </p:cNvPr>
          <p:cNvSpPr>
            <a:spLocks xmlns:a="http://schemas.openxmlformats.org/drawingml/2006/main" noGrp="1"/>
          </p:cNvSpPr>
          <p:nvPr/>
        </p:nvSpPr>
        <p:spPr>
          <a:xfrm xmlns:a="http://schemas.openxmlformats.org/drawingml/2006/main">
            <a:off x="5219700" y="36766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B29CABD4-1CA5-45C3-A5F2-470E574D07A5}"/>
              </a:ext>
            </a:extLst>
          </p:cNvPr>
          <p:cNvSpPr>
            <a:spLocks xmlns:a="http://schemas.openxmlformats.org/drawingml/2006/main" noGrp="1"/>
          </p:cNvSpPr>
          <p:nvPr/>
        </p:nvSpPr>
        <p:spPr>
          <a:xfrm xmlns:a="http://schemas.openxmlformats.org/drawingml/2006/main" rot="0">
            <a:off x="5219700" y="40767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7D2BE345-035A-4C3B-9741-B783BA41792E}"/>
              </a:ext>
            </a:extLst>
          </p:cNvPr>
          <p:cNvSpPr>
            <a:spLocks xmlns:a="http://schemas.openxmlformats.org/drawingml/2006/main" noGrp="1"/>
          </p:cNvSpPr>
          <p:nvPr/>
        </p:nvSpPr>
        <p:spPr>
          <a:xfrm xmlns:a="http://schemas.openxmlformats.org/drawingml/2006/main">
            <a:off x="5391150" y="40767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성공·금지 조건과</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평가 데이터</a:t>
            </a:r>
          </a:p>
        </p:txBody>
      </p:sp>
      <p:sp>
        <p:nvSpPr>
          <p:cNvPr id="19" name="">
            <a:extLst xmlns:a="http://schemas.openxmlformats.org/drawingml/2006/main">
              <a:ext uri="{FF2B5EF4-FFF2-40B4-BE49-F238E27FC236}">
                <a16:creationId xmlns:a16="http://schemas.microsoft.com/office/drawing/2014/main" id="{2B062D69-C484-4B0E-9124-3175BE419462}"/>
              </a:ext>
            </a:extLst>
          </p:cNvPr>
          <p:cNvSpPr>
            <a:spLocks xmlns:a="http://schemas.openxmlformats.org/drawingml/2006/main" noGrp="1"/>
          </p:cNvSpPr>
          <p:nvPr/>
        </p:nvSpPr>
        <p:spPr>
          <a:xfrm xmlns:a="http://schemas.openxmlformats.org/drawingml/2006/main">
            <a:off x="8458200" y="36766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AE2D8E91-5663-4577-84C1-C5BCA333D79E}"/>
              </a:ext>
            </a:extLst>
          </p:cNvPr>
          <p:cNvSpPr>
            <a:spLocks xmlns:a="http://schemas.openxmlformats.org/drawingml/2006/main" noGrp="1"/>
          </p:cNvSpPr>
          <p:nvPr/>
        </p:nvSpPr>
        <p:spPr>
          <a:xfrm xmlns:a="http://schemas.openxmlformats.org/drawingml/2006/main" rot="0">
            <a:off x="8458200" y="40767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1" name="">
            <a:extLst xmlns:a="http://schemas.openxmlformats.org/drawingml/2006/main">
              <a:ext uri="{FF2B5EF4-FFF2-40B4-BE49-F238E27FC236}">
                <a16:creationId xmlns:a16="http://schemas.microsoft.com/office/drawing/2014/main" id="{6C19DDDF-F54E-4C11-8074-3678281CA37F}"/>
              </a:ext>
            </a:extLst>
          </p:cNvPr>
          <p:cNvSpPr>
            <a:spLocks xmlns:a="http://schemas.openxmlformats.org/drawingml/2006/main" noGrp="1"/>
          </p:cNvSpPr>
          <p:nvPr/>
        </p:nvSpPr>
        <p:spPr>
          <a:xfrm xmlns:a="http://schemas.openxmlformats.org/drawingml/2006/main">
            <a:off x="8629650" y="40767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데이터 권한·개인정보·</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보존 경계</a:t>
            </a:r>
          </a:p>
        </p:txBody>
      </p:sp>
    </p:spTree>
    <p:extLst>
      <p:ext uri="{BB962C8B-B14F-4D97-AF65-F5344CB8AC3E}">
        <p14:creationId xmlns:p14="http://schemas.microsoft.com/office/powerpoint/2010/main" val="808695170"/>
      </p:ext>
    </p:extLst>
  </p:cSld>
</p:sld>
</file>

<file path=ppt/slides/slide6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D90383D-C812-470A-BE69-A7BDB9FC180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8B3382B6-43EF-4858-BF5F-DB342D616B4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60</a:t>
            </a:r>
          </a:p>
        </p:txBody>
      </p:sp>
      <p:sp>
        <p:nvSpPr>
          <p:cNvPr id="3" name="">
            <a:extLst xmlns:a="http://schemas.openxmlformats.org/drawingml/2006/main">
              <a:ext uri="{FF2B5EF4-FFF2-40B4-BE49-F238E27FC236}">
                <a16:creationId xmlns:a16="http://schemas.microsoft.com/office/drawing/2014/main" id="{31E073CA-A2BD-40AB-BACB-A649902A282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25C3620-8414-46AA-A1F4-8089DE2E7E1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4E6450B-A3D3-42BD-84B0-78F3A4B3751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BCC41EBA-19FE-4103-A37D-8CCCCE4F66F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2단계 / 프롬프트·맥락의 버전 관리</a:t>
            </a:r>
          </a:p>
        </p:txBody>
      </p:sp>
      <p:sp>
        <p:nvSpPr>
          <p:cNvPr id="7" name="">
            <a:extLst xmlns:a="http://schemas.openxmlformats.org/drawingml/2006/main">
              <a:ext uri="{FF2B5EF4-FFF2-40B4-BE49-F238E27FC236}">
                <a16:creationId xmlns:a16="http://schemas.microsoft.com/office/drawing/2014/main" id="{F21422BF-D1F9-42EF-A7C2-DCA44F3136D5}"/>
              </a:ext>
            </a:extLst>
          </p:cNvPr>
          <p:cNvSpPr>
            <a:spLocks xmlns:a="http://schemas.openxmlformats.org/drawingml/2006/main" noGrp="1"/>
          </p:cNvSpPr>
          <p:nvPr/>
        </p:nvSpPr>
        <p:spPr>
          <a:xfrm xmlns:a="http://schemas.openxmlformats.org/drawingml/2006/main">
            <a:off x="609600" y="1600200"/>
            <a:ext cx="2000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6900" b="1">
                <a:solidFill>
                  <a:srgbClr val="2563EB"/>
                </a:solidFill>
                <a:latin typeface="Menlo"/>
                <a:ea typeface="Menlo"/>
                <a:cs typeface="Menlo"/>
              </a:defRPr>
            </a:pPr>
            <a:r>
              <a:rPr sz="6900" b="1">
                <a:solidFill>
                  <a:srgbClr val="2563EB"/>
                </a:solidFill>
                <a:latin typeface="Menlo"/>
                <a:ea typeface="Menlo"/>
                <a:cs typeface="Menlo"/>
              </a:rPr>
              <a:t>02</a:t>
            </a:r>
          </a:p>
        </p:txBody>
      </p:sp>
      <p:sp>
        <p:nvSpPr>
          <p:cNvPr id="8" name="">
            <a:extLst xmlns:a="http://schemas.openxmlformats.org/drawingml/2006/main">
              <a:ext uri="{FF2B5EF4-FFF2-40B4-BE49-F238E27FC236}">
                <a16:creationId xmlns:a16="http://schemas.microsoft.com/office/drawing/2014/main" id="{978F1F96-387F-4369-9CCC-9DE94A1F0A84}"/>
              </a:ext>
            </a:extLst>
          </p:cNvPr>
          <p:cNvSpPr>
            <a:spLocks xmlns:a="http://schemas.openxmlformats.org/drawingml/2006/main" noGrp="1"/>
          </p:cNvSpPr>
          <p:nvPr/>
        </p:nvSpPr>
        <p:spPr>
          <a:xfrm xmlns:a="http://schemas.openxmlformats.org/drawingml/2006/main">
            <a:off x="3028950" y="17526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OPERATING QUESTION</a:t>
            </a:r>
          </a:p>
        </p:txBody>
      </p:sp>
      <p:sp>
        <p:nvSpPr>
          <p:cNvPr id="9" name="">
            <a:extLst xmlns:a="http://schemas.openxmlformats.org/drawingml/2006/main">
              <a:ext uri="{FF2B5EF4-FFF2-40B4-BE49-F238E27FC236}">
                <a16:creationId xmlns:a16="http://schemas.microsoft.com/office/drawing/2014/main" id="{61DBF0E1-4B50-4883-BBD8-5488A9192EC6}"/>
              </a:ext>
            </a:extLst>
          </p:cNvPr>
          <p:cNvSpPr>
            <a:spLocks xmlns:a="http://schemas.openxmlformats.org/drawingml/2006/main" noGrp="1"/>
          </p:cNvSpPr>
          <p:nvPr/>
        </p:nvSpPr>
        <p:spPr>
          <a:xfrm xmlns:a="http://schemas.openxmlformats.org/drawingml/2006/main">
            <a:off x="3028950" y="2152650"/>
            <a:ext cx="809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무엇이 바뀌었고 왜 바뀌었는가?</a:t>
            </a:r>
          </a:p>
        </p:txBody>
      </p:sp>
      <p:sp>
        <p:nvSpPr>
          <p:cNvPr id="10" name="">
            <a:extLst xmlns:a="http://schemas.openxmlformats.org/drawingml/2006/main">
              <a:ext uri="{FF2B5EF4-FFF2-40B4-BE49-F238E27FC236}">
                <a16:creationId xmlns:a16="http://schemas.microsoft.com/office/drawing/2014/main" id="{F7F36B10-C05E-4DB2-A401-B6AC145FDF7D}"/>
              </a:ext>
            </a:extLst>
          </p:cNvPr>
          <p:cNvSpPr>
            <a:spLocks xmlns:a="http://schemas.openxmlformats.org/drawingml/2006/main" noGrp="1"/>
          </p:cNvSpPr>
          <p:nvPr/>
        </p:nvSpPr>
        <p:spPr>
          <a:xfrm xmlns:a="http://schemas.openxmlformats.org/drawingml/2006/main">
            <a:off x="609600" y="329565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01</a:t>
            </a:r>
          </a:p>
        </p:txBody>
      </p:sp>
      <p:sp>
        <p:nvSpPr>
          <p:cNvPr id="11" name="">
            <a:extLst xmlns:a="http://schemas.openxmlformats.org/drawingml/2006/main">
              <a:ext uri="{FF2B5EF4-FFF2-40B4-BE49-F238E27FC236}">
                <a16:creationId xmlns:a16="http://schemas.microsoft.com/office/drawing/2014/main" id="{C881831A-5D7E-4403-BDE5-D4F164592FB3}"/>
              </a:ext>
            </a:extLst>
          </p:cNvPr>
          <p:cNvSpPr>
            <a:spLocks xmlns:a="http://schemas.openxmlformats.org/drawingml/2006/main" noGrp="1"/>
          </p:cNvSpPr>
          <p:nvPr/>
        </p:nvSpPr>
        <p:spPr>
          <a:xfrm xmlns:a="http://schemas.openxmlformats.org/drawingml/2006/main" rot="0">
            <a:off x="609600" y="3752850"/>
            <a:ext cx="3505200" cy="1200150"/>
          </a:xfrm>
          <a:prstGeom xmlns:a="http://schemas.openxmlformats.org/drawingml/2006/main" prst="rect">
            <a:avLst/>
          </a:prstGeom>
          <a:solidFill xmlns:a="http://schemas.openxmlformats.org/drawingml/2006/main">
            <a:srgbClr val="FFFFFF"/>
          </a:solidFill>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C9DA9810-6592-4DC4-8C68-CC7ABA4F2A8D}"/>
              </a:ext>
            </a:extLst>
          </p:cNvPr>
          <p:cNvSpPr>
            <a:spLocks xmlns:a="http://schemas.openxmlformats.org/drawingml/2006/main" noGrp="1"/>
          </p:cNvSpPr>
          <p:nvPr/>
        </p:nvSpPr>
        <p:spPr>
          <a:xfrm xmlns:a="http://schemas.openxmlformats.org/drawingml/2006/main">
            <a:off x="781050" y="37528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5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프롬프트 식별자·버전·책임자</a:t>
            </a:r>
          </a:p>
        </p:txBody>
      </p:sp>
      <p:sp>
        <p:nvSpPr>
          <p:cNvPr id="13" name="">
            <a:extLst xmlns:a="http://schemas.openxmlformats.org/drawingml/2006/main">
              <a:ext uri="{FF2B5EF4-FFF2-40B4-BE49-F238E27FC236}">
                <a16:creationId xmlns:a16="http://schemas.microsoft.com/office/drawing/2014/main" id="{E30766FE-ADEA-4FA3-A03D-73E97FF96B8F}"/>
              </a:ext>
            </a:extLst>
          </p:cNvPr>
          <p:cNvSpPr>
            <a:spLocks xmlns:a="http://schemas.openxmlformats.org/drawingml/2006/main" noGrp="1"/>
          </p:cNvSpPr>
          <p:nvPr/>
        </p:nvSpPr>
        <p:spPr>
          <a:xfrm xmlns:a="http://schemas.openxmlformats.org/drawingml/2006/main">
            <a:off x="4343400" y="329565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4" name="">
            <a:extLst xmlns:a="http://schemas.openxmlformats.org/drawingml/2006/main">
              <a:ext uri="{FF2B5EF4-FFF2-40B4-BE49-F238E27FC236}">
                <a16:creationId xmlns:a16="http://schemas.microsoft.com/office/drawing/2014/main" id="{605B784B-FE17-46FD-9FA5-BFFBF9A468AA}"/>
              </a:ext>
            </a:extLst>
          </p:cNvPr>
          <p:cNvSpPr>
            <a:spLocks xmlns:a="http://schemas.openxmlformats.org/drawingml/2006/main" noGrp="1"/>
          </p:cNvSpPr>
          <p:nvPr/>
        </p:nvSpPr>
        <p:spPr>
          <a:xfrm xmlns:a="http://schemas.openxmlformats.org/drawingml/2006/main" rot="0">
            <a:off x="4343400" y="3752850"/>
            <a:ext cx="3505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9F22CE34-E967-4341-B7A7-76A91BAE68BB}"/>
              </a:ext>
            </a:extLst>
          </p:cNvPr>
          <p:cNvSpPr>
            <a:spLocks xmlns:a="http://schemas.openxmlformats.org/drawingml/2006/main" noGrp="1"/>
          </p:cNvSpPr>
          <p:nvPr/>
        </p:nvSpPr>
        <p:spPr>
          <a:xfrm xmlns:a="http://schemas.openxmlformats.org/drawingml/2006/main">
            <a:off x="4514850" y="37528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5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입출력 스키마·예시</a:t>
            </a:r>
          </a:p>
        </p:txBody>
      </p:sp>
      <p:sp>
        <p:nvSpPr>
          <p:cNvPr id="16" name="">
            <a:extLst xmlns:a="http://schemas.openxmlformats.org/drawingml/2006/main">
              <a:ext uri="{FF2B5EF4-FFF2-40B4-BE49-F238E27FC236}">
                <a16:creationId xmlns:a16="http://schemas.microsoft.com/office/drawing/2014/main" id="{436B4D30-B2D8-46FB-8941-61454BCE8901}"/>
              </a:ext>
            </a:extLst>
          </p:cNvPr>
          <p:cNvSpPr>
            <a:spLocks xmlns:a="http://schemas.openxmlformats.org/drawingml/2006/main" noGrp="1"/>
          </p:cNvSpPr>
          <p:nvPr/>
        </p:nvSpPr>
        <p:spPr>
          <a:xfrm xmlns:a="http://schemas.openxmlformats.org/drawingml/2006/main">
            <a:off x="8077200" y="329565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6D88D7FD-22A0-4D26-9C13-0CCE20EC60F7}"/>
              </a:ext>
            </a:extLst>
          </p:cNvPr>
          <p:cNvSpPr>
            <a:spLocks xmlns:a="http://schemas.openxmlformats.org/drawingml/2006/main" noGrp="1"/>
          </p:cNvSpPr>
          <p:nvPr/>
        </p:nvSpPr>
        <p:spPr>
          <a:xfrm xmlns:a="http://schemas.openxmlformats.org/drawingml/2006/main" rot="0">
            <a:off x="8077200" y="3752850"/>
            <a:ext cx="3505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EFE9777-4E59-4BD2-9C87-9394ADAFC538}"/>
              </a:ext>
            </a:extLst>
          </p:cNvPr>
          <p:cNvSpPr>
            <a:spLocks xmlns:a="http://schemas.openxmlformats.org/drawingml/2006/main" noGrp="1"/>
          </p:cNvSpPr>
          <p:nvPr/>
        </p:nvSpPr>
        <p:spPr>
          <a:xfrm xmlns:a="http://schemas.openxmlformats.org/drawingml/2006/main">
            <a:off x="8248650" y="37528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5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검색·도구 맥락 참조</a:t>
            </a:r>
          </a:p>
        </p:txBody>
      </p:sp>
      <p:sp>
        <p:nvSpPr>
          <p:cNvPr id="19" name="">
            <a:extLst xmlns:a="http://schemas.openxmlformats.org/drawingml/2006/main">
              <a:ext uri="{FF2B5EF4-FFF2-40B4-BE49-F238E27FC236}">
                <a16:creationId xmlns:a16="http://schemas.microsoft.com/office/drawing/2014/main" id="{41FC6D03-E302-4CC7-936D-D5BF0CE01A53}"/>
              </a:ext>
            </a:extLst>
          </p:cNvPr>
          <p:cNvSpPr>
            <a:spLocks xmlns:a="http://schemas.openxmlformats.org/drawingml/2006/main" noGrp="1"/>
          </p:cNvSpPr>
          <p:nvPr/>
        </p:nvSpPr>
        <p:spPr>
          <a:xfrm xmlns:a="http://schemas.openxmlformats.org/drawingml/2006/main">
            <a:off x="609600" y="525780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읽기 좋은 프롬프트보다 고정 평가 데이터에서 비교 가능한 프롬프트</a:t>
            </a:r>
          </a:p>
        </p:txBody>
      </p:sp>
      <p:sp>
        <p:nvSpPr>
          <p:cNvPr id="20" name="">
            <a:extLst xmlns:a="http://schemas.openxmlformats.org/drawingml/2006/main">
              <a:ext uri="{FF2B5EF4-FFF2-40B4-BE49-F238E27FC236}">
                <a16:creationId xmlns:a16="http://schemas.microsoft.com/office/drawing/2014/main" id="{702A09F0-9EFE-4E14-A016-FDF01CACD9B3}"/>
              </a:ext>
            </a:extLst>
          </p:cNvPr>
          <p:cNvSpPr>
            <a:spLocks xmlns:a="http://schemas.openxmlformats.org/drawingml/2006/main" noGrp="1"/>
          </p:cNvSpPr>
          <p:nvPr/>
        </p:nvSpPr>
        <p:spPr>
          <a:xfrm xmlns:a="http://schemas.openxmlformats.org/drawingml/2006/main" flipH="0" flipV="0">
            <a:off x="108585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1" name="">
            <a:extLst xmlns:a="http://schemas.openxmlformats.org/drawingml/2006/main">
              <a:ext uri="{FF2B5EF4-FFF2-40B4-BE49-F238E27FC236}">
                <a16:creationId xmlns:a16="http://schemas.microsoft.com/office/drawing/2014/main" id="{4D2682AD-7949-410D-80B8-4D4E1A55955C}"/>
              </a:ext>
            </a:extLst>
          </p:cNvPr>
          <p:cNvSpPr>
            <a:spLocks xmlns:a="http://schemas.openxmlformats.org/drawingml/2006/main" noGrp="1"/>
          </p:cNvSpPr>
          <p:nvPr/>
        </p:nvSpPr>
        <p:spPr>
          <a:xfrm xmlns:a="http://schemas.openxmlformats.org/drawingml/2006/main">
            <a:off x="108585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1 기획·데이터</a:t>
            </a:r>
          </a:p>
        </p:txBody>
      </p:sp>
      <p:sp>
        <p:nvSpPr>
          <p:cNvPr id="22" name="">
            <a:extLst xmlns:a="http://schemas.openxmlformats.org/drawingml/2006/main">
              <a:ext uri="{FF2B5EF4-FFF2-40B4-BE49-F238E27FC236}">
                <a16:creationId xmlns:a16="http://schemas.microsoft.com/office/drawing/2014/main" id="{616744E8-2163-45BC-907D-2C9375DC61FA}"/>
              </a:ext>
            </a:extLst>
          </p:cNvPr>
          <p:cNvSpPr>
            <a:spLocks xmlns:a="http://schemas.openxmlformats.org/drawingml/2006/main" noGrp="1"/>
          </p:cNvSpPr>
          <p:nvPr/>
        </p:nvSpPr>
        <p:spPr>
          <a:xfrm xmlns:a="http://schemas.openxmlformats.org/drawingml/2006/main" flipH="0" flipV="0">
            <a:off x="3086100" y="5924550"/>
            <a:ext cx="1828800" cy="0"/>
          </a:xfrm>
          <a:prstGeom xmlns:a="http://schemas.openxmlformats.org/drawingml/2006/main" prst="line">
            <a:avLst/>
          </a:prstGeom>
          <a:noFill xmlns:a="http://schemas.openxmlformats.org/drawingml/2006/main"/>
          <a:ln xmlns:a="http://schemas.openxmlformats.org/drawingml/2006/main" w="47625">
            <a:solidFill>
              <a:srgbClr val="2563EB"/>
            </a:solidFill>
            <a:prstDash val="solid"/>
          </a:ln>
        </p:spPr>
      </p:sp>
      <p:sp>
        <p:nvSpPr>
          <p:cNvPr id="23" name="">
            <a:extLst xmlns:a="http://schemas.openxmlformats.org/drawingml/2006/main">
              <a:ext uri="{FF2B5EF4-FFF2-40B4-BE49-F238E27FC236}">
                <a16:creationId xmlns:a16="http://schemas.microsoft.com/office/drawing/2014/main" id="{DD721763-086C-4B6D-901C-A0FD445F3C8A}"/>
              </a:ext>
            </a:extLst>
          </p:cNvPr>
          <p:cNvSpPr>
            <a:spLocks xmlns:a="http://schemas.openxmlformats.org/drawingml/2006/main" noGrp="1"/>
          </p:cNvSpPr>
          <p:nvPr/>
        </p:nvSpPr>
        <p:spPr>
          <a:xfrm xmlns:a="http://schemas.openxmlformats.org/drawingml/2006/main">
            <a:off x="308610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2 프롬프트·컨텍스트</a:t>
            </a:r>
          </a:p>
        </p:txBody>
      </p:sp>
      <p:sp>
        <p:nvSpPr>
          <p:cNvPr id="24" name="">
            <a:extLst xmlns:a="http://schemas.openxmlformats.org/drawingml/2006/main">
              <a:ext uri="{FF2B5EF4-FFF2-40B4-BE49-F238E27FC236}">
                <a16:creationId xmlns:a16="http://schemas.microsoft.com/office/drawing/2014/main" id="{55F7CFA9-3DD2-4A06-BB2A-637E97F5BFE3}"/>
              </a:ext>
            </a:extLst>
          </p:cNvPr>
          <p:cNvSpPr>
            <a:spLocks xmlns:a="http://schemas.openxmlformats.org/drawingml/2006/main" noGrp="1"/>
          </p:cNvSpPr>
          <p:nvPr/>
        </p:nvSpPr>
        <p:spPr>
          <a:xfrm xmlns:a="http://schemas.openxmlformats.org/drawingml/2006/main" flipH="0" flipV="0">
            <a:off x="508635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5" name="">
            <a:extLst xmlns:a="http://schemas.openxmlformats.org/drawingml/2006/main">
              <a:ext uri="{FF2B5EF4-FFF2-40B4-BE49-F238E27FC236}">
                <a16:creationId xmlns:a16="http://schemas.microsoft.com/office/drawing/2014/main" id="{F677C3D1-5FB2-450B-B69A-49A9C263F358}"/>
              </a:ext>
            </a:extLst>
          </p:cNvPr>
          <p:cNvSpPr>
            <a:spLocks xmlns:a="http://schemas.openxmlformats.org/drawingml/2006/main" noGrp="1"/>
          </p:cNvSpPr>
          <p:nvPr/>
        </p:nvSpPr>
        <p:spPr>
          <a:xfrm xmlns:a="http://schemas.openxmlformats.org/drawingml/2006/main">
            <a:off x="508635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3 실행·배포</a:t>
            </a:r>
          </a:p>
        </p:txBody>
      </p:sp>
      <p:sp>
        <p:nvSpPr>
          <p:cNvPr id="26" name="">
            <a:extLst xmlns:a="http://schemas.openxmlformats.org/drawingml/2006/main">
              <a:ext uri="{FF2B5EF4-FFF2-40B4-BE49-F238E27FC236}">
                <a16:creationId xmlns:a16="http://schemas.microsoft.com/office/drawing/2014/main" id="{591F2BE5-9A58-47EE-B013-617225126668}"/>
              </a:ext>
            </a:extLst>
          </p:cNvPr>
          <p:cNvSpPr>
            <a:spLocks xmlns:a="http://schemas.openxmlformats.org/drawingml/2006/main" noGrp="1"/>
          </p:cNvSpPr>
          <p:nvPr/>
        </p:nvSpPr>
        <p:spPr>
          <a:xfrm xmlns:a="http://schemas.openxmlformats.org/drawingml/2006/main" flipH="0" flipV="0">
            <a:off x="708660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7" name="">
            <a:extLst xmlns:a="http://schemas.openxmlformats.org/drawingml/2006/main">
              <a:ext uri="{FF2B5EF4-FFF2-40B4-BE49-F238E27FC236}">
                <a16:creationId xmlns:a16="http://schemas.microsoft.com/office/drawing/2014/main" id="{6AFF77F2-BD9C-4C44-BEE0-738BF3FC2BC1}"/>
              </a:ext>
            </a:extLst>
          </p:cNvPr>
          <p:cNvSpPr>
            <a:spLocks xmlns:a="http://schemas.openxmlformats.org/drawingml/2006/main" noGrp="1"/>
          </p:cNvSpPr>
          <p:nvPr/>
        </p:nvSpPr>
        <p:spPr>
          <a:xfrm xmlns:a="http://schemas.openxmlformats.org/drawingml/2006/main">
            <a:off x="708660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4 평가·관찰</a:t>
            </a:r>
          </a:p>
        </p:txBody>
      </p:sp>
      <p:sp>
        <p:nvSpPr>
          <p:cNvPr id="28" name="">
            <a:extLst xmlns:a="http://schemas.openxmlformats.org/drawingml/2006/main">
              <a:ext uri="{FF2B5EF4-FFF2-40B4-BE49-F238E27FC236}">
                <a16:creationId xmlns:a16="http://schemas.microsoft.com/office/drawing/2014/main" id="{24240FC7-4A0F-43C7-AED6-8EEFCED99E30}"/>
              </a:ext>
            </a:extLst>
          </p:cNvPr>
          <p:cNvSpPr>
            <a:spLocks xmlns:a="http://schemas.openxmlformats.org/drawingml/2006/main" noGrp="1"/>
          </p:cNvSpPr>
          <p:nvPr/>
        </p:nvSpPr>
        <p:spPr>
          <a:xfrm xmlns:a="http://schemas.openxmlformats.org/drawingml/2006/main" flipH="0" flipV="0">
            <a:off x="908685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9" name="">
            <a:extLst xmlns:a="http://schemas.openxmlformats.org/drawingml/2006/main">
              <a:ext uri="{FF2B5EF4-FFF2-40B4-BE49-F238E27FC236}">
                <a16:creationId xmlns:a16="http://schemas.microsoft.com/office/drawing/2014/main" id="{98EBE22A-0B98-49CA-9FD1-370F1D93653E}"/>
              </a:ext>
            </a:extLst>
          </p:cNvPr>
          <p:cNvSpPr>
            <a:spLocks xmlns:a="http://schemas.openxmlformats.org/drawingml/2006/main" noGrp="1"/>
          </p:cNvSpPr>
          <p:nvPr/>
        </p:nvSpPr>
        <p:spPr>
          <a:xfrm xmlns:a="http://schemas.openxmlformats.org/drawingml/2006/main">
            <a:off x="908685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5 개선·버전</a:t>
            </a:r>
          </a:p>
        </p:txBody>
      </p:sp>
    </p:spTree>
    <p:extLst>
      <p:ext uri="{BB962C8B-B14F-4D97-AF65-F5344CB8AC3E}">
        <p14:creationId xmlns:p14="http://schemas.microsoft.com/office/powerpoint/2010/main" val="1950118160"/>
      </p:ext>
    </p:extLst>
  </p:cSld>
</p:sld>
</file>

<file path=ppt/slides/slide6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B37FE4E-68CB-4C3E-B5DC-E5CB678620C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702C8636-9A35-4061-A890-3F546FC5B076}"/>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61</a:t>
            </a:r>
          </a:p>
        </p:txBody>
      </p:sp>
      <p:sp>
        <p:nvSpPr>
          <p:cNvPr id="3" name="">
            <a:extLst xmlns:a="http://schemas.openxmlformats.org/drawingml/2006/main">
              <a:ext uri="{FF2B5EF4-FFF2-40B4-BE49-F238E27FC236}">
                <a16:creationId xmlns:a16="http://schemas.microsoft.com/office/drawing/2014/main" id="{76316880-B246-4FF4-A98F-E79135BF1BF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8C95989-E669-4550-91CA-8228FE04CC3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4D8559A7-4D14-4329-BA42-9A5DA53EEF2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884C80C7-FD65-4C7E-B994-9E43C29E3B9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3단계 / 실행·배포의 실패 경로</a:t>
            </a:r>
          </a:p>
        </p:txBody>
      </p:sp>
      <p:sp>
        <p:nvSpPr>
          <p:cNvPr id="7" name="">
            <a:extLst xmlns:a="http://schemas.openxmlformats.org/drawingml/2006/main">
              <a:ext uri="{FF2B5EF4-FFF2-40B4-BE49-F238E27FC236}">
                <a16:creationId xmlns:a16="http://schemas.microsoft.com/office/drawing/2014/main" id="{E6B019BB-2EBD-44A0-8E95-F27ADFA2AB12}"/>
              </a:ext>
            </a:extLst>
          </p:cNvPr>
          <p:cNvSpPr>
            <a:spLocks xmlns:a="http://schemas.openxmlformats.org/drawingml/2006/main" noGrp="1"/>
          </p:cNvSpPr>
          <p:nvPr/>
        </p:nvSpPr>
        <p:spPr>
          <a:xfrm xmlns:a="http://schemas.openxmlformats.org/drawingml/2006/main">
            <a:off x="609600" y="1466850"/>
            <a:ext cx="10972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실패했을 때 어디로 흐르는가?</a:t>
            </a:r>
          </a:p>
        </p:txBody>
      </p:sp>
      <p:sp>
        <p:nvSpPr>
          <p:cNvPr id="8" name="">
            <a:extLst xmlns:a="http://schemas.openxmlformats.org/drawingml/2006/main">
              <a:ext uri="{FF2B5EF4-FFF2-40B4-BE49-F238E27FC236}">
                <a16:creationId xmlns:a16="http://schemas.microsoft.com/office/drawing/2014/main" id="{C8A8B88B-2D49-40B8-9243-C02A4F971518}"/>
              </a:ext>
            </a:extLst>
          </p:cNvPr>
          <p:cNvSpPr>
            <a:spLocks xmlns:a="http://schemas.openxmlformats.org/drawingml/2006/main" noGrp="1"/>
          </p:cNvSpPr>
          <p:nvPr/>
        </p:nvSpPr>
        <p:spPr>
          <a:xfrm xmlns:a="http://schemas.openxmlformats.org/drawingml/2006/main">
            <a:off x="609600" y="23050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정상 경로</a:t>
            </a:r>
          </a:p>
        </p:txBody>
      </p:sp>
      <p:sp>
        <p:nvSpPr>
          <p:cNvPr id="9" name="">
            <a:extLst xmlns:a="http://schemas.openxmlformats.org/drawingml/2006/main">
              <a:ext uri="{FF2B5EF4-FFF2-40B4-BE49-F238E27FC236}">
                <a16:creationId xmlns:a16="http://schemas.microsoft.com/office/drawing/2014/main" id="{0C49044B-680A-4F36-B094-53E0E7CE85FF}"/>
              </a:ext>
            </a:extLst>
          </p:cNvPr>
          <p:cNvSpPr>
            <a:spLocks xmlns:a="http://schemas.openxmlformats.org/drawingml/2006/main" noGrp="1"/>
          </p:cNvSpPr>
          <p:nvPr/>
        </p:nvSpPr>
        <p:spPr>
          <a:xfrm xmlns:a="http://schemas.openxmlformats.org/drawingml/2006/main" rot="0">
            <a:off x="27241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D1D2FE3D-D7F0-409D-B5B3-1E0303A35857}"/>
              </a:ext>
            </a:extLst>
          </p:cNvPr>
          <p:cNvSpPr>
            <a:spLocks xmlns:a="http://schemas.openxmlformats.org/drawingml/2006/main" noGrp="1"/>
          </p:cNvSpPr>
          <p:nvPr/>
        </p:nvSpPr>
        <p:spPr>
          <a:xfrm xmlns:a="http://schemas.openxmlformats.org/drawingml/2006/main">
            <a:off x="28194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요청 검증</a:t>
            </a:r>
          </a:p>
        </p:txBody>
      </p:sp>
      <p:sp>
        <p:nvSpPr>
          <p:cNvPr id="11" name="">
            <a:extLst xmlns:a="http://schemas.openxmlformats.org/drawingml/2006/main">
              <a:ext uri="{FF2B5EF4-FFF2-40B4-BE49-F238E27FC236}">
                <a16:creationId xmlns:a16="http://schemas.microsoft.com/office/drawing/2014/main" id="{CDD3E34A-1B92-49EA-B9FC-BF1B35208E32}"/>
              </a:ext>
            </a:extLst>
          </p:cNvPr>
          <p:cNvSpPr>
            <a:spLocks xmlns:a="http://schemas.openxmlformats.org/drawingml/2006/main" noGrp="1"/>
          </p:cNvSpPr>
          <p:nvPr/>
        </p:nvSpPr>
        <p:spPr>
          <a:xfrm xmlns:a="http://schemas.openxmlformats.org/drawingml/2006/main">
            <a:off x="4476750" y="243840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12" name="">
            <a:extLst xmlns:a="http://schemas.openxmlformats.org/drawingml/2006/main">
              <a:ext uri="{FF2B5EF4-FFF2-40B4-BE49-F238E27FC236}">
                <a16:creationId xmlns:a16="http://schemas.microsoft.com/office/drawing/2014/main" id="{510CF959-3A79-4491-9E90-BADFC0768EAA}"/>
              </a:ext>
            </a:extLst>
          </p:cNvPr>
          <p:cNvSpPr>
            <a:spLocks xmlns:a="http://schemas.openxmlformats.org/drawingml/2006/main" noGrp="1"/>
          </p:cNvSpPr>
          <p:nvPr/>
        </p:nvSpPr>
        <p:spPr>
          <a:xfrm xmlns:a="http://schemas.openxmlformats.org/drawingml/2006/main" rot="0">
            <a:off x="48196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E7A82930-49E4-4EF6-87F8-61E9EF460770}"/>
              </a:ext>
            </a:extLst>
          </p:cNvPr>
          <p:cNvSpPr>
            <a:spLocks xmlns:a="http://schemas.openxmlformats.org/drawingml/2006/main" noGrp="1"/>
          </p:cNvSpPr>
          <p:nvPr/>
        </p:nvSpPr>
        <p:spPr>
          <a:xfrm xmlns:a="http://schemas.openxmlformats.org/drawingml/2006/main">
            <a:off x="49149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모델·도구 실행</a:t>
            </a:r>
          </a:p>
        </p:txBody>
      </p:sp>
      <p:sp>
        <p:nvSpPr>
          <p:cNvPr id="14" name="">
            <a:extLst xmlns:a="http://schemas.openxmlformats.org/drawingml/2006/main">
              <a:ext uri="{FF2B5EF4-FFF2-40B4-BE49-F238E27FC236}">
                <a16:creationId xmlns:a16="http://schemas.microsoft.com/office/drawing/2014/main" id="{37AA94E8-E9A1-4CAB-89D0-5DAA1F90C7EA}"/>
              </a:ext>
            </a:extLst>
          </p:cNvPr>
          <p:cNvSpPr>
            <a:spLocks xmlns:a="http://schemas.openxmlformats.org/drawingml/2006/main" noGrp="1"/>
          </p:cNvSpPr>
          <p:nvPr/>
        </p:nvSpPr>
        <p:spPr>
          <a:xfrm xmlns:a="http://schemas.openxmlformats.org/drawingml/2006/main">
            <a:off x="6572250" y="243840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33B15B84-C807-4013-B93F-BC29359535A7}"/>
              </a:ext>
            </a:extLst>
          </p:cNvPr>
          <p:cNvSpPr>
            <a:spLocks xmlns:a="http://schemas.openxmlformats.org/drawingml/2006/main" noGrp="1"/>
          </p:cNvSpPr>
          <p:nvPr/>
        </p:nvSpPr>
        <p:spPr>
          <a:xfrm xmlns:a="http://schemas.openxmlformats.org/drawingml/2006/main" rot="0">
            <a:off x="69151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9A3A5B81-2645-445D-9EF2-E2405E5AB96B}"/>
              </a:ext>
            </a:extLst>
          </p:cNvPr>
          <p:cNvSpPr>
            <a:spLocks xmlns:a="http://schemas.openxmlformats.org/drawingml/2006/main" noGrp="1"/>
          </p:cNvSpPr>
          <p:nvPr/>
        </p:nvSpPr>
        <p:spPr>
          <a:xfrm xmlns:a="http://schemas.openxmlformats.org/drawingml/2006/main">
            <a:off x="70104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응답 생성</a:t>
            </a:r>
          </a:p>
        </p:txBody>
      </p:sp>
      <p:sp>
        <p:nvSpPr>
          <p:cNvPr id="17" name="">
            <a:extLst xmlns:a="http://schemas.openxmlformats.org/drawingml/2006/main">
              <a:ext uri="{FF2B5EF4-FFF2-40B4-BE49-F238E27FC236}">
                <a16:creationId xmlns:a16="http://schemas.microsoft.com/office/drawing/2014/main" id="{B61F83DA-6184-41CF-AC55-936E2E5A2B6B}"/>
              </a:ext>
            </a:extLst>
          </p:cNvPr>
          <p:cNvSpPr>
            <a:spLocks xmlns:a="http://schemas.openxmlformats.org/drawingml/2006/main" noGrp="1"/>
          </p:cNvSpPr>
          <p:nvPr/>
        </p:nvSpPr>
        <p:spPr>
          <a:xfrm xmlns:a="http://schemas.openxmlformats.org/drawingml/2006/main">
            <a:off x="8667750" y="243840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18" name="">
            <a:extLst xmlns:a="http://schemas.openxmlformats.org/drawingml/2006/main">
              <a:ext uri="{FF2B5EF4-FFF2-40B4-BE49-F238E27FC236}">
                <a16:creationId xmlns:a16="http://schemas.microsoft.com/office/drawing/2014/main" id="{182F0D8F-30F9-4A79-BB2B-F7BB479AAA38}"/>
              </a:ext>
            </a:extLst>
          </p:cNvPr>
          <p:cNvSpPr>
            <a:spLocks xmlns:a="http://schemas.openxmlformats.org/drawingml/2006/main" noGrp="1"/>
          </p:cNvSpPr>
          <p:nvPr/>
        </p:nvSpPr>
        <p:spPr>
          <a:xfrm xmlns:a="http://schemas.openxmlformats.org/drawingml/2006/main" rot="0">
            <a:off x="90106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9" name="">
            <a:extLst xmlns:a="http://schemas.openxmlformats.org/drawingml/2006/main">
              <a:ext uri="{FF2B5EF4-FFF2-40B4-BE49-F238E27FC236}">
                <a16:creationId xmlns:a16="http://schemas.microsoft.com/office/drawing/2014/main" id="{5E82B353-F9F9-471B-9766-C4671DAA2754}"/>
              </a:ext>
            </a:extLst>
          </p:cNvPr>
          <p:cNvSpPr>
            <a:spLocks xmlns:a="http://schemas.openxmlformats.org/drawingml/2006/main" noGrp="1"/>
          </p:cNvSpPr>
          <p:nvPr/>
        </p:nvSpPr>
        <p:spPr>
          <a:xfrm xmlns:a="http://schemas.openxmlformats.org/drawingml/2006/main">
            <a:off x="91059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추적 저장</a:t>
            </a:r>
          </a:p>
        </p:txBody>
      </p:sp>
      <p:sp>
        <p:nvSpPr>
          <p:cNvPr id="20" name="">
            <a:extLst xmlns:a="http://schemas.openxmlformats.org/drawingml/2006/main">
              <a:ext uri="{FF2B5EF4-FFF2-40B4-BE49-F238E27FC236}">
                <a16:creationId xmlns:a16="http://schemas.microsoft.com/office/drawing/2014/main" id="{81DB9A36-6E93-4565-AFAF-E96359883AB9}"/>
              </a:ext>
            </a:extLst>
          </p:cNvPr>
          <p:cNvSpPr>
            <a:spLocks xmlns:a="http://schemas.openxmlformats.org/drawingml/2006/main" noGrp="1"/>
          </p:cNvSpPr>
          <p:nvPr/>
        </p:nvSpPr>
        <p:spPr>
          <a:xfrm xmlns:a="http://schemas.openxmlformats.org/drawingml/2006/main">
            <a:off x="609600" y="373380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실패 경로</a:t>
            </a:r>
          </a:p>
        </p:txBody>
      </p:sp>
      <p:sp>
        <p:nvSpPr>
          <p:cNvPr id="21" name="">
            <a:extLst xmlns:a="http://schemas.openxmlformats.org/drawingml/2006/main">
              <a:ext uri="{FF2B5EF4-FFF2-40B4-BE49-F238E27FC236}">
                <a16:creationId xmlns:a16="http://schemas.microsoft.com/office/drawing/2014/main" id="{BDA79A62-A60A-4E9F-80B4-2BE2259EB4E2}"/>
              </a:ext>
            </a:extLst>
          </p:cNvPr>
          <p:cNvSpPr>
            <a:spLocks xmlns:a="http://schemas.openxmlformats.org/drawingml/2006/main" noGrp="1"/>
          </p:cNvSpPr>
          <p:nvPr/>
        </p:nvSpPr>
        <p:spPr>
          <a:xfrm xmlns:a="http://schemas.openxmlformats.org/drawingml/2006/main" rot="0">
            <a:off x="27241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111D701E-BB5A-4943-AD59-EF877473B6EB}"/>
              </a:ext>
            </a:extLst>
          </p:cNvPr>
          <p:cNvSpPr>
            <a:spLocks xmlns:a="http://schemas.openxmlformats.org/drawingml/2006/main" noGrp="1"/>
          </p:cNvSpPr>
          <p:nvPr/>
        </p:nvSpPr>
        <p:spPr>
          <a:xfrm xmlns:a="http://schemas.openxmlformats.org/drawingml/2006/main">
            <a:off x="28194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오류 분류</a:t>
            </a:r>
          </a:p>
        </p:txBody>
      </p:sp>
      <p:sp>
        <p:nvSpPr>
          <p:cNvPr id="23" name="">
            <a:extLst xmlns:a="http://schemas.openxmlformats.org/drawingml/2006/main">
              <a:ext uri="{FF2B5EF4-FFF2-40B4-BE49-F238E27FC236}">
                <a16:creationId xmlns:a16="http://schemas.microsoft.com/office/drawing/2014/main" id="{B64CE8B3-DA8E-4970-8E16-E0A4256B0082}"/>
              </a:ext>
            </a:extLst>
          </p:cNvPr>
          <p:cNvSpPr>
            <a:spLocks xmlns:a="http://schemas.openxmlformats.org/drawingml/2006/main" noGrp="1"/>
          </p:cNvSpPr>
          <p:nvPr/>
        </p:nvSpPr>
        <p:spPr>
          <a:xfrm xmlns:a="http://schemas.openxmlformats.org/drawingml/2006/main">
            <a:off x="4476750" y="386715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C47C65DD-9FD9-4EF5-BE7B-A8D90F930B9C}"/>
              </a:ext>
            </a:extLst>
          </p:cNvPr>
          <p:cNvSpPr>
            <a:spLocks xmlns:a="http://schemas.openxmlformats.org/drawingml/2006/main" noGrp="1"/>
          </p:cNvSpPr>
          <p:nvPr/>
        </p:nvSpPr>
        <p:spPr>
          <a:xfrm xmlns:a="http://schemas.openxmlformats.org/drawingml/2006/main" rot="0">
            <a:off x="48196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28575">
            <a:solidFill>
              <a:srgbClr val="2563EB"/>
            </a:solidFill>
            <a:prstDash val="solid"/>
          </a:ln>
        </p:spPr>
      </p:sp>
      <p:sp>
        <p:nvSpPr>
          <p:cNvPr id="25" name="">
            <a:extLst xmlns:a="http://schemas.openxmlformats.org/drawingml/2006/main">
              <a:ext uri="{FF2B5EF4-FFF2-40B4-BE49-F238E27FC236}">
                <a16:creationId xmlns:a16="http://schemas.microsoft.com/office/drawing/2014/main" id="{51B794CF-B5CD-42DC-8B64-6FA8A58F05BA}"/>
              </a:ext>
            </a:extLst>
          </p:cNvPr>
          <p:cNvSpPr>
            <a:spLocks xmlns:a="http://schemas.openxmlformats.org/drawingml/2006/main" noGrp="1"/>
          </p:cNvSpPr>
          <p:nvPr/>
        </p:nvSpPr>
        <p:spPr>
          <a:xfrm xmlns:a="http://schemas.openxmlformats.org/drawingml/2006/main">
            <a:off x="49149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재시도·대체</a:t>
            </a:r>
          </a:p>
        </p:txBody>
      </p:sp>
      <p:sp>
        <p:nvSpPr>
          <p:cNvPr id="26" name="">
            <a:extLst xmlns:a="http://schemas.openxmlformats.org/drawingml/2006/main">
              <a:ext uri="{FF2B5EF4-FFF2-40B4-BE49-F238E27FC236}">
                <a16:creationId xmlns:a16="http://schemas.microsoft.com/office/drawing/2014/main" id="{9A846B96-3270-4ECE-AEA6-7A3127BC3DDA}"/>
              </a:ext>
            </a:extLst>
          </p:cNvPr>
          <p:cNvSpPr>
            <a:spLocks xmlns:a="http://schemas.openxmlformats.org/drawingml/2006/main" noGrp="1"/>
          </p:cNvSpPr>
          <p:nvPr/>
        </p:nvSpPr>
        <p:spPr>
          <a:xfrm xmlns:a="http://schemas.openxmlformats.org/drawingml/2006/main">
            <a:off x="6572250" y="386715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27" name="">
            <a:extLst xmlns:a="http://schemas.openxmlformats.org/drawingml/2006/main">
              <a:ext uri="{FF2B5EF4-FFF2-40B4-BE49-F238E27FC236}">
                <a16:creationId xmlns:a16="http://schemas.microsoft.com/office/drawing/2014/main" id="{89197BBE-17B8-476D-B134-73A9F5B749E2}"/>
              </a:ext>
            </a:extLst>
          </p:cNvPr>
          <p:cNvSpPr>
            <a:spLocks xmlns:a="http://schemas.openxmlformats.org/drawingml/2006/main" noGrp="1"/>
          </p:cNvSpPr>
          <p:nvPr/>
        </p:nvSpPr>
        <p:spPr>
          <a:xfrm xmlns:a="http://schemas.openxmlformats.org/drawingml/2006/main" rot="0">
            <a:off x="69151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8" name="">
            <a:extLst xmlns:a="http://schemas.openxmlformats.org/drawingml/2006/main">
              <a:ext uri="{FF2B5EF4-FFF2-40B4-BE49-F238E27FC236}">
                <a16:creationId xmlns:a16="http://schemas.microsoft.com/office/drawing/2014/main" id="{0AF15C92-B395-499A-A01A-78CB671CD72A}"/>
              </a:ext>
            </a:extLst>
          </p:cNvPr>
          <p:cNvSpPr>
            <a:spLocks xmlns:a="http://schemas.openxmlformats.org/drawingml/2006/main" noGrp="1"/>
          </p:cNvSpPr>
          <p:nvPr/>
        </p:nvSpPr>
        <p:spPr>
          <a:xfrm xmlns:a="http://schemas.openxmlformats.org/drawingml/2006/main">
            <a:off x="70104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안전한 응답</a:t>
            </a:r>
          </a:p>
        </p:txBody>
      </p:sp>
      <p:sp>
        <p:nvSpPr>
          <p:cNvPr id="29" name="">
            <a:extLst xmlns:a="http://schemas.openxmlformats.org/drawingml/2006/main">
              <a:ext uri="{FF2B5EF4-FFF2-40B4-BE49-F238E27FC236}">
                <a16:creationId xmlns:a16="http://schemas.microsoft.com/office/drawing/2014/main" id="{5EBE06AB-D850-4087-A886-28FEF55D92F0}"/>
              </a:ext>
            </a:extLst>
          </p:cNvPr>
          <p:cNvSpPr>
            <a:spLocks xmlns:a="http://schemas.openxmlformats.org/drawingml/2006/main" noGrp="1"/>
          </p:cNvSpPr>
          <p:nvPr/>
        </p:nvSpPr>
        <p:spPr>
          <a:xfrm xmlns:a="http://schemas.openxmlformats.org/drawingml/2006/main">
            <a:off x="8667750" y="386715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30" name="">
            <a:extLst xmlns:a="http://schemas.openxmlformats.org/drawingml/2006/main">
              <a:ext uri="{FF2B5EF4-FFF2-40B4-BE49-F238E27FC236}">
                <a16:creationId xmlns:a16="http://schemas.microsoft.com/office/drawing/2014/main" id="{CC1C1C0B-A4DA-43F9-9C70-406806C39A83}"/>
              </a:ext>
            </a:extLst>
          </p:cNvPr>
          <p:cNvSpPr>
            <a:spLocks xmlns:a="http://schemas.openxmlformats.org/drawingml/2006/main" noGrp="1"/>
          </p:cNvSpPr>
          <p:nvPr/>
        </p:nvSpPr>
        <p:spPr>
          <a:xfrm xmlns:a="http://schemas.openxmlformats.org/drawingml/2006/main" rot="0">
            <a:off x="90106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31" name="">
            <a:extLst xmlns:a="http://schemas.openxmlformats.org/drawingml/2006/main">
              <a:ext uri="{FF2B5EF4-FFF2-40B4-BE49-F238E27FC236}">
                <a16:creationId xmlns:a16="http://schemas.microsoft.com/office/drawing/2014/main" id="{7987F5F2-0431-40D7-96A4-EB6F58B12583}"/>
              </a:ext>
            </a:extLst>
          </p:cNvPr>
          <p:cNvSpPr>
            <a:spLocks xmlns:a="http://schemas.openxmlformats.org/drawingml/2006/main" noGrp="1"/>
          </p:cNvSpPr>
          <p:nvPr/>
        </p:nvSpPr>
        <p:spPr>
          <a:xfrm xmlns:a="http://schemas.openxmlformats.org/drawingml/2006/main">
            <a:off x="91059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담당자 확인</a:t>
            </a:r>
          </a:p>
        </p:txBody>
      </p:sp>
      <p:sp>
        <p:nvSpPr>
          <p:cNvPr id="32" name="">
            <a:extLst xmlns:a="http://schemas.openxmlformats.org/drawingml/2006/main">
              <a:ext uri="{FF2B5EF4-FFF2-40B4-BE49-F238E27FC236}">
                <a16:creationId xmlns:a16="http://schemas.microsoft.com/office/drawing/2014/main" id="{931A34F0-F6FF-4050-93BF-A22C3C20A62E}"/>
              </a:ext>
            </a:extLst>
          </p:cNvPr>
          <p:cNvSpPr>
            <a:spLocks xmlns:a="http://schemas.openxmlformats.org/drawingml/2006/main" noGrp="1"/>
          </p:cNvSpPr>
          <p:nvPr/>
        </p:nvSpPr>
        <p:spPr>
          <a:xfrm xmlns:a="http://schemas.openxmlformats.org/drawingml/2006/main">
            <a:off x="609600" y="54483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운영 문서에는 정상 흐름과 오류·재시도·대체 경로를 함께 기록</a:t>
            </a:r>
          </a:p>
        </p:txBody>
      </p:sp>
    </p:spTree>
    <p:extLst>
      <p:ext uri="{BB962C8B-B14F-4D97-AF65-F5344CB8AC3E}">
        <p14:creationId xmlns:p14="http://schemas.microsoft.com/office/powerpoint/2010/main" val="52423054"/>
      </p:ext>
    </p:extLst>
  </p:cSld>
</p:sld>
</file>

<file path=ppt/slides/slide6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6F30E29-4308-46C1-8E65-74C877A70B4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0A615992-CAB0-4320-AA90-B84E7ACE3D3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62</a:t>
            </a:r>
          </a:p>
        </p:txBody>
      </p:sp>
      <p:sp>
        <p:nvSpPr>
          <p:cNvPr id="3" name="">
            <a:extLst xmlns:a="http://schemas.openxmlformats.org/drawingml/2006/main">
              <a:ext uri="{FF2B5EF4-FFF2-40B4-BE49-F238E27FC236}">
                <a16:creationId xmlns:a16="http://schemas.microsoft.com/office/drawing/2014/main" id="{7E569714-AECC-470E-9C55-BF6A04BBF22C}"/>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384CA97C-9BED-4DA6-BB14-4173F13E89F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5A66005-9E57-4996-A041-0C1B0F98A38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1B4F70B1-593B-4A71-85B5-BABAE9D83BC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4단계 / 오프라인 평가와 운영 모니터링</a:t>
            </a:r>
          </a:p>
        </p:txBody>
      </p:sp>
      <p:sp>
        <p:nvSpPr>
          <p:cNvPr id="7" name="">
            <a:extLst xmlns:a="http://schemas.openxmlformats.org/drawingml/2006/main">
              <a:ext uri="{FF2B5EF4-FFF2-40B4-BE49-F238E27FC236}">
                <a16:creationId xmlns:a16="http://schemas.microsoft.com/office/drawing/2014/main" id="{127D1AED-7C69-453D-AA01-4254D12A80B2}"/>
              </a:ext>
            </a:extLst>
          </p:cNvPr>
          <p:cNvSpPr>
            <a:spLocks xmlns:a="http://schemas.openxmlformats.org/drawingml/2006/main" noGrp="1"/>
          </p:cNvSpPr>
          <p:nvPr/>
        </p:nvSpPr>
        <p:spPr>
          <a:xfrm xmlns:a="http://schemas.openxmlformats.org/drawingml/2006/main">
            <a:off x="609600" y="14668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누가, 언제, 어떻게 실패하는가?</a:t>
            </a:r>
          </a:p>
        </p:txBody>
      </p:sp>
      <p:sp>
        <p:nvSpPr>
          <p:cNvPr id="8" name="">
            <a:extLst xmlns:a="http://schemas.openxmlformats.org/drawingml/2006/main">
              <a:ext uri="{FF2B5EF4-FFF2-40B4-BE49-F238E27FC236}">
                <a16:creationId xmlns:a16="http://schemas.microsoft.com/office/drawing/2014/main" id="{37FCD919-5270-4B63-9519-758527B93F7C}"/>
              </a:ext>
            </a:extLst>
          </p:cNvPr>
          <p:cNvSpPr>
            <a:spLocks xmlns:a="http://schemas.openxmlformats.org/drawingml/2006/main" noGrp="1"/>
          </p:cNvSpPr>
          <p:nvPr/>
        </p:nvSpPr>
        <p:spPr>
          <a:xfrm xmlns:a="http://schemas.openxmlformats.org/drawingml/2006/main" rot="0">
            <a:off x="609600" y="2095500"/>
            <a:ext cx="6191250" cy="32194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DAB035A0-C566-47C6-9951-2D85BFC37B23}"/>
              </a:ext>
            </a:extLst>
          </p:cNvPr>
          <p:cNvSpPr>
            <a:spLocks xmlns:a="http://schemas.openxmlformats.org/drawingml/2006/main" noGrp="1"/>
          </p:cNvSpPr>
          <p:nvPr/>
        </p:nvSpPr>
        <p:spPr>
          <a:xfrm xmlns:a="http://schemas.openxmlformats.org/drawingml/2006/main">
            <a:off x="838200" y="23431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설명용 응답 지연 분포 · 실제 측정값 아님</a:t>
            </a:r>
          </a:p>
        </p:txBody>
      </p:sp>
      <p:sp>
        <p:nvSpPr>
          <p:cNvPr id="10" name="">
            <a:extLst xmlns:a="http://schemas.openxmlformats.org/drawingml/2006/main">
              <a:ext uri="{FF2B5EF4-FFF2-40B4-BE49-F238E27FC236}">
                <a16:creationId xmlns:a16="http://schemas.microsoft.com/office/drawing/2014/main" id="{334E0FB0-8B53-47E4-AC68-E45611073D3C}"/>
              </a:ext>
            </a:extLst>
          </p:cNvPr>
          <p:cNvSpPr>
            <a:spLocks xmlns:a="http://schemas.openxmlformats.org/drawingml/2006/main" noGrp="1"/>
          </p:cNvSpPr>
          <p:nvPr/>
        </p:nvSpPr>
        <p:spPr>
          <a:xfrm xmlns:a="http://schemas.openxmlformats.org/drawingml/2006/main" flipH="0" flipV="0">
            <a:off x="1047750" y="4724400"/>
            <a:ext cx="49530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11" name="">
            <a:extLst xmlns:a="http://schemas.openxmlformats.org/drawingml/2006/main">
              <a:ext uri="{FF2B5EF4-FFF2-40B4-BE49-F238E27FC236}">
                <a16:creationId xmlns:a16="http://schemas.microsoft.com/office/drawing/2014/main" id="{1E4D1703-55B0-45B3-BDEE-EB62B7E9D121}"/>
              </a:ext>
            </a:extLst>
          </p:cNvPr>
          <p:cNvSpPr>
            <a:spLocks xmlns:a="http://schemas.openxmlformats.org/drawingml/2006/main" noGrp="1"/>
          </p:cNvSpPr>
          <p:nvPr/>
        </p:nvSpPr>
        <p:spPr>
          <a:xfrm xmlns:a="http://schemas.openxmlformats.org/drawingml/2006/main" rot="0">
            <a:off x="1257300" y="4305300"/>
            <a:ext cx="323850" cy="4191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CEF3D777-70B2-4CE4-9EEC-5DE5627CDF3D}"/>
              </a:ext>
            </a:extLst>
          </p:cNvPr>
          <p:cNvSpPr>
            <a:spLocks xmlns:a="http://schemas.openxmlformats.org/drawingml/2006/main" noGrp="1"/>
          </p:cNvSpPr>
          <p:nvPr/>
        </p:nvSpPr>
        <p:spPr>
          <a:xfrm xmlns:a="http://schemas.openxmlformats.org/drawingml/2006/main" rot="0">
            <a:off x="1771650" y="3848100"/>
            <a:ext cx="323850" cy="8763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3" name="">
            <a:extLst xmlns:a="http://schemas.openxmlformats.org/drawingml/2006/main">
              <a:ext uri="{FF2B5EF4-FFF2-40B4-BE49-F238E27FC236}">
                <a16:creationId xmlns:a16="http://schemas.microsoft.com/office/drawing/2014/main" id="{B2130292-E3E8-4B2B-AE68-5CB9769ED472}"/>
              </a:ext>
            </a:extLst>
          </p:cNvPr>
          <p:cNvSpPr>
            <a:spLocks xmlns:a="http://schemas.openxmlformats.org/drawingml/2006/main" noGrp="1"/>
          </p:cNvSpPr>
          <p:nvPr/>
        </p:nvSpPr>
        <p:spPr>
          <a:xfrm xmlns:a="http://schemas.openxmlformats.org/drawingml/2006/main" rot="0">
            <a:off x="2286000" y="3219450"/>
            <a:ext cx="323850" cy="15049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A939368E-4A9F-4516-9025-3580D212EC03}"/>
              </a:ext>
            </a:extLst>
          </p:cNvPr>
          <p:cNvSpPr>
            <a:spLocks xmlns:a="http://schemas.openxmlformats.org/drawingml/2006/main" noGrp="1"/>
          </p:cNvSpPr>
          <p:nvPr/>
        </p:nvSpPr>
        <p:spPr>
          <a:xfrm xmlns:a="http://schemas.openxmlformats.org/drawingml/2006/main" rot="0">
            <a:off x="2800350" y="2743200"/>
            <a:ext cx="323850" cy="19812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5" name="">
            <a:extLst xmlns:a="http://schemas.openxmlformats.org/drawingml/2006/main">
              <a:ext uri="{FF2B5EF4-FFF2-40B4-BE49-F238E27FC236}">
                <a16:creationId xmlns:a16="http://schemas.microsoft.com/office/drawing/2014/main" id="{F3979F16-4B03-427D-9889-03D72104C1C1}"/>
              </a:ext>
            </a:extLst>
          </p:cNvPr>
          <p:cNvSpPr>
            <a:spLocks xmlns:a="http://schemas.openxmlformats.org/drawingml/2006/main" noGrp="1"/>
          </p:cNvSpPr>
          <p:nvPr/>
        </p:nvSpPr>
        <p:spPr>
          <a:xfrm xmlns:a="http://schemas.openxmlformats.org/drawingml/2006/main" rot="0">
            <a:off x="3314700" y="3028950"/>
            <a:ext cx="323850" cy="16954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6" name="">
            <a:extLst xmlns:a="http://schemas.openxmlformats.org/drawingml/2006/main">
              <a:ext uri="{FF2B5EF4-FFF2-40B4-BE49-F238E27FC236}">
                <a16:creationId xmlns:a16="http://schemas.microsoft.com/office/drawing/2014/main" id="{B027CCD3-DE9D-410D-8F59-D586D957162B}"/>
              </a:ext>
            </a:extLst>
          </p:cNvPr>
          <p:cNvSpPr>
            <a:spLocks xmlns:a="http://schemas.openxmlformats.org/drawingml/2006/main" noGrp="1"/>
          </p:cNvSpPr>
          <p:nvPr/>
        </p:nvSpPr>
        <p:spPr>
          <a:xfrm xmlns:a="http://schemas.openxmlformats.org/drawingml/2006/main" rot="0">
            <a:off x="3829050" y="3524250"/>
            <a:ext cx="323850" cy="12001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7" name="">
            <a:extLst xmlns:a="http://schemas.openxmlformats.org/drawingml/2006/main">
              <a:ext uri="{FF2B5EF4-FFF2-40B4-BE49-F238E27FC236}">
                <a16:creationId xmlns:a16="http://schemas.microsoft.com/office/drawing/2014/main" id="{9DF1DFB3-F518-419B-A213-7BDF894BAD95}"/>
              </a:ext>
            </a:extLst>
          </p:cNvPr>
          <p:cNvSpPr>
            <a:spLocks xmlns:a="http://schemas.openxmlformats.org/drawingml/2006/main" noGrp="1"/>
          </p:cNvSpPr>
          <p:nvPr/>
        </p:nvSpPr>
        <p:spPr>
          <a:xfrm xmlns:a="http://schemas.openxmlformats.org/drawingml/2006/main" rot="0">
            <a:off x="4343400" y="3943350"/>
            <a:ext cx="323850" cy="7810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8" name="">
            <a:extLst xmlns:a="http://schemas.openxmlformats.org/drawingml/2006/main">
              <a:ext uri="{FF2B5EF4-FFF2-40B4-BE49-F238E27FC236}">
                <a16:creationId xmlns:a16="http://schemas.microsoft.com/office/drawing/2014/main" id="{A6844D8C-43C4-4F07-BBE4-F8193B4AB416}"/>
              </a:ext>
            </a:extLst>
          </p:cNvPr>
          <p:cNvSpPr>
            <a:spLocks xmlns:a="http://schemas.openxmlformats.org/drawingml/2006/main" noGrp="1"/>
          </p:cNvSpPr>
          <p:nvPr/>
        </p:nvSpPr>
        <p:spPr>
          <a:xfrm xmlns:a="http://schemas.openxmlformats.org/drawingml/2006/main" rot="0">
            <a:off x="4857750" y="4210050"/>
            <a:ext cx="323850" cy="5143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9" name="">
            <a:extLst xmlns:a="http://schemas.openxmlformats.org/drawingml/2006/main">
              <a:ext uri="{FF2B5EF4-FFF2-40B4-BE49-F238E27FC236}">
                <a16:creationId xmlns:a16="http://schemas.microsoft.com/office/drawing/2014/main" id="{CA9EBBF4-9578-49C0-9845-0219CB34E8CC}"/>
              </a:ext>
            </a:extLst>
          </p:cNvPr>
          <p:cNvSpPr>
            <a:spLocks xmlns:a="http://schemas.openxmlformats.org/drawingml/2006/main" noGrp="1"/>
          </p:cNvSpPr>
          <p:nvPr/>
        </p:nvSpPr>
        <p:spPr>
          <a:xfrm xmlns:a="http://schemas.openxmlformats.org/drawingml/2006/main" rot="0">
            <a:off x="5372100" y="4400550"/>
            <a:ext cx="323850" cy="3238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0" name="">
            <a:extLst xmlns:a="http://schemas.openxmlformats.org/drawingml/2006/main">
              <a:ext uri="{FF2B5EF4-FFF2-40B4-BE49-F238E27FC236}">
                <a16:creationId xmlns:a16="http://schemas.microsoft.com/office/drawing/2014/main" id="{C69F136B-A432-4C30-94FD-2B9B21EA88AE}"/>
              </a:ext>
            </a:extLst>
          </p:cNvPr>
          <p:cNvSpPr>
            <a:spLocks xmlns:a="http://schemas.openxmlformats.org/drawingml/2006/main" noGrp="1"/>
          </p:cNvSpPr>
          <p:nvPr/>
        </p:nvSpPr>
        <p:spPr>
          <a:xfrm xmlns:a="http://schemas.openxmlformats.org/drawingml/2006/main">
            <a:off x="1828800" y="48768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0">
                <a:solidFill>
                  <a:srgbClr val="667085"/>
                </a:solidFill>
                <a:latin typeface="Menlo"/>
                <a:ea typeface="Menlo"/>
                <a:cs typeface="Menlo"/>
              </a:defRPr>
            </a:pPr>
            <a:r>
              <a:rPr sz="1050" b="0">
                <a:solidFill>
                  <a:srgbClr val="667085"/>
                </a:solidFill>
                <a:latin typeface="Menlo"/>
                <a:ea typeface="Menlo"/>
                <a:cs typeface="Menlo"/>
              </a:rPr>
              <a:t>50번째 백분위</a:t>
            </a:r>
          </a:p>
        </p:txBody>
      </p:sp>
      <p:sp>
        <p:nvSpPr>
          <p:cNvPr id="21" name="">
            <a:extLst xmlns:a="http://schemas.openxmlformats.org/drawingml/2006/main">
              <a:ext uri="{FF2B5EF4-FFF2-40B4-BE49-F238E27FC236}">
                <a16:creationId xmlns:a16="http://schemas.microsoft.com/office/drawing/2014/main" id="{5AF6EC94-28BB-4139-B553-77D5F8190326}"/>
              </a:ext>
            </a:extLst>
          </p:cNvPr>
          <p:cNvSpPr>
            <a:spLocks xmlns:a="http://schemas.openxmlformats.org/drawingml/2006/main" noGrp="1"/>
          </p:cNvSpPr>
          <p:nvPr/>
        </p:nvSpPr>
        <p:spPr>
          <a:xfrm xmlns:a="http://schemas.openxmlformats.org/drawingml/2006/main">
            <a:off x="4648200" y="48768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0">
                <a:solidFill>
                  <a:srgbClr val="2563EB"/>
                </a:solidFill>
                <a:latin typeface="Menlo"/>
                <a:ea typeface="Menlo"/>
                <a:cs typeface="Menlo"/>
              </a:defRPr>
            </a:pPr>
            <a:r>
              <a:rPr sz="1050" b="0">
                <a:solidFill>
                  <a:srgbClr val="2563EB"/>
                </a:solidFill>
                <a:latin typeface="Menlo"/>
                <a:ea typeface="Menlo"/>
                <a:cs typeface="Menlo"/>
              </a:rPr>
              <a:t>95번째 백분위</a:t>
            </a:r>
          </a:p>
        </p:txBody>
      </p:sp>
      <p:sp>
        <p:nvSpPr>
          <p:cNvPr id="22" name="">
            <a:extLst xmlns:a="http://schemas.openxmlformats.org/drawingml/2006/main">
              <a:ext uri="{FF2B5EF4-FFF2-40B4-BE49-F238E27FC236}">
                <a16:creationId xmlns:a16="http://schemas.microsoft.com/office/drawing/2014/main" id="{C3857021-60A6-43C8-BC8F-DC310B0133F2}"/>
              </a:ext>
            </a:extLst>
          </p:cNvPr>
          <p:cNvSpPr>
            <a:spLocks xmlns:a="http://schemas.openxmlformats.org/drawingml/2006/main" noGrp="1"/>
          </p:cNvSpPr>
          <p:nvPr/>
        </p:nvSpPr>
        <p:spPr>
          <a:xfrm xmlns:a="http://schemas.openxmlformats.org/drawingml/2006/main">
            <a:off x="7372350" y="2133600"/>
            <a:ext cx="3829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품질</a:t>
            </a:r>
          </a:p>
        </p:txBody>
      </p:sp>
      <p:sp>
        <p:nvSpPr>
          <p:cNvPr id="23" name="">
            <a:extLst xmlns:a="http://schemas.openxmlformats.org/drawingml/2006/main">
              <a:ext uri="{FF2B5EF4-FFF2-40B4-BE49-F238E27FC236}">
                <a16:creationId xmlns:a16="http://schemas.microsoft.com/office/drawing/2014/main" id="{21318DE1-D8F9-4731-BD33-C90DC6FA2EB7}"/>
              </a:ext>
            </a:extLst>
          </p:cNvPr>
          <p:cNvSpPr>
            <a:spLocks xmlns:a="http://schemas.openxmlformats.org/drawingml/2006/main" noGrp="1"/>
          </p:cNvSpPr>
          <p:nvPr/>
        </p:nvSpPr>
        <p:spPr>
          <a:xfrm xmlns:a="http://schemas.openxmlformats.org/drawingml/2006/main">
            <a:off x="7372350" y="2457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025" b="1">
                <a:solidFill>
                  <a:srgbClr val="191919"/>
                </a:solidFill>
                <a:latin typeface="AppleGothic"/>
                <a:ea typeface="AppleGothic"/>
                <a:cs typeface="AppleGothic"/>
              </a:defRPr>
            </a:pPr>
            <a:r>
              <a:rPr sz="2025" b="1">
                <a:solidFill>
                  <a:srgbClr val="191919"/>
                </a:solidFill>
                <a:latin typeface="AppleGothic"/>
                <a:ea typeface="AppleGothic"/>
                <a:cs typeface="AppleGothic"/>
              </a:rPr>
              <a:t>대표 성공·실패</a:t>
            </a:r>
          </a:p>
        </p:txBody>
      </p:sp>
      <p:sp>
        <p:nvSpPr>
          <p:cNvPr id="24" name="">
            <a:extLst xmlns:a="http://schemas.openxmlformats.org/drawingml/2006/main">
              <a:ext uri="{FF2B5EF4-FFF2-40B4-BE49-F238E27FC236}">
                <a16:creationId xmlns:a16="http://schemas.microsoft.com/office/drawing/2014/main" id="{B013F920-60F1-42FC-A93E-4A330A3C109F}"/>
              </a:ext>
            </a:extLst>
          </p:cNvPr>
          <p:cNvSpPr>
            <a:spLocks xmlns:a="http://schemas.openxmlformats.org/drawingml/2006/main" noGrp="1"/>
          </p:cNvSpPr>
          <p:nvPr/>
        </p:nvSpPr>
        <p:spPr>
          <a:xfrm xmlns:a="http://schemas.openxmlformats.org/drawingml/2006/main" flipH="0" flipV="0">
            <a:off x="7372350" y="3009900"/>
            <a:ext cx="38290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564D4B98-8187-4C09-B045-FF704A0E455C}"/>
              </a:ext>
            </a:extLst>
          </p:cNvPr>
          <p:cNvSpPr>
            <a:spLocks xmlns:a="http://schemas.openxmlformats.org/drawingml/2006/main" noGrp="1"/>
          </p:cNvSpPr>
          <p:nvPr/>
        </p:nvSpPr>
        <p:spPr>
          <a:xfrm xmlns:a="http://schemas.openxmlformats.org/drawingml/2006/main">
            <a:off x="7372350" y="3181350"/>
            <a:ext cx="3829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운영</a:t>
            </a:r>
          </a:p>
        </p:txBody>
      </p:sp>
      <p:sp>
        <p:nvSpPr>
          <p:cNvPr id="26" name="">
            <a:extLst xmlns:a="http://schemas.openxmlformats.org/drawingml/2006/main">
              <a:ext uri="{FF2B5EF4-FFF2-40B4-BE49-F238E27FC236}">
                <a16:creationId xmlns:a16="http://schemas.microsoft.com/office/drawing/2014/main" id="{8104CAE2-F792-4523-80DA-14885BDEDBC8}"/>
              </a:ext>
            </a:extLst>
          </p:cNvPr>
          <p:cNvSpPr>
            <a:spLocks xmlns:a="http://schemas.openxmlformats.org/drawingml/2006/main" noGrp="1"/>
          </p:cNvSpPr>
          <p:nvPr/>
        </p:nvSpPr>
        <p:spPr>
          <a:xfrm xmlns:a="http://schemas.openxmlformats.org/drawingml/2006/main">
            <a:off x="7372350" y="35052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025" b="1">
                <a:solidFill>
                  <a:srgbClr val="191919"/>
                </a:solidFill>
                <a:latin typeface="AppleGothic"/>
                <a:ea typeface="AppleGothic"/>
                <a:cs typeface="AppleGothic"/>
              </a:defRPr>
            </a:pPr>
            <a:r>
              <a:rPr sz="2025" b="1">
                <a:solidFill>
                  <a:srgbClr val="191919"/>
                </a:solidFill>
                <a:latin typeface="AppleGothic"/>
                <a:ea typeface="AppleGothic"/>
                <a:cs typeface="AppleGothic"/>
              </a:rPr>
              <a:t>95번째 백분위 · 오류율</a:t>
            </a:r>
          </a:p>
        </p:txBody>
      </p:sp>
      <p:sp>
        <p:nvSpPr>
          <p:cNvPr id="27" name="">
            <a:extLst xmlns:a="http://schemas.openxmlformats.org/drawingml/2006/main">
              <a:ext uri="{FF2B5EF4-FFF2-40B4-BE49-F238E27FC236}">
                <a16:creationId xmlns:a16="http://schemas.microsoft.com/office/drawing/2014/main" id="{22DE21B3-A6C3-415B-B06A-179555C14A35}"/>
              </a:ext>
            </a:extLst>
          </p:cNvPr>
          <p:cNvSpPr>
            <a:spLocks xmlns:a="http://schemas.openxmlformats.org/drawingml/2006/main" noGrp="1"/>
          </p:cNvSpPr>
          <p:nvPr/>
        </p:nvSpPr>
        <p:spPr>
          <a:xfrm xmlns:a="http://schemas.openxmlformats.org/drawingml/2006/main" flipH="0" flipV="0">
            <a:off x="7372350" y="4057650"/>
            <a:ext cx="38290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40162EDC-F418-44CA-B07C-4947C73D1FC1}"/>
              </a:ext>
            </a:extLst>
          </p:cNvPr>
          <p:cNvSpPr>
            <a:spLocks xmlns:a="http://schemas.openxmlformats.org/drawingml/2006/main" noGrp="1"/>
          </p:cNvSpPr>
          <p:nvPr/>
        </p:nvSpPr>
        <p:spPr>
          <a:xfrm xmlns:a="http://schemas.openxmlformats.org/drawingml/2006/main">
            <a:off x="7372350" y="4229100"/>
            <a:ext cx="3829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자원·안전</a:t>
            </a:r>
          </a:p>
        </p:txBody>
      </p:sp>
      <p:sp>
        <p:nvSpPr>
          <p:cNvPr id="29" name="">
            <a:extLst xmlns:a="http://schemas.openxmlformats.org/drawingml/2006/main">
              <a:ext uri="{FF2B5EF4-FFF2-40B4-BE49-F238E27FC236}">
                <a16:creationId xmlns:a16="http://schemas.microsoft.com/office/drawing/2014/main" id="{9388177E-0417-4D2E-AD34-1521E969F297}"/>
              </a:ext>
            </a:extLst>
          </p:cNvPr>
          <p:cNvSpPr>
            <a:spLocks xmlns:a="http://schemas.openxmlformats.org/drawingml/2006/main" noGrp="1"/>
          </p:cNvSpPr>
          <p:nvPr/>
        </p:nvSpPr>
        <p:spPr>
          <a:xfrm xmlns:a="http://schemas.openxmlformats.org/drawingml/2006/main">
            <a:off x="7372350" y="45529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025" b="1">
                <a:solidFill>
                  <a:srgbClr val="191919"/>
                </a:solidFill>
                <a:latin typeface="AppleGothic"/>
                <a:ea typeface="AppleGothic"/>
                <a:cs typeface="AppleGothic"/>
              </a:defRPr>
            </a:pPr>
            <a:r>
              <a:rPr sz="2025" b="1">
                <a:solidFill>
                  <a:srgbClr val="191919"/>
                </a:solidFill>
                <a:latin typeface="AppleGothic"/>
                <a:ea typeface="AppleGothic"/>
                <a:cs typeface="AppleGothic"/>
              </a:rPr>
              <a:t>토큰 · 비용 · 위험 신호</a:t>
            </a:r>
          </a:p>
        </p:txBody>
      </p:sp>
      <p:sp>
        <p:nvSpPr>
          <p:cNvPr id="30" name="">
            <a:extLst xmlns:a="http://schemas.openxmlformats.org/drawingml/2006/main">
              <a:ext uri="{FF2B5EF4-FFF2-40B4-BE49-F238E27FC236}">
                <a16:creationId xmlns:a16="http://schemas.microsoft.com/office/drawing/2014/main" id="{5E781F09-9281-4175-8FB8-A05D8B4BE1CA}"/>
              </a:ext>
            </a:extLst>
          </p:cNvPr>
          <p:cNvSpPr>
            <a:spLocks xmlns:a="http://schemas.openxmlformats.org/drawingml/2006/main" noGrp="1"/>
          </p:cNvSpPr>
          <p:nvPr/>
        </p:nvSpPr>
        <p:spPr>
          <a:xfrm xmlns:a="http://schemas.openxmlformats.org/drawingml/2006/main" flipH="0" flipV="0">
            <a:off x="7372350" y="5105400"/>
            <a:ext cx="38290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1" name="">
            <a:extLst xmlns:a="http://schemas.openxmlformats.org/drawingml/2006/main">
              <a:ext uri="{FF2B5EF4-FFF2-40B4-BE49-F238E27FC236}">
                <a16:creationId xmlns:a16="http://schemas.microsoft.com/office/drawing/2014/main" id="{3BFD2B88-6BDF-4E5C-8E29-8EC4DA7AB5D7}"/>
              </a:ext>
            </a:extLst>
          </p:cNvPr>
          <p:cNvSpPr>
            <a:spLocks xmlns:a="http://schemas.openxmlformats.org/drawingml/2006/main" noGrp="1"/>
          </p:cNvSpPr>
          <p:nvPr/>
        </p:nvSpPr>
        <p:spPr>
          <a:xfrm xmlns:a="http://schemas.openxmlformats.org/drawingml/2006/main">
            <a:off x="609600" y="558165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평균 점수와 함께 실패 분포·하위 집단·원본 실행 추적 확인</a:t>
            </a:r>
          </a:p>
        </p:txBody>
      </p:sp>
    </p:spTree>
    <p:extLst>
      <p:ext uri="{BB962C8B-B14F-4D97-AF65-F5344CB8AC3E}">
        <p14:creationId xmlns:p14="http://schemas.microsoft.com/office/powerpoint/2010/main" val="569230509"/>
      </p:ext>
    </p:extLst>
  </p:cSld>
</p:sld>
</file>

<file path=ppt/slides/slide6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79CBA5D5-B44A-4B9F-AEF5-462D4107A87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6AEBF9B6-09D9-4FC9-9109-177E200F034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63</a:t>
            </a:r>
          </a:p>
        </p:txBody>
      </p:sp>
      <p:sp>
        <p:nvSpPr>
          <p:cNvPr id="3" name="">
            <a:extLst xmlns:a="http://schemas.openxmlformats.org/drawingml/2006/main">
              <a:ext uri="{FF2B5EF4-FFF2-40B4-BE49-F238E27FC236}">
                <a16:creationId xmlns:a16="http://schemas.microsoft.com/office/drawing/2014/main" id="{A8FC4873-9F79-4128-A1F3-1572E2B6648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A38517F-556E-4AB0-BB55-EE89FFBA1CB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2B1DAD8-FB9D-470A-A43C-291FCB47DE0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2620D89C-BD92-46F5-ABD2-53813B54E9ED}"/>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5단계 / 버전 변경 의사결정 기록</a:t>
            </a:r>
          </a:p>
        </p:txBody>
      </p:sp>
      <p:sp>
        <p:nvSpPr>
          <p:cNvPr id="7" name="">
            <a:extLst xmlns:a="http://schemas.openxmlformats.org/drawingml/2006/main">
              <a:ext uri="{FF2B5EF4-FFF2-40B4-BE49-F238E27FC236}">
                <a16:creationId xmlns:a16="http://schemas.microsoft.com/office/drawing/2014/main" id="{D594AE38-7D85-4DD2-B683-0F1415AEDD41}"/>
              </a:ext>
            </a:extLst>
          </p:cNvPr>
          <p:cNvSpPr>
            <a:spLocks xmlns:a="http://schemas.openxmlformats.org/drawingml/2006/main" noGrp="1"/>
          </p:cNvSpPr>
          <p:nvPr/>
        </p:nvSpPr>
        <p:spPr>
          <a:xfrm xmlns:a="http://schemas.openxmlformats.org/drawingml/2006/main">
            <a:off x="609600" y="14668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다음 버전은 무엇을 검증하는가?</a:t>
            </a:r>
          </a:p>
        </p:txBody>
      </p:sp>
      <p:sp>
        <p:nvSpPr>
          <p:cNvPr id="8" name="">
            <a:extLst xmlns:a="http://schemas.openxmlformats.org/drawingml/2006/main">
              <a:ext uri="{FF2B5EF4-FFF2-40B4-BE49-F238E27FC236}">
                <a16:creationId xmlns:a16="http://schemas.microsoft.com/office/drawing/2014/main" id="{31A1BF28-5610-479A-B780-BF2C8BAE3CDE}"/>
              </a:ext>
            </a:extLst>
          </p:cNvPr>
          <p:cNvSpPr>
            <a:spLocks xmlns:a="http://schemas.openxmlformats.org/drawingml/2006/main" noGrp="1"/>
          </p:cNvSpPr>
          <p:nvPr/>
        </p:nvSpPr>
        <p:spPr>
          <a:xfrm xmlns:a="http://schemas.openxmlformats.org/drawingml/2006/main">
            <a:off x="6096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6C49F50B-AA8F-4211-BEB6-40F511F7A7DE}"/>
              </a:ext>
            </a:extLst>
          </p:cNvPr>
          <p:cNvSpPr>
            <a:spLocks xmlns:a="http://schemas.openxmlformats.org/drawingml/2006/main" noGrp="1"/>
          </p:cNvSpPr>
          <p:nvPr/>
        </p:nvSpPr>
        <p:spPr>
          <a:xfrm xmlns:a="http://schemas.openxmlformats.org/drawingml/2006/main">
            <a:off x="6096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이전 기준선</a:t>
            </a:r>
          </a:p>
        </p:txBody>
      </p:sp>
      <p:sp>
        <p:nvSpPr>
          <p:cNvPr id="10" name="">
            <a:extLst xmlns:a="http://schemas.openxmlformats.org/drawingml/2006/main">
              <a:ext uri="{FF2B5EF4-FFF2-40B4-BE49-F238E27FC236}">
                <a16:creationId xmlns:a16="http://schemas.microsoft.com/office/drawing/2014/main" id="{571767BD-A137-40A9-9A56-9C467CB15207}"/>
              </a:ext>
            </a:extLst>
          </p:cNvPr>
          <p:cNvSpPr>
            <a:spLocks xmlns:a="http://schemas.openxmlformats.org/drawingml/2006/main" noGrp="1"/>
          </p:cNvSpPr>
          <p:nvPr/>
        </p:nvSpPr>
        <p:spPr>
          <a:xfrm xmlns:a="http://schemas.openxmlformats.org/drawingml/2006/main" flipH="0" flipV="0">
            <a:off x="609600" y="3448050"/>
            <a:ext cx="23241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8CC40961-3630-41B9-BD72-711260F62BD7}"/>
              </a:ext>
            </a:extLst>
          </p:cNvPr>
          <p:cNvSpPr>
            <a:spLocks xmlns:a="http://schemas.openxmlformats.org/drawingml/2006/main" noGrp="1"/>
          </p:cNvSpPr>
          <p:nvPr/>
        </p:nvSpPr>
        <p:spPr>
          <a:xfrm xmlns:a="http://schemas.openxmlformats.org/drawingml/2006/main">
            <a:off x="6096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현재 실패와</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고정 조건</a:t>
            </a:r>
          </a:p>
        </p:txBody>
      </p:sp>
      <p:sp>
        <p:nvSpPr>
          <p:cNvPr id="12" name="">
            <a:extLst xmlns:a="http://schemas.openxmlformats.org/drawingml/2006/main">
              <a:ext uri="{FF2B5EF4-FFF2-40B4-BE49-F238E27FC236}">
                <a16:creationId xmlns:a16="http://schemas.microsoft.com/office/drawing/2014/main" id="{512D0756-94DB-4F00-A133-B9F45623173D}"/>
              </a:ext>
            </a:extLst>
          </p:cNvPr>
          <p:cNvSpPr>
            <a:spLocks xmlns:a="http://schemas.openxmlformats.org/drawingml/2006/main" noGrp="1"/>
          </p:cNvSpPr>
          <p:nvPr/>
        </p:nvSpPr>
        <p:spPr>
          <a:xfrm xmlns:a="http://schemas.openxmlformats.org/drawingml/2006/main">
            <a:off x="33528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6F8BC80B-8615-4043-9483-2728E64E5570}"/>
              </a:ext>
            </a:extLst>
          </p:cNvPr>
          <p:cNvSpPr>
            <a:spLocks xmlns:a="http://schemas.openxmlformats.org/drawingml/2006/main" noGrp="1"/>
          </p:cNvSpPr>
          <p:nvPr/>
        </p:nvSpPr>
        <p:spPr>
          <a:xfrm xmlns:a="http://schemas.openxmlformats.org/drawingml/2006/main">
            <a:off x="33528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새 가설과 변경</a:t>
            </a:r>
          </a:p>
        </p:txBody>
      </p:sp>
      <p:sp>
        <p:nvSpPr>
          <p:cNvPr id="14" name="">
            <a:extLst xmlns:a="http://schemas.openxmlformats.org/drawingml/2006/main">
              <a:ext uri="{FF2B5EF4-FFF2-40B4-BE49-F238E27FC236}">
                <a16:creationId xmlns:a16="http://schemas.microsoft.com/office/drawing/2014/main" id="{6172FFCA-2197-4F50-9E19-FEE3B0D8F8D3}"/>
              </a:ext>
            </a:extLst>
          </p:cNvPr>
          <p:cNvSpPr>
            <a:spLocks xmlns:a="http://schemas.openxmlformats.org/drawingml/2006/main" noGrp="1"/>
          </p:cNvSpPr>
          <p:nvPr/>
        </p:nvSpPr>
        <p:spPr>
          <a:xfrm xmlns:a="http://schemas.openxmlformats.org/drawingml/2006/main" flipH="0" flipV="0">
            <a:off x="3352800" y="3448050"/>
            <a:ext cx="23241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89F1F65D-D07E-4523-BD44-CF4919CC08B5}"/>
              </a:ext>
            </a:extLst>
          </p:cNvPr>
          <p:cNvSpPr>
            <a:spLocks xmlns:a="http://schemas.openxmlformats.org/drawingml/2006/main" noGrp="1"/>
          </p:cNvSpPr>
          <p:nvPr/>
        </p:nvSpPr>
        <p:spPr>
          <a:xfrm xmlns:a="http://schemas.openxmlformats.org/drawingml/2006/main">
            <a:off x="33528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검증할 가설과</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바꿀 한 가지</a:t>
            </a:r>
          </a:p>
        </p:txBody>
      </p:sp>
      <p:sp>
        <p:nvSpPr>
          <p:cNvPr id="16" name="">
            <a:extLst xmlns:a="http://schemas.openxmlformats.org/drawingml/2006/main">
              <a:ext uri="{FF2B5EF4-FFF2-40B4-BE49-F238E27FC236}">
                <a16:creationId xmlns:a16="http://schemas.microsoft.com/office/drawing/2014/main" id="{17486174-89BB-4BE2-9175-ADDEE21E73F6}"/>
              </a:ext>
            </a:extLst>
          </p:cNvPr>
          <p:cNvSpPr>
            <a:spLocks xmlns:a="http://schemas.openxmlformats.org/drawingml/2006/main" noGrp="1"/>
          </p:cNvSpPr>
          <p:nvPr/>
        </p:nvSpPr>
        <p:spPr>
          <a:xfrm xmlns:a="http://schemas.openxmlformats.org/drawingml/2006/main">
            <a:off x="60960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6836D846-C8FE-4E94-BD56-A1E15A5ACA4B}"/>
              </a:ext>
            </a:extLst>
          </p:cNvPr>
          <p:cNvSpPr>
            <a:spLocks xmlns:a="http://schemas.openxmlformats.org/drawingml/2006/main" noGrp="1"/>
          </p:cNvSpPr>
          <p:nvPr/>
        </p:nvSpPr>
        <p:spPr>
          <a:xfrm xmlns:a="http://schemas.openxmlformats.org/drawingml/2006/main">
            <a:off x="60960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실행 증거</a:t>
            </a:r>
          </a:p>
        </p:txBody>
      </p:sp>
      <p:sp>
        <p:nvSpPr>
          <p:cNvPr id="18" name="">
            <a:extLst xmlns:a="http://schemas.openxmlformats.org/drawingml/2006/main">
              <a:ext uri="{FF2B5EF4-FFF2-40B4-BE49-F238E27FC236}">
                <a16:creationId xmlns:a16="http://schemas.microsoft.com/office/drawing/2014/main" id="{21627FEF-FCD3-45D0-9005-C55D1318940D}"/>
              </a:ext>
            </a:extLst>
          </p:cNvPr>
          <p:cNvSpPr>
            <a:spLocks xmlns:a="http://schemas.openxmlformats.org/drawingml/2006/main" noGrp="1"/>
          </p:cNvSpPr>
          <p:nvPr/>
        </p:nvSpPr>
        <p:spPr>
          <a:xfrm xmlns:a="http://schemas.openxmlformats.org/drawingml/2006/main" flipH="0" flipV="0">
            <a:off x="6096000" y="3448050"/>
            <a:ext cx="23241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9" name="">
            <a:extLst xmlns:a="http://schemas.openxmlformats.org/drawingml/2006/main">
              <a:ext uri="{FF2B5EF4-FFF2-40B4-BE49-F238E27FC236}">
                <a16:creationId xmlns:a16="http://schemas.microsoft.com/office/drawing/2014/main" id="{229A89F8-9273-4F10-AFE7-E78BB9A34153}"/>
              </a:ext>
            </a:extLst>
          </p:cNvPr>
          <p:cNvSpPr>
            <a:spLocks xmlns:a="http://schemas.openxmlformats.org/drawingml/2006/main" noGrp="1"/>
          </p:cNvSpPr>
          <p:nvPr/>
        </p:nvSpPr>
        <p:spPr>
          <a:xfrm xmlns:a="http://schemas.openxmlformats.org/drawingml/2006/main">
            <a:off x="60960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비교 가능한</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실행 추적</a:t>
            </a:r>
          </a:p>
        </p:txBody>
      </p:sp>
      <p:sp>
        <p:nvSpPr>
          <p:cNvPr id="20" name="">
            <a:extLst xmlns:a="http://schemas.openxmlformats.org/drawingml/2006/main">
              <a:ext uri="{FF2B5EF4-FFF2-40B4-BE49-F238E27FC236}">
                <a16:creationId xmlns:a16="http://schemas.microsoft.com/office/drawing/2014/main" id="{0E27C6A9-236C-4E9D-B1B4-A07264A0C824}"/>
              </a:ext>
            </a:extLst>
          </p:cNvPr>
          <p:cNvSpPr>
            <a:spLocks xmlns:a="http://schemas.openxmlformats.org/drawingml/2006/main" noGrp="1"/>
          </p:cNvSpPr>
          <p:nvPr/>
        </p:nvSpPr>
        <p:spPr>
          <a:xfrm xmlns:a="http://schemas.openxmlformats.org/drawingml/2006/main">
            <a:off x="88392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4674B56E-5BBD-4C20-92CC-FC748844C999}"/>
              </a:ext>
            </a:extLst>
          </p:cNvPr>
          <p:cNvSpPr>
            <a:spLocks xmlns:a="http://schemas.openxmlformats.org/drawingml/2006/main" noGrp="1"/>
          </p:cNvSpPr>
          <p:nvPr/>
        </p:nvSpPr>
        <p:spPr>
          <a:xfrm xmlns:a="http://schemas.openxmlformats.org/drawingml/2006/main">
            <a:off x="88392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평가와 다음 버전</a:t>
            </a:r>
          </a:p>
        </p:txBody>
      </p:sp>
      <p:sp>
        <p:nvSpPr>
          <p:cNvPr id="22" name="">
            <a:extLst xmlns:a="http://schemas.openxmlformats.org/drawingml/2006/main">
              <a:ext uri="{FF2B5EF4-FFF2-40B4-BE49-F238E27FC236}">
                <a16:creationId xmlns:a16="http://schemas.microsoft.com/office/drawing/2014/main" id="{EA5DF450-138D-43FA-9DF2-26770A37D069}"/>
              </a:ext>
            </a:extLst>
          </p:cNvPr>
          <p:cNvSpPr>
            <a:spLocks xmlns:a="http://schemas.openxmlformats.org/drawingml/2006/main" noGrp="1"/>
          </p:cNvSpPr>
          <p:nvPr/>
        </p:nvSpPr>
        <p:spPr>
          <a:xfrm xmlns:a="http://schemas.openxmlformats.org/drawingml/2006/main" flipH="0" flipV="0">
            <a:off x="8839200" y="3448050"/>
            <a:ext cx="23241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3" name="">
            <a:extLst xmlns:a="http://schemas.openxmlformats.org/drawingml/2006/main">
              <a:ext uri="{FF2B5EF4-FFF2-40B4-BE49-F238E27FC236}">
                <a16:creationId xmlns:a16="http://schemas.microsoft.com/office/drawing/2014/main" id="{5C8F866F-6175-4AC5-A9C7-B03E22E03B89}"/>
              </a:ext>
            </a:extLst>
          </p:cNvPr>
          <p:cNvSpPr>
            <a:spLocks xmlns:a="http://schemas.openxmlformats.org/drawingml/2006/main" noGrp="1"/>
          </p:cNvSpPr>
          <p:nvPr/>
        </p:nvSpPr>
        <p:spPr>
          <a:xfrm xmlns:a="http://schemas.openxmlformats.org/drawingml/2006/main">
            <a:off x="88392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승격·보류·되돌리기와</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다음 질문</a:t>
            </a:r>
          </a:p>
        </p:txBody>
      </p:sp>
      <p:sp>
        <p:nvSpPr>
          <p:cNvPr id="24" name="">
            <a:extLst xmlns:a="http://schemas.openxmlformats.org/drawingml/2006/main">
              <a:ext uri="{FF2B5EF4-FFF2-40B4-BE49-F238E27FC236}">
                <a16:creationId xmlns:a16="http://schemas.microsoft.com/office/drawing/2014/main" id="{6D31E474-60D2-412B-80E7-FF9E8BA840AF}"/>
              </a:ext>
            </a:extLst>
          </p:cNvPr>
          <p:cNvSpPr>
            <a:spLocks xmlns:a="http://schemas.openxmlformats.org/drawingml/2006/main" noGrp="1"/>
          </p:cNvSpPr>
          <p:nvPr/>
        </p:nvSpPr>
        <p:spPr>
          <a:xfrm xmlns:a="http://schemas.openxmlformats.org/drawingml/2006/main">
            <a:off x="609600" y="5467350"/>
            <a:ext cx="10972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‘더 좋아 보임’이 아닌 변경 이유·결과·결정의 연결</a:t>
            </a:r>
          </a:p>
        </p:txBody>
      </p:sp>
    </p:spTree>
    <p:extLst>
      <p:ext uri="{BB962C8B-B14F-4D97-AF65-F5344CB8AC3E}">
        <p14:creationId xmlns:p14="http://schemas.microsoft.com/office/powerpoint/2010/main" val="1208752341"/>
      </p:ext>
    </p:extLst>
  </p:cSld>
</p:sld>
</file>

<file path=ppt/slides/slide6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F4E1C56E-44B3-4B90-9B61-6C1C20A3738B}"/>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AAFCDEEE-3D93-46B3-A813-B19E1A3D9F9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64</a:t>
            </a:r>
          </a:p>
        </p:txBody>
      </p:sp>
      <p:sp>
        <p:nvSpPr>
          <p:cNvPr id="3" name="">
            <a:extLst xmlns:a="http://schemas.openxmlformats.org/drawingml/2006/main">
              <a:ext uri="{FF2B5EF4-FFF2-40B4-BE49-F238E27FC236}">
                <a16:creationId xmlns:a16="http://schemas.microsoft.com/office/drawing/2014/main" id="{CE7E5C68-AEDC-404A-839D-3F83BB4AD90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25E3E38-FF90-412F-BFBA-1C0AFEC4967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3C09A5E-E925-4B84-83B2-A88A73E2307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B3076D8A-C76F-4B63-AECA-3BBAA0D72B3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버전 변경의 최소 기록</a:t>
            </a:r>
          </a:p>
        </p:txBody>
      </p:sp>
      <p:sp>
        <p:nvSpPr>
          <p:cNvPr id="7" name="">
            <a:extLst xmlns:a="http://schemas.openxmlformats.org/drawingml/2006/main">
              <a:ext uri="{FF2B5EF4-FFF2-40B4-BE49-F238E27FC236}">
                <a16:creationId xmlns:a16="http://schemas.microsoft.com/office/drawing/2014/main" id="{756C2E05-7151-4EA9-8779-AF9E35E7A806}"/>
              </a:ext>
            </a:extLst>
          </p:cNvPr>
          <p:cNvSpPr>
            <a:spLocks xmlns:a="http://schemas.openxmlformats.org/drawingml/2006/main" noGrp="1"/>
          </p:cNvSpPr>
          <p:nvPr/>
        </p:nvSpPr>
        <p:spPr>
          <a:xfrm xmlns:a="http://schemas.openxmlformats.org/drawingml/2006/main" rot="0">
            <a:off x="609600" y="1809750"/>
            <a:ext cx="16002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9FC79091-5F48-468C-B617-D1624BF017CC}"/>
              </a:ext>
            </a:extLst>
          </p:cNvPr>
          <p:cNvSpPr>
            <a:spLocks xmlns:a="http://schemas.openxmlformats.org/drawingml/2006/main" noGrp="1"/>
          </p:cNvSpPr>
          <p:nvPr/>
        </p:nvSpPr>
        <p:spPr>
          <a:xfrm xmlns:a="http://schemas.openxmlformats.org/drawingml/2006/main">
            <a:off x="742950" y="1809750"/>
            <a:ext cx="1333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VERSION</a:t>
            </a:r>
          </a:p>
        </p:txBody>
      </p:sp>
      <p:sp>
        <p:nvSpPr>
          <p:cNvPr id="9" name="">
            <a:extLst xmlns:a="http://schemas.openxmlformats.org/drawingml/2006/main">
              <a:ext uri="{FF2B5EF4-FFF2-40B4-BE49-F238E27FC236}">
                <a16:creationId xmlns:a16="http://schemas.microsoft.com/office/drawing/2014/main" id="{8E87875B-8150-44C5-9236-CF820AE100F5}"/>
              </a:ext>
            </a:extLst>
          </p:cNvPr>
          <p:cNvSpPr>
            <a:spLocks xmlns:a="http://schemas.openxmlformats.org/drawingml/2006/main" noGrp="1"/>
          </p:cNvSpPr>
          <p:nvPr/>
        </p:nvSpPr>
        <p:spPr>
          <a:xfrm xmlns:a="http://schemas.openxmlformats.org/drawingml/2006/main" rot="0">
            <a:off x="2209800" y="1809750"/>
            <a:ext cx="32385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318C67B5-0B1F-46C9-8F0C-22B231ED2CF4}"/>
              </a:ext>
            </a:extLst>
          </p:cNvPr>
          <p:cNvSpPr>
            <a:spLocks xmlns:a="http://schemas.openxmlformats.org/drawingml/2006/main" noGrp="1"/>
          </p:cNvSpPr>
          <p:nvPr/>
        </p:nvSpPr>
        <p:spPr>
          <a:xfrm xmlns:a="http://schemas.openxmlformats.org/drawingml/2006/main">
            <a:off x="2343150" y="1809750"/>
            <a:ext cx="2971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HYPOTHESIS</a:t>
            </a:r>
          </a:p>
        </p:txBody>
      </p:sp>
      <p:sp>
        <p:nvSpPr>
          <p:cNvPr id="11" name="">
            <a:extLst xmlns:a="http://schemas.openxmlformats.org/drawingml/2006/main">
              <a:ext uri="{FF2B5EF4-FFF2-40B4-BE49-F238E27FC236}">
                <a16:creationId xmlns:a16="http://schemas.microsoft.com/office/drawing/2014/main" id="{C8EEE274-9DCD-407E-936C-558C737CD7E8}"/>
              </a:ext>
            </a:extLst>
          </p:cNvPr>
          <p:cNvSpPr>
            <a:spLocks xmlns:a="http://schemas.openxmlformats.org/drawingml/2006/main" noGrp="1"/>
          </p:cNvSpPr>
          <p:nvPr/>
        </p:nvSpPr>
        <p:spPr>
          <a:xfrm xmlns:a="http://schemas.openxmlformats.org/drawingml/2006/main" rot="0">
            <a:off x="5448300" y="1809750"/>
            <a:ext cx="32385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D35CFFA3-A62F-4CB1-BD90-1DFAFA37A931}"/>
              </a:ext>
            </a:extLst>
          </p:cNvPr>
          <p:cNvSpPr>
            <a:spLocks xmlns:a="http://schemas.openxmlformats.org/drawingml/2006/main" noGrp="1"/>
          </p:cNvSpPr>
          <p:nvPr/>
        </p:nvSpPr>
        <p:spPr>
          <a:xfrm xmlns:a="http://schemas.openxmlformats.org/drawingml/2006/main">
            <a:off x="5581650" y="1809750"/>
            <a:ext cx="2971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CHANGE</a:t>
            </a:r>
          </a:p>
        </p:txBody>
      </p:sp>
      <p:sp>
        <p:nvSpPr>
          <p:cNvPr id="13" name="">
            <a:extLst xmlns:a="http://schemas.openxmlformats.org/drawingml/2006/main">
              <a:ext uri="{FF2B5EF4-FFF2-40B4-BE49-F238E27FC236}">
                <a16:creationId xmlns:a16="http://schemas.microsoft.com/office/drawing/2014/main" id="{45FBAB93-EF12-42C9-B950-FB4DB86B0A0F}"/>
              </a:ext>
            </a:extLst>
          </p:cNvPr>
          <p:cNvSpPr>
            <a:spLocks xmlns:a="http://schemas.openxmlformats.org/drawingml/2006/main" noGrp="1"/>
          </p:cNvSpPr>
          <p:nvPr/>
        </p:nvSpPr>
        <p:spPr>
          <a:xfrm xmlns:a="http://schemas.openxmlformats.org/drawingml/2006/main" rot="0">
            <a:off x="8686800" y="1809750"/>
            <a:ext cx="28956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246CBA03-407A-4900-85FE-6DF86F875953}"/>
              </a:ext>
            </a:extLst>
          </p:cNvPr>
          <p:cNvSpPr>
            <a:spLocks xmlns:a="http://schemas.openxmlformats.org/drawingml/2006/main" noGrp="1"/>
          </p:cNvSpPr>
          <p:nvPr/>
        </p:nvSpPr>
        <p:spPr>
          <a:xfrm xmlns:a="http://schemas.openxmlformats.org/drawingml/2006/main">
            <a:off x="8820150" y="1809750"/>
            <a:ext cx="2628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DECISION</a:t>
            </a:r>
          </a:p>
        </p:txBody>
      </p:sp>
      <p:sp>
        <p:nvSpPr>
          <p:cNvPr id="15" name="">
            <a:extLst xmlns:a="http://schemas.openxmlformats.org/drawingml/2006/main">
              <a:ext uri="{FF2B5EF4-FFF2-40B4-BE49-F238E27FC236}">
                <a16:creationId xmlns:a16="http://schemas.microsoft.com/office/drawing/2014/main" id="{48B11A36-4364-4061-A89C-7FAE86506F83}"/>
              </a:ext>
            </a:extLst>
          </p:cNvPr>
          <p:cNvSpPr>
            <a:spLocks xmlns:a="http://schemas.openxmlformats.org/drawingml/2006/main" noGrp="1"/>
          </p:cNvSpPr>
          <p:nvPr/>
        </p:nvSpPr>
        <p:spPr>
          <a:xfrm xmlns:a="http://schemas.openxmlformats.org/drawingml/2006/main" rot="0">
            <a:off x="609600" y="2343150"/>
            <a:ext cx="16002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08CAF43-923F-4CB6-B4AD-80D3A8264DBC}"/>
              </a:ext>
            </a:extLst>
          </p:cNvPr>
          <p:cNvSpPr>
            <a:spLocks xmlns:a="http://schemas.openxmlformats.org/drawingml/2006/main" noGrp="1"/>
          </p:cNvSpPr>
          <p:nvPr/>
        </p:nvSpPr>
        <p:spPr>
          <a:xfrm xmlns:a="http://schemas.openxmlformats.org/drawingml/2006/main">
            <a:off x="742950" y="2343150"/>
            <a:ext cx="133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350" b="1">
                <a:solidFill>
                  <a:srgbClr val="191919"/>
                </a:solidFill>
                <a:latin typeface="Menlo"/>
                <a:ea typeface="Menlo"/>
                <a:cs typeface="Menlo"/>
              </a:defRPr>
            </a:pPr>
            <a:r>
              <a:rPr sz="1350" b="1">
                <a:solidFill>
                  <a:srgbClr val="191919"/>
                </a:solidFill>
                <a:latin typeface="Menlo"/>
                <a:ea typeface="Menlo"/>
                <a:cs typeface="Menlo"/>
              </a:rPr>
              <a:t>v0.1.0</a:t>
            </a:r>
          </a:p>
        </p:txBody>
      </p:sp>
      <p:sp>
        <p:nvSpPr>
          <p:cNvPr id="17" name="">
            <a:extLst xmlns:a="http://schemas.openxmlformats.org/drawingml/2006/main">
              <a:ext uri="{FF2B5EF4-FFF2-40B4-BE49-F238E27FC236}">
                <a16:creationId xmlns:a16="http://schemas.microsoft.com/office/drawing/2014/main" id="{826023F9-2A9A-4E45-B516-4CA4C82E63AA}"/>
              </a:ext>
            </a:extLst>
          </p:cNvPr>
          <p:cNvSpPr>
            <a:spLocks xmlns:a="http://schemas.openxmlformats.org/drawingml/2006/main" noGrp="1"/>
          </p:cNvSpPr>
          <p:nvPr/>
        </p:nvSpPr>
        <p:spPr>
          <a:xfrm xmlns:a="http://schemas.openxmlformats.org/drawingml/2006/main" rot="0">
            <a:off x="2209800" y="23431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FB1BC0F6-C235-4AAD-83CA-603DC1D7C783}"/>
              </a:ext>
            </a:extLst>
          </p:cNvPr>
          <p:cNvSpPr>
            <a:spLocks xmlns:a="http://schemas.openxmlformats.org/drawingml/2006/main" noGrp="1"/>
          </p:cNvSpPr>
          <p:nvPr/>
        </p:nvSpPr>
        <p:spPr>
          <a:xfrm xmlns:a="http://schemas.openxmlformats.org/drawingml/2006/main">
            <a:off x="2343150" y="23431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교환 절차 누락 감소</a:t>
            </a:r>
          </a:p>
        </p:txBody>
      </p:sp>
      <p:sp>
        <p:nvSpPr>
          <p:cNvPr id="19" name="">
            <a:extLst xmlns:a="http://schemas.openxmlformats.org/drawingml/2006/main">
              <a:ext uri="{FF2B5EF4-FFF2-40B4-BE49-F238E27FC236}">
                <a16:creationId xmlns:a16="http://schemas.microsoft.com/office/drawing/2014/main" id="{FCC7C943-3D8D-4901-B3DE-D8249AEE9878}"/>
              </a:ext>
            </a:extLst>
          </p:cNvPr>
          <p:cNvSpPr>
            <a:spLocks xmlns:a="http://schemas.openxmlformats.org/drawingml/2006/main" noGrp="1"/>
          </p:cNvSpPr>
          <p:nvPr/>
        </p:nvSpPr>
        <p:spPr>
          <a:xfrm xmlns:a="http://schemas.openxmlformats.org/drawingml/2006/main" rot="0">
            <a:off x="5448300" y="23431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3BF21419-860B-43C3-923E-7380D53C90A2}"/>
              </a:ext>
            </a:extLst>
          </p:cNvPr>
          <p:cNvSpPr>
            <a:spLocks xmlns:a="http://schemas.openxmlformats.org/drawingml/2006/main" noGrp="1"/>
          </p:cNvSpPr>
          <p:nvPr/>
        </p:nvSpPr>
        <p:spPr>
          <a:xfrm xmlns:a="http://schemas.openxmlformats.org/drawingml/2006/main">
            <a:off x="5581650" y="23431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스키마와 예시 추가</a:t>
            </a:r>
          </a:p>
        </p:txBody>
      </p:sp>
      <p:sp>
        <p:nvSpPr>
          <p:cNvPr id="21" name="">
            <a:extLst xmlns:a="http://schemas.openxmlformats.org/drawingml/2006/main">
              <a:ext uri="{FF2B5EF4-FFF2-40B4-BE49-F238E27FC236}">
                <a16:creationId xmlns:a16="http://schemas.microsoft.com/office/drawing/2014/main" id="{DC09CFB4-EE7D-486D-8866-0FB34BD3D6EC}"/>
              </a:ext>
            </a:extLst>
          </p:cNvPr>
          <p:cNvSpPr>
            <a:spLocks xmlns:a="http://schemas.openxmlformats.org/drawingml/2006/main" noGrp="1"/>
          </p:cNvSpPr>
          <p:nvPr/>
        </p:nvSpPr>
        <p:spPr>
          <a:xfrm xmlns:a="http://schemas.openxmlformats.org/drawingml/2006/main" rot="0">
            <a:off x="8686800" y="2343150"/>
            <a:ext cx="28956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73E6DE96-38FC-4C88-B22C-5BC06D7A1B62}"/>
              </a:ext>
            </a:extLst>
          </p:cNvPr>
          <p:cNvSpPr>
            <a:spLocks xmlns:a="http://schemas.openxmlformats.org/drawingml/2006/main" noGrp="1"/>
          </p:cNvSpPr>
          <p:nvPr/>
        </p:nvSpPr>
        <p:spPr>
          <a:xfrm xmlns:a="http://schemas.openxmlformats.org/drawingml/2006/main">
            <a:off x="8820150" y="2343150"/>
            <a:ext cx="26289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기준선</a:t>
            </a:r>
          </a:p>
        </p:txBody>
      </p:sp>
      <p:sp>
        <p:nvSpPr>
          <p:cNvPr id="23" name="">
            <a:extLst xmlns:a="http://schemas.openxmlformats.org/drawingml/2006/main">
              <a:ext uri="{FF2B5EF4-FFF2-40B4-BE49-F238E27FC236}">
                <a16:creationId xmlns:a16="http://schemas.microsoft.com/office/drawing/2014/main" id="{221D28DC-F279-4D9A-9A40-2377FBF2BC52}"/>
              </a:ext>
            </a:extLst>
          </p:cNvPr>
          <p:cNvSpPr>
            <a:spLocks xmlns:a="http://schemas.openxmlformats.org/drawingml/2006/main" noGrp="1"/>
          </p:cNvSpPr>
          <p:nvPr/>
        </p:nvSpPr>
        <p:spPr>
          <a:xfrm xmlns:a="http://schemas.openxmlformats.org/drawingml/2006/main" rot="0">
            <a:off x="609600" y="3371850"/>
            <a:ext cx="16002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C3B9DA17-025C-4204-8B3E-476602160B91}"/>
              </a:ext>
            </a:extLst>
          </p:cNvPr>
          <p:cNvSpPr>
            <a:spLocks xmlns:a="http://schemas.openxmlformats.org/drawingml/2006/main" noGrp="1"/>
          </p:cNvSpPr>
          <p:nvPr/>
        </p:nvSpPr>
        <p:spPr>
          <a:xfrm xmlns:a="http://schemas.openxmlformats.org/drawingml/2006/main">
            <a:off x="742950" y="3371850"/>
            <a:ext cx="133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350" b="1">
                <a:solidFill>
                  <a:srgbClr val="191919"/>
                </a:solidFill>
                <a:latin typeface="Menlo"/>
                <a:ea typeface="Menlo"/>
                <a:cs typeface="Menlo"/>
              </a:defRPr>
            </a:pPr>
            <a:r>
              <a:rPr sz="1350" b="1">
                <a:solidFill>
                  <a:srgbClr val="191919"/>
                </a:solidFill>
                <a:latin typeface="Menlo"/>
                <a:ea typeface="Menlo"/>
                <a:cs typeface="Menlo"/>
              </a:rPr>
              <a:t>v0.2.0</a:t>
            </a:r>
          </a:p>
        </p:txBody>
      </p:sp>
      <p:sp>
        <p:nvSpPr>
          <p:cNvPr id="25" name="">
            <a:extLst xmlns:a="http://schemas.openxmlformats.org/drawingml/2006/main">
              <a:ext uri="{FF2B5EF4-FFF2-40B4-BE49-F238E27FC236}">
                <a16:creationId xmlns:a16="http://schemas.microsoft.com/office/drawing/2014/main" id="{A8F3D012-540B-42FE-9F66-683F2C3A12BB}"/>
              </a:ext>
            </a:extLst>
          </p:cNvPr>
          <p:cNvSpPr>
            <a:spLocks xmlns:a="http://schemas.openxmlformats.org/drawingml/2006/main" noGrp="1"/>
          </p:cNvSpPr>
          <p:nvPr/>
        </p:nvSpPr>
        <p:spPr>
          <a:xfrm xmlns:a="http://schemas.openxmlformats.org/drawingml/2006/main" rot="0">
            <a:off x="2209800" y="3371850"/>
            <a:ext cx="32385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1771D6DC-AE9A-4BBD-BFF7-7F3C4CA99F5E}"/>
              </a:ext>
            </a:extLst>
          </p:cNvPr>
          <p:cNvSpPr>
            <a:spLocks xmlns:a="http://schemas.openxmlformats.org/drawingml/2006/main" noGrp="1"/>
          </p:cNvSpPr>
          <p:nvPr/>
        </p:nvSpPr>
        <p:spPr>
          <a:xfrm xmlns:a="http://schemas.openxmlformats.org/drawingml/2006/main">
            <a:off x="2343150" y="33718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마찰 필드 완전성 향상</a:t>
            </a:r>
          </a:p>
        </p:txBody>
      </p:sp>
      <p:sp>
        <p:nvSpPr>
          <p:cNvPr id="27" name="">
            <a:extLst xmlns:a="http://schemas.openxmlformats.org/drawingml/2006/main">
              <a:ext uri="{FF2B5EF4-FFF2-40B4-BE49-F238E27FC236}">
                <a16:creationId xmlns:a16="http://schemas.microsoft.com/office/drawing/2014/main" id="{B32006DB-3AD6-4B04-A82D-DD3734B1FE9A}"/>
              </a:ext>
            </a:extLst>
          </p:cNvPr>
          <p:cNvSpPr>
            <a:spLocks xmlns:a="http://schemas.openxmlformats.org/drawingml/2006/main" noGrp="1"/>
          </p:cNvSpPr>
          <p:nvPr/>
        </p:nvSpPr>
        <p:spPr>
          <a:xfrm xmlns:a="http://schemas.openxmlformats.org/drawingml/2006/main" rot="0">
            <a:off x="5448300" y="3371850"/>
            <a:ext cx="32385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B4986B4D-4A2B-420C-924C-AD82133BD27F}"/>
              </a:ext>
            </a:extLst>
          </p:cNvPr>
          <p:cNvSpPr>
            <a:spLocks xmlns:a="http://schemas.openxmlformats.org/drawingml/2006/main" noGrp="1"/>
          </p:cNvSpPr>
          <p:nvPr/>
        </p:nvSpPr>
        <p:spPr>
          <a:xfrm xmlns:a="http://schemas.openxmlformats.org/drawingml/2006/main">
            <a:off x="5581650" y="33718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프롬프트 버전만 변경</a:t>
            </a:r>
          </a:p>
        </p:txBody>
      </p:sp>
      <p:sp>
        <p:nvSpPr>
          <p:cNvPr id="29" name="">
            <a:extLst xmlns:a="http://schemas.openxmlformats.org/drawingml/2006/main">
              <a:ext uri="{FF2B5EF4-FFF2-40B4-BE49-F238E27FC236}">
                <a16:creationId xmlns:a16="http://schemas.microsoft.com/office/drawing/2014/main" id="{4D813097-18E2-4530-BFE8-4F0949669835}"/>
              </a:ext>
            </a:extLst>
          </p:cNvPr>
          <p:cNvSpPr>
            <a:spLocks xmlns:a="http://schemas.openxmlformats.org/drawingml/2006/main" noGrp="1"/>
          </p:cNvSpPr>
          <p:nvPr/>
        </p:nvSpPr>
        <p:spPr>
          <a:xfrm xmlns:a="http://schemas.openxmlformats.org/drawingml/2006/main" rot="0">
            <a:off x="8686800" y="3371850"/>
            <a:ext cx="28956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238DC509-4BA3-4CA2-8B01-B2FC605F658A}"/>
              </a:ext>
            </a:extLst>
          </p:cNvPr>
          <p:cNvSpPr>
            <a:spLocks xmlns:a="http://schemas.openxmlformats.org/drawingml/2006/main" noGrp="1"/>
          </p:cNvSpPr>
          <p:nvPr/>
        </p:nvSpPr>
        <p:spPr>
          <a:xfrm xmlns:a="http://schemas.openxmlformats.org/drawingml/2006/main">
            <a:off x="8820150" y="3371850"/>
            <a:ext cx="26289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1">
                <a:solidFill>
                  <a:srgbClr val="2563EB"/>
                </a:solidFill>
                <a:latin typeface="AppleGothic"/>
                <a:ea typeface="AppleGothic"/>
                <a:cs typeface="AppleGothic"/>
              </a:defRPr>
            </a:pPr>
            <a:r>
              <a:rPr sz="1275" b="1">
                <a:solidFill>
                  <a:srgbClr val="2563EB"/>
                </a:solidFill>
                <a:latin typeface="AppleGothic"/>
                <a:ea typeface="AppleGothic"/>
                <a:cs typeface="AppleGothic"/>
              </a:rPr>
              <a:t>승격</a:t>
            </a:r>
          </a:p>
        </p:txBody>
      </p:sp>
      <p:sp>
        <p:nvSpPr>
          <p:cNvPr id="31" name="">
            <a:extLst xmlns:a="http://schemas.openxmlformats.org/drawingml/2006/main">
              <a:ext uri="{FF2B5EF4-FFF2-40B4-BE49-F238E27FC236}">
                <a16:creationId xmlns:a16="http://schemas.microsoft.com/office/drawing/2014/main" id="{53A14416-FD3E-45DF-A165-11EE2F205FB7}"/>
              </a:ext>
            </a:extLst>
          </p:cNvPr>
          <p:cNvSpPr>
            <a:spLocks xmlns:a="http://schemas.openxmlformats.org/drawingml/2006/main" noGrp="1"/>
          </p:cNvSpPr>
          <p:nvPr/>
        </p:nvSpPr>
        <p:spPr>
          <a:xfrm xmlns:a="http://schemas.openxmlformats.org/drawingml/2006/main" rot="0">
            <a:off x="609600" y="4400550"/>
            <a:ext cx="16002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2951624B-B645-41E6-8C1D-306D4B8CF75B}"/>
              </a:ext>
            </a:extLst>
          </p:cNvPr>
          <p:cNvSpPr>
            <a:spLocks xmlns:a="http://schemas.openxmlformats.org/drawingml/2006/main" noGrp="1"/>
          </p:cNvSpPr>
          <p:nvPr/>
        </p:nvSpPr>
        <p:spPr>
          <a:xfrm xmlns:a="http://schemas.openxmlformats.org/drawingml/2006/main">
            <a:off x="742950" y="4400550"/>
            <a:ext cx="133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350" b="1">
                <a:solidFill>
                  <a:srgbClr val="191919"/>
                </a:solidFill>
                <a:latin typeface="Menlo"/>
                <a:ea typeface="Menlo"/>
                <a:cs typeface="Menlo"/>
              </a:defRPr>
            </a:pPr>
            <a:r>
              <a:rPr sz="1350" b="1">
                <a:solidFill>
                  <a:srgbClr val="191919"/>
                </a:solidFill>
                <a:latin typeface="Menlo"/>
                <a:ea typeface="Menlo"/>
                <a:cs typeface="Menlo"/>
              </a:rPr>
              <a:t>v0.2.1</a:t>
            </a:r>
          </a:p>
        </p:txBody>
      </p:sp>
      <p:sp>
        <p:nvSpPr>
          <p:cNvPr id="33" name="">
            <a:extLst xmlns:a="http://schemas.openxmlformats.org/drawingml/2006/main">
              <a:ext uri="{FF2B5EF4-FFF2-40B4-BE49-F238E27FC236}">
                <a16:creationId xmlns:a16="http://schemas.microsoft.com/office/drawing/2014/main" id="{D52FFFCD-7D1E-46A5-A8D9-66EE8BA9FB57}"/>
              </a:ext>
            </a:extLst>
          </p:cNvPr>
          <p:cNvSpPr>
            <a:spLocks xmlns:a="http://schemas.openxmlformats.org/drawingml/2006/main" noGrp="1"/>
          </p:cNvSpPr>
          <p:nvPr/>
        </p:nvSpPr>
        <p:spPr>
          <a:xfrm xmlns:a="http://schemas.openxmlformats.org/drawingml/2006/main" rot="0">
            <a:off x="2209800" y="44005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B6CBB74E-2382-4F75-9F4E-598236833333}"/>
              </a:ext>
            </a:extLst>
          </p:cNvPr>
          <p:cNvSpPr>
            <a:spLocks xmlns:a="http://schemas.openxmlformats.org/drawingml/2006/main" noGrp="1"/>
          </p:cNvSpPr>
          <p:nvPr/>
        </p:nvSpPr>
        <p:spPr>
          <a:xfrm xmlns:a="http://schemas.openxmlformats.org/drawingml/2006/main">
            <a:off x="2343150" y="44005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지연 증가 없는 표현 축약</a:t>
            </a:r>
          </a:p>
        </p:txBody>
      </p:sp>
      <p:sp>
        <p:nvSpPr>
          <p:cNvPr id="35" name="">
            <a:extLst xmlns:a="http://schemas.openxmlformats.org/drawingml/2006/main">
              <a:ext uri="{FF2B5EF4-FFF2-40B4-BE49-F238E27FC236}">
                <a16:creationId xmlns:a16="http://schemas.microsoft.com/office/drawing/2014/main" id="{63CC317B-2EB7-418D-8F32-F4311EC08487}"/>
              </a:ext>
            </a:extLst>
          </p:cNvPr>
          <p:cNvSpPr>
            <a:spLocks xmlns:a="http://schemas.openxmlformats.org/drawingml/2006/main" noGrp="1"/>
          </p:cNvSpPr>
          <p:nvPr/>
        </p:nvSpPr>
        <p:spPr>
          <a:xfrm xmlns:a="http://schemas.openxmlformats.org/drawingml/2006/main" rot="0">
            <a:off x="5448300" y="44005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D604276-B642-4D30-96CA-4B6114D6DA6B}"/>
              </a:ext>
            </a:extLst>
          </p:cNvPr>
          <p:cNvSpPr>
            <a:spLocks xmlns:a="http://schemas.openxmlformats.org/drawingml/2006/main" noGrp="1"/>
          </p:cNvSpPr>
          <p:nvPr/>
        </p:nvSpPr>
        <p:spPr>
          <a:xfrm xmlns:a="http://schemas.openxmlformats.org/drawingml/2006/main">
            <a:off x="5581650" y="44005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최대 길이 조정</a:t>
            </a:r>
          </a:p>
        </p:txBody>
      </p:sp>
      <p:sp>
        <p:nvSpPr>
          <p:cNvPr id="37" name="">
            <a:extLst xmlns:a="http://schemas.openxmlformats.org/drawingml/2006/main">
              <a:ext uri="{FF2B5EF4-FFF2-40B4-BE49-F238E27FC236}">
                <a16:creationId xmlns:a16="http://schemas.microsoft.com/office/drawing/2014/main" id="{463582AF-3977-4A36-B97A-6A3AE445A949}"/>
              </a:ext>
            </a:extLst>
          </p:cNvPr>
          <p:cNvSpPr>
            <a:spLocks xmlns:a="http://schemas.openxmlformats.org/drawingml/2006/main" noGrp="1"/>
          </p:cNvSpPr>
          <p:nvPr/>
        </p:nvSpPr>
        <p:spPr>
          <a:xfrm xmlns:a="http://schemas.openxmlformats.org/drawingml/2006/main" rot="0">
            <a:off x="8686800" y="4400550"/>
            <a:ext cx="28956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8" name="">
            <a:extLst xmlns:a="http://schemas.openxmlformats.org/drawingml/2006/main">
              <a:ext uri="{FF2B5EF4-FFF2-40B4-BE49-F238E27FC236}">
                <a16:creationId xmlns:a16="http://schemas.microsoft.com/office/drawing/2014/main" id="{8970C1FB-2297-428D-9611-B28ADEC96E1A}"/>
              </a:ext>
            </a:extLst>
          </p:cNvPr>
          <p:cNvSpPr>
            <a:spLocks xmlns:a="http://schemas.openxmlformats.org/drawingml/2006/main" noGrp="1"/>
          </p:cNvSpPr>
          <p:nvPr/>
        </p:nvSpPr>
        <p:spPr>
          <a:xfrm xmlns:a="http://schemas.openxmlformats.org/drawingml/2006/main">
            <a:off x="8820150" y="4400550"/>
            <a:ext cx="26289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보류</a:t>
            </a:r>
          </a:p>
        </p:txBody>
      </p:sp>
      <p:sp>
        <p:nvSpPr>
          <p:cNvPr id="39" name="">
            <a:extLst xmlns:a="http://schemas.openxmlformats.org/drawingml/2006/main">
              <a:ext uri="{FF2B5EF4-FFF2-40B4-BE49-F238E27FC236}">
                <a16:creationId xmlns:a16="http://schemas.microsoft.com/office/drawing/2014/main" id="{3EA35D99-286E-4890-AEF7-D29BE70E5E7C}"/>
              </a:ext>
            </a:extLst>
          </p:cNvPr>
          <p:cNvSpPr>
            <a:spLocks xmlns:a="http://schemas.openxmlformats.org/drawingml/2006/main" noGrp="1"/>
          </p:cNvSpPr>
          <p:nvPr/>
        </p:nvSpPr>
        <p:spPr>
          <a:xfrm xmlns:a="http://schemas.openxmlformats.org/drawingml/2006/main">
            <a:off x="609600" y="56197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버전 번호보다 중요한 연결: 가설 → 변경 → 실행 추적 → 의사결정</a:t>
            </a:r>
          </a:p>
        </p:txBody>
      </p:sp>
    </p:spTree>
    <p:extLst>
      <p:ext uri="{BB962C8B-B14F-4D97-AF65-F5344CB8AC3E}">
        <p14:creationId xmlns:p14="http://schemas.microsoft.com/office/powerpoint/2010/main" val="1768738304"/>
      </p:ext>
    </p:extLst>
  </p:cSld>
</p:sld>
</file>

<file path=ppt/slides/slide6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3211D14-3C7F-4BA6-81E8-698B984DEB4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7BF8B9B1-44DD-4A0D-9DDE-5EA94BB5A84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65</a:t>
            </a:r>
          </a:p>
        </p:txBody>
      </p:sp>
      <p:sp>
        <p:nvSpPr>
          <p:cNvPr id="3" name="">
            <a:extLst xmlns:a="http://schemas.openxmlformats.org/drawingml/2006/main">
              <a:ext uri="{FF2B5EF4-FFF2-40B4-BE49-F238E27FC236}">
                <a16:creationId xmlns:a16="http://schemas.microsoft.com/office/drawing/2014/main" id="{3E641F9C-3B50-407E-9A29-9B30A51F9E5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9C177011-E387-4740-BF84-2494A4EF386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BA53C9CA-4B35-4F9A-8ACB-F1C24718E38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CDE82215-F345-40C9-B6F2-8A9F5978FCB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서비스 개선 단계와 학기 일정</a:t>
            </a:r>
          </a:p>
        </p:txBody>
      </p:sp>
      <p:sp>
        <p:nvSpPr>
          <p:cNvPr id="7" name="">
            <a:extLst xmlns:a="http://schemas.openxmlformats.org/drawingml/2006/main">
              <a:ext uri="{FF2B5EF4-FFF2-40B4-BE49-F238E27FC236}">
                <a16:creationId xmlns:a16="http://schemas.microsoft.com/office/drawing/2014/main" id="{C7BF2B92-2969-4D10-8151-A9B106154F10}"/>
              </a:ext>
            </a:extLst>
          </p:cNvPr>
          <p:cNvSpPr>
            <a:spLocks xmlns:a="http://schemas.openxmlformats.org/drawingml/2006/main" noGrp="1"/>
          </p:cNvSpPr>
          <p:nvPr/>
        </p:nvSpPr>
        <p:spPr>
          <a:xfrm xmlns:a="http://schemas.openxmlformats.org/drawingml/2006/main">
            <a:off x="609600" y="17907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서비스 개선 단계</a:t>
            </a:r>
          </a:p>
        </p:txBody>
      </p:sp>
      <p:sp>
        <p:nvSpPr>
          <p:cNvPr id="8" name="">
            <a:extLst xmlns:a="http://schemas.openxmlformats.org/drawingml/2006/main">
              <a:ext uri="{FF2B5EF4-FFF2-40B4-BE49-F238E27FC236}">
                <a16:creationId xmlns:a16="http://schemas.microsoft.com/office/drawing/2014/main" id="{014C839E-F042-4246-85D1-1DDC80787AA6}"/>
              </a:ext>
            </a:extLst>
          </p:cNvPr>
          <p:cNvSpPr>
            <a:spLocks xmlns:a="http://schemas.openxmlformats.org/drawingml/2006/main" noGrp="1"/>
          </p:cNvSpPr>
          <p:nvPr/>
        </p:nvSpPr>
        <p:spPr>
          <a:xfrm xmlns:a="http://schemas.openxmlformats.org/drawingml/2006/main" flipH="0" flipV="0">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FFFFFF"/>
            </a:solidFill>
            <a:prstDash val="solid"/>
          </a:ln>
        </p:spPr>
      </p:sp>
      <p:sp>
        <p:nvSpPr>
          <p:cNvPr id="9" name="">
            <a:extLst xmlns:a="http://schemas.openxmlformats.org/drawingml/2006/main">
              <a:ext uri="{FF2B5EF4-FFF2-40B4-BE49-F238E27FC236}">
                <a16:creationId xmlns:a16="http://schemas.microsoft.com/office/drawing/2014/main" id="{D03B1789-C4F7-47C3-93EA-D4174EB20FF6}"/>
              </a:ext>
            </a:extLst>
          </p:cNvPr>
          <p:cNvSpPr>
            <a:spLocks xmlns:a="http://schemas.openxmlformats.org/drawingml/2006/main" noGrp="1"/>
          </p:cNvSpPr>
          <p:nvPr/>
        </p:nvSpPr>
        <p:spPr>
          <a:xfrm xmlns:a="http://schemas.openxmlformats.org/drawingml/2006/main">
            <a:off x="60960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01</a:t>
            </a:r>
          </a:p>
        </p:txBody>
      </p:sp>
      <p:sp>
        <p:nvSpPr>
          <p:cNvPr id="10" name="">
            <a:extLst xmlns:a="http://schemas.openxmlformats.org/drawingml/2006/main">
              <a:ext uri="{FF2B5EF4-FFF2-40B4-BE49-F238E27FC236}">
                <a16:creationId xmlns:a16="http://schemas.microsoft.com/office/drawing/2014/main" id="{88DA4692-7ECA-45A1-8EE0-0F5EAABC28B5}"/>
              </a:ext>
            </a:extLst>
          </p:cNvPr>
          <p:cNvSpPr>
            <a:spLocks xmlns:a="http://schemas.openxmlformats.org/drawingml/2006/main" noGrp="1"/>
          </p:cNvSpPr>
          <p:nvPr/>
        </p:nvSpPr>
        <p:spPr>
          <a:xfrm xmlns:a="http://schemas.openxmlformats.org/drawingml/2006/main">
            <a:off x="60960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기획·데이터</a:t>
            </a:r>
          </a:p>
        </p:txBody>
      </p:sp>
      <p:sp>
        <p:nvSpPr>
          <p:cNvPr id="11" name="">
            <a:extLst xmlns:a="http://schemas.openxmlformats.org/drawingml/2006/main">
              <a:ext uri="{FF2B5EF4-FFF2-40B4-BE49-F238E27FC236}">
                <a16:creationId xmlns:a16="http://schemas.microsoft.com/office/drawing/2014/main" id="{8CA7308A-01FE-4D64-82A7-FE7190BC1C61}"/>
              </a:ext>
            </a:extLst>
          </p:cNvPr>
          <p:cNvSpPr>
            <a:spLocks xmlns:a="http://schemas.openxmlformats.org/drawingml/2006/main" noGrp="1"/>
          </p:cNvSpPr>
          <p:nvPr/>
        </p:nvSpPr>
        <p:spPr>
          <a:xfrm xmlns:a="http://schemas.openxmlformats.org/drawingml/2006/main">
            <a:off x="280416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A7A6FE99-4A3C-4933-B21F-D8EF18359A37}"/>
              </a:ext>
            </a:extLst>
          </p:cNvPr>
          <p:cNvSpPr>
            <a:spLocks xmlns:a="http://schemas.openxmlformats.org/drawingml/2006/main" noGrp="1"/>
          </p:cNvSpPr>
          <p:nvPr/>
        </p:nvSpPr>
        <p:spPr>
          <a:xfrm xmlns:a="http://schemas.openxmlformats.org/drawingml/2006/main">
            <a:off x="280416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프롬프트·맥락</a:t>
            </a:r>
          </a:p>
        </p:txBody>
      </p:sp>
      <p:sp>
        <p:nvSpPr>
          <p:cNvPr id="13" name="">
            <a:extLst xmlns:a="http://schemas.openxmlformats.org/drawingml/2006/main">
              <a:ext uri="{FF2B5EF4-FFF2-40B4-BE49-F238E27FC236}">
                <a16:creationId xmlns:a16="http://schemas.microsoft.com/office/drawing/2014/main" id="{9B44A17D-70AD-4B35-842B-B9DA112827AC}"/>
              </a:ext>
            </a:extLst>
          </p:cNvPr>
          <p:cNvSpPr>
            <a:spLocks xmlns:a="http://schemas.openxmlformats.org/drawingml/2006/main" noGrp="1"/>
          </p:cNvSpPr>
          <p:nvPr/>
        </p:nvSpPr>
        <p:spPr>
          <a:xfrm xmlns:a="http://schemas.openxmlformats.org/drawingml/2006/main">
            <a:off x="499872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03</a:t>
            </a:r>
          </a:p>
        </p:txBody>
      </p:sp>
      <p:sp>
        <p:nvSpPr>
          <p:cNvPr id="14" name="">
            <a:extLst xmlns:a="http://schemas.openxmlformats.org/drawingml/2006/main">
              <a:ext uri="{FF2B5EF4-FFF2-40B4-BE49-F238E27FC236}">
                <a16:creationId xmlns:a16="http://schemas.microsoft.com/office/drawing/2014/main" id="{8D286363-877F-47C9-9D63-0D45CB39587A}"/>
              </a:ext>
            </a:extLst>
          </p:cNvPr>
          <p:cNvSpPr>
            <a:spLocks xmlns:a="http://schemas.openxmlformats.org/drawingml/2006/main" noGrp="1"/>
          </p:cNvSpPr>
          <p:nvPr/>
        </p:nvSpPr>
        <p:spPr>
          <a:xfrm xmlns:a="http://schemas.openxmlformats.org/drawingml/2006/main">
            <a:off x="499872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실행·배포</a:t>
            </a:r>
          </a:p>
        </p:txBody>
      </p:sp>
      <p:sp>
        <p:nvSpPr>
          <p:cNvPr id="15" name="">
            <a:extLst xmlns:a="http://schemas.openxmlformats.org/drawingml/2006/main">
              <a:ext uri="{FF2B5EF4-FFF2-40B4-BE49-F238E27FC236}">
                <a16:creationId xmlns:a16="http://schemas.microsoft.com/office/drawing/2014/main" id="{41E51F42-BADF-46AE-8E05-A0BB965391DA}"/>
              </a:ext>
            </a:extLst>
          </p:cNvPr>
          <p:cNvSpPr>
            <a:spLocks xmlns:a="http://schemas.openxmlformats.org/drawingml/2006/main" noGrp="1"/>
          </p:cNvSpPr>
          <p:nvPr/>
        </p:nvSpPr>
        <p:spPr>
          <a:xfrm xmlns:a="http://schemas.openxmlformats.org/drawingml/2006/main">
            <a:off x="719328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04</a:t>
            </a:r>
          </a:p>
        </p:txBody>
      </p:sp>
      <p:sp>
        <p:nvSpPr>
          <p:cNvPr id="16" name="">
            <a:extLst xmlns:a="http://schemas.openxmlformats.org/drawingml/2006/main">
              <a:ext uri="{FF2B5EF4-FFF2-40B4-BE49-F238E27FC236}">
                <a16:creationId xmlns:a16="http://schemas.microsoft.com/office/drawing/2014/main" id="{5E8C8ABD-4FD1-4DA4-B807-34D27E598627}"/>
              </a:ext>
            </a:extLst>
          </p:cNvPr>
          <p:cNvSpPr>
            <a:spLocks xmlns:a="http://schemas.openxmlformats.org/drawingml/2006/main" noGrp="1"/>
          </p:cNvSpPr>
          <p:nvPr/>
        </p:nvSpPr>
        <p:spPr>
          <a:xfrm xmlns:a="http://schemas.openxmlformats.org/drawingml/2006/main">
            <a:off x="719328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평가·관찰</a:t>
            </a:r>
          </a:p>
        </p:txBody>
      </p:sp>
      <p:sp>
        <p:nvSpPr>
          <p:cNvPr id="17" name="">
            <a:extLst xmlns:a="http://schemas.openxmlformats.org/drawingml/2006/main">
              <a:ext uri="{FF2B5EF4-FFF2-40B4-BE49-F238E27FC236}">
                <a16:creationId xmlns:a16="http://schemas.microsoft.com/office/drawing/2014/main" id="{EEC33ACA-E3A1-4009-8969-64D65D209273}"/>
              </a:ext>
            </a:extLst>
          </p:cNvPr>
          <p:cNvSpPr>
            <a:spLocks xmlns:a="http://schemas.openxmlformats.org/drawingml/2006/main" noGrp="1"/>
          </p:cNvSpPr>
          <p:nvPr/>
        </p:nvSpPr>
        <p:spPr>
          <a:xfrm xmlns:a="http://schemas.openxmlformats.org/drawingml/2006/main">
            <a:off x="938784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05</a:t>
            </a:r>
          </a:p>
        </p:txBody>
      </p:sp>
      <p:sp>
        <p:nvSpPr>
          <p:cNvPr id="18" name="">
            <a:extLst xmlns:a="http://schemas.openxmlformats.org/drawingml/2006/main">
              <a:ext uri="{FF2B5EF4-FFF2-40B4-BE49-F238E27FC236}">
                <a16:creationId xmlns:a16="http://schemas.microsoft.com/office/drawing/2014/main" id="{53E845AB-B483-4BDE-9A90-F3430ABC1A9B}"/>
              </a:ext>
            </a:extLst>
          </p:cNvPr>
          <p:cNvSpPr>
            <a:spLocks xmlns:a="http://schemas.openxmlformats.org/drawingml/2006/main" noGrp="1"/>
          </p:cNvSpPr>
          <p:nvPr/>
        </p:nvSpPr>
        <p:spPr>
          <a:xfrm xmlns:a="http://schemas.openxmlformats.org/drawingml/2006/main">
            <a:off x="938784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개선·버전</a:t>
            </a:r>
          </a:p>
        </p:txBody>
      </p:sp>
      <p:sp>
        <p:nvSpPr>
          <p:cNvPr id="19" name="">
            <a:extLst xmlns:a="http://schemas.openxmlformats.org/drawingml/2006/main">
              <a:ext uri="{FF2B5EF4-FFF2-40B4-BE49-F238E27FC236}">
                <a16:creationId xmlns:a16="http://schemas.microsoft.com/office/drawing/2014/main" id="{DF198937-922E-4744-BC8F-606BB5FA2AA0}"/>
              </a:ext>
            </a:extLst>
          </p:cNvPr>
          <p:cNvSpPr>
            <a:spLocks xmlns:a="http://schemas.openxmlformats.org/drawingml/2006/main" noGrp="1"/>
          </p:cNvSpPr>
          <p:nvPr/>
        </p:nvSpPr>
        <p:spPr>
          <a:xfrm xmlns:a="http://schemas.openxmlformats.org/drawingml/2006/main">
            <a:off x="609600" y="38290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학기 마일스톤</a:t>
            </a:r>
          </a:p>
        </p:txBody>
      </p:sp>
      <p:sp>
        <p:nvSpPr>
          <p:cNvPr id="20" name="">
            <a:extLst xmlns:a="http://schemas.openxmlformats.org/drawingml/2006/main">
              <a:ext uri="{FF2B5EF4-FFF2-40B4-BE49-F238E27FC236}">
                <a16:creationId xmlns:a16="http://schemas.microsoft.com/office/drawing/2014/main" id="{98EA5C9A-42D7-49A5-8397-DCCE890EC0F3}"/>
              </a:ext>
            </a:extLst>
          </p:cNvPr>
          <p:cNvSpPr>
            <a:spLocks xmlns:a="http://schemas.openxmlformats.org/drawingml/2006/main" noGrp="1"/>
          </p:cNvSpPr>
          <p:nvPr/>
        </p:nvSpPr>
        <p:spPr>
          <a:xfrm xmlns:a="http://schemas.openxmlformats.org/drawingml/2006/main" flipH="0" flipV="0">
            <a:off x="609600" y="4229100"/>
            <a:ext cx="10972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1" name="">
            <a:extLst xmlns:a="http://schemas.openxmlformats.org/drawingml/2006/main">
              <a:ext uri="{FF2B5EF4-FFF2-40B4-BE49-F238E27FC236}">
                <a16:creationId xmlns:a16="http://schemas.microsoft.com/office/drawing/2014/main" id="{65663EE7-5367-4182-8652-3B1BC5DB73A2}"/>
              </a:ext>
            </a:extLst>
          </p:cNvPr>
          <p:cNvSpPr>
            <a:spLocks xmlns:a="http://schemas.openxmlformats.org/drawingml/2006/main" noGrp="1"/>
          </p:cNvSpPr>
          <p:nvPr/>
        </p:nvSpPr>
        <p:spPr>
          <a:xfrm xmlns:a="http://schemas.openxmlformats.org/drawingml/2006/main">
            <a:off x="6096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W01–07</a:t>
            </a:r>
          </a:p>
        </p:txBody>
      </p:sp>
      <p:sp>
        <p:nvSpPr>
          <p:cNvPr id="22" name="">
            <a:extLst xmlns:a="http://schemas.openxmlformats.org/drawingml/2006/main">
              <a:ext uri="{FF2B5EF4-FFF2-40B4-BE49-F238E27FC236}">
                <a16:creationId xmlns:a16="http://schemas.microsoft.com/office/drawing/2014/main" id="{C58521C3-C6EA-4BE9-A050-798DEBD00FB2}"/>
              </a:ext>
            </a:extLst>
          </p:cNvPr>
          <p:cNvSpPr>
            <a:spLocks xmlns:a="http://schemas.openxmlformats.org/drawingml/2006/main" noGrp="1"/>
          </p:cNvSpPr>
          <p:nvPr/>
        </p:nvSpPr>
        <p:spPr>
          <a:xfrm xmlns:a="http://schemas.openxmlformats.org/drawingml/2006/main">
            <a:off x="6096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온라인 운영</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W04·06 녹화</a:t>
            </a:r>
          </a:p>
        </p:txBody>
      </p:sp>
      <p:sp>
        <p:nvSpPr>
          <p:cNvPr id="23" name="">
            <a:extLst xmlns:a="http://schemas.openxmlformats.org/drawingml/2006/main">
              <a:ext uri="{FF2B5EF4-FFF2-40B4-BE49-F238E27FC236}">
                <a16:creationId xmlns:a16="http://schemas.microsoft.com/office/drawing/2014/main" id="{EC84CA0F-589A-4E1A-858F-928F84722012}"/>
              </a:ext>
            </a:extLst>
          </p:cNvPr>
          <p:cNvSpPr>
            <a:spLocks xmlns:a="http://schemas.openxmlformats.org/drawingml/2006/main" noGrp="1"/>
          </p:cNvSpPr>
          <p:nvPr/>
        </p:nvSpPr>
        <p:spPr>
          <a:xfrm xmlns:a="http://schemas.openxmlformats.org/drawingml/2006/main">
            <a:off x="33528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W08</a:t>
            </a:r>
          </a:p>
        </p:txBody>
      </p:sp>
      <p:sp>
        <p:nvSpPr>
          <p:cNvPr id="24" name="">
            <a:extLst xmlns:a="http://schemas.openxmlformats.org/drawingml/2006/main">
              <a:ext uri="{FF2B5EF4-FFF2-40B4-BE49-F238E27FC236}">
                <a16:creationId xmlns:a16="http://schemas.microsoft.com/office/drawing/2014/main" id="{2FD42910-04EA-451C-A1DF-11FFD8B5D8E7}"/>
              </a:ext>
            </a:extLst>
          </p:cNvPr>
          <p:cNvSpPr>
            <a:spLocks xmlns:a="http://schemas.openxmlformats.org/drawingml/2006/main" noGrp="1"/>
          </p:cNvSpPr>
          <p:nvPr/>
        </p:nvSpPr>
        <p:spPr>
          <a:xfrm xmlns:a="http://schemas.openxmlformats.org/drawingml/2006/main">
            <a:off x="33528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온라인 제출</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제출본 평가</a:t>
            </a:r>
          </a:p>
        </p:txBody>
      </p:sp>
      <p:sp>
        <p:nvSpPr>
          <p:cNvPr id="25" name="">
            <a:extLst xmlns:a="http://schemas.openxmlformats.org/drawingml/2006/main">
              <a:ext uri="{FF2B5EF4-FFF2-40B4-BE49-F238E27FC236}">
                <a16:creationId xmlns:a16="http://schemas.microsoft.com/office/drawing/2014/main" id="{B30BC13D-06B9-4DCB-BB90-ECC18C3F446D}"/>
              </a:ext>
            </a:extLst>
          </p:cNvPr>
          <p:cNvSpPr>
            <a:spLocks xmlns:a="http://schemas.openxmlformats.org/drawingml/2006/main" noGrp="1"/>
          </p:cNvSpPr>
          <p:nvPr/>
        </p:nvSpPr>
        <p:spPr>
          <a:xfrm xmlns:a="http://schemas.openxmlformats.org/drawingml/2006/main">
            <a:off x="60960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W09–15</a:t>
            </a:r>
          </a:p>
        </p:txBody>
      </p:sp>
      <p:sp>
        <p:nvSpPr>
          <p:cNvPr id="26" name="">
            <a:extLst xmlns:a="http://schemas.openxmlformats.org/drawingml/2006/main">
              <a:ext uri="{FF2B5EF4-FFF2-40B4-BE49-F238E27FC236}">
                <a16:creationId xmlns:a16="http://schemas.microsoft.com/office/drawing/2014/main" id="{32922480-1FA2-4D5F-A836-850D5A73704B}"/>
              </a:ext>
            </a:extLst>
          </p:cNvPr>
          <p:cNvSpPr>
            <a:spLocks xmlns:a="http://schemas.openxmlformats.org/drawingml/2006/main" noGrp="1"/>
          </p:cNvSpPr>
          <p:nvPr/>
        </p:nvSpPr>
        <p:spPr>
          <a:xfrm xmlns:a="http://schemas.openxmlformats.org/drawingml/2006/main">
            <a:off x="60960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실시간 온라인</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구현·운영 검증</a:t>
            </a:r>
          </a:p>
        </p:txBody>
      </p:sp>
      <p:sp>
        <p:nvSpPr>
          <p:cNvPr id="27" name="">
            <a:extLst xmlns:a="http://schemas.openxmlformats.org/drawingml/2006/main">
              <a:ext uri="{FF2B5EF4-FFF2-40B4-BE49-F238E27FC236}">
                <a16:creationId xmlns:a16="http://schemas.microsoft.com/office/drawing/2014/main" id="{288640B2-3BB0-4A8F-A6CB-9BFDC1969D12}"/>
              </a:ext>
            </a:extLst>
          </p:cNvPr>
          <p:cNvSpPr>
            <a:spLocks xmlns:a="http://schemas.openxmlformats.org/drawingml/2006/main" noGrp="1"/>
          </p:cNvSpPr>
          <p:nvPr/>
        </p:nvSpPr>
        <p:spPr>
          <a:xfrm xmlns:a="http://schemas.openxmlformats.org/drawingml/2006/main">
            <a:off x="88392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W16</a:t>
            </a:r>
          </a:p>
        </p:txBody>
      </p:sp>
      <p:sp>
        <p:nvSpPr>
          <p:cNvPr id="28" name="">
            <a:extLst xmlns:a="http://schemas.openxmlformats.org/drawingml/2006/main">
              <a:ext uri="{FF2B5EF4-FFF2-40B4-BE49-F238E27FC236}">
                <a16:creationId xmlns:a16="http://schemas.microsoft.com/office/drawing/2014/main" id="{65F5CAEA-1B0B-4791-80AE-4A2A2BA8B631}"/>
              </a:ext>
            </a:extLst>
          </p:cNvPr>
          <p:cNvSpPr>
            <a:spLocks xmlns:a="http://schemas.openxmlformats.org/drawingml/2006/main" noGrp="1"/>
          </p:cNvSpPr>
          <p:nvPr/>
        </p:nvSpPr>
        <p:spPr>
          <a:xfrm xmlns:a="http://schemas.openxmlformats.org/drawingml/2006/main">
            <a:off x="88392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실시간 온라인</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프로젝트 발표</a:t>
            </a:r>
          </a:p>
        </p:txBody>
      </p:sp>
      <p:sp>
        <p:nvSpPr>
          <p:cNvPr id="29" name="">
            <a:extLst xmlns:a="http://schemas.openxmlformats.org/drawingml/2006/main">
              <a:ext uri="{FF2B5EF4-FFF2-40B4-BE49-F238E27FC236}">
                <a16:creationId xmlns:a16="http://schemas.microsoft.com/office/drawing/2014/main" id="{3751174C-9916-426D-884A-3B5DCDA38A8C}"/>
              </a:ext>
            </a:extLst>
          </p:cNvPr>
          <p:cNvSpPr>
            <a:spLocks xmlns:a="http://schemas.openxmlformats.org/drawingml/2006/main" noGrp="1"/>
          </p:cNvSpPr>
          <p:nvPr/>
        </p:nvSpPr>
        <p:spPr>
          <a:xfrm xmlns:a="http://schemas.openxmlformats.org/drawingml/2006/main">
            <a:off x="609600" y="5734050"/>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W08 온라인 제출본 평가 · W16 실시간 온라인 프로젝트 발표</a:t>
            </a:r>
          </a:p>
        </p:txBody>
      </p:sp>
    </p:spTree>
    <p:extLst>
      <p:ext uri="{BB962C8B-B14F-4D97-AF65-F5344CB8AC3E}">
        <p14:creationId xmlns:p14="http://schemas.microsoft.com/office/powerpoint/2010/main" val="730546709"/>
      </p:ext>
    </p:extLst>
  </p:cSld>
</p:sld>
</file>

<file path=ppt/slides/slide66.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9CF8C2-7880-4856-8A01-D64E6A94FAE1}"/>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04</a:t>
            </a:r>
          </a:p>
        </p:txBody>
      </p:sp>
      <p:sp>
        <p:nvSpPr>
          <p:cNvPr id="2" name="">
            <a:extLst xmlns:a="http://schemas.openxmlformats.org/drawingml/2006/main">
              <a:ext uri="{FF2B5EF4-FFF2-40B4-BE49-F238E27FC236}">
                <a16:creationId xmlns:a16="http://schemas.microsoft.com/office/drawing/2014/main" id="{5E31A224-8808-4F8F-BEE1-1A5CCA24AD42}"/>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TRACE / 01 LAB</a:t>
            </a:r>
          </a:p>
        </p:txBody>
      </p:sp>
      <p:sp>
        <p:nvSpPr>
          <p:cNvPr id="3" name="">
            <a:extLst xmlns:a="http://schemas.openxmlformats.org/drawingml/2006/main">
              <a:ext uri="{FF2B5EF4-FFF2-40B4-BE49-F238E27FC236}">
                <a16:creationId xmlns:a16="http://schemas.microsoft.com/office/drawing/2014/main" id="{74B87B22-017C-4E58-BDEF-E99774EFD1BD}"/>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961BA8B5-86F2-42F2-9274-65544DC9F79C}"/>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첫 LLM 서비스 실행과 기록</a:t>
            </a:r>
          </a:p>
        </p:txBody>
      </p:sp>
      <p:sp>
        <p:nvSpPr>
          <p:cNvPr id="5" name="">
            <a:extLst xmlns:a="http://schemas.openxmlformats.org/drawingml/2006/main">
              <a:ext uri="{FF2B5EF4-FFF2-40B4-BE49-F238E27FC236}">
                <a16:creationId xmlns:a16="http://schemas.microsoft.com/office/drawing/2014/main" id="{DD940DB9-6352-4471-BE5B-9C920AEDAAB4}"/>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Python 3.11.14 · FastAPI · 결정론적 데모 · Ollama · 실행 추적 · 비교</a:t>
            </a:r>
          </a:p>
        </p:txBody>
      </p:sp>
      <p:sp>
        <p:nvSpPr>
          <p:cNvPr id="6" name="">
            <a:extLst xmlns:a="http://schemas.openxmlformats.org/drawingml/2006/main">
              <a:ext uri="{FF2B5EF4-FFF2-40B4-BE49-F238E27FC236}">
                <a16:creationId xmlns:a16="http://schemas.microsoft.com/office/drawing/2014/main" id="{FA1A852C-EFA6-47DC-AC1F-9E5C07E11A2B}"/>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66</a:t>
            </a:r>
          </a:p>
        </p:txBody>
      </p:sp>
    </p:spTree>
    <p:extLst>
      <p:ext uri="{BB962C8B-B14F-4D97-AF65-F5344CB8AC3E}">
        <p14:creationId xmlns:p14="http://schemas.microsoft.com/office/powerpoint/2010/main" val="304118945"/>
      </p:ext>
    </p:extLst>
  </p:cSld>
</p:sld>
</file>

<file path=ppt/slides/slide6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26560F9D-8A40-4D65-A739-514F80681D6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ACA3BB23-9709-40CB-ABC9-FBC10AC9291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67</a:t>
            </a:r>
          </a:p>
        </p:txBody>
      </p:sp>
      <p:sp>
        <p:nvSpPr>
          <p:cNvPr id="3" name="">
            <a:extLst xmlns:a="http://schemas.openxmlformats.org/drawingml/2006/main">
              <a:ext uri="{FF2B5EF4-FFF2-40B4-BE49-F238E27FC236}">
                <a16:creationId xmlns:a16="http://schemas.microsoft.com/office/drawing/2014/main" id="{577909D3-5E69-4206-B541-742DEE2459B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AB819EFF-1E4E-44C1-A200-E90D35A2D29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C0B3D1D-0908-4280-82F8-6943A64A0B5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15C3EA94-E42C-4274-B247-D48D951EC30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TRACE/01 시스템 구성과 데이터 흐름</a:t>
            </a:r>
          </a:p>
        </p:txBody>
      </p:sp>
      <p:sp>
        <p:nvSpPr>
          <p:cNvPr id="7" name="">
            <a:extLst xmlns:a="http://schemas.openxmlformats.org/drawingml/2006/main">
              <a:ext uri="{FF2B5EF4-FFF2-40B4-BE49-F238E27FC236}">
                <a16:creationId xmlns:a16="http://schemas.microsoft.com/office/drawing/2014/main" id="{5EC32553-739E-43A1-94B6-9EDC2D01E3C6}"/>
              </a:ext>
            </a:extLst>
          </p:cNvPr>
          <p:cNvSpPr>
            <a:spLocks xmlns:a="http://schemas.openxmlformats.org/drawingml/2006/main" noGrp="1"/>
          </p:cNvSpPr>
          <p:nvPr/>
        </p:nvSpPr>
        <p:spPr>
          <a:xfrm xmlns:a="http://schemas.openxmlformats.org/drawingml/2006/main" rot="0">
            <a:off x="609600" y="2533650"/>
            <a:ext cx="1905000"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659751A3-109D-4543-9796-080F9635B49F}"/>
              </a:ext>
            </a:extLst>
          </p:cNvPr>
          <p:cNvSpPr>
            <a:spLocks xmlns:a="http://schemas.openxmlformats.org/drawingml/2006/main" noGrp="1"/>
          </p:cNvSpPr>
          <p:nvPr/>
        </p:nvSpPr>
        <p:spPr>
          <a:xfrm xmlns:a="http://schemas.openxmlformats.org/drawingml/2006/main">
            <a:off x="78105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01</a:t>
            </a:r>
          </a:p>
        </p:txBody>
      </p:sp>
      <p:sp>
        <p:nvSpPr>
          <p:cNvPr id="9" name="">
            <a:extLst xmlns:a="http://schemas.openxmlformats.org/drawingml/2006/main">
              <a:ext uri="{FF2B5EF4-FFF2-40B4-BE49-F238E27FC236}">
                <a16:creationId xmlns:a16="http://schemas.microsoft.com/office/drawing/2014/main" id="{A166DDF8-5341-45F8-9991-4332AAEEF1F2}"/>
              </a:ext>
            </a:extLst>
          </p:cNvPr>
          <p:cNvSpPr>
            <a:spLocks xmlns:a="http://schemas.openxmlformats.org/drawingml/2006/main" noGrp="1"/>
          </p:cNvSpPr>
          <p:nvPr/>
        </p:nvSpPr>
        <p:spPr>
          <a:xfrm xmlns:a="http://schemas.openxmlformats.org/drawingml/2006/main">
            <a:off x="781050" y="3143250"/>
            <a:ext cx="156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사용자 화면</a:t>
            </a:r>
          </a:p>
        </p:txBody>
      </p:sp>
      <p:sp>
        <p:nvSpPr>
          <p:cNvPr id="10" name="">
            <a:extLst xmlns:a="http://schemas.openxmlformats.org/drawingml/2006/main">
              <a:ext uri="{FF2B5EF4-FFF2-40B4-BE49-F238E27FC236}">
                <a16:creationId xmlns:a16="http://schemas.microsoft.com/office/drawing/2014/main" id="{9B9C2091-0C33-4415-9673-C5DD5D7CB1B4}"/>
              </a:ext>
            </a:extLst>
          </p:cNvPr>
          <p:cNvSpPr>
            <a:spLocks xmlns:a="http://schemas.openxmlformats.org/drawingml/2006/main" noGrp="1"/>
          </p:cNvSpPr>
          <p:nvPr/>
        </p:nvSpPr>
        <p:spPr>
          <a:xfrm xmlns:a="http://schemas.openxmlformats.org/drawingml/2006/main">
            <a:off x="781050" y="360045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입력 · 결과 · 실행 추적</a:t>
            </a:r>
          </a:p>
        </p:txBody>
      </p:sp>
      <p:sp>
        <p:nvSpPr>
          <p:cNvPr id="11" name="">
            <a:extLst xmlns:a="http://schemas.openxmlformats.org/drawingml/2006/main">
              <a:ext uri="{FF2B5EF4-FFF2-40B4-BE49-F238E27FC236}">
                <a16:creationId xmlns:a16="http://schemas.microsoft.com/office/drawing/2014/main" id="{18D66356-60DA-4231-9D0B-5296D75ACF04}"/>
              </a:ext>
            </a:extLst>
          </p:cNvPr>
          <p:cNvSpPr>
            <a:spLocks xmlns:a="http://schemas.openxmlformats.org/drawingml/2006/main" noGrp="1"/>
          </p:cNvSpPr>
          <p:nvPr/>
        </p:nvSpPr>
        <p:spPr>
          <a:xfrm xmlns:a="http://schemas.openxmlformats.org/drawingml/2006/main">
            <a:off x="2514600" y="3105150"/>
            <a:ext cx="647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00" b="1">
                <a:solidFill>
                  <a:srgbClr val="667085"/>
                </a:solidFill>
                <a:latin typeface="Menlo"/>
                <a:ea typeface="Menlo"/>
                <a:cs typeface="Menlo"/>
              </a:defRPr>
            </a:pPr>
            <a:r>
              <a:rPr sz="1800" b="1">
                <a:solidFill>
                  <a:srgbClr val="667085"/>
                </a:solidFill>
                <a:latin typeface="Menlo"/>
                <a:ea typeface="Menlo"/>
                <a:cs typeface="Menlo"/>
              </a:rPr>
              <a:t>→</a:t>
            </a:r>
          </a:p>
        </p:txBody>
      </p:sp>
      <p:sp>
        <p:nvSpPr>
          <p:cNvPr id="12" name="">
            <a:extLst xmlns:a="http://schemas.openxmlformats.org/drawingml/2006/main">
              <a:ext uri="{FF2B5EF4-FFF2-40B4-BE49-F238E27FC236}">
                <a16:creationId xmlns:a16="http://schemas.microsoft.com/office/drawing/2014/main" id="{D8300A63-B256-4304-B454-6DDC5E37E21B}"/>
              </a:ext>
            </a:extLst>
          </p:cNvPr>
          <p:cNvSpPr>
            <a:spLocks xmlns:a="http://schemas.openxmlformats.org/drawingml/2006/main" noGrp="1"/>
          </p:cNvSpPr>
          <p:nvPr/>
        </p:nvSpPr>
        <p:spPr>
          <a:xfrm xmlns:a="http://schemas.openxmlformats.org/drawingml/2006/main" rot="0">
            <a:off x="3162300" y="2533650"/>
            <a:ext cx="2152650" cy="1562100"/>
          </a:xfrm>
          <a:prstGeom xmlns:a="http://schemas.openxmlformats.org/drawingml/2006/main" prst="rect">
            <a:avLst/>
          </a:prstGeom>
          <a:solidFill xmlns:a="http://schemas.openxmlformats.org/drawingml/2006/main">
            <a:srgbClr val="0B1F3A"/>
          </a:solidFill>
          <a:ln xmlns:a="http://schemas.openxmlformats.org/drawingml/2006/main" w="9525">
            <a:solidFill>
              <a:srgbClr val="0B1F3A"/>
            </a:solidFill>
            <a:prstDash val="solid"/>
          </a:ln>
        </p:spPr>
      </p:sp>
      <p:sp>
        <p:nvSpPr>
          <p:cNvPr id="13" name="">
            <a:extLst xmlns:a="http://schemas.openxmlformats.org/drawingml/2006/main">
              <a:ext uri="{FF2B5EF4-FFF2-40B4-BE49-F238E27FC236}">
                <a16:creationId xmlns:a16="http://schemas.microsoft.com/office/drawing/2014/main" id="{E87EF43C-89D0-4FF0-9305-48A13EA3E1BB}"/>
              </a:ext>
            </a:extLst>
          </p:cNvPr>
          <p:cNvSpPr>
            <a:spLocks xmlns:a="http://schemas.openxmlformats.org/drawingml/2006/main" noGrp="1"/>
          </p:cNvSpPr>
          <p:nvPr/>
        </p:nvSpPr>
        <p:spPr>
          <a:xfrm xmlns:a="http://schemas.openxmlformats.org/drawingml/2006/main">
            <a:off x="333375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02</a:t>
            </a:r>
          </a:p>
        </p:txBody>
      </p:sp>
      <p:sp>
        <p:nvSpPr>
          <p:cNvPr id="14" name="">
            <a:extLst xmlns:a="http://schemas.openxmlformats.org/drawingml/2006/main">
              <a:ext uri="{FF2B5EF4-FFF2-40B4-BE49-F238E27FC236}">
                <a16:creationId xmlns:a16="http://schemas.microsoft.com/office/drawing/2014/main" id="{065215E6-084B-4484-AA07-BDA7E9CDE91C}"/>
              </a:ext>
            </a:extLst>
          </p:cNvPr>
          <p:cNvSpPr>
            <a:spLocks xmlns:a="http://schemas.openxmlformats.org/drawingml/2006/main" noGrp="1"/>
          </p:cNvSpPr>
          <p:nvPr/>
        </p:nvSpPr>
        <p:spPr>
          <a:xfrm xmlns:a="http://schemas.openxmlformats.org/drawingml/2006/main">
            <a:off x="3333750" y="31432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FastAPI</a:t>
            </a:r>
          </a:p>
        </p:txBody>
      </p:sp>
      <p:sp>
        <p:nvSpPr>
          <p:cNvPr id="15" name="">
            <a:extLst xmlns:a="http://schemas.openxmlformats.org/drawingml/2006/main">
              <a:ext uri="{FF2B5EF4-FFF2-40B4-BE49-F238E27FC236}">
                <a16:creationId xmlns:a16="http://schemas.microsoft.com/office/drawing/2014/main" id="{E08DE3A5-B955-472D-BF9A-198595AB4838}"/>
              </a:ext>
            </a:extLst>
          </p:cNvPr>
          <p:cNvSpPr>
            <a:spLocks xmlns:a="http://schemas.openxmlformats.org/drawingml/2006/main" noGrp="1"/>
          </p:cNvSpPr>
          <p:nvPr/>
        </p:nvSpPr>
        <p:spPr>
          <a:xfrm xmlns:a="http://schemas.openxmlformats.org/drawingml/2006/main">
            <a:off x="3333750" y="3600450"/>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요청 데이터 구조 · 경로</a:t>
            </a:r>
          </a:p>
        </p:txBody>
      </p:sp>
      <p:sp>
        <p:nvSpPr>
          <p:cNvPr id="16" name="">
            <a:extLst xmlns:a="http://schemas.openxmlformats.org/drawingml/2006/main">
              <a:ext uri="{FF2B5EF4-FFF2-40B4-BE49-F238E27FC236}">
                <a16:creationId xmlns:a16="http://schemas.microsoft.com/office/drawing/2014/main" id="{01841E9C-ED01-497C-9179-BDBC8E662BC4}"/>
              </a:ext>
            </a:extLst>
          </p:cNvPr>
          <p:cNvSpPr>
            <a:spLocks xmlns:a="http://schemas.openxmlformats.org/drawingml/2006/main" noGrp="1"/>
          </p:cNvSpPr>
          <p:nvPr/>
        </p:nvSpPr>
        <p:spPr>
          <a:xfrm xmlns:a="http://schemas.openxmlformats.org/drawingml/2006/main">
            <a:off x="5314950" y="3105150"/>
            <a:ext cx="647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00" b="1">
                <a:solidFill>
                  <a:srgbClr val="667085"/>
                </a:solidFill>
                <a:latin typeface="Menlo"/>
                <a:ea typeface="Menlo"/>
                <a:cs typeface="Menlo"/>
              </a:defRPr>
            </a:pPr>
            <a:r>
              <a:rPr sz="1800" b="1">
                <a:solidFill>
                  <a:srgbClr val="667085"/>
                </a:solidFill>
                <a:latin typeface="Menlo"/>
                <a:ea typeface="Menlo"/>
                <a:cs typeface="Menlo"/>
              </a:rPr>
              <a:t>→</a:t>
            </a:r>
          </a:p>
        </p:txBody>
      </p:sp>
      <p:sp>
        <p:nvSpPr>
          <p:cNvPr id="17" name="">
            <a:extLst xmlns:a="http://schemas.openxmlformats.org/drawingml/2006/main">
              <a:ext uri="{FF2B5EF4-FFF2-40B4-BE49-F238E27FC236}">
                <a16:creationId xmlns:a16="http://schemas.microsoft.com/office/drawing/2014/main" id="{29A77CF1-CB4A-489F-A6D8-D9E7B3D7D525}"/>
              </a:ext>
            </a:extLst>
          </p:cNvPr>
          <p:cNvSpPr>
            <a:spLocks xmlns:a="http://schemas.openxmlformats.org/drawingml/2006/main" noGrp="1"/>
          </p:cNvSpPr>
          <p:nvPr/>
        </p:nvSpPr>
        <p:spPr>
          <a:xfrm xmlns:a="http://schemas.openxmlformats.org/drawingml/2006/main" rot="0">
            <a:off x="5962650" y="2533650"/>
            <a:ext cx="2324100"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AB2525E6-7C08-4C06-B7CB-17E2D8DB35D3}"/>
              </a:ext>
            </a:extLst>
          </p:cNvPr>
          <p:cNvSpPr>
            <a:spLocks xmlns:a="http://schemas.openxmlformats.org/drawingml/2006/main" noGrp="1"/>
          </p:cNvSpPr>
          <p:nvPr/>
        </p:nvSpPr>
        <p:spPr>
          <a:xfrm xmlns:a="http://schemas.openxmlformats.org/drawingml/2006/main">
            <a:off x="613410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03</a:t>
            </a:r>
          </a:p>
        </p:txBody>
      </p:sp>
      <p:sp>
        <p:nvSpPr>
          <p:cNvPr id="19" name="">
            <a:extLst xmlns:a="http://schemas.openxmlformats.org/drawingml/2006/main">
              <a:ext uri="{FF2B5EF4-FFF2-40B4-BE49-F238E27FC236}">
                <a16:creationId xmlns:a16="http://schemas.microsoft.com/office/drawing/2014/main" id="{0987C2C5-602A-4A98-B2FD-9EE6198B0C50}"/>
              </a:ext>
            </a:extLst>
          </p:cNvPr>
          <p:cNvSpPr>
            <a:spLocks xmlns:a="http://schemas.openxmlformats.org/drawingml/2006/main" noGrp="1"/>
          </p:cNvSpPr>
          <p:nvPr/>
        </p:nvSpPr>
        <p:spPr>
          <a:xfrm xmlns:a="http://schemas.openxmlformats.org/drawingml/2006/main">
            <a:off x="6134100" y="3143250"/>
            <a:ext cx="198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모델 제공자</a:t>
            </a:r>
          </a:p>
        </p:txBody>
      </p:sp>
      <p:sp>
        <p:nvSpPr>
          <p:cNvPr id="20" name="">
            <a:extLst xmlns:a="http://schemas.openxmlformats.org/drawingml/2006/main">
              <a:ext uri="{FF2B5EF4-FFF2-40B4-BE49-F238E27FC236}">
                <a16:creationId xmlns:a16="http://schemas.microsoft.com/office/drawing/2014/main" id="{0F04AD0C-B987-4458-8116-A6636F895671}"/>
              </a:ext>
            </a:extLst>
          </p:cNvPr>
          <p:cNvSpPr>
            <a:spLocks xmlns:a="http://schemas.openxmlformats.org/drawingml/2006/main" noGrp="1"/>
          </p:cNvSpPr>
          <p:nvPr/>
        </p:nvSpPr>
        <p:spPr>
          <a:xfrm xmlns:a="http://schemas.openxmlformats.org/drawingml/2006/main">
            <a:off x="6134100" y="360045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데모 모드 · Ollama</a:t>
            </a:r>
          </a:p>
        </p:txBody>
      </p:sp>
      <p:sp>
        <p:nvSpPr>
          <p:cNvPr id="21" name="">
            <a:extLst xmlns:a="http://schemas.openxmlformats.org/drawingml/2006/main">
              <a:ext uri="{FF2B5EF4-FFF2-40B4-BE49-F238E27FC236}">
                <a16:creationId xmlns:a16="http://schemas.microsoft.com/office/drawing/2014/main" id="{6876F56B-A90A-4151-9EA5-F9C483007730}"/>
              </a:ext>
            </a:extLst>
          </p:cNvPr>
          <p:cNvSpPr>
            <a:spLocks xmlns:a="http://schemas.openxmlformats.org/drawingml/2006/main" noGrp="1"/>
          </p:cNvSpPr>
          <p:nvPr/>
        </p:nvSpPr>
        <p:spPr>
          <a:xfrm xmlns:a="http://schemas.openxmlformats.org/drawingml/2006/main">
            <a:off x="8286750" y="3105150"/>
            <a:ext cx="647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00" b="1">
                <a:solidFill>
                  <a:srgbClr val="667085"/>
                </a:solidFill>
                <a:latin typeface="Menlo"/>
                <a:ea typeface="Menlo"/>
                <a:cs typeface="Menlo"/>
              </a:defRPr>
            </a:pPr>
            <a:r>
              <a:rPr sz="1800" b="1">
                <a:solidFill>
                  <a:srgbClr val="667085"/>
                </a:solidFill>
                <a:latin typeface="Menlo"/>
                <a:ea typeface="Menlo"/>
                <a:cs typeface="Menlo"/>
              </a:rPr>
              <a:t>→</a:t>
            </a:r>
          </a:p>
        </p:txBody>
      </p:sp>
      <p:sp>
        <p:nvSpPr>
          <p:cNvPr id="22" name="">
            <a:extLst xmlns:a="http://schemas.openxmlformats.org/drawingml/2006/main">
              <a:ext uri="{FF2B5EF4-FFF2-40B4-BE49-F238E27FC236}">
                <a16:creationId xmlns:a16="http://schemas.microsoft.com/office/drawing/2014/main" id="{63BDC3F0-E4AF-4A40-A047-0DE60016A0C2}"/>
              </a:ext>
            </a:extLst>
          </p:cNvPr>
          <p:cNvSpPr>
            <a:spLocks xmlns:a="http://schemas.openxmlformats.org/drawingml/2006/main" noGrp="1"/>
          </p:cNvSpPr>
          <p:nvPr/>
        </p:nvSpPr>
        <p:spPr>
          <a:xfrm xmlns:a="http://schemas.openxmlformats.org/drawingml/2006/main" rot="0">
            <a:off x="8934450" y="2533650"/>
            <a:ext cx="2647950" cy="1562100"/>
          </a:xfrm>
          <a:prstGeom xmlns:a="http://schemas.openxmlformats.org/drawingml/2006/main" prst="rect">
            <a:avLst/>
          </a:prstGeom>
          <a:solidFill xmlns:a="http://schemas.openxmlformats.org/drawingml/2006/main">
            <a:srgbClr val="0B1F3A"/>
          </a:solidFill>
          <a:ln xmlns:a="http://schemas.openxmlformats.org/drawingml/2006/main" w="9525">
            <a:solidFill>
              <a:srgbClr val="0B1F3A"/>
            </a:solidFill>
            <a:prstDash val="solid"/>
          </a:ln>
        </p:spPr>
      </p:sp>
      <p:sp>
        <p:nvSpPr>
          <p:cNvPr id="23" name="">
            <a:extLst xmlns:a="http://schemas.openxmlformats.org/drawingml/2006/main">
              <a:ext uri="{FF2B5EF4-FFF2-40B4-BE49-F238E27FC236}">
                <a16:creationId xmlns:a16="http://schemas.microsoft.com/office/drawing/2014/main" id="{BEA071B6-9D11-46A3-8EE9-A04430CA13C1}"/>
              </a:ext>
            </a:extLst>
          </p:cNvPr>
          <p:cNvSpPr>
            <a:spLocks xmlns:a="http://schemas.openxmlformats.org/drawingml/2006/main" noGrp="1"/>
          </p:cNvSpPr>
          <p:nvPr/>
        </p:nvSpPr>
        <p:spPr>
          <a:xfrm xmlns:a="http://schemas.openxmlformats.org/drawingml/2006/main">
            <a:off x="910590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04</a:t>
            </a:r>
          </a:p>
        </p:txBody>
      </p:sp>
      <p:sp>
        <p:nvSpPr>
          <p:cNvPr id="24" name="">
            <a:extLst xmlns:a="http://schemas.openxmlformats.org/drawingml/2006/main">
              <a:ext uri="{FF2B5EF4-FFF2-40B4-BE49-F238E27FC236}">
                <a16:creationId xmlns:a16="http://schemas.microsoft.com/office/drawing/2014/main" id="{71755748-8F86-48D6-917A-628CAC3DA20E}"/>
              </a:ext>
            </a:extLst>
          </p:cNvPr>
          <p:cNvSpPr>
            <a:spLocks xmlns:a="http://schemas.openxmlformats.org/drawingml/2006/main" noGrp="1"/>
          </p:cNvSpPr>
          <p:nvPr/>
        </p:nvSpPr>
        <p:spPr>
          <a:xfrm xmlns:a="http://schemas.openxmlformats.org/drawingml/2006/main">
            <a:off x="9105900" y="3143250"/>
            <a:ext cx="2305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실행 추적 저장소</a:t>
            </a:r>
          </a:p>
        </p:txBody>
      </p:sp>
      <p:sp>
        <p:nvSpPr>
          <p:cNvPr id="25" name="">
            <a:extLst xmlns:a="http://schemas.openxmlformats.org/drawingml/2006/main">
              <a:ext uri="{FF2B5EF4-FFF2-40B4-BE49-F238E27FC236}">
                <a16:creationId xmlns:a16="http://schemas.microsoft.com/office/drawing/2014/main" id="{D6CF7BC9-AE70-492F-A470-FD3B3C011AEB}"/>
              </a:ext>
            </a:extLst>
          </p:cNvPr>
          <p:cNvSpPr>
            <a:spLocks xmlns:a="http://schemas.openxmlformats.org/drawingml/2006/main" noGrp="1"/>
          </p:cNvSpPr>
          <p:nvPr/>
        </p:nvSpPr>
        <p:spPr>
          <a:xfrm xmlns:a="http://schemas.openxmlformats.org/drawingml/2006/main">
            <a:off x="9105900" y="3600450"/>
            <a:ext cx="2305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메모리 · 줄 단위 기록</a:t>
            </a:r>
          </a:p>
        </p:txBody>
      </p:sp>
      <p:sp>
        <p:nvSpPr>
          <p:cNvPr id="26" name="">
            <a:extLst xmlns:a="http://schemas.openxmlformats.org/drawingml/2006/main">
              <a:ext uri="{FF2B5EF4-FFF2-40B4-BE49-F238E27FC236}">
                <a16:creationId xmlns:a16="http://schemas.microsoft.com/office/drawing/2014/main" id="{97B23D74-CFE5-4E24-A87A-6475D75AA305}"/>
              </a:ext>
            </a:extLst>
          </p:cNvPr>
          <p:cNvSpPr>
            <a:spLocks xmlns:a="http://schemas.openxmlformats.org/drawingml/2006/main" noGrp="1"/>
          </p:cNvSpPr>
          <p:nvPr/>
        </p:nvSpPr>
        <p:spPr>
          <a:xfrm xmlns:a="http://schemas.openxmlformats.org/drawingml/2006/main">
            <a:off x="609600" y="4838700"/>
            <a:ext cx="10972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한 요청에서 생성 결과와 운영 메타데이터를 함께 반환</a:t>
            </a:r>
          </a:p>
        </p:txBody>
      </p:sp>
    </p:spTree>
    <p:extLst>
      <p:ext uri="{BB962C8B-B14F-4D97-AF65-F5344CB8AC3E}">
        <p14:creationId xmlns:p14="http://schemas.microsoft.com/office/powerpoint/2010/main" val="983302405"/>
      </p:ext>
    </p:extLst>
  </p:cSld>
</p:sld>
</file>

<file path=ppt/slides/slide6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F4E9829-99FF-445B-9395-DBAA71FC831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6F7C9902-61A5-4AEA-B3E0-1B1AF187714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68</a:t>
            </a:r>
          </a:p>
        </p:txBody>
      </p:sp>
      <p:sp>
        <p:nvSpPr>
          <p:cNvPr id="3" name="">
            <a:extLst xmlns:a="http://schemas.openxmlformats.org/drawingml/2006/main">
              <a:ext uri="{FF2B5EF4-FFF2-40B4-BE49-F238E27FC236}">
                <a16:creationId xmlns:a16="http://schemas.microsoft.com/office/drawing/2014/main" id="{F807F5CF-E15F-4FEF-9C50-81EAE647B419}"/>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FAD9EED7-2AC8-4904-8C60-D15783DFD87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F27BAF6A-3FA2-4EDB-9E07-3AA8F153BC8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90E91C31-AE94-4EE4-A4FB-B3F8FAFD50B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TRACE/01 실습 완료 체크리스트</a:t>
            </a:r>
          </a:p>
        </p:txBody>
      </p:sp>
      <p:sp>
        <p:nvSpPr>
          <p:cNvPr id="7" name="">
            <a:extLst xmlns:a="http://schemas.openxmlformats.org/drawingml/2006/main">
              <a:ext uri="{FF2B5EF4-FFF2-40B4-BE49-F238E27FC236}">
                <a16:creationId xmlns:a16="http://schemas.microsoft.com/office/drawing/2014/main" id="{3B7B7F6B-0912-4CD4-B2F7-49DECB4DD556}"/>
              </a:ext>
            </a:extLst>
          </p:cNvPr>
          <p:cNvSpPr>
            <a:spLocks xmlns:a="http://schemas.openxmlformats.org/drawingml/2006/main" noGrp="1"/>
          </p:cNvSpPr>
          <p:nvPr/>
        </p:nvSpPr>
        <p:spPr>
          <a:xfrm xmlns:a="http://schemas.openxmlformats.org/drawingml/2006/main" rot="0">
            <a:off x="666750" y="16192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8" name="">
            <a:extLst xmlns:a="http://schemas.openxmlformats.org/drawingml/2006/main">
              <a:ext uri="{FF2B5EF4-FFF2-40B4-BE49-F238E27FC236}">
                <a16:creationId xmlns:a16="http://schemas.microsoft.com/office/drawing/2014/main" id="{4090C4AA-887F-4CEC-9DE6-BB296E88E7D4}"/>
              </a:ext>
            </a:extLst>
          </p:cNvPr>
          <p:cNvSpPr>
            <a:spLocks xmlns:a="http://schemas.openxmlformats.org/drawingml/2006/main" noGrp="1"/>
          </p:cNvSpPr>
          <p:nvPr/>
        </p:nvSpPr>
        <p:spPr>
          <a:xfrm xmlns:a="http://schemas.openxmlformats.org/drawingml/2006/main">
            <a:off x="666750" y="16192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D87880C4-2795-42B1-9BC2-80EEEFA76086}"/>
              </a:ext>
            </a:extLst>
          </p:cNvPr>
          <p:cNvSpPr>
            <a:spLocks xmlns:a="http://schemas.openxmlformats.org/drawingml/2006/main" noGrp="1"/>
          </p:cNvSpPr>
          <p:nvPr/>
        </p:nvSpPr>
        <p:spPr>
          <a:xfrm xmlns:a="http://schemas.openxmlformats.org/drawingml/2006/main">
            <a:off x="1295400" y="15621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서비스 상태</a:t>
            </a:r>
          </a:p>
        </p:txBody>
      </p:sp>
      <p:sp>
        <p:nvSpPr>
          <p:cNvPr id="10" name="">
            <a:extLst xmlns:a="http://schemas.openxmlformats.org/drawingml/2006/main">
              <a:ext uri="{FF2B5EF4-FFF2-40B4-BE49-F238E27FC236}">
                <a16:creationId xmlns:a16="http://schemas.microsoft.com/office/drawing/2014/main" id="{8F25DB50-9927-4A62-A5F5-F12A4CA174A5}"/>
              </a:ext>
            </a:extLst>
          </p:cNvPr>
          <p:cNvSpPr>
            <a:spLocks xmlns:a="http://schemas.openxmlformats.org/drawingml/2006/main" noGrp="1"/>
          </p:cNvSpPr>
          <p:nvPr/>
        </p:nvSpPr>
        <p:spPr>
          <a:xfrm xmlns:a="http://schemas.openxmlformats.org/drawingml/2006/main">
            <a:off x="5657850" y="16002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GET /health → 정상 응답</a:t>
            </a:r>
          </a:p>
        </p:txBody>
      </p:sp>
      <p:sp>
        <p:nvSpPr>
          <p:cNvPr id="11" name="">
            <a:extLst xmlns:a="http://schemas.openxmlformats.org/drawingml/2006/main">
              <a:ext uri="{FF2B5EF4-FFF2-40B4-BE49-F238E27FC236}">
                <a16:creationId xmlns:a16="http://schemas.microsoft.com/office/drawing/2014/main" id="{FC3CF5D7-18AF-4BFD-B4AE-EC65C7904B43}"/>
              </a:ext>
            </a:extLst>
          </p:cNvPr>
          <p:cNvSpPr>
            <a:spLocks xmlns:a="http://schemas.openxmlformats.org/drawingml/2006/main" noGrp="1"/>
          </p:cNvSpPr>
          <p:nvPr/>
        </p:nvSpPr>
        <p:spPr>
          <a:xfrm xmlns:a="http://schemas.openxmlformats.org/drawingml/2006/main" flipH="0" flipV="0">
            <a:off x="1295400" y="21526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2059A084-B20B-4680-A61E-72A300D3996A}"/>
              </a:ext>
            </a:extLst>
          </p:cNvPr>
          <p:cNvSpPr>
            <a:spLocks xmlns:a="http://schemas.openxmlformats.org/drawingml/2006/main" noGrp="1"/>
          </p:cNvSpPr>
          <p:nvPr/>
        </p:nvSpPr>
        <p:spPr>
          <a:xfrm xmlns:a="http://schemas.openxmlformats.org/drawingml/2006/main" rot="0">
            <a:off x="666750" y="24955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3" name="">
            <a:extLst xmlns:a="http://schemas.openxmlformats.org/drawingml/2006/main">
              <a:ext uri="{FF2B5EF4-FFF2-40B4-BE49-F238E27FC236}">
                <a16:creationId xmlns:a16="http://schemas.microsoft.com/office/drawing/2014/main" id="{A2090246-F878-4A27-A42A-AF3433369907}"/>
              </a:ext>
            </a:extLst>
          </p:cNvPr>
          <p:cNvSpPr>
            <a:spLocks xmlns:a="http://schemas.openxmlformats.org/drawingml/2006/main" noGrp="1"/>
          </p:cNvSpPr>
          <p:nvPr/>
        </p:nvSpPr>
        <p:spPr>
          <a:xfrm xmlns:a="http://schemas.openxmlformats.org/drawingml/2006/main">
            <a:off x="666750" y="24955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AB306F50-D047-405D-A955-BAEEA595BA0C}"/>
              </a:ext>
            </a:extLst>
          </p:cNvPr>
          <p:cNvSpPr>
            <a:spLocks xmlns:a="http://schemas.openxmlformats.org/drawingml/2006/main" noGrp="1"/>
          </p:cNvSpPr>
          <p:nvPr/>
        </p:nvSpPr>
        <p:spPr>
          <a:xfrm xmlns:a="http://schemas.openxmlformats.org/drawingml/2006/main">
            <a:off x="1295400" y="24384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 추적 2건</a:t>
            </a:r>
          </a:p>
        </p:txBody>
      </p:sp>
      <p:sp>
        <p:nvSpPr>
          <p:cNvPr id="15" name="">
            <a:extLst xmlns:a="http://schemas.openxmlformats.org/drawingml/2006/main">
              <a:ext uri="{FF2B5EF4-FFF2-40B4-BE49-F238E27FC236}">
                <a16:creationId xmlns:a16="http://schemas.microsoft.com/office/drawing/2014/main" id="{7709F182-FDA5-4271-B41E-766269F97DEE}"/>
              </a:ext>
            </a:extLst>
          </p:cNvPr>
          <p:cNvSpPr>
            <a:spLocks xmlns:a="http://schemas.openxmlformats.org/drawingml/2006/main" noGrp="1"/>
          </p:cNvSpPr>
          <p:nvPr/>
        </p:nvSpPr>
        <p:spPr>
          <a:xfrm xmlns:a="http://schemas.openxmlformats.org/drawingml/2006/main">
            <a:off x="5657850" y="24765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동일 입력의 기준선·변형</a:t>
            </a:r>
          </a:p>
        </p:txBody>
      </p:sp>
      <p:sp>
        <p:nvSpPr>
          <p:cNvPr id="16" name="">
            <a:extLst xmlns:a="http://schemas.openxmlformats.org/drawingml/2006/main">
              <a:ext uri="{FF2B5EF4-FFF2-40B4-BE49-F238E27FC236}">
                <a16:creationId xmlns:a16="http://schemas.microsoft.com/office/drawing/2014/main" id="{FC87F984-C132-4A82-9445-7966F2671992}"/>
              </a:ext>
            </a:extLst>
          </p:cNvPr>
          <p:cNvSpPr>
            <a:spLocks xmlns:a="http://schemas.openxmlformats.org/drawingml/2006/main" noGrp="1"/>
          </p:cNvSpPr>
          <p:nvPr/>
        </p:nvSpPr>
        <p:spPr>
          <a:xfrm xmlns:a="http://schemas.openxmlformats.org/drawingml/2006/main" flipH="0" flipV="0">
            <a:off x="1295400" y="30289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503E6719-6DEA-4978-82CC-7AC97AC3717B}"/>
              </a:ext>
            </a:extLst>
          </p:cNvPr>
          <p:cNvSpPr>
            <a:spLocks xmlns:a="http://schemas.openxmlformats.org/drawingml/2006/main" noGrp="1"/>
          </p:cNvSpPr>
          <p:nvPr/>
        </p:nvSpPr>
        <p:spPr>
          <a:xfrm xmlns:a="http://schemas.openxmlformats.org/drawingml/2006/main" rot="0">
            <a:off x="666750" y="3371850"/>
            <a:ext cx="361950" cy="3619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7A064D45-11D1-45CD-9E7F-4DED25E31FE8}"/>
              </a:ext>
            </a:extLst>
          </p:cNvPr>
          <p:cNvSpPr>
            <a:spLocks xmlns:a="http://schemas.openxmlformats.org/drawingml/2006/main" noGrp="1"/>
          </p:cNvSpPr>
          <p:nvPr/>
        </p:nvSpPr>
        <p:spPr>
          <a:xfrm xmlns:a="http://schemas.openxmlformats.org/drawingml/2006/main">
            <a:off x="666750" y="3371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6D0B05B2-9019-4DEE-8D02-7A7D51BDA903}"/>
              </a:ext>
            </a:extLst>
          </p:cNvPr>
          <p:cNvSpPr>
            <a:spLocks xmlns:a="http://schemas.openxmlformats.org/drawingml/2006/main" noGrp="1"/>
          </p:cNvSpPr>
          <p:nvPr/>
        </p:nvSpPr>
        <p:spPr>
          <a:xfrm xmlns:a="http://schemas.openxmlformats.org/drawingml/2006/main">
            <a:off x="1295400" y="33147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2563EB"/>
                </a:solidFill>
                <a:latin typeface="AppleGothic"/>
                <a:ea typeface="AppleGothic"/>
                <a:cs typeface="AppleGothic"/>
              </a:defRPr>
            </a:pPr>
            <a:r>
              <a:rPr sz="1950" b="1">
                <a:solidFill>
                  <a:srgbClr val="2563EB"/>
                </a:solidFill>
                <a:latin typeface="AppleGothic"/>
                <a:ea typeface="AppleGothic"/>
                <a:cs typeface="AppleGothic"/>
              </a:rPr>
              <a:t>단일 변경</a:t>
            </a:r>
          </a:p>
        </p:txBody>
      </p:sp>
      <p:sp>
        <p:nvSpPr>
          <p:cNvPr id="20" name="">
            <a:extLst xmlns:a="http://schemas.openxmlformats.org/drawingml/2006/main">
              <a:ext uri="{FF2B5EF4-FFF2-40B4-BE49-F238E27FC236}">
                <a16:creationId xmlns:a16="http://schemas.microsoft.com/office/drawing/2014/main" id="{4B9FB488-D9DC-439C-B5F6-EDCDE32F1658}"/>
              </a:ext>
            </a:extLst>
          </p:cNvPr>
          <p:cNvSpPr>
            <a:spLocks xmlns:a="http://schemas.openxmlformats.org/drawingml/2006/main" noGrp="1"/>
          </p:cNvSpPr>
          <p:nvPr/>
        </p:nvSpPr>
        <p:spPr>
          <a:xfrm xmlns:a="http://schemas.openxmlformats.org/drawingml/2006/main">
            <a:off x="5657850" y="33528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프롬프트 버전 또는 생성 무작위성</a:t>
            </a:r>
          </a:p>
        </p:txBody>
      </p:sp>
      <p:sp>
        <p:nvSpPr>
          <p:cNvPr id="21" name="">
            <a:extLst xmlns:a="http://schemas.openxmlformats.org/drawingml/2006/main">
              <a:ext uri="{FF2B5EF4-FFF2-40B4-BE49-F238E27FC236}">
                <a16:creationId xmlns:a16="http://schemas.microsoft.com/office/drawing/2014/main" id="{DDE39E03-1EC8-4D99-80A0-70D53E28310D}"/>
              </a:ext>
            </a:extLst>
          </p:cNvPr>
          <p:cNvSpPr>
            <a:spLocks xmlns:a="http://schemas.openxmlformats.org/drawingml/2006/main" noGrp="1"/>
          </p:cNvSpPr>
          <p:nvPr/>
        </p:nvSpPr>
        <p:spPr>
          <a:xfrm xmlns:a="http://schemas.openxmlformats.org/drawingml/2006/main" flipH="0" flipV="0">
            <a:off x="1295400" y="3905250"/>
            <a:ext cx="99441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2" name="">
            <a:extLst xmlns:a="http://schemas.openxmlformats.org/drawingml/2006/main">
              <a:ext uri="{FF2B5EF4-FFF2-40B4-BE49-F238E27FC236}">
                <a16:creationId xmlns:a16="http://schemas.microsoft.com/office/drawing/2014/main" id="{2A81B8D0-369A-4843-AB6A-5F01B84E6823}"/>
              </a:ext>
            </a:extLst>
          </p:cNvPr>
          <p:cNvSpPr>
            <a:spLocks xmlns:a="http://schemas.openxmlformats.org/drawingml/2006/main" noGrp="1"/>
          </p:cNvSpPr>
          <p:nvPr/>
        </p:nvSpPr>
        <p:spPr>
          <a:xfrm xmlns:a="http://schemas.openxmlformats.org/drawingml/2006/main" rot="0">
            <a:off x="666750" y="42481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3" name="">
            <a:extLst xmlns:a="http://schemas.openxmlformats.org/drawingml/2006/main">
              <a:ext uri="{FF2B5EF4-FFF2-40B4-BE49-F238E27FC236}">
                <a16:creationId xmlns:a16="http://schemas.microsoft.com/office/drawing/2014/main" id="{EEFFD5AD-6E26-4D39-9E95-8259E1E0E45C}"/>
              </a:ext>
            </a:extLst>
          </p:cNvPr>
          <p:cNvSpPr>
            <a:spLocks xmlns:a="http://schemas.openxmlformats.org/drawingml/2006/main" noGrp="1"/>
          </p:cNvSpPr>
          <p:nvPr/>
        </p:nvSpPr>
        <p:spPr>
          <a:xfrm xmlns:a="http://schemas.openxmlformats.org/drawingml/2006/main">
            <a:off x="666750" y="4248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C23F9D7E-DD12-42EC-89FC-E5C76A1DAB45}"/>
              </a:ext>
            </a:extLst>
          </p:cNvPr>
          <p:cNvSpPr>
            <a:spLocks xmlns:a="http://schemas.openxmlformats.org/drawingml/2006/main" noGrp="1"/>
          </p:cNvSpPr>
          <p:nvPr/>
        </p:nvSpPr>
        <p:spPr>
          <a:xfrm xmlns:a="http://schemas.openxmlformats.org/drawingml/2006/main">
            <a:off x="1295400" y="4191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비교 판단</a:t>
            </a:r>
          </a:p>
        </p:txBody>
      </p:sp>
      <p:sp>
        <p:nvSpPr>
          <p:cNvPr id="25" name="">
            <a:extLst xmlns:a="http://schemas.openxmlformats.org/drawingml/2006/main">
              <a:ext uri="{FF2B5EF4-FFF2-40B4-BE49-F238E27FC236}">
                <a16:creationId xmlns:a16="http://schemas.microsoft.com/office/drawing/2014/main" id="{72AA0CD6-7273-41EB-81EF-F4C7BF787655}"/>
              </a:ext>
            </a:extLst>
          </p:cNvPr>
          <p:cNvSpPr>
            <a:spLocks xmlns:a="http://schemas.openxmlformats.org/drawingml/2006/main" noGrp="1"/>
          </p:cNvSpPr>
          <p:nvPr/>
        </p:nvSpPr>
        <p:spPr>
          <a:xfrm xmlns:a="http://schemas.openxmlformats.org/drawingml/2006/main">
            <a:off x="5657850" y="42291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출력·상태·응답 지연·토큰</a:t>
            </a:r>
          </a:p>
        </p:txBody>
      </p:sp>
      <p:sp>
        <p:nvSpPr>
          <p:cNvPr id="26" name="">
            <a:extLst xmlns:a="http://schemas.openxmlformats.org/drawingml/2006/main">
              <a:ext uri="{FF2B5EF4-FFF2-40B4-BE49-F238E27FC236}">
                <a16:creationId xmlns:a16="http://schemas.microsoft.com/office/drawing/2014/main" id="{1A418557-991B-4F89-B5AC-C21B1AE004B1}"/>
              </a:ext>
            </a:extLst>
          </p:cNvPr>
          <p:cNvSpPr>
            <a:spLocks xmlns:a="http://schemas.openxmlformats.org/drawingml/2006/main" noGrp="1"/>
          </p:cNvSpPr>
          <p:nvPr/>
        </p:nvSpPr>
        <p:spPr>
          <a:xfrm xmlns:a="http://schemas.openxmlformats.org/drawingml/2006/main" flipH="0" flipV="0">
            <a:off x="1295400" y="47815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B5A7F93D-7B6B-4752-860F-562F6E6F06E4}"/>
              </a:ext>
            </a:extLst>
          </p:cNvPr>
          <p:cNvSpPr>
            <a:spLocks xmlns:a="http://schemas.openxmlformats.org/drawingml/2006/main" noGrp="1"/>
          </p:cNvSpPr>
          <p:nvPr/>
        </p:nvSpPr>
        <p:spPr>
          <a:xfrm xmlns:a="http://schemas.openxmlformats.org/drawingml/2006/main" rot="0">
            <a:off x="666750" y="51244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8" name="">
            <a:extLst xmlns:a="http://schemas.openxmlformats.org/drawingml/2006/main">
              <a:ext uri="{FF2B5EF4-FFF2-40B4-BE49-F238E27FC236}">
                <a16:creationId xmlns:a16="http://schemas.microsoft.com/office/drawing/2014/main" id="{8EA212C0-0C0C-4F6A-9BB6-33C22C8F8F6D}"/>
              </a:ext>
            </a:extLst>
          </p:cNvPr>
          <p:cNvSpPr>
            <a:spLocks xmlns:a="http://schemas.openxmlformats.org/drawingml/2006/main" noGrp="1"/>
          </p:cNvSpPr>
          <p:nvPr/>
        </p:nvSpPr>
        <p:spPr>
          <a:xfrm xmlns:a="http://schemas.openxmlformats.org/drawingml/2006/main">
            <a:off x="666750" y="51244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9" name="">
            <a:extLst xmlns:a="http://schemas.openxmlformats.org/drawingml/2006/main">
              <a:ext uri="{FF2B5EF4-FFF2-40B4-BE49-F238E27FC236}">
                <a16:creationId xmlns:a16="http://schemas.microsoft.com/office/drawing/2014/main" id="{89551A01-4646-4A3C-B77C-8BA47B566821}"/>
              </a:ext>
            </a:extLst>
          </p:cNvPr>
          <p:cNvSpPr>
            <a:spLocks xmlns:a="http://schemas.openxmlformats.org/drawingml/2006/main" noGrp="1"/>
          </p:cNvSpPr>
          <p:nvPr/>
        </p:nvSpPr>
        <p:spPr>
          <a:xfrm xmlns:a="http://schemas.openxmlformats.org/drawingml/2006/main">
            <a:off x="1295400" y="5067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다음 가설</a:t>
            </a:r>
          </a:p>
        </p:txBody>
      </p:sp>
      <p:sp>
        <p:nvSpPr>
          <p:cNvPr id="30" name="">
            <a:extLst xmlns:a="http://schemas.openxmlformats.org/drawingml/2006/main">
              <a:ext uri="{FF2B5EF4-FFF2-40B4-BE49-F238E27FC236}">
                <a16:creationId xmlns:a16="http://schemas.microsoft.com/office/drawing/2014/main" id="{A2387ECC-3D5D-45DC-876F-92C20FCD10C7}"/>
              </a:ext>
            </a:extLst>
          </p:cNvPr>
          <p:cNvSpPr>
            <a:spLocks xmlns:a="http://schemas.openxmlformats.org/drawingml/2006/main" noGrp="1"/>
          </p:cNvSpPr>
          <p:nvPr/>
        </p:nvSpPr>
        <p:spPr>
          <a:xfrm xmlns:a="http://schemas.openxmlformats.org/drawingml/2006/main">
            <a:off x="5657850" y="51054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변경·기대 결과·확인 방법</a:t>
            </a:r>
          </a:p>
        </p:txBody>
      </p:sp>
      <p:sp>
        <p:nvSpPr>
          <p:cNvPr id="31" name="">
            <a:extLst xmlns:a="http://schemas.openxmlformats.org/drawingml/2006/main">
              <a:ext uri="{FF2B5EF4-FFF2-40B4-BE49-F238E27FC236}">
                <a16:creationId xmlns:a16="http://schemas.microsoft.com/office/drawing/2014/main" id="{E69462D2-01C3-47A0-AD61-20AE2ED59BCD}"/>
              </a:ext>
            </a:extLst>
          </p:cNvPr>
          <p:cNvSpPr>
            <a:spLocks xmlns:a="http://schemas.openxmlformats.org/drawingml/2006/main" noGrp="1"/>
          </p:cNvSpPr>
          <p:nvPr/>
        </p:nvSpPr>
        <p:spPr>
          <a:xfrm xmlns:a="http://schemas.openxmlformats.org/drawingml/2006/main" flipH="0" flipV="0">
            <a:off x="1295400" y="56578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2056054435"/>
      </p:ext>
    </p:extLst>
  </p:cSld>
</p:sld>
</file>

<file path=ppt/slides/slide6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AB815E7-E55B-49D9-BA40-05B7EA2C0D3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A13017BE-D7EE-4F2D-BAFB-E34F6C078AC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69</a:t>
            </a:r>
          </a:p>
        </p:txBody>
      </p:sp>
      <p:sp>
        <p:nvSpPr>
          <p:cNvPr id="3" name="">
            <a:extLst xmlns:a="http://schemas.openxmlformats.org/drawingml/2006/main">
              <a:ext uri="{FF2B5EF4-FFF2-40B4-BE49-F238E27FC236}">
                <a16:creationId xmlns:a16="http://schemas.microsoft.com/office/drawing/2014/main" id="{8FCFA4D2-7758-49D3-A1CF-737F31E1F67C}"/>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39F58502-3B1F-406B-9C65-716A43EA5D0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B48E4E1-A10F-4DD5-BA31-E608E28792C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C60D7758-264D-4C9F-84F2-7E1E257C066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16주 개발환경의 공통 기준</a:t>
            </a:r>
          </a:p>
        </p:txBody>
      </p:sp>
      <p:sp>
        <p:nvSpPr>
          <p:cNvPr id="7" name="">
            <a:extLst xmlns:a="http://schemas.openxmlformats.org/drawingml/2006/main">
              <a:ext uri="{FF2B5EF4-FFF2-40B4-BE49-F238E27FC236}">
                <a16:creationId xmlns:a16="http://schemas.microsoft.com/office/drawing/2014/main" id="{C3699438-588B-4FCC-BE35-DD25B3FAB031}"/>
              </a:ext>
            </a:extLst>
          </p:cNvPr>
          <p:cNvSpPr>
            <a:spLocks xmlns:a="http://schemas.openxmlformats.org/drawingml/2006/main" noGrp="1"/>
          </p:cNvSpPr>
          <p:nvPr/>
        </p:nvSpPr>
        <p:spPr>
          <a:xfrm xmlns:a="http://schemas.openxmlformats.org/drawingml/2006/main" rot="0">
            <a:off x="609600" y="1790700"/>
            <a:ext cx="10096500" cy="62865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8" name="">
            <a:extLst xmlns:a="http://schemas.openxmlformats.org/drawingml/2006/main">
              <a:ext uri="{FF2B5EF4-FFF2-40B4-BE49-F238E27FC236}">
                <a16:creationId xmlns:a16="http://schemas.microsoft.com/office/drawing/2014/main" id="{2DC129EE-63C7-483C-8164-0737D2DE3D28}"/>
              </a:ext>
            </a:extLst>
          </p:cNvPr>
          <p:cNvSpPr>
            <a:spLocks xmlns:a="http://schemas.openxmlformats.org/drawingml/2006/main" noGrp="1"/>
          </p:cNvSpPr>
          <p:nvPr/>
        </p:nvSpPr>
        <p:spPr>
          <a:xfrm xmlns:a="http://schemas.openxmlformats.org/drawingml/2006/main">
            <a:off x="781050" y="17907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PYTHON 3.11.14</a:t>
            </a:r>
          </a:p>
        </p:txBody>
      </p:sp>
      <p:sp>
        <p:nvSpPr>
          <p:cNvPr id="9" name="">
            <a:extLst xmlns:a="http://schemas.openxmlformats.org/drawingml/2006/main">
              <a:ext uri="{FF2B5EF4-FFF2-40B4-BE49-F238E27FC236}">
                <a16:creationId xmlns:a16="http://schemas.microsoft.com/office/drawing/2014/main" id="{50B5BA41-35AF-4B8C-B7DF-24BE61728E2A}"/>
              </a:ext>
            </a:extLst>
          </p:cNvPr>
          <p:cNvSpPr>
            <a:spLocks xmlns:a="http://schemas.openxmlformats.org/drawingml/2006/main" noGrp="1"/>
          </p:cNvSpPr>
          <p:nvPr/>
        </p:nvSpPr>
        <p:spPr>
          <a:xfrm xmlns:a="http://schemas.openxmlformats.org/drawingml/2006/main">
            <a:off x="3638550" y="1790700"/>
            <a:ext cx="6877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모든 주차의 기준 인터프리터</a:t>
            </a:r>
          </a:p>
        </p:txBody>
      </p:sp>
      <p:sp>
        <p:nvSpPr>
          <p:cNvPr id="10" name="">
            <a:extLst xmlns:a="http://schemas.openxmlformats.org/drawingml/2006/main">
              <a:ext uri="{FF2B5EF4-FFF2-40B4-BE49-F238E27FC236}">
                <a16:creationId xmlns:a16="http://schemas.microsoft.com/office/drawing/2014/main" id="{CB760922-3670-4BF5-A801-0EB247E5938F}"/>
              </a:ext>
            </a:extLst>
          </p:cNvPr>
          <p:cNvSpPr>
            <a:spLocks xmlns:a="http://schemas.openxmlformats.org/drawingml/2006/main" noGrp="1"/>
          </p:cNvSpPr>
          <p:nvPr/>
        </p:nvSpPr>
        <p:spPr>
          <a:xfrm xmlns:a="http://schemas.openxmlformats.org/drawingml/2006/main" rot="0">
            <a:off x="1181100" y="2628900"/>
            <a:ext cx="8953500" cy="6286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8B4D496E-356B-47F8-8A5A-D4301B979FFA}"/>
              </a:ext>
            </a:extLst>
          </p:cNvPr>
          <p:cNvSpPr>
            <a:spLocks xmlns:a="http://schemas.openxmlformats.org/drawingml/2006/main" noGrp="1"/>
          </p:cNvSpPr>
          <p:nvPr/>
        </p:nvSpPr>
        <p:spPr>
          <a:xfrm xmlns:a="http://schemas.openxmlformats.org/drawingml/2006/main">
            <a:off x="1352550" y="26289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공통 기반</a:t>
            </a:r>
          </a:p>
        </p:txBody>
      </p:sp>
      <p:sp>
        <p:nvSpPr>
          <p:cNvPr id="12" name="">
            <a:extLst xmlns:a="http://schemas.openxmlformats.org/drawingml/2006/main">
              <a:ext uri="{FF2B5EF4-FFF2-40B4-BE49-F238E27FC236}">
                <a16:creationId xmlns:a16="http://schemas.microsoft.com/office/drawing/2014/main" id="{D712930B-94A9-48B3-A65F-C0D464A1D3FD}"/>
              </a:ext>
            </a:extLst>
          </p:cNvPr>
          <p:cNvSpPr>
            <a:spLocks xmlns:a="http://schemas.openxmlformats.org/drawingml/2006/main" noGrp="1"/>
          </p:cNvSpPr>
          <p:nvPr/>
        </p:nvSpPr>
        <p:spPr>
          <a:xfrm xmlns:a="http://schemas.openxmlformats.org/drawingml/2006/main">
            <a:off x="4210050" y="2628900"/>
            <a:ext cx="5734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Jupyter · Requests · pandas · pytest</a:t>
            </a:r>
          </a:p>
        </p:txBody>
      </p:sp>
      <p:sp>
        <p:nvSpPr>
          <p:cNvPr id="13" name="">
            <a:extLst xmlns:a="http://schemas.openxmlformats.org/drawingml/2006/main">
              <a:ext uri="{FF2B5EF4-FFF2-40B4-BE49-F238E27FC236}">
                <a16:creationId xmlns:a16="http://schemas.microsoft.com/office/drawing/2014/main" id="{26A40F80-E430-4E00-B991-42D76C6BCCAE}"/>
              </a:ext>
            </a:extLst>
          </p:cNvPr>
          <p:cNvSpPr>
            <a:spLocks xmlns:a="http://schemas.openxmlformats.org/drawingml/2006/main" noGrp="1"/>
          </p:cNvSpPr>
          <p:nvPr/>
        </p:nvSpPr>
        <p:spPr>
          <a:xfrm xmlns:a="http://schemas.openxmlformats.org/drawingml/2006/main" rot="0">
            <a:off x="1752600" y="3467100"/>
            <a:ext cx="7810500" cy="6286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2B43014A-8556-4DB7-9598-7A0331CEA3FD}"/>
              </a:ext>
            </a:extLst>
          </p:cNvPr>
          <p:cNvSpPr>
            <a:spLocks xmlns:a="http://schemas.openxmlformats.org/drawingml/2006/main" noGrp="1"/>
          </p:cNvSpPr>
          <p:nvPr/>
        </p:nvSpPr>
        <p:spPr>
          <a:xfrm xmlns:a="http://schemas.openxmlformats.org/drawingml/2006/main">
            <a:off x="1924050" y="34671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주차별 프로필</a:t>
            </a:r>
          </a:p>
        </p:txBody>
      </p:sp>
      <p:sp>
        <p:nvSpPr>
          <p:cNvPr id="15" name="">
            <a:extLst xmlns:a="http://schemas.openxmlformats.org/drawingml/2006/main">
              <a:ext uri="{FF2B5EF4-FFF2-40B4-BE49-F238E27FC236}">
                <a16:creationId xmlns:a16="http://schemas.microsoft.com/office/drawing/2014/main" id="{F72654BB-FD62-4FB1-87ED-2554B169DBCC}"/>
              </a:ext>
            </a:extLst>
          </p:cNvPr>
          <p:cNvSpPr>
            <a:spLocks xmlns:a="http://schemas.openxmlformats.org/drawingml/2006/main" noGrp="1"/>
          </p:cNvSpPr>
          <p:nvPr/>
        </p:nvSpPr>
        <p:spPr>
          <a:xfrm xmlns:a="http://schemas.openxmlformats.org/drawingml/2006/main">
            <a:off x="4781550" y="3467100"/>
            <a:ext cx="4591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응용 프로그래밍 인터페이스(API)</a:t>
            </a:r>
          </a:p>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검색 증강 생성(RAG) · 미세조정 · 에이전트</a:t>
            </a:r>
          </a:p>
        </p:txBody>
      </p:sp>
      <p:sp>
        <p:nvSpPr>
          <p:cNvPr id="16" name="">
            <a:extLst xmlns:a="http://schemas.openxmlformats.org/drawingml/2006/main">
              <a:ext uri="{FF2B5EF4-FFF2-40B4-BE49-F238E27FC236}">
                <a16:creationId xmlns:a16="http://schemas.microsoft.com/office/drawing/2014/main" id="{7B245831-2E75-4FEA-98C2-18CEF3FB974A}"/>
              </a:ext>
            </a:extLst>
          </p:cNvPr>
          <p:cNvSpPr>
            <a:spLocks xmlns:a="http://schemas.openxmlformats.org/drawingml/2006/main" noGrp="1"/>
          </p:cNvSpPr>
          <p:nvPr/>
        </p:nvSpPr>
        <p:spPr>
          <a:xfrm xmlns:a="http://schemas.openxmlformats.org/drawingml/2006/main" rot="0">
            <a:off x="2324100" y="4305300"/>
            <a:ext cx="6667500" cy="6286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7" name="">
            <a:extLst xmlns:a="http://schemas.openxmlformats.org/drawingml/2006/main">
              <a:ext uri="{FF2B5EF4-FFF2-40B4-BE49-F238E27FC236}">
                <a16:creationId xmlns:a16="http://schemas.microsoft.com/office/drawing/2014/main" id="{90525D48-9E18-4B4B-887D-A781A2C1F56F}"/>
              </a:ext>
            </a:extLst>
          </p:cNvPr>
          <p:cNvSpPr>
            <a:spLocks xmlns:a="http://schemas.openxmlformats.org/drawingml/2006/main" noGrp="1"/>
          </p:cNvSpPr>
          <p:nvPr/>
        </p:nvSpPr>
        <p:spPr>
          <a:xfrm xmlns:a="http://schemas.openxmlformats.org/drawingml/2006/main">
            <a:off x="2495550" y="43053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버전 잠금</a:t>
            </a:r>
          </a:p>
        </p:txBody>
      </p:sp>
      <p:sp>
        <p:nvSpPr>
          <p:cNvPr id="18" name="">
            <a:extLst xmlns:a="http://schemas.openxmlformats.org/drawingml/2006/main">
              <a:ext uri="{FF2B5EF4-FFF2-40B4-BE49-F238E27FC236}">
                <a16:creationId xmlns:a16="http://schemas.microsoft.com/office/drawing/2014/main" id="{603D60BC-2443-4799-888B-6B77908EBC61}"/>
              </a:ext>
            </a:extLst>
          </p:cNvPr>
          <p:cNvSpPr>
            <a:spLocks xmlns:a="http://schemas.openxmlformats.org/drawingml/2006/main" noGrp="1"/>
          </p:cNvSpPr>
          <p:nvPr/>
        </p:nvSpPr>
        <p:spPr>
          <a:xfrm xmlns:a="http://schemas.openxmlformats.org/drawingml/2006/main">
            <a:off x="5353050" y="4305300"/>
            <a:ext cx="3448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macOS · 64비트 Arm 아키텍처(ARM64) 등 검증된 조합</a:t>
            </a:r>
          </a:p>
        </p:txBody>
      </p:sp>
      <p:sp>
        <p:nvSpPr>
          <p:cNvPr id="19" name="">
            <a:extLst xmlns:a="http://schemas.openxmlformats.org/drawingml/2006/main">
              <a:ext uri="{FF2B5EF4-FFF2-40B4-BE49-F238E27FC236}">
                <a16:creationId xmlns:a16="http://schemas.microsoft.com/office/drawing/2014/main" id="{6240271F-0D66-454A-B698-BE06E0736243}"/>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하나의 거대 환경 대신 공통 기반과 충돌 주차별 프로필</a:t>
            </a:r>
          </a:p>
        </p:txBody>
      </p:sp>
    </p:spTree>
    <p:extLst>
      <p:ext uri="{BB962C8B-B14F-4D97-AF65-F5344CB8AC3E}">
        <p14:creationId xmlns:p14="http://schemas.microsoft.com/office/powerpoint/2010/main" val="1909987938"/>
      </p:ext>
    </p:extLst>
  </p:cSld>
</p:sld>
</file>

<file path=ppt/slides/slide7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E1052D9-9B27-466E-99DF-20F217BE0E8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C1A61A6F-8B11-4860-9484-96CB72B6D8C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70</a:t>
            </a:r>
          </a:p>
        </p:txBody>
      </p:sp>
      <p:sp>
        <p:nvSpPr>
          <p:cNvPr id="3" name="">
            <a:extLst xmlns:a="http://schemas.openxmlformats.org/drawingml/2006/main">
              <a:ext uri="{FF2B5EF4-FFF2-40B4-BE49-F238E27FC236}">
                <a16:creationId xmlns:a16="http://schemas.microsoft.com/office/drawing/2014/main" id="{D20D41F3-8F19-4543-9755-4D078441D32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5BF4C9F1-B7CA-45B0-BE6A-388D8C1A5CB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0FA5FAC-C0EE-41BF-8F2F-39CC6D61FDE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A4452A3F-C878-4589-8F53-6BFAA6FCA43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필수 데모 경로와 선택형 Ollama 경로</a:t>
            </a:r>
          </a:p>
        </p:txBody>
      </p:sp>
      <p:sp>
        <p:nvSpPr>
          <p:cNvPr id="7" name="">
            <a:extLst xmlns:a="http://schemas.openxmlformats.org/drawingml/2006/main">
              <a:ext uri="{FF2B5EF4-FFF2-40B4-BE49-F238E27FC236}">
                <a16:creationId xmlns:a16="http://schemas.microsoft.com/office/drawing/2014/main" id="{3631888B-24D1-4B83-8B2D-FB73009E8235}"/>
              </a:ext>
            </a:extLst>
          </p:cNvPr>
          <p:cNvSpPr>
            <a:spLocks xmlns:a="http://schemas.openxmlformats.org/drawingml/2006/main" noGrp="1"/>
          </p:cNvSpPr>
          <p:nvPr/>
        </p:nvSpPr>
        <p:spPr>
          <a:xfrm xmlns:a="http://schemas.openxmlformats.org/drawingml/2006/main" rot="0">
            <a:off x="609600" y="2667000"/>
            <a:ext cx="1924050" cy="10668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23A924E4-0837-40F5-8A97-E415D59C9C93}"/>
              </a:ext>
            </a:extLst>
          </p:cNvPr>
          <p:cNvSpPr>
            <a:spLocks xmlns:a="http://schemas.openxmlformats.org/drawingml/2006/main" noGrp="1"/>
          </p:cNvSpPr>
          <p:nvPr/>
        </p:nvSpPr>
        <p:spPr>
          <a:xfrm xmlns:a="http://schemas.openxmlformats.org/drawingml/2006/main">
            <a:off x="781050" y="2667000"/>
            <a:ext cx="15811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5000"/>
              </a:lnSpc>
              <a:buNone/>
              <a:defRPr sz="1575" b="1">
                <a:solidFill>
                  <a:srgbClr val="FFFFFF"/>
                </a:solidFill>
                <a:latin typeface="AppleGothic"/>
                <a:ea typeface="AppleGothic"/>
                <a:cs typeface="AppleGothic"/>
              </a:defRPr>
            </a:pPr>
            <a:r>
              <a:rPr sz="1575" b="1">
                <a:solidFill>
                  <a:srgbClr val="FFFFFF"/>
                </a:solidFill>
                <a:latin typeface="AppleGothic"/>
                <a:ea typeface="AppleGothic"/>
                <a:cs typeface="AppleGothic"/>
              </a:rPr>
              <a:t>동일한</a:t>
            </a:r>
          </a:p>
          <a:p xmlns:a="http://schemas.openxmlformats.org/drawingml/2006/main">
            <a:pPr algn="ctr">
              <a:lnSpc>
                <a:spcPct val="115000"/>
              </a:lnSpc>
              <a:buNone/>
              <a:defRPr sz="1575" b="1">
                <a:solidFill>
                  <a:srgbClr val="FFFFFF"/>
                </a:solidFill>
                <a:latin typeface="AppleGothic"/>
                <a:ea typeface="AppleGothic"/>
                <a:cs typeface="AppleGothic"/>
              </a:defRPr>
            </a:pPr>
            <a:r>
              <a:rPr sz="1575" b="1">
                <a:solidFill>
                  <a:srgbClr val="FFFFFF"/>
                </a:solidFill>
                <a:latin typeface="AppleGothic"/>
                <a:ea typeface="AppleGothic"/>
                <a:cs typeface="AppleGothic"/>
              </a:rPr>
              <a:t>합성 입력</a:t>
            </a:r>
          </a:p>
        </p:txBody>
      </p:sp>
      <p:sp>
        <p:nvSpPr>
          <p:cNvPr id="9" name="">
            <a:extLst xmlns:a="http://schemas.openxmlformats.org/drawingml/2006/main">
              <a:ext uri="{FF2B5EF4-FFF2-40B4-BE49-F238E27FC236}">
                <a16:creationId xmlns:a16="http://schemas.microsoft.com/office/drawing/2014/main" id="{47829126-450E-4231-9855-6695AF4EC828}"/>
              </a:ext>
            </a:extLst>
          </p:cNvPr>
          <p:cNvSpPr>
            <a:spLocks xmlns:a="http://schemas.openxmlformats.org/drawingml/2006/main" noGrp="1"/>
          </p:cNvSpPr>
          <p:nvPr/>
        </p:nvSpPr>
        <p:spPr>
          <a:xfrm xmlns:a="http://schemas.openxmlformats.org/drawingml/2006/main" flipH="0" flipV="1">
            <a:off x="2533650" y="2190750"/>
            <a:ext cx="895350" cy="100965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0" name="">
            <a:extLst xmlns:a="http://schemas.openxmlformats.org/drawingml/2006/main">
              <a:ext uri="{FF2B5EF4-FFF2-40B4-BE49-F238E27FC236}">
                <a16:creationId xmlns:a16="http://schemas.microsoft.com/office/drawing/2014/main" id="{7B388D7C-12A2-4F1A-BAF0-C37FDD61CE8A}"/>
              </a:ext>
            </a:extLst>
          </p:cNvPr>
          <p:cNvSpPr>
            <a:spLocks xmlns:a="http://schemas.openxmlformats.org/drawingml/2006/main" noGrp="1"/>
          </p:cNvSpPr>
          <p:nvPr/>
        </p:nvSpPr>
        <p:spPr>
          <a:xfrm xmlns:a="http://schemas.openxmlformats.org/drawingml/2006/main" flipH="0" flipV="0">
            <a:off x="2533650" y="3200400"/>
            <a:ext cx="895350" cy="100965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1" name="">
            <a:extLst xmlns:a="http://schemas.openxmlformats.org/drawingml/2006/main">
              <a:ext uri="{FF2B5EF4-FFF2-40B4-BE49-F238E27FC236}">
                <a16:creationId xmlns:a16="http://schemas.microsoft.com/office/drawing/2014/main" id="{AEB24C66-AD23-4AA9-B41E-85CB74038ACB}"/>
              </a:ext>
            </a:extLst>
          </p:cNvPr>
          <p:cNvSpPr>
            <a:spLocks xmlns:a="http://schemas.openxmlformats.org/drawingml/2006/main" noGrp="1"/>
          </p:cNvSpPr>
          <p:nvPr/>
        </p:nvSpPr>
        <p:spPr>
          <a:xfrm xmlns:a="http://schemas.openxmlformats.org/drawingml/2006/main">
            <a:off x="3695700" y="16764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필수 완주</a:t>
            </a:r>
          </a:p>
        </p:txBody>
      </p:sp>
      <p:sp>
        <p:nvSpPr>
          <p:cNvPr id="12" name="">
            <a:extLst xmlns:a="http://schemas.openxmlformats.org/drawingml/2006/main">
              <a:ext uri="{FF2B5EF4-FFF2-40B4-BE49-F238E27FC236}">
                <a16:creationId xmlns:a16="http://schemas.microsoft.com/office/drawing/2014/main" id="{49E83055-462E-4728-B0A8-9C1DC8A1EA58}"/>
              </a:ext>
            </a:extLst>
          </p:cNvPr>
          <p:cNvSpPr>
            <a:spLocks xmlns:a="http://schemas.openxmlformats.org/drawingml/2006/main" noGrp="1"/>
          </p:cNvSpPr>
          <p:nvPr/>
        </p:nvSpPr>
        <p:spPr>
          <a:xfrm xmlns:a="http://schemas.openxmlformats.org/drawingml/2006/main" rot="0">
            <a:off x="3695700" y="2038350"/>
            <a:ext cx="2876550" cy="876300"/>
          </a:xfrm>
          <a:prstGeom xmlns:a="http://schemas.openxmlformats.org/drawingml/2006/main" prst="rect">
            <a:avLst/>
          </a:prstGeom>
          <a:solidFill xmlns:a="http://schemas.openxmlformats.org/drawingml/2006/main">
            <a:srgbClr val="FFFFFF"/>
          </a:solidFill>
          <a:ln xmlns:a="http://schemas.openxmlformats.org/drawingml/2006/main" w="28575">
            <a:solidFill>
              <a:srgbClr val="2563EB"/>
            </a:solidFill>
            <a:prstDash val="solid"/>
          </a:ln>
        </p:spPr>
      </p:sp>
      <p:sp>
        <p:nvSpPr>
          <p:cNvPr id="13" name="">
            <a:extLst xmlns:a="http://schemas.openxmlformats.org/drawingml/2006/main">
              <a:ext uri="{FF2B5EF4-FFF2-40B4-BE49-F238E27FC236}">
                <a16:creationId xmlns:a16="http://schemas.microsoft.com/office/drawing/2014/main" id="{F80D5E6F-1708-4ABA-80D5-6A11EE2830E5}"/>
              </a:ext>
            </a:extLst>
          </p:cNvPr>
          <p:cNvSpPr>
            <a:spLocks xmlns:a="http://schemas.openxmlformats.org/drawingml/2006/main" noGrp="1"/>
          </p:cNvSpPr>
          <p:nvPr/>
        </p:nvSpPr>
        <p:spPr>
          <a:xfrm xmlns:a="http://schemas.openxmlformats.org/drawingml/2006/main">
            <a:off x="3867150" y="2038350"/>
            <a:ext cx="2533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결정론적 데모 제공자</a:t>
            </a:r>
          </a:p>
        </p:txBody>
      </p:sp>
      <p:sp>
        <p:nvSpPr>
          <p:cNvPr id="14" name="">
            <a:extLst xmlns:a="http://schemas.openxmlformats.org/drawingml/2006/main">
              <a:ext uri="{FF2B5EF4-FFF2-40B4-BE49-F238E27FC236}">
                <a16:creationId xmlns:a16="http://schemas.microsoft.com/office/drawing/2014/main" id="{0508AF0E-6844-4CE0-8B40-267070454502}"/>
              </a:ext>
            </a:extLst>
          </p:cNvPr>
          <p:cNvSpPr>
            <a:spLocks xmlns:a="http://schemas.openxmlformats.org/drawingml/2006/main" noGrp="1"/>
          </p:cNvSpPr>
          <p:nvPr/>
        </p:nvSpPr>
        <p:spPr>
          <a:xfrm xmlns:a="http://schemas.openxmlformats.org/drawingml/2006/main" flipH="0" flipV="0">
            <a:off x="6572250" y="2476500"/>
            <a:ext cx="876300" cy="100965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5" name="">
            <a:extLst xmlns:a="http://schemas.openxmlformats.org/drawingml/2006/main">
              <a:ext uri="{FF2B5EF4-FFF2-40B4-BE49-F238E27FC236}">
                <a16:creationId xmlns:a16="http://schemas.microsoft.com/office/drawing/2014/main" id="{F735C2AF-30F1-42EE-881E-233B5F1505DC}"/>
              </a:ext>
            </a:extLst>
          </p:cNvPr>
          <p:cNvSpPr>
            <a:spLocks xmlns:a="http://schemas.openxmlformats.org/drawingml/2006/main" noGrp="1"/>
          </p:cNvSpPr>
          <p:nvPr/>
        </p:nvSpPr>
        <p:spPr>
          <a:xfrm xmlns:a="http://schemas.openxmlformats.org/drawingml/2006/main">
            <a:off x="3695700" y="3714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선택 확장</a:t>
            </a:r>
          </a:p>
        </p:txBody>
      </p:sp>
      <p:sp>
        <p:nvSpPr>
          <p:cNvPr id="16" name="">
            <a:extLst xmlns:a="http://schemas.openxmlformats.org/drawingml/2006/main">
              <a:ext uri="{FF2B5EF4-FFF2-40B4-BE49-F238E27FC236}">
                <a16:creationId xmlns:a16="http://schemas.microsoft.com/office/drawing/2014/main" id="{370A7519-6B36-4447-9918-F1E00B681312}"/>
              </a:ext>
            </a:extLst>
          </p:cNvPr>
          <p:cNvSpPr>
            <a:spLocks xmlns:a="http://schemas.openxmlformats.org/drawingml/2006/main" noGrp="1"/>
          </p:cNvSpPr>
          <p:nvPr/>
        </p:nvSpPr>
        <p:spPr>
          <a:xfrm xmlns:a="http://schemas.openxmlformats.org/drawingml/2006/main" rot="0">
            <a:off x="3695700" y="4076700"/>
            <a:ext cx="287655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9B474B29-B325-4E7A-AA11-7A2BC0190312}"/>
              </a:ext>
            </a:extLst>
          </p:cNvPr>
          <p:cNvSpPr>
            <a:spLocks xmlns:a="http://schemas.openxmlformats.org/drawingml/2006/main" noGrp="1"/>
          </p:cNvSpPr>
          <p:nvPr/>
        </p:nvSpPr>
        <p:spPr>
          <a:xfrm xmlns:a="http://schemas.openxmlformats.org/drawingml/2006/main">
            <a:off x="3867150" y="4076700"/>
            <a:ext cx="2533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Ollama 로컬 모델</a:t>
            </a:r>
          </a:p>
        </p:txBody>
      </p:sp>
      <p:sp>
        <p:nvSpPr>
          <p:cNvPr id="18" name="">
            <a:extLst xmlns:a="http://schemas.openxmlformats.org/drawingml/2006/main">
              <a:ext uri="{FF2B5EF4-FFF2-40B4-BE49-F238E27FC236}">
                <a16:creationId xmlns:a16="http://schemas.microsoft.com/office/drawing/2014/main" id="{E8B86DCC-A26E-471A-BC22-4C97A4BF7740}"/>
              </a:ext>
            </a:extLst>
          </p:cNvPr>
          <p:cNvSpPr>
            <a:spLocks xmlns:a="http://schemas.openxmlformats.org/drawingml/2006/main" noGrp="1"/>
          </p:cNvSpPr>
          <p:nvPr/>
        </p:nvSpPr>
        <p:spPr>
          <a:xfrm xmlns:a="http://schemas.openxmlformats.org/drawingml/2006/main" flipH="0" flipV="1">
            <a:off x="6572250" y="3486150"/>
            <a:ext cx="876300" cy="102870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9" name="">
            <a:extLst xmlns:a="http://schemas.openxmlformats.org/drawingml/2006/main">
              <a:ext uri="{FF2B5EF4-FFF2-40B4-BE49-F238E27FC236}">
                <a16:creationId xmlns:a16="http://schemas.microsoft.com/office/drawing/2014/main" id="{9EC6D9B8-231D-4044-8688-E896EA5FB3D8}"/>
              </a:ext>
            </a:extLst>
          </p:cNvPr>
          <p:cNvSpPr>
            <a:spLocks xmlns:a="http://schemas.openxmlformats.org/drawingml/2006/main" noGrp="1"/>
          </p:cNvSpPr>
          <p:nvPr/>
        </p:nvSpPr>
        <p:spPr>
          <a:xfrm xmlns:a="http://schemas.openxmlformats.org/drawingml/2006/main" rot="0">
            <a:off x="7734300" y="2667000"/>
            <a:ext cx="1581150" cy="10668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0" name="">
            <a:extLst xmlns:a="http://schemas.openxmlformats.org/drawingml/2006/main">
              <a:ext uri="{FF2B5EF4-FFF2-40B4-BE49-F238E27FC236}">
                <a16:creationId xmlns:a16="http://schemas.microsoft.com/office/drawing/2014/main" id="{79A518CF-E15E-48E2-8BB3-39645828E34B}"/>
              </a:ext>
            </a:extLst>
          </p:cNvPr>
          <p:cNvSpPr>
            <a:spLocks xmlns:a="http://schemas.openxmlformats.org/drawingml/2006/main" noGrp="1"/>
          </p:cNvSpPr>
          <p:nvPr/>
        </p:nvSpPr>
        <p:spPr>
          <a:xfrm xmlns:a="http://schemas.openxmlformats.org/drawingml/2006/main">
            <a:off x="7905750" y="2667000"/>
            <a:ext cx="1238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동일 실행 추적</a:t>
            </a:r>
          </a:p>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데이터 구조</a:t>
            </a:r>
          </a:p>
        </p:txBody>
      </p:sp>
      <p:sp>
        <p:nvSpPr>
          <p:cNvPr id="21" name="">
            <a:extLst xmlns:a="http://schemas.openxmlformats.org/drawingml/2006/main">
              <a:ext uri="{FF2B5EF4-FFF2-40B4-BE49-F238E27FC236}">
                <a16:creationId xmlns:a16="http://schemas.microsoft.com/office/drawing/2014/main" id="{2FCE8C6B-BDF2-41DF-9CA1-928E7A8FA3D8}"/>
              </a:ext>
            </a:extLst>
          </p:cNvPr>
          <p:cNvSpPr>
            <a:spLocks xmlns:a="http://schemas.openxmlformats.org/drawingml/2006/main" noGrp="1"/>
          </p:cNvSpPr>
          <p:nvPr/>
        </p:nvSpPr>
        <p:spPr>
          <a:xfrm xmlns:a="http://schemas.openxmlformats.org/drawingml/2006/main">
            <a:off x="9410700" y="30289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a:t>
            </a:r>
          </a:p>
        </p:txBody>
      </p:sp>
      <p:sp>
        <p:nvSpPr>
          <p:cNvPr id="22" name="">
            <a:extLst xmlns:a="http://schemas.openxmlformats.org/drawingml/2006/main">
              <a:ext uri="{FF2B5EF4-FFF2-40B4-BE49-F238E27FC236}">
                <a16:creationId xmlns:a16="http://schemas.microsoft.com/office/drawing/2014/main" id="{8B822BA8-FE19-4A57-A780-6B5414395290}"/>
              </a:ext>
            </a:extLst>
          </p:cNvPr>
          <p:cNvSpPr>
            <a:spLocks xmlns:a="http://schemas.openxmlformats.org/drawingml/2006/main" noGrp="1"/>
          </p:cNvSpPr>
          <p:nvPr/>
        </p:nvSpPr>
        <p:spPr>
          <a:xfrm xmlns:a="http://schemas.openxmlformats.org/drawingml/2006/main" rot="0">
            <a:off x="10001250" y="2667000"/>
            <a:ext cx="158115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410C6CEE-E87E-4AAA-8B42-2453539D7247}"/>
              </a:ext>
            </a:extLst>
          </p:cNvPr>
          <p:cNvSpPr>
            <a:spLocks xmlns:a="http://schemas.openxmlformats.org/drawingml/2006/main" noGrp="1"/>
          </p:cNvSpPr>
          <p:nvPr/>
        </p:nvSpPr>
        <p:spPr>
          <a:xfrm xmlns:a="http://schemas.openxmlformats.org/drawingml/2006/main">
            <a:off x="10172700" y="2667000"/>
            <a:ext cx="1238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같은 기준</a:t>
            </a:r>
          </a:p>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비교</a:t>
            </a:r>
          </a:p>
        </p:txBody>
      </p:sp>
      <p:sp>
        <p:nvSpPr>
          <p:cNvPr id="24" name="">
            <a:extLst xmlns:a="http://schemas.openxmlformats.org/drawingml/2006/main">
              <a:ext uri="{FF2B5EF4-FFF2-40B4-BE49-F238E27FC236}">
                <a16:creationId xmlns:a16="http://schemas.microsoft.com/office/drawing/2014/main" id="{34E1516E-B4D7-48E4-A852-BE52FD61843D}"/>
              </a:ext>
            </a:extLst>
          </p:cNvPr>
          <p:cNvSpPr>
            <a:spLocks xmlns:a="http://schemas.openxmlformats.org/drawingml/2006/main" noGrp="1"/>
          </p:cNvSpPr>
          <p:nvPr/>
        </p:nvSpPr>
        <p:spPr>
          <a:xfrm xmlns:a="http://schemas.openxmlformats.org/drawingml/2006/main">
            <a:off x="609600" y="5410200"/>
            <a:ext cx="10972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설치 여부와 무관한 공통 실행 추적 · 같은 데이터 구조 · 같은 평가 기준</a:t>
            </a:r>
          </a:p>
        </p:txBody>
      </p:sp>
    </p:spTree>
    <p:extLst>
      <p:ext uri="{BB962C8B-B14F-4D97-AF65-F5344CB8AC3E}">
        <p14:creationId xmlns:p14="http://schemas.microsoft.com/office/powerpoint/2010/main" val="1760892102"/>
      </p:ext>
    </p:extLst>
  </p:cSld>
</p:sld>
</file>

<file path=ppt/slides/slide7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569160E-848E-4BB8-A098-61DF2C2FC15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4FA65AE6-7050-4109-8F56-CBB59921E93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71</a:t>
            </a:r>
          </a:p>
        </p:txBody>
      </p:sp>
      <p:sp>
        <p:nvSpPr>
          <p:cNvPr id="3" name="">
            <a:extLst xmlns:a="http://schemas.openxmlformats.org/drawingml/2006/main">
              <a:ext uri="{FF2B5EF4-FFF2-40B4-BE49-F238E27FC236}">
                <a16:creationId xmlns:a16="http://schemas.microsoft.com/office/drawing/2014/main" id="{113B4592-5907-42E0-8D60-BF7BF02A4EF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2C607996-924C-4C1A-840D-2520946C74E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E6B136D8-A697-45C1-913D-41F8743C449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0E3761BB-852C-47BC-84A5-32179F9D5A9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VS Code 개발환경과 테스트 결과</a:t>
            </a:r>
          </a:p>
        </p:txBody>
      </p:sp>
      <p:sp>
        <p:nvSpPr>
          <p:cNvPr id="7" name="">
            <a:extLst xmlns:a="http://schemas.openxmlformats.org/drawingml/2006/main">
              <a:ext uri="{FF2B5EF4-FFF2-40B4-BE49-F238E27FC236}">
                <a16:creationId xmlns:a16="http://schemas.microsoft.com/office/drawing/2014/main" id="{1C2FD971-CFC0-456F-8FD3-D0334520EA2D}"/>
              </a:ext>
            </a:extLst>
          </p:cNvPr>
          <p:cNvSpPr>
            <a:spLocks xmlns:a="http://schemas.openxmlformats.org/drawingml/2006/main" noGrp="1"/>
          </p:cNvSpPr>
          <p:nvPr/>
        </p:nvSpPr>
        <p:spPr>
          <a:xfrm xmlns:a="http://schemas.openxmlformats.org/drawingml/2006/main" rot="0">
            <a:off x="609600" y="1390650"/>
            <a:ext cx="8020050" cy="455295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baa566d25e2e4754"/>
          <a:stretch xmlns:a="http://schemas.openxmlformats.org/drawingml/2006/main"/>
        </p:blipFill>
        <p:spPr>
          <a:xfrm xmlns:a="http://schemas.openxmlformats.org/drawingml/2006/main">
            <a:off x="1053943" y="1428750"/>
            <a:ext cx="7131364" cy="44767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A6428317-5618-47CA-9738-EA547812A4A7}"/>
              </a:ext>
            </a:extLst>
          </p:cNvPr>
          <p:cNvSpPr>
            <a:spLocks xmlns:a="http://schemas.openxmlformats.org/drawingml/2006/main" noGrp="1"/>
          </p:cNvSpPr>
          <p:nvPr/>
        </p:nvSpPr>
        <p:spPr>
          <a:xfrm xmlns:a="http://schemas.openxmlformats.org/drawingml/2006/main">
            <a:off x="9010650" y="15049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현장 확인</a:t>
            </a:r>
          </a:p>
        </p:txBody>
      </p:sp>
      <p:sp>
        <p:nvSpPr>
          <p:cNvPr id="10" name="">
            <a:extLst xmlns:a="http://schemas.openxmlformats.org/drawingml/2006/main">
              <a:ext uri="{FF2B5EF4-FFF2-40B4-BE49-F238E27FC236}">
                <a16:creationId xmlns:a16="http://schemas.microsoft.com/office/drawing/2014/main" id="{A04C25D2-17F9-49AB-AD63-0D90C27C31F3}"/>
              </a:ext>
            </a:extLst>
          </p:cNvPr>
          <p:cNvSpPr>
            <a:spLocks xmlns:a="http://schemas.openxmlformats.org/drawingml/2006/main" noGrp="1"/>
          </p:cNvSpPr>
          <p:nvPr/>
        </p:nvSpPr>
        <p:spPr>
          <a:xfrm xmlns:a="http://schemas.openxmlformats.org/drawingml/2006/main">
            <a:off x="9010650" y="20193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인터프리터</a:t>
            </a:r>
          </a:p>
        </p:txBody>
      </p:sp>
      <p:sp>
        <p:nvSpPr>
          <p:cNvPr id="11" name="">
            <a:extLst xmlns:a="http://schemas.openxmlformats.org/drawingml/2006/main">
              <a:ext uri="{FF2B5EF4-FFF2-40B4-BE49-F238E27FC236}">
                <a16:creationId xmlns:a16="http://schemas.microsoft.com/office/drawing/2014/main" id="{62C816BE-616C-4A63-B50E-5F7904718002}"/>
              </a:ext>
            </a:extLst>
          </p:cNvPr>
          <p:cNvSpPr>
            <a:spLocks xmlns:a="http://schemas.openxmlformats.org/drawingml/2006/main" noGrp="1"/>
          </p:cNvSpPr>
          <p:nvPr/>
        </p:nvSpPr>
        <p:spPr>
          <a:xfrm xmlns:a="http://schemas.openxmlformats.org/drawingml/2006/main">
            <a:off x="9010650" y="2381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Python 3.11.14</a:t>
            </a:r>
          </a:p>
        </p:txBody>
      </p:sp>
      <p:sp>
        <p:nvSpPr>
          <p:cNvPr id="12" name="">
            <a:extLst xmlns:a="http://schemas.openxmlformats.org/drawingml/2006/main">
              <a:ext uri="{FF2B5EF4-FFF2-40B4-BE49-F238E27FC236}">
                <a16:creationId xmlns:a16="http://schemas.microsoft.com/office/drawing/2014/main" id="{7DC5E09A-B67F-4441-9430-7348F86D7B6F}"/>
              </a:ext>
            </a:extLst>
          </p:cNvPr>
          <p:cNvSpPr>
            <a:spLocks xmlns:a="http://schemas.openxmlformats.org/drawingml/2006/main" noGrp="1"/>
          </p:cNvSpPr>
          <p:nvPr/>
        </p:nvSpPr>
        <p:spPr>
          <a:xfrm xmlns:a="http://schemas.openxmlformats.org/drawingml/2006/main" flipH="0" flipV="0">
            <a:off x="9010650" y="29337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0143C8B4-E6CD-4BDB-84FA-DB54DE5D1505}"/>
              </a:ext>
            </a:extLst>
          </p:cNvPr>
          <p:cNvSpPr>
            <a:spLocks xmlns:a="http://schemas.openxmlformats.org/drawingml/2006/main" noGrp="1"/>
          </p:cNvSpPr>
          <p:nvPr/>
        </p:nvSpPr>
        <p:spPr>
          <a:xfrm xmlns:a="http://schemas.openxmlformats.org/drawingml/2006/main">
            <a:off x="9010650" y="31432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자동 테스트</a:t>
            </a:r>
          </a:p>
        </p:txBody>
      </p:sp>
      <p:sp>
        <p:nvSpPr>
          <p:cNvPr id="14" name="">
            <a:extLst xmlns:a="http://schemas.openxmlformats.org/drawingml/2006/main">
              <a:ext uri="{FF2B5EF4-FFF2-40B4-BE49-F238E27FC236}">
                <a16:creationId xmlns:a16="http://schemas.microsoft.com/office/drawing/2014/main" id="{2064F69C-3405-454E-A928-6E310C55914E}"/>
              </a:ext>
            </a:extLst>
          </p:cNvPr>
          <p:cNvSpPr>
            <a:spLocks xmlns:a="http://schemas.openxmlformats.org/drawingml/2006/main" noGrp="1"/>
          </p:cNvSpPr>
          <p:nvPr/>
        </p:nvSpPr>
        <p:spPr>
          <a:xfrm xmlns:a="http://schemas.openxmlformats.org/drawingml/2006/main">
            <a:off x="9010650" y="35052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6 passed</a:t>
            </a:r>
          </a:p>
        </p:txBody>
      </p:sp>
      <p:sp>
        <p:nvSpPr>
          <p:cNvPr id="15" name="">
            <a:extLst xmlns:a="http://schemas.openxmlformats.org/drawingml/2006/main">
              <a:ext uri="{FF2B5EF4-FFF2-40B4-BE49-F238E27FC236}">
                <a16:creationId xmlns:a16="http://schemas.microsoft.com/office/drawing/2014/main" id="{25685616-EC3F-481D-BAC7-B3E566D367C0}"/>
              </a:ext>
            </a:extLst>
          </p:cNvPr>
          <p:cNvSpPr>
            <a:spLocks xmlns:a="http://schemas.openxmlformats.org/drawingml/2006/main" noGrp="1"/>
          </p:cNvSpPr>
          <p:nvPr/>
        </p:nvSpPr>
        <p:spPr>
          <a:xfrm xmlns:a="http://schemas.openxmlformats.org/drawingml/2006/main" flipH="0" flipV="0">
            <a:off x="9010650" y="40576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0BB0443D-84D9-45D8-854C-9940CC84C172}"/>
              </a:ext>
            </a:extLst>
          </p:cNvPr>
          <p:cNvSpPr>
            <a:spLocks xmlns:a="http://schemas.openxmlformats.org/drawingml/2006/main" noGrp="1"/>
          </p:cNvSpPr>
          <p:nvPr/>
        </p:nvSpPr>
        <p:spPr>
          <a:xfrm xmlns:a="http://schemas.openxmlformats.org/drawingml/2006/main">
            <a:off x="9010650" y="42672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환경 설정</a:t>
            </a:r>
          </a:p>
        </p:txBody>
      </p:sp>
      <p:sp>
        <p:nvSpPr>
          <p:cNvPr id="17" name="">
            <a:extLst xmlns:a="http://schemas.openxmlformats.org/drawingml/2006/main">
              <a:ext uri="{FF2B5EF4-FFF2-40B4-BE49-F238E27FC236}">
                <a16:creationId xmlns:a16="http://schemas.microsoft.com/office/drawing/2014/main" id="{D6B132EB-F6C5-457D-A548-C7E2E9B51FA1}"/>
              </a:ext>
            </a:extLst>
          </p:cNvPr>
          <p:cNvSpPr>
            <a:spLocks xmlns:a="http://schemas.openxmlformats.org/drawingml/2006/main" noGrp="1"/>
          </p:cNvSpPr>
          <p:nvPr/>
        </p:nvSpPr>
        <p:spPr>
          <a:xfrm xmlns:a="http://schemas.openxmlformats.org/drawingml/2006/main">
            <a:off x="9010650" y="46291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.vscode 4종</a:t>
            </a:r>
          </a:p>
        </p:txBody>
      </p:sp>
      <p:sp>
        <p:nvSpPr>
          <p:cNvPr id="18" name="">
            <a:extLst xmlns:a="http://schemas.openxmlformats.org/drawingml/2006/main">
              <a:ext uri="{FF2B5EF4-FFF2-40B4-BE49-F238E27FC236}">
                <a16:creationId xmlns:a16="http://schemas.microsoft.com/office/drawing/2014/main" id="{844BC99B-E32A-40AE-AFD0-7CD1DF98432F}"/>
              </a:ext>
            </a:extLst>
          </p:cNvPr>
          <p:cNvSpPr>
            <a:spLocks xmlns:a="http://schemas.openxmlformats.org/drawingml/2006/main" noGrp="1"/>
          </p:cNvSpPr>
          <p:nvPr/>
        </p:nvSpPr>
        <p:spPr>
          <a:xfrm xmlns:a="http://schemas.openxmlformats.org/drawingml/2006/main" flipH="0" flipV="0">
            <a:off x="9010650" y="51816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2086402761"/>
      </p:ext>
    </p:extLst>
  </p:cSld>
</p:sld>
</file>

<file path=ppt/slides/slide7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8EF504E-04A0-4588-BEAB-24AD9881CE7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DD586D6E-0A30-412F-A3E2-D584B629F8C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72</a:t>
            </a:r>
          </a:p>
        </p:txBody>
      </p:sp>
      <p:sp>
        <p:nvSpPr>
          <p:cNvPr id="3" name="">
            <a:extLst xmlns:a="http://schemas.openxmlformats.org/drawingml/2006/main">
              <a:ext uri="{FF2B5EF4-FFF2-40B4-BE49-F238E27FC236}">
                <a16:creationId xmlns:a16="http://schemas.microsoft.com/office/drawing/2014/main" id="{78898A44-3958-42AC-A30E-04EC1A5DA56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8C81F20D-8201-42C5-BB0A-51B1723DCAB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4CCF0D1-656A-46FD-ADAF-E6458D7A2B8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654B52F-F39A-4ADF-BC03-C86E9826554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API 요청·응답 명세</a:t>
            </a:r>
          </a:p>
        </p:txBody>
      </p:sp>
      <p:sp>
        <p:nvSpPr>
          <p:cNvPr id="7" name="">
            <a:extLst xmlns:a="http://schemas.openxmlformats.org/drawingml/2006/main">
              <a:ext uri="{FF2B5EF4-FFF2-40B4-BE49-F238E27FC236}">
                <a16:creationId xmlns:a16="http://schemas.microsoft.com/office/drawing/2014/main" id="{55FB18EF-9027-43B0-A1FF-6860A8794F8E}"/>
              </a:ext>
            </a:extLst>
          </p:cNvPr>
          <p:cNvSpPr>
            <a:spLocks xmlns:a="http://schemas.openxmlformats.org/drawingml/2006/main" noGrp="1"/>
          </p:cNvSpPr>
          <p:nvPr/>
        </p:nvSpPr>
        <p:spPr>
          <a:xfrm xmlns:a="http://schemas.openxmlformats.org/drawingml/2006/main" rot="0">
            <a:off x="609600" y="1390650"/>
            <a:ext cx="8020050" cy="4552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f3a273fedadb48ee"/>
          <a:srcRect xmlns:a="http://schemas.openxmlformats.org/drawingml/2006/main" l="93" t="0" r="93" b="0"/>
          <a:stretch xmlns:a="http://schemas.openxmlformats.org/drawingml/2006/main">
            <a:fillRect l="0" t="0" r="0" b="0"/>
          </a:stretch>
        </p:blipFill>
        <p:spPr>
          <a:xfrm xmlns:a="http://schemas.openxmlformats.org/drawingml/2006/main">
            <a:off x="647700" y="1428750"/>
            <a:ext cx="7943850" cy="44767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EE361223-C703-4CC5-8066-5DDB23D28747}"/>
              </a:ext>
            </a:extLst>
          </p:cNvPr>
          <p:cNvSpPr>
            <a:spLocks xmlns:a="http://schemas.openxmlformats.org/drawingml/2006/main" noGrp="1"/>
          </p:cNvSpPr>
          <p:nvPr/>
        </p:nvSpPr>
        <p:spPr>
          <a:xfrm xmlns:a="http://schemas.openxmlformats.org/drawingml/2006/main">
            <a:off x="9010650" y="15049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명세 확인</a:t>
            </a:r>
          </a:p>
        </p:txBody>
      </p:sp>
      <p:sp>
        <p:nvSpPr>
          <p:cNvPr id="10" name="">
            <a:extLst xmlns:a="http://schemas.openxmlformats.org/drawingml/2006/main">
              <a:ext uri="{FF2B5EF4-FFF2-40B4-BE49-F238E27FC236}">
                <a16:creationId xmlns:a16="http://schemas.microsoft.com/office/drawing/2014/main" id="{A2D01133-B514-4540-A258-93F0C9D562F0}"/>
              </a:ext>
            </a:extLst>
          </p:cNvPr>
          <p:cNvSpPr>
            <a:spLocks xmlns:a="http://schemas.openxmlformats.org/drawingml/2006/main" noGrp="1"/>
          </p:cNvSpPr>
          <p:nvPr/>
        </p:nvSpPr>
        <p:spPr>
          <a:xfrm xmlns:a="http://schemas.openxmlformats.org/drawingml/2006/main">
            <a:off x="9010650" y="20193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요청 경로</a:t>
            </a:r>
          </a:p>
        </p:txBody>
      </p:sp>
      <p:sp>
        <p:nvSpPr>
          <p:cNvPr id="11" name="">
            <a:extLst xmlns:a="http://schemas.openxmlformats.org/drawingml/2006/main">
              <a:ext uri="{FF2B5EF4-FFF2-40B4-BE49-F238E27FC236}">
                <a16:creationId xmlns:a16="http://schemas.microsoft.com/office/drawing/2014/main" id="{C49569A2-3B8A-41FD-9967-652BEA1897F9}"/>
              </a:ext>
            </a:extLst>
          </p:cNvPr>
          <p:cNvSpPr>
            <a:spLocks xmlns:a="http://schemas.openxmlformats.org/drawingml/2006/main" noGrp="1"/>
          </p:cNvSpPr>
          <p:nvPr/>
        </p:nvSpPr>
        <p:spPr>
          <a:xfrm xmlns:a="http://schemas.openxmlformats.org/drawingml/2006/main">
            <a:off x="9010650" y="2381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POST /api/v1/generate</a:t>
            </a:r>
          </a:p>
        </p:txBody>
      </p:sp>
      <p:sp>
        <p:nvSpPr>
          <p:cNvPr id="12" name="">
            <a:extLst xmlns:a="http://schemas.openxmlformats.org/drawingml/2006/main">
              <a:ext uri="{FF2B5EF4-FFF2-40B4-BE49-F238E27FC236}">
                <a16:creationId xmlns:a16="http://schemas.microsoft.com/office/drawing/2014/main" id="{A3B7FCA8-4A51-451A-9B78-CB205E09F684}"/>
              </a:ext>
            </a:extLst>
          </p:cNvPr>
          <p:cNvSpPr>
            <a:spLocks xmlns:a="http://schemas.openxmlformats.org/drawingml/2006/main" noGrp="1"/>
          </p:cNvSpPr>
          <p:nvPr/>
        </p:nvSpPr>
        <p:spPr>
          <a:xfrm xmlns:a="http://schemas.openxmlformats.org/drawingml/2006/main" flipH="0" flipV="0">
            <a:off x="9010650" y="2933700"/>
            <a:ext cx="25717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A83DE62D-3A57-4326-8238-805E3A396E14}"/>
              </a:ext>
            </a:extLst>
          </p:cNvPr>
          <p:cNvSpPr>
            <a:spLocks xmlns:a="http://schemas.openxmlformats.org/drawingml/2006/main" noGrp="1"/>
          </p:cNvSpPr>
          <p:nvPr/>
        </p:nvSpPr>
        <p:spPr>
          <a:xfrm xmlns:a="http://schemas.openxmlformats.org/drawingml/2006/main">
            <a:off x="9010650" y="31432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본문 형식</a:t>
            </a:r>
          </a:p>
        </p:txBody>
      </p:sp>
      <p:sp>
        <p:nvSpPr>
          <p:cNvPr id="14" name="">
            <a:extLst xmlns:a="http://schemas.openxmlformats.org/drawingml/2006/main">
              <a:ext uri="{FF2B5EF4-FFF2-40B4-BE49-F238E27FC236}">
                <a16:creationId xmlns:a16="http://schemas.microsoft.com/office/drawing/2014/main" id="{7588FBBA-E943-462E-AC27-8549EE39150C}"/>
              </a:ext>
            </a:extLst>
          </p:cNvPr>
          <p:cNvSpPr>
            <a:spLocks xmlns:a="http://schemas.openxmlformats.org/drawingml/2006/main" noGrp="1"/>
          </p:cNvSpPr>
          <p:nvPr/>
        </p:nvSpPr>
        <p:spPr>
          <a:xfrm xmlns:a="http://schemas.openxmlformats.org/drawingml/2006/main">
            <a:off x="9010650" y="35052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application/json</a:t>
            </a:r>
          </a:p>
        </p:txBody>
      </p:sp>
      <p:sp>
        <p:nvSpPr>
          <p:cNvPr id="15" name="">
            <a:extLst xmlns:a="http://schemas.openxmlformats.org/drawingml/2006/main">
              <a:ext uri="{FF2B5EF4-FFF2-40B4-BE49-F238E27FC236}">
                <a16:creationId xmlns:a16="http://schemas.microsoft.com/office/drawing/2014/main" id="{B2A82B9D-4AB8-40BA-BF20-E9E0C14D81AB}"/>
              </a:ext>
            </a:extLst>
          </p:cNvPr>
          <p:cNvSpPr>
            <a:spLocks xmlns:a="http://schemas.openxmlformats.org/drawingml/2006/main" noGrp="1"/>
          </p:cNvSpPr>
          <p:nvPr/>
        </p:nvSpPr>
        <p:spPr>
          <a:xfrm xmlns:a="http://schemas.openxmlformats.org/drawingml/2006/main" flipH="0" flipV="0">
            <a:off x="9010650" y="4057650"/>
            <a:ext cx="25717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040EB086-852C-4882-8861-4F77DF9B27AB}"/>
              </a:ext>
            </a:extLst>
          </p:cNvPr>
          <p:cNvSpPr>
            <a:spLocks xmlns:a="http://schemas.openxmlformats.org/drawingml/2006/main" noGrp="1"/>
          </p:cNvSpPr>
          <p:nvPr/>
        </p:nvSpPr>
        <p:spPr>
          <a:xfrm xmlns:a="http://schemas.openxmlformats.org/drawingml/2006/main">
            <a:off x="9010650" y="42672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잘못된 요청</a:t>
            </a:r>
          </a:p>
        </p:txBody>
      </p:sp>
      <p:sp>
        <p:nvSpPr>
          <p:cNvPr id="17" name="">
            <a:extLst xmlns:a="http://schemas.openxmlformats.org/drawingml/2006/main">
              <a:ext uri="{FF2B5EF4-FFF2-40B4-BE49-F238E27FC236}">
                <a16:creationId xmlns:a16="http://schemas.microsoft.com/office/drawing/2014/main" id="{6173BA73-5102-43A5-8D3F-BE876A9FEB18}"/>
              </a:ext>
            </a:extLst>
          </p:cNvPr>
          <p:cNvSpPr>
            <a:spLocks xmlns:a="http://schemas.openxmlformats.org/drawingml/2006/main" noGrp="1"/>
          </p:cNvSpPr>
          <p:nvPr/>
        </p:nvSpPr>
        <p:spPr>
          <a:xfrm xmlns:a="http://schemas.openxmlformats.org/drawingml/2006/main">
            <a:off x="9010650" y="46291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422 검증 오류</a:t>
            </a:r>
          </a:p>
        </p:txBody>
      </p:sp>
      <p:sp>
        <p:nvSpPr>
          <p:cNvPr id="18" name="">
            <a:extLst xmlns:a="http://schemas.openxmlformats.org/drawingml/2006/main">
              <a:ext uri="{FF2B5EF4-FFF2-40B4-BE49-F238E27FC236}">
                <a16:creationId xmlns:a16="http://schemas.microsoft.com/office/drawing/2014/main" id="{F22D1C2B-821D-4641-BAC5-5C974F7CA50B}"/>
              </a:ext>
            </a:extLst>
          </p:cNvPr>
          <p:cNvSpPr>
            <a:spLocks xmlns:a="http://schemas.openxmlformats.org/drawingml/2006/main" noGrp="1"/>
          </p:cNvSpPr>
          <p:nvPr/>
        </p:nvSpPr>
        <p:spPr>
          <a:xfrm xmlns:a="http://schemas.openxmlformats.org/drawingml/2006/main" flipH="0" flipV="0">
            <a:off x="9010650" y="5181600"/>
            <a:ext cx="25717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61914681"/>
      </p:ext>
    </p:extLst>
  </p:cSld>
</p:sld>
</file>

<file path=ppt/slides/slide7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8B28077-4EBE-45BA-81C6-609AE66EEA6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70779BB3-7B5E-4894-9549-5D7B7E58B78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73</a:t>
            </a:r>
          </a:p>
        </p:txBody>
      </p:sp>
      <p:sp>
        <p:nvSpPr>
          <p:cNvPr id="3" name="">
            <a:extLst xmlns:a="http://schemas.openxmlformats.org/drawingml/2006/main">
              <a:ext uri="{FF2B5EF4-FFF2-40B4-BE49-F238E27FC236}">
                <a16:creationId xmlns:a16="http://schemas.microsoft.com/office/drawing/2014/main" id="{17E09329-A002-48A5-A28A-F4621B19574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580E98F1-AE52-42A4-9F57-D26E852D220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87FCF54-CBDF-4426-8782-4DFE18764EC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6B851CD7-DC3C-48BD-B35D-2FABC9BC2C5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운영 확인용 API 엔드포인트</a:t>
            </a:r>
          </a:p>
        </p:txBody>
      </p:sp>
      <p:sp>
        <p:nvSpPr>
          <p:cNvPr id="7" name="">
            <a:extLst xmlns:a="http://schemas.openxmlformats.org/drawingml/2006/main">
              <a:ext uri="{FF2B5EF4-FFF2-40B4-BE49-F238E27FC236}">
                <a16:creationId xmlns:a16="http://schemas.microsoft.com/office/drawing/2014/main" id="{00BCEADC-543C-4D32-9BF7-EA3E90952876}"/>
              </a:ext>
            </a:extLst>
          </p:cNvPr>
          <p:cNvSpPr>
            <a:spLocks xmlns:a="http://schemas.openxmlformats.org/drawingml/2006/main" noGrp="1"/>
          </p:cNvSpPr>
          <p:nvPr/>
        </p:nvSpPr>
        <p:spPr>
          <a:xfrm xmlns:a="http://schemas.openxmlformats.org/drawingml/2006/main">
            <a:off x="6096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2563EB"/>
                </a:solidFill>
                <a:latin typeface="Menlo"/>
                <a:ea typeface="Menlo"/>
                <a:cs typeface="Menlo"/>
              </a:defRPr>
            </a:pPr>
            <a:r>
              <a:rPr sz="1650" b="1">
                <a:solidFill>
                  <a:srgbClr val="2563EB"/>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17387E17-EE49-480C-97B0-D1F1EA9BC5DC}"/>
              </a:ext>
            </a:extLst>
          </p:cNvPr>
          <p:cNvSpPr>
            <a:spLocks xmlns:a="http://schemas.openxmlformats.org/drawingml/2006/main" noGrp="1"/>
          </p:cNvSpPr>
          <p:nvPr/>
        </p:nvSpPr>
        <p:spPr>
          <a:xfrm xmlns:a="http://schemas.openxmlformats.org/drawingml/2006/main">
            <a:off x="6096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2563EB"/>
                </a:solidFill>
                <a:latin typeface="AppleGothic"/>
                <a:ea typeface="AppleGothic"/>
                <a:cs typeface="AppleGothic"/>
              </a:defRPr>
            </a:pPr>
            <a:r>
              <a:rPr sz="2100" b="1">
                <a:solidFill>
                  <a:srgbClr val="2563EB"/>
                </a:solidFill>
                <a:latin typeface="AppleGothic"/>
                <a:ea typeface="AppleGothic"/>
                <a:cs typeface="AppleGothic"/>
              </a:rPr>
              <a:t>/traces</a:t>
            </a:r>
          </a:p>
        </p:txBody>
      </p:sp>
      <p:sp>
        <p:nvSpPr>
          <p:cNvPr id="9" name="">
            <a:extLst xmlns:a="http://schemas.openxmlformats.org/drawingml/2006/main">
              <a:ext uri="{FF2B5EF4-FFF2-40B4-BE49-F238E27FC236}">
                <a16:creationId xmlns:a16="http://schemas.microsoft.com/office/drawing/2014/main" id="{985FB10B-2B5B-4097-A978-F8F77B807E1E}"/>
              </a:ext>
            </a:extLst>
          </p:cNvPr>
          <p:cNvSpPr>
            <a:spLocks xmlns:a="http://schemas.openxmlformats.org/drawingml/2006/main" noGrp="1"/>
          </p:cNvSpPr>
          <p:nvPr/>
        </p:nvSpPr>
        <p:spPr>
          <a:xfrm xmlns:a="http://schemas.openxmlformats.org/drawingml/2006/main" flipH="0" flipV="0">
            <a:off x="609600" y="3448050"/>
            <a:ext cx="257175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0" name="">
            <a:extLst xmlns:a="http://schemas.openxmlformats.org/drawingml/2006/main">
              <a:ext uri="{FF2B5EF4-FFF2-40B4-BE49-F238E27FC236}">
                <a16:creationId xmlns:a16="http://schemas.microsoft.com/office/drawing/2014/main" id="{2C3F1897-7201-4D23-B099-BB96C9966658}"/>
              </a:ext>
            </a:extLst>
          </p:cNvPr>
          <p:cNvSpPr>
            <a:spLocks xmlns:a="http://schemas.openxmlformats.org/drawingml/2006/main" noGrp="1"/>
          </p:cNvSpPr>
          <p:nvPr/>
        </p:nvSpPr>
        <p:spPr>
          <a:xfrm xmlns:a="http://schemas.openxmlformats.org/drawingml/2006/main">
            <a:off x="6096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개별 실행과 원본 메타데이터</a:t>
            </a:r>
          </a:p>
        </p:txBody>
      </p:sp>
      <p:sp>
        <p:nvSpPr>
          <p:cNvPr id="11" name="">
            <a:extLst xmlns:a="http://schemas.openxmlformats.org/drawingml/2006/main">
              <a:ext uri="{FF2B5EF4-FFF2-40B4-BE49-F238E27FC236}">
                <a16:creationId xmlns:a16="http://schemas.microsoft.com/office/drawing/2014/main" id="{8E433780-35D7-439A-BB21-7801C0B1EFC8}"/>
              </a:ext>
            </a:extLst>
          </p:cNvPr>
          <p:cNvSpPr>
            <a:spLocks xmlns:a="http://schemas.openxmlformats.org/drawingml/2006/main" noGrp="1"/>
          </p:cNvSpPr>
          <p:nvPr/>
        </p:nvSpPr>
        <p:spPr>
          <a:xfrm xmlns:a="http://schemas.openxmlformats.org/drawingml/2006/main">
            <a:off x="34099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7FFD0F80-396F-4FC3-9431-A2FAABAB3C07}"/>
              </a:ext>
            </a:extLst>
          </p:cNvPr>
          <p:cNvSpPr>
            <a:spLocks xmlns:a="http://schemas.openxmlformats.org/drawingml/2006/main" noGrp="1"/>
          </p:cNvSpPr>
          <p:nvPr/>
        </p:nvSpPr>
        <p:spPr>
          <a:xfrm xmlns:a="http://schemas.openxmlformats.org/drawingml/2006/main">
            <a:off x="34099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/stats</a:t>
            </a:r>
          </a:p>
        </p:txBody>
      </p:sp>
      <p:sp>
        <p:nvSpPr>
          <p:cNvPr id="13" name="">
            <a:extLst xmlns:a="http://schemas.openxmlformats.org/drawingml/2006/main">
              <a:ext uri="{FF2B5EF4-FFF2-40B4-BE49-F238E27FC236}">
                <a16:creationId xmlns:a16="http://schemas.microsoft.com/office/drawing/2014/main" id="{093D1A93-261A-49F7-AAB9-486CA5E838D0}"/>
              </a:ext>
            </a:extLst>
          </p:cNvPr>
          <p:cNvSpPr>
            <a:spLocks xmlns:a="http://schemas.openxmlformats.org/drawingml/2006/main" noGrp="1"/>
          </p:cNvSpPr>
          <p:nvPr/>
        </p:nvSpPr>
        <p:spPr>
          <a:xfrm xmlns:a="http://schemas.openxmlformats.org/drawingml/2006/main" flipH="0" flipV="0">
            <a:off x="3409950" y="34480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854BA062-A90F-4544-A028-E9886E1F77F1}"/>
              </a:ext>
            </a:extLst>
          </p:cNvPr>
          <p:cNvSpPr>
            <a:spLocks xmlns:a="http://schemas.openxmlformats.org/drawingml/2006/main" noGrp="1"/>
          </p:cNvSpPr>
          <p:nvPr/>
        </p:nvSpPr>
        <p:spPr>
          <a:xfrm xmlns:a="http://schemas.openxmlformats.org/drawingml/2006/main">
            <a:off x="34099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수업용 통계 집계와 비교</a:t>
            </a:r>
          </a:p>
        </p:txBody>
      </p:sp>
      <p:sp>
        <p:nvSpPr>
          <p:cNvPr id="15" name="">
            <a:extLst xmlns:a="http://schemas.openxmlformats.org/drawingml/2006/main">
              <a:ext uri="{FF2B5EF4-FFF2-40B4-BE49-F238E27FC236}">
                <a16:creationId xmlns:a16="http://schemas.microsoft.com/office/drawing/2014/main" id="{B4216AC9-E91E-42F6-AA6D-30F3269671D0}"/>
              </a:ext>
            </a:extLst>
          </p:cNvPr>
          <p:cNvSpPr>
            <a:spLocks xmlns:a="http://schemas.openxmlformats.org/drawingml/2006/main" noGrp="1"/>
          </p:cNvSpPr>
          <p:nvPr/>
        </p:nvSpPr>
        <p:spPr>
          <a:xfrm xmlns:a="http://schemas.openxmlformats.org/drawingml/2006/main">
            <a:off x="62103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14EB2870-F5A8-4EA5-A790-58706CD4935F}"/>
              </a:ext>
            </a:extLst>
          </p:cNvPr>
          <p:cNvSpPr>
            <a:spLocks xmlns:a="http://schemas.openxmlformats.org/drawingml/2006/main" noGrp="1"/>
          </p:cNvSpPr>
          <p:nvPr/>
        </p:nvSpPr>
        <p:spPr>
          <a:xfrm xmlns:a="http://schemas.openxmlformats.org/drawingml/2006/main">
            <a:off x="62103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/metrics</a:t>
            </a:r>
          </a:p>
        </p:txBody>
      </p:sp>
      <p:sp>
        <p:nvSpPr>
          <p:cNvPr id="17" name="">
            <a:extLst xmlns:a="http://schemas.openxmlformats.org/drawingml/2006/main">
              <a:ext uri="{FF2B5EF4-FFF2-40B4-BE49-F238E27FC236}">
                <a16:creationId xmlns:a16="http://schemas.microsoft.com/office/drawing/2014/main" id="{989F3FE7-67D7-4B8F-B297-465E1A2F4379}"/>
              </a:ext>
            </a:extLst>
          </p:cNvPr>
          <p:cNvSpPr>
            <a:spLocks xmlns:a="http://schemas.openxmlformats.org/drawingml/2006/main" noGrp="1"/>
          </p:cNvSpPr>
          <p:nvPr/>
        </p:nvSpPr>
        <p:spPr>
          <a:xfrm xmlns:a="http://schemas.openxmlformats.org/drawingml/2006/main" flipH="0" flipV="0">
            <a:off x="6210300" y="34480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8" name="">
            <a:extLst xmlns:a="http://schemas.openxmlformats.org/drawingml/2006/main">
              <a:ext uri="{FF2B5EF4-FFF2-40B4-BE49-F238E27FC236}">
                <a16:creationId xmlns:a16="http://schemas.microsoft.com/office/drawing/2014/main" id="{D2DCFBC6-7027-4A89-9042-251CE7E39E93}"/>
              </a:ext>
            </a:extLst>
          </p:cNvPr>
          <p:cNvSpPr>
            <a:spLocks xmlns:a="http://schemas.openxmlformats.org/drawingml/2006/main" noGrp="1"/>
          </p:cNvSpPr>
          <p:nvPr/>
        </p:nvSpPr>
        <p:spPr>
          <a:xfrm xmlns:a="http://schemas.openxmlformats.org/drawingml/2006/main">
            <a:off x="62103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Prometheus 수집 형식</a:t>
            </a:r>
          </a:p>
        </p:txBody>
      </p:sp>
      <p:sp>
        <p:nvSpPr>
          <p:cNvPr id="19" name="">
            <a:extLst xmlns:a="http://schemas.openxmlformats.org/drawingml/2006/main">
              <a:ext uri="{FF2B5EF4-FFF2-40B4-BE49-F238E27FC236}">
                <a16:creationId xmlns:a16="http://schemas.microsoft.com/office/drawing/2014/main" id="{5F52DA5B-C147-417C-8245-D5317B4BD9BC}"/>
              </a:ext>
            </a:extLst>
          </p:cNvPr>
          <p:cNvSpPr>
            <a:spLocks xmlns:a="http://schemas.openxmlformats.org/drawingml/2006/main" noGrp="1"/>
          </p:cNvSpPr>
          <p:nvPr/>
        </p:nvSpPr>
        <p:spPr>
          <a:xfrm xmlns:a="http://schemas.openxmlformats.org/drawingml/2006/main">
            <a:off x="90106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12FBB3F6-5166-4768-AFD8-D8C30123C351}"/>
              </a:ext>
            </a:extLst>
          </p:cNvPr>
          <p:cNvSpPr>
            <a:spLocks xmlns:a="http://schemas.openxmlformats.org/drawingml/2006/main" noGrp="1"/>
          </p:cNvSpPr>
          <p:nvPr/>
        </p:nvSpPr>
        <p:spPr>
          <a:xfrm xmlns:a="http://schemas.openxmlformats.org/drawingml/2006/main">
            <a:off x="90106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/docs</a:t>
            </a:r>
          </a:p>
        </p:txBody>
      </p:sp>
      <p:sp>
        <p:nvSpPr>
          <p:cNvPr id="21" name="">
            <a:extLst xmlns:a="http://schemas.openxmlformats.org/drawingml/2006/main">
              <a:ext uri="{FF2B5EF4-FFF2-40B4-BE49-F238E27FC236}">
                <a16:creationId xmlns:a16="http://schemas.microsoft.com/office/drawing/2014/main" id="{B3EF5EDE-3BF6-4918-8FFD-A2D64611F931}"/>
              </a:ext>
            </a:extLst>
          </p:cNvPr>
          <p:cNvSpPr>
            <a:spLocks xmlns:a="http://schemas.openxmlformats.org/drawingml/2006/main" noGrp="1"/>
          </p:cNvSpPr>
          <p:nvPr/>
        </p:nvSpPr>
        <p:spPr>
          <a:xfrm xmlns:a="http://schemas.openxmlformats.org/drawingml/2006/main" flipH="0" flipV="0">
            <a:off x="9010650" y="34480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D80D7B53-43F1-45AF-BBA1-084E751D3696}"/>
              </a:ext>
            </a:extLst>
          </p:cNvPr>
          <p:cNvSpPr>
            <a:spLocks xmlns:a="http://schemas.openxmlformats.org/drawingml/2006/main" noGrp="1"/>
          </p:cNvSpPr>
          <p:nvPr/>
        </p:nvSpPr>
        <p:spPr>
          <a:xfrm xmlns:a="http://schemas.openxmlformats.org/drawingml/2006/main">
            <a:off x="90106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요청·응답 데이터 구조</a:t>
            </a:r>
          </a:p>
        </p:txBody>
      </p:sp>
      <p:sp>
        <p:nvSpPr>
          <p:cNvPr id="23" name="">
            <a:extLst xmlns:a="http://schemas.openxmlformats.org/drawingml/2006/main">
              <a:ext uri="{FF2B5EF4-FFF2-40B4-BE49-F238E27FC236}">
                <a16:creationId xmlns:a16="http://schemas.microsoft.com/office/drawing/2014/main" id="{382641FB-EC45-4D9F-AD1B-20DF3B340443}"/>
              </a:ext>
            </a:extLst>
          </p:cNvPr>
          <p:cNvSpPr>
            <a:spLocks xmlns:a="http://schemas.openxmlformats.org/drawingml/2006/main" noGrp="1"/>
          </p:cNvSpPr>
          <p:nvPr/>
        </p:nvSpPr>
        <p:spPr>
          <a:xfrm xmlns:a="http://schemas.openxmlformats.org/drawingml/2006/main">
            <a:off x="609600" y="55816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실행 한 건 · 사람의 비교 · 운영 수집 · 명세 확인의 서로 다른 관점</a:t>
            </a:r>
          </a:p>
        </p:txBody>
      </p:sp>
    </p:spTree>
    <p:extLst>
      <p:ext uri="{BB962C8B-B14F-4D97-AF65-F5344CB8AC3E}">
        <p14:creationId xmlns:p14="http://schemas.microsoft.com/office/powerpoint/2010/main" val="1233775736"/>
      </p:ext>
    </p:extLst>
  </p:cSld>
</p:sld>
</file>

<file path=ppt/slides/slide7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DBBA51-FF04-45D3-8C70-C79A56A733C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BE0241DB-6D6A-4F7D-8943-B590A1B0CBA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74</a:t>
            </a:r>
          </a:p>
        </p:txBody>
      </p:sp>
      <p:sp>
        <p:nvSpPr>
          <p:cNvPr id="3" name="">
            <a:extLst xmlns:a="http://schemas.openxmlformats.org/drawingml/2006/main">
              <a:ext uri="{FF2B5EF4-FFF2-40B4-BE49-F238E27FC236}">
                <a16:creationId xmlns:a16="http://schemas.microsoft.com/office/drawing/2014/main" id="{37730800-2B9B-4F6D-B0B5-7B019EA20A5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13A8492-BCF7-4081-ACA9-408A2E5BD57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62EA3826-C0CC-4D55-807A-2407FA86302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16338036-D687-4A0E-BC64-246D745C55ED}"/>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실습 사용자 화면의 입력 구성</a:t>
            </a:r>
          </a:p>
        </p:txBody>
      </p:sp>
      <p:sp>
        <p:nvSpPr>
          <p:cNvPr id="7" name="">
            <a:extLst xmlns:a="http://schemas.openxmlformats.org/drawingml/2006/main">
              <a:ext uri="{FF2B5EF4-FFF2-40B4-BE49-F238E27FC236}">
                <a16:creationId xmlns:a16="http://schemas.microsoft.com/office/drawing/2014/main" id="{24CACD08-1F16-4CE5-80C7-479A870A1D38}"/>
              </a:ext>
            </a:extLst>
          </p:cNvPr>
          <p:cNvSpPr>
            <a:spLocks xmlns:a="http://schemas.openxmlformats.org/drawingml/2006/main" noGrp="1"/>
          </p:cNvSpPr>
          <p:nvPr/>
        </p:nvSpPr>
        <p:spPr>
          <a:xfrm xmlns:a="http://schemas.openxmlformats.org/drawingml/2006/main" rot="0">
            <a:off x="609600" y="1390650"/>
            <a:ext cx="10972800" cy="455295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1bcbcd20452c4005"/>
          <a:srcRect xmlns:a="http://schemas.openxmlformats.org/drawingml/2006/main" l="0" t="13481" r="0" b="13481"/>
          <a:stretch xmlns:a="http://schemas.openxmlformats.org/drawingml/2006/main">
            <a:fillRect l="0" t="0" r="0" b="0"/>
          </a:stretch>
        </p:blipFill>
        <p:spPr>
          <a:xfrm xmlns:a="http://schemas.openxmlformats.org/drawingml/2006/main">
            <a:off x="647700" y="1428750"/>
            <a:ext cx="10896600" cy="4476750"/>
          </a:xfrm>
          <a:prstGeom xmlns:a="http://schemas.openxmlformats.org/drawingml/2006/main" prst="rect">
            <a:avLst/>
          </a:prstGeom>
        </p:spPr>
      </p:pic>
    </p:spTree>
    <p:extLst>
      <p:ext uri="{BB962C8B-B14F-4D97-AF65-F5344CB8AC3E}">
        <p14:creationId xmlns:p14="http://schemas.microsoft.com/office/powerpoint/2010/main" val="1207293711"/>
      </p:ext>
    </p:extLst>
  </p:cSld>
</p:sld>
</file>

<file path=ppt/slides/slide7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199CD15-6F34-4EB4-B890-69CCBF2823A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99518436-CE78-4BF4-A40F-C8259DB1BB9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75</a:t>
            </a:r>
          </a:p>
        </p:txBody>
      </p:sp>
      <p:sp>
        <p:nvSpPr>
          <p:cNvPr id="3" name="">
            <a:extLst xmlns:a="http://schemas.openxmlformats.org/drawingml/2006/main">
              <a:ext uri="{FF2B5EF4-FFF2-40B4-BE49-F238E27FC236}">
                <a16:creationId xmlns:a16="http://schemas.microsoft.com/office/drawing/2014/main" id="{5CC52F07-C942-4FAB-803E-2C84F71C53F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320820F9-5119-4702-9FBB-FC2555B4358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BB2C564A-CDA8-402A-901B-799E8C13C10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C921475A-50E7-4DC3-8393-8FB20842207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응답 결과와 실행 추적</a:t>
            </a:r>
          </a:p>
        </p:txBody>
      </p:sp>
      <p:sp>
        <p:nvSpPr>
          <p:cNvPr id="7" name="">
            <a:extLst xmlns:a="http://schemas.openxmlformats.org/drawingml/2006/main">
              <a:ext uri="{FF2B5EF4-FFF2-40B4-BE49-F238E27FC236}">
                <a16:creationId xmlns:a16="http://schemas.microsoft.com/office/drawing/2014/main" id="{FAC387B0-FC5D-4EC6-AE9A-E1F610EF69F4}"/>
              </a:ext>
            </a:extLst>
          </p:cNvPr>
          <p:cNvSpPr>
            <a:spLocks xmlns:a="http://schemas.openxmlformats.org/drawingml/2006/main" noGrp="1"/>
          </p:cNvSpPr>
          <p:nvPr/>
        </p:nvSpPr>
        <p:spPr>
          <a:xfrm xmlns:a="http://schemas.openxmlformats.org/drawingml/2006/main" rot="0">
            <a:off x="609600" y="1390650"/>
            <a:ext cx="8020050" cy="455295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327d1bea6fc94192"/>
          <a:srcRect xmlns:a="http://schemas.openxmlformats.org/drawingml/2006/main" l="93" t="0" r="93" b="0"/>
          <a:stretch xmlns:a="http://schemas.openxmlformats.org/drawingml/2006/main">
            <a:fillRect l="0" t="0" r="0" b="0"/>
          </a:stretch>
        </p:blipFill>
        <p:spPr>
          <a:xfrm xmlns:a="http://schemas.openxmlformats.org/drawingml/2006/main">
            <a:off x="647700" y="1428750"/>
            <a:ext cx="7943850" cy="44767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9EDAE75-9EF6-466D-8F9B-5E983F76B6FB}"/>
              </a:ext>
            </a:extLst>
          </p:cNvPr>
          <p:cNvSpPr>
            <a:spLocks xmlns:a="http://schemas.openxmlformats.org/drawingml/2006/main" noGrp="1"/>
          </p:cNvSpPr>
          <p:nvPr/>
        </p:nvSpPr>
        <p:spPr>
          <a:xfrm xmlns:a="http://schemas.openxmlformats.org/drawingml/2006/main">
            <a:off x="9010650" y="15049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실행 추적 ff2c901e8a16</a:t>
            </a:r>
          </a:p>
        </p:txBody>
      </p:sp>
      <p:sp>
        <p:nvSpPr>
          <p:cNvPr id="10" name="">
            <a:extLst xmlns:a="http://schemas.openxmlformats.org/drawingml/2006/main">
              <a:ext uri="{FF2B5EF4-FFF2-40B4-BE49-F238E27FC236}">
                <a16:creationId xmlns:a16="http://schemas.microsoft.com/office/drawing/2014/main" id="{A570BDA8-EA6C-4927-973A-1B75AAAE9DAE}"/>
              </a:ext>
            </a:extLst>
          </p:cNvPr>
          <p:cNvSpPr>
            <a:spLocks xmlns:a="http://schemas.openxmlformats.org/drawingml/2006/main" noGrp="1"/>
          </p:cNvSpPr>
          <p:nvPr/>
        </p:nvSpPr>
        <p:spPr>
          <a:xfrm xmlns:a="http://schemas.openxmlformats.org/drawingml/2006/main">
            <a:off x="9010650" y="20193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실행 상태</a:t>
            </a:r>
          </a:p>
        </p:txBody>
      </p:sp>
      <p:sp>
        <p:nvSpPr>
          <p:cNvPr id="11" name="">
            <a:extLst xmlns:a="http://schemas.openxmlformats.org/drawingml/2006/main">
              <a:ext uri="{FF2B5EF4-FFF2-40B4-BE49-F238E27FC236}">
                <a16:creationId xmlns:a16="http://schemas.microsoft.com/office/drawing/2014/main" id="{835DEBDE-C4E9-41A4-BA46-AE434E1EF0BB}"/>
              </a:ext>
            </a:extLst>
          </p:cNvPr>
          <p:cNvSpPr>
            <a:spLocks xmlns:a="http://schemas.openxmlformats.org/drawingml/2006/main" noGrp="1"/>
          </p:cNvSpPr>
          <p:nvPr/>
        </p:nvSpPr>
        <p:spPr>
          <a:xfrm xmlns:a="http://schemas.openxmlformats.org/drawingml/2006/main">
            <a:off x="9010650" y="2381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정상</a:t>
            </a:r>
          </a:p>
        </p:txBody>
      </p:sp>
      <p:sp>
        <p:nvSpPr>
          <p:cNvPr id="12" name="">
            <a:extLst xmlns:a="http://schemas.openxmlformats.org/drawingml/2006/main">
              <a:ext uri="{FF2B5EF4-FFF2-40B4-BE49-F238E27FC236}">
                <a16:creationId xmlns:a16="http://schemas.microsoft.com/office/drawing/2014/main" id="{225C875B-29F4-4C3B-B55E-9F4E7A533CCC}"/>
              </a:ext>
            </a:extLst>
          </p:cNvPr>
          <p:cNvSpPr>
            <a:spLocks xmlns:a="http://schemas.openxmlformats.org/drawingml/2006/main" noGrp="1"/>
          </p:cNvSpPr>
          <p:nvPr/>
        </p:nvSpPr>
        <p:spPr>
          <a:xfrm xmlns:a="http://schemas.openxmlformats.org/drawingml/2006/main" flipH="0" flipV="0">
            <a:off x="9010650" y="29337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8A9B9D0A-5060-4A03-8AB4-7A316A3B2F5D}"/>
              </a:ext>
            </a:extLst>
          </p:cNvPr>
          <p:cNvSpPr>
            <a:spLocks xmlns:a="http://schemas.openxmlformats.org/drawingml/2006/main" noGrp="1"/>
          </p:cNvSpPr>
          <p:nvPr/>
        </p:nvSpPr>
        <p:spPr>
          <a:xfrm xmlns:a="http://schemas.openxmlformats.org/drawingml/2006/main">
            <a:off x="9010650" y="31432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응답 지연</a:t>
            </a:r>
          </a:p>
        </p:txBody>
      </p:sp>
      <p:sp>
        <p:nvSpPr>
          <p:cNvPr id="14" name="">
            <a:extLst xmlns:a="http://schemas.openxmlformats.org/drawingml/2006/main">
              <a:ext uri="{FF2B5EF4-FFF2-40B4-BE49-F238E27FC236}">
                <a16:creationId xmlns:a16="http://schemas.microsoft.com/office/drawing/2014/main" id="{26058CD5-3288-4666-93AC-E57324309EC7}"/>
              </a:ext>
            </a:extLst>
          </p:cNvPr>
          <p:cNvSpPr>
            <a:spLocks xmlns:a="http://schemas.openxmlformats.org/drawingml/2006/main" noGrp="1"/>
          </p:cNvSpPr>
          <p:nvPr/>
        </p:nvSpPr>
        <p:spPr>
          <a:xfrm xmlns:a="http://schemas.openxmlformats.org/drawingml/2006/main">
            <a:off x="9010650" y="35052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0.12 ms</a:t>
            </a:r>
          </a:p>
        </p:txBody>
      </p:sp>
      <p:sp>
        <p:nvSpPr>
          <p:cNvPr id="15" name="">
            <a:extLst xmlns:a="http://schemas.openxmlformats.org/drawingml/2006/main">
              <a:ext uri="{FF2B5EF4-FFF2-40B4-BE49-F238E27FC236}">
                <a16:creationId xmlns:a16="http://schemas.microsoft.com/office/drawing/2014/main" id="{D4103A71-9242-49EA-93B6-87D1952638AF}"/>
              </a:ext>
            </a:extLst>
          </p:cNvPr>
          <p:cNvSpPr>
            <a:spLocks xmlns:a="http://schemas.openxmlformats.org/drawingml/2006/main" noGrp="1"/>
          </p:cNvSpPr>
          <p:nvPr/>
        </p:nvSpPr>
        <p:spPr>
          <a:xfrm xmlns:a="http://schemas.openxmlformats.org/drawingml/2006/main" flipH="0" flipV="0">
            <a:off x="9010650" y="40576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A798BAF3-B980-4247-B77E-BAE139E97F6E}"/>
              </a:ext>
            </a:extLst>
          </p:cNvPr>
          <p:cNvSpPr>
            <a:spLocks xmlns:a="http://schemas.openxmlformats.org/drawingml/2006/main" noGrp="1"/>
          </p:cNvSpPr>
          <p:nvPr/>
        </p:nvSpPr>
        <p:spPr>
          <a:xfrm xmlns:a="http://schemas.openxmlformats.org/drawingml/2006/main">
            <a:off x="9010650" y="42672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추정 토큰</a:t>
            </a:r>
          </a:p>
        </p:txBody>
      </p:sp>
      <p:sp>
        <p:nvSpPr>
          <p:cNvPr id="17" name="">
            <a:extLst xmlns:a="http://schemas.openxmlformats.org/drawingml/2006/main">
              <a:ext uri="{FF2B5EF4-FFF2-40B4-BE49-F238E27FC236}">
                <a16:creationId xmlns:a16="http://schemas.microsoft.com/office/drawing/2014/main" id="{D8477A0F-2289-4E86-9B83-4B7B7B1963F1}"/>
              </a:ext>
            </a:extLst>
          </p:cNvPr>
          <p:cNvSpPr>
            <a:spLocks xmlns:a="http://schemas.openxmlformats.org/drawingml/2006/main" noGrp="1"/>
          </p:cNvSpPr>
          <p:nvPr/>
        </p:nvSpPr>
        <p:spPr>
          <a:xfrm xmlns:a="http://schemas.openxmlformats.org/drawingml/2006/main">
            <a:off x="9010650" y="46291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63</a:t>
            </a:r>
          </a:p>
        </p:txBody>
      </p:sp>
      <p:sp>
        <p:nvSpPr>
          <p:cNvPr id="18" name="">
            <a:extLst xmlns:a="http://schemas.openxmlformats.org/drawingml/2006/main">
              <a:ext uri="{FF2B5EF4-FFF2-40B4-BE49-F238E27FC236}">
                <a16:creationId xmlns:a16="http://schemas.microsoft.com/office/drawing/2014/main" id="{948D5361-D749-46F7-95CB-6483AF8A78CD}"/>
              </a:ext>
            </a:extLst>
          </p:cNvPr>
          <p:cNvSpPr>
            <a:spLocks xmlns:a="http://schemas.openxmlformats.org/drawingml/2006/main" noGrp="1"/>
          </p:cNvSpPr>
          <p:nvPr/>
        </p:nvSpPr>
        <p:spPr>
          <a:xfrm xmlns:a="http://schemas.openxmlformats.org/drawingml/2006/main" flipH="0" flipV="0">
            <a:off x="9010650" y="51816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1528072106"/>
      </p:ext>
    </p:extLst>
  </p:cSld>
</p:sld>
</file>

<file path=ppt/slides/slide7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60CD53B9-78B0-48F4-A293-48E8CA620C6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A68CBF56-8E5E-48C1-AB98-9BD7D590911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76</a:t>
            </a:r>
          </a:p>
        </p:txBody>
      </p:sp>
      <p:sp>
        <p:nvSpPr>
          <p:cNvPr id="3" name="">
            <a:extLst xmlns:a="http://schemas.openxmlformats.org/drawingml/2006/main">
              <a:ext uri="{FF2B5EF4-FFF2-40B4-BE49-F238E27FC236}">
                <a16:creationId xmlns:a16="http://schemas.microsoft.com/office/drawing/2014/main" id="{D9B4655B-9381-4E37-80E5-3B39A882EFB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E022FB2-559D-4BA5-A73E-0431AEDC688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70533BC5-03B3-43E3-90D3-66D62B5F911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2F7FC77-A987-4443-BBA5-7E3B094EEAB8}"/>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기준선·변형의 단일 변수 실험</a:t>
            </a:r>
          </a:p>
        </p:txBody>
      </p:sp>
      <p:sp>
        <p:nvSpPr>
          <p:cNvPr id="7" name="">
            <a:extLst xmlns:a="http://schemas.openxmlformats.org/drawingml/2006/main">
              <a:ext uri="{FF2B5EF4-FFF2-40B4-BE49-F238E27FC236}">
                <a16:creationId xmlns:a16="http://schemas.microsoft.com/office/drawing/2014/main" id="{E1131D0A-91CE-4319-BE9F-AD29289FBCC0}"/>
              </a:ext>
            </a:extLst>
          </p:cNvPr>
          <p:cNvSpPr>
            <a:spLocks xmlns:a="http://schemas.openxmlformats.org/drawingml/2006/main" noGrp="1"/>
          </p:cNvSpPr>
          <p:nvPr/>
        </p:nvSpPr>
        <p:spPr>
          <a:xfrm xmlns:a="http://schemas.openxmlformats.org/drawingml/2006/main" rot="0">
            <a:off x="609600" y="1752600"/>
            <a:ext cx="211455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CC62AFAA-7C4A-4009-9FDF-E51F7CF84466}"/>
              </a:ext>
            </a:extLst>
          </p:cNvPr>
          <p:cNvSpPr>
            <a:spLocks xmlns:a="http://schemas.openxmlformats.org/drawingml/2006/main" noGrp="1"/>
          </p:cNvSpPr>
          <p:nvPr/>
        </p:nvSpPr>
        <p:spPr>
          <a:xfrm xmlns:a="http://schemas.openxmlformats.org/drawingml/2006/main">
            <a:off x="723900" y="1752600"/>
            <a:ext cx="1885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r>
              <a:t/>
            </a:r>
          </a:p>
        </p:txBody>
      </p:sp>
      <p:sp>
        <p:nvSpPr>
          <p:cNvPr id="9" name="">
            <a:extLst xmlns:a="http://schemas.openxmlformats.org/drawingml/2006/main">
              <a:ext uri="{FF2B5EF4-FFF2-40B4-BE49-F238E27FC236}">
                <a16:creationId xmlns:a16="http://schemas.microsoft.com/office/drawing/2014/main" id="{A9A2B94D-3505-46E4-90E8-793ADCEFF0B4}"/>
              </a:ext>
            </a:extLst>
          </p:cNvPr>
          <p:cNvSpPr>
            <a:spLocks xmlns:a="http://schemas.openxmlformats.org/drawingml/2006/main" noGrp="1"/>
          </p:cNvSpPr>
          <p:nvPr/>
        </p:nvSpPr>
        <p:spPr>
          <a:xfrm xmlns:a="http://schemas.openxmlformats.org/drawingml/2006/main" rot="0">
            <a:off x="2724150" y="1752600"/>
            <a:ext cx="35433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92A09A5B-EA8C-44BC-9D32-6EA25191BD03}"/>
              </a:ext>
            </a:extLst>
          </p:cNvPr>
          <p:cNvSpPr>
            <a:spLocks xmlns:a="http://schemas.openxmlformats.org/drawingml/2006/main" noGrp="1"/>
          </p:cNvSpPr>
          <p:nvPr/>
        </p:nvSpPr>
        <p:spPr>
          <a:xfrm xmlns:a="http://schemas.openxmlformats.org/drawingml/2006/main">
            <a:off x="2838450" y="1752600"/>
            <a:ext cx="33147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RUN A / BASELINE</a:t>
            </a:r>
          </a:p>
        </p:txBody>
      </p:sp>
      <p:sp>
        <p:nvSpPr>
          <p:cNvPr id="11" name="">
            <a:extLst xmlns:a="http://schemas.openxmlformats.org/drawingml/2006/main">
              <a:ext uri="{FF2B5EF4-FFF2-40B4-BE49-F238E27FC236}">
                <a16:creationId xmlns:a16="http://schemas.microsoft.com/office/drawing/2014/main" id="{4C971061-F308-4EFE-88D5-96311BFA49DB}"/>
              </a:ext>
            </a:extLst>
          </p:cNvPr>
          <p:cNvSpPr>
            <a:spLocks xmlns:a="http://schemas.openxmlformats.org/drawingml/2006/main" noGrp="1"/>
          </p:cNvSpPr>
          <p:nvPr/>
        </p:nvSpPr>
        <p:spPr>
          <a:xfrm xmlns:a="http://schemas.openxmlformats.org/drawingml/2006/main" rot="0">
            <a:off x="6267450" y="1752600"/>
            <a:ext cx="1333500" cy="5334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F7D9A957-5EBB-4548-A00B-830F37F36B20}"/>
              </a:ext>
            </a:extLst>
          </p:cNvPr>
          <p:cNvSpPr>
            <a:spLocks xmlns:a="http://schemas.openxmlformats.org/drawingml/2006/main" noGrp="1"/>
          </p:cNvSpPr>
          <p:nvPr/>
        </p:nvSpPr>
        <p:spPr>
          <a:xfrm xmlns:a="http://schemas.openxmlformats.org/drawingml/2006/main">
            <a:off x="6381750" y="1752600"/>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Δ</a:t>
            </a:r>
          </a:p>
        </p:txBody>
      </p:sp>
      <p:sp>
        <p:nvSpPr>
          <p:cNvPr id="13" name="">
            <a:extLst xmlns:a="http://schemas.openxmlformats.org/drawingml/2006/main">
              <a:ext uri="{FF2B5EF4-FFF2-40B4-BE49-F238E27FC236}">
                <a16:creationId xmlns:a16="http://schemas.microsoft.com/office/drawing/2014/main" id="{D4FFB950-843B-4E77-96DC-5C435A7EB26C}"/>
              </a:ext>
            </a:extLst>
          </p:cNvPr>
          <p:cNvSpPr>
            <a:spLocks xmlns:a="http://schemas.openxmlformats.org/drawingml/2006/main" noGrp="1"/>
          </p:cNvSpPr>
          <p:nvPr/>
        </p:nvSpPr>
        <p:spPr>
          <a:xfrm xmlns:a="http://schemas.openxmlformats.org/drawingml/2006/main" rot="0">
            <a:off x="7600950" y="1752600"/>
            <a:ext cx="398145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B3393F0F-A8B6-47DA-BCA5-163C54F04851}"/>
              </a:ext>
            </a:extLst>
          </p:cNvPr>
          <p:cNvSpPr>
            <a:spLocks xmlns:a="http://schemas.openxmlformats.org/drawingml/2006/main" noGrp="1"/>
          </p:cNvSpPr>
          <p:nvPr/>
        </p:nvSpPr>
        <p:spPr>
          <a:xfrm xmlns:a="http://schemas.openxmlformats.org/drawingml/2006/main">
            <a:off x="7715250" y="1752600"/>
            <a:ext cx="3752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RUN B / VARIANT</a:t>
            </a:r>
          </a:p>
        </p:txBody>
      </p:sp>
      <p:sp>
        <p:nvSpPr>
          <p:cNvPr id="15" name="">
            <a:extLst xmlns:a="http://schemas.openxmlformats.org/drawingml/2006/main">
              <a:ext uri="{FF2B5EF4-FFF2-40B4-BE49-F238E27FC236}">
                <a16:creationId xmlns:a16="http://schemas.microsoft.com/office/drawing/2014/main" id="{5CCB60F1-DFF0-49A0-9C42-0F1B9CA55792}"/>
              </a:ext>
            </a:extLst>
          </p:cNvPr>
          <p:cNvSpPr>
            <a:spLocks xmlns:a="http://schemas.openxmlformats.org/drawingml/2006/main" noGrp="1"/>
          </p:cNvSpPr>
          <p:nvPr/>
        </p:nvSpPr>
        <p:spPr>
          <a:xfrm xmlns:a="http://schemas.openxmlformats.org/drawingml/2006/main" rot="0">
            <a:off x="609600" y="2286000"/>
            <a:ext cx="21145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E6285374-B67F-4E56-B0D6-4335ED054DE1}"/>
              </a:ext>
            </a:extLst>
          </p:cNvPr>
          <p:cNvSpPr>
            <a:spLocks xmlns:a="http://schemas.openxmlformats.org/drawingml/2006/main" noGrp="1"/>
          </p:cNvSpPr>
          <p:nvPr/>
        </p:nvSpPr>
        <p:spPr>
          <a:xfrm xmlns:a="http://schemas.openxmlformats.org/drawingml/2006/main">
            <a:off x="723900" y="22860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입력</a:t>
            </a:r>
          </a:p>
        </p:txBody>
      </p:sp>
      <p:sp>
        <p:nvSpPr>
          <p:cNvPr id="17" name="">
            <a:extLst xmlns:a="http://schemas.openxmlformats.org/drawingml/2006/main">
              <a:ext uri="{FF2B5EF4-FFF2-40B4-BE49-F238E27FC236}">
                <a16:creationId xmlns:a16="http://schemas.microsoft.com/office/drawing/2014/main" id="{98AEB2BB-3A0A-45EA-A264-A2901AC32298}"/>
              </a:ext>
            </a:extLst>
          </p:cNvPr>
          <p:cNvSpPr>
            <a:spLocks xmlns:a="http://schemas.openxmlformats.org/drawingml/2006/main" noGrp="1"/>
          </p:cNvSpPr>
          <p:nvPr/>
        </p:nvSpPr>
        <p:spPr>
          <a:xfrm xmlns:a="http://schemas.openxmlformats.org/drawingml/2006/main" rot="0">
            <a:off x="2724150" y="2286000"/>
            <a:ext cx="35433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D2B7BAE6-B736-43E5-9C41-5AA59BFCF2F5}"/>
              </a:ext>
            </a:extLst>
          </p:cNvPr>
          <p:cNvSpPr>
            <a:spLocks xmlns:a="http://schemas.openxmlformats.org/drawingml/2006/main" noGrp="1"/>
          </p:cNvSpPr>
          <p:nvPr/>
        </p:nvSpPr>
        <p:spPr>
          <a:xfrm xmlns:a="http://schemas.openxmlformats.org/drawingml/2006/main">
            <a:off x="2838450" y="22860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동일 합성 고객 피드백</a:t>
            </a:r>
          </a:p>
        </p:txBody>
      </p:sp>
      <p:sp>
        <p:nvSpPr>
          <p:cNvPr id="19" name="">
            <a:extLst xmlns:a="http://schemas.openxmlformats.org/drawingml/2006/main">
              <a:ext uri="{FF2B5EF4-FFF2-40B4-BE49-F238E27FC236}">
                <a16:creationId xmlns:a16="http://schemas.microsoft.com/office/drawing/2014/main" id="{68817723-A5DA-4280-BC5A-7FB727FA4704}"/>
              </a:ext>
            </a:extLst>
          </p:cNvPr>
          <p:cNvSpPr>
            <a:spLocks xmlns:a="http://schemas.openxmlformats.org/drawingml/2006/main" noGrp="1"/>
          </p:cNvSpPr>
          <p:nvPr/>
        </p:nvSpPr>
        <p:spPr>
          <a:xfrm xmlns:a="http://schemas.openxmlformats.org/drawingml/2006/main" rot="0">
            <a:off x="6267450" y="2286000"/>
            <a:ext cx="1333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DF1EA576-08EF-43AC-91D3-578781A445E7}"/>
              </a:ext>
            </a:extLst>
          </p:cNvPr>
          <p:cNvSpPr>
            <a:spLocks xmlns:a="http://schemas.openxmlformats.org/drawingml/2006/main" noGrp="1"/>
          </p:cNvSpPr>
          <p:nvPr/>
        </p:nvSpPr>
        <p:spPr>
          <a:xfrm xmlns:a="http://schemas.openxmlformats.org/drawingml/2006/main">
            <a:off x="6381750" y="22860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a:t>
            </a:r>
          </a:p>
        </p:txBody>
      </p:sp>
      <p:sp>
        <p:nvSpPr>
          <p:cNvPr id="21" name="">
            <a:extLst xmlns:a="http://schemas.openxmlformats.org/drawingml/2006/main">
              <a:ext uri="{FF2B5EF4-FFF2-40B4-BE49-F238E27FC236}">
                <a16:creationId xmlns:a16="http://schemas.microsoft.com/office/drawing/2014/main" id="{6903146C-F859-4AF6-844A-14317EFF7192}"/>
              </a:ext>
            </a:extLst>
          </p:cNvPr>
          <p:cNvSpPr>
            <a:spLocks xmlns:a="http://schemas.openxmlformats.org/drawingml/2006/main" noGrp="1"/>
          </p:cNvSpPr>
          <p:nvPr/>
        </p:nvSpPr>
        <p:spPr>
          <a:xfrm xmlns:a="http://schemas.openxmlformats.org/drawingml/2006/main" rot="0">
            <a:off x="7600950" y="2286000"/>
            <a:ext cx="39814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A7F1402F-C1A3-4694-AE2D-5A8A981434B0}"/>
              </a:ext>
            </a:extLst>
          </p:cNvPr>
          <p:cNvSpPr>
            <a:spLocks xmlns:a="http://schemas.openxmlformats.org/drawingml/2006/main" noGrp="1"/>
          </p:cNvSpPr>
          <p:nvPr/>
        </p:nvSpPr>
        <p:spPr>
          <a:xfrm xmlns:a="http://schemas.openxmlformats.org/drawingml/2006/main">
            <a:off x="7715250" y="22860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동일 합성 고객 피드백</a:t>
            </a:r>
          </a:p>
        </p:txBody>
      </p:sp>
      <p:sp>
        <p:nvSpPr>
          <p:cNvPr id="23" name="">
            <a:extLst xmlns:a="http://schemas.openxmlformats.org/drawingml/2006/main">
              <a:ext uri="{FF2B5EF4-FFF2-40B4-BE49-F238E27FC236}">
                <a16:creationId xmlns:a16="http://schemas.microsoft.com/office/drawing/2014/main" id="{44E12762-86CF-43BF-929C-47EBED766C69}"/>
              </a:ext>
            </a:extLst>
          </p:cNvPr>
          <p:cNvSpPr>
            <a:spLocks xmlns:a="http://schemas.openxmlformats.org/drawingml/2006/main" noGrp="1"/>
          </p:cNvSpPr>
          <p:nvPr/>
        </p:nvSpPr>
        <p:spPr>
          <a:xfrm xmlns:a="http://schemas.openxmlformats.org/drawingml/2006/main" rot="0">
            <a:off x="609600" y="2971800"/>
            <a:ext cx="21145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692575A5-D879-479C-94AA-6503D1F78EBA}"/>
              </a:ext>
            </a:extLst>
          </p:cNvPr>
          <p:cNvSpPr>
            <a:spLocks xmlns:a="http://schemas.openxmlformats.org/drawingml/2006/main" noGrp="1"/>
          </p:cNvSpPr>
          <p:nvPr/>
        </p:nvSpPr>
        <p:spPr>
          <a:xfrm xmlns:a="http://schemas.openxmlformats.org/drawingml/2006/main">
            <a:off x="723900" y="29718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작업·모델</a:t>
            </a:r>
          </a:p>
        </p:txBody>
      </p:sp>
      <p:sp>
        <p:nvSpPr>
          <p:cNvPr id="25" name="">
            <a:extLst xmlns:a="http://schemas.openxmlformats.org/drawingml/2006/main">
              <a:ext uri="{FF2B5EF4-FFF2-40B4-BE49-F238E27FC236}">
                <a16:creationId xmlns:a16="http://schemas.microsoft.com/office/drawing/2014/main" id="{D715C1DE-AD2F-4D04-ABEA-F589B9610030}"/>
              </a:ext>
            </a:extLst>
          </p:cNvPr>
          <p:cNvSpPr>
            <a:spLocks xmlns:a="http://schemas.openxmlformats.org/drawingml/2006/main" noGrp="1"/>
          </p:cNvSpPr>
          <p:nvPr/>
        </p:nvSpPr>
        <p:spPr>
          <a:xfrm xmlns:a="http://schemas.openxmlformats.org/drawingml/2006/main" rot="0">
            <a:off x="2724150" y="2971800"/>
            <a:ext cx="35433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4C5871A2-1E08-4058-8385-6933180D0D83}"/>
              </a:ext>
            </a:extLst>
          </p:cNvPr>
          <p:cNvSpPr>
            <a:spLocks xmlns:a="http://schemas.openxmlformats.org/drawingml/2006/main" noGrp="1"/>
          </p:cNvSpPr>
          <p:nvPr/>
        </p:nvSpPr>
        <p:spPr>
          <a:xfrm xmlns:a="http://schemas.openxmlformats.org/drawingml/2006/main">
            <a:off x="2838450" y="29718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구조 추출 · llama3.1:8b</a:t>
            </a:r>
          </a:p>
        </p:txBody>
      </p:sp>
      <p:sp>
        <p:nvSpPr>
          <p:cNvPr id="27" name="">
            <a:extLst xmlns:a="http://schemas.openxmlformats.org/drawingml/2006/main">
              <a:ext uri="{FF2B5EF4-FFF2-40B4-BE49-F238E27FC236}">
                <a16:creationId xmlns:a16="http://schemas.microsoft.com/office/drawing/2014/main" id="{64F0F3E7-42FF-4D2D-9F7B-0D1840C82511}"/>
              </a:ext>
            </a:extLst>
          </p:cNvPr>
          <p:cNvSpPr>
            <a:spLocks xmlns:a="http://schemas.openxmlformats.org/drawingml/2006/main" noGrp="1"/>
          </p:cNvSpPr>
          <p:nvPr/>
        </p:nvSpPr>
        <p:spPr>
          <a:xfrm xmlns:a="http://schemas.openxmlformats.org/drawingml/2006/main" rot="0">
            <a:off x="6267450" y="2971800"/>
            <a:ext cx="13335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55430B91-84BA-453E-BCDF-4D98E0D8062C}"/>
              </a:ext>
            </a:extLst>
          </p:cNvPr>
          <p:cNvSpPr>
            <a:spLocks xmlns:a="http://schemas.openxmlformats.org/drawingml/2006/main" noGrp="1"/>
          </p:cNvSpPr>
          <p:nvPr/>
        </p:nvSpPr>
        <p:spPr>
          <a:xfrm xmlns:a="http://schemas.openxmlformats.org/drawingml/2006/main">
            <a:off x="6381750" y="29718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a:t>
            </a:r>
          </a:p>
        </p:txBody>
      </p:sp>
      <p:sp>
        <p:nvSpPr>
          <p:cNvPr id="29" name="">
            <a:extLst xmlns:a="http://schemas.openxmlformats.org/drawingml/2006/main">
              <a:ext uri="{FF2B5EF4-FFF2-40B4-BE49-F238E27FC236}">
                <a16:creationId xmlns:a16="http://schemas.microsoft.com/office/drawing/2014/main" id="{1664BEC6-1581-4FAB-B51C-A2006B9AF43D}"/>
              </a:ext>
            </a:extLst>
          </p:cNvPr>
          <p:cNvSpPr>
            <a:spLocks xmlns:a="http://schemas.openxmlformats.org/drawingml/2006/main" noGrp="1"/>
          </p:cNvSpPr>
          <p:nvPr/>
        </p:nvSpPr>
        <p:spPr>
          <a:xfrm xmlns:a="http://schemas.openxmlformats.org/drawingml/2006/main" rot="0">
            <a:off x="7600950" y="2971800"/>
            <a:ext cx="39814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9AA33012-019A-42D0-B10B-770727FB73D4}"/>
              </a:ext>
            </a:extLst>
          </p:cNvPr>
          <p:cNvSpPr>
            <a:spLocks xmlns:a="http://schemas.openxmlformats.org/drawingml/2006/main" noGrp="1"/>
          </p:cNvSpPr>
          <p:nvPr/>
        </p:nvSpPr>
        <p:spPr>
          <a:xfrm xmlns:a="http://schemas.openxmlformats.org/drawingml/2006/main">
            <a:off x="7715250" y="29718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구조 추출 · llama3.1:8b</a:t>
            </a:r>
          </a:p>
        </p:txBody>
      </p:sp>
      <p:sp>
        <p:nvSpPr>
          <p:cNvPr id="31" name="">
            <a:extLst xmlns:a="http://schemas.openxmlformats.org/drawingml/2006/main">
              <a:ext uri="{FF2B5EF4-FFF2-40B4-BE49-F238E27FC236}">
                <a16:creationId xmlns:a16="http://schemas.microsoft.com/office/drawing/2014/main" id="{501D5701-2766-4C3A-B7C4-B1D45DAF48F6}"/>
              </a:ext>
            </a:extLst>
          </p:cNvPr>
          <p:cNvSpPr>
            <a:spLocks xmlns:a="http://schemas.openxmlformats.org/drawingml/2006/main" noGrp="1"/>
          </p:cNvSpPr>
          <p:nvPr/>
        </p:nvSpPr>
        <p:spPr>
          <a:xfrm xmlns:a="http://schemas.openxmlformats.org/drawingml/2006/main" rot="0">
            <a:off x="609600" y="3657600"/>
            <a:ext cx="21145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ED367E35-E4C8-44D2-95E3-0E7817016F14}"/>
              </a:ext>
            </a:extLst>
          </p:cNvPr>
          <p:cNvSpPr>
            <a:spLocks xmlns:a="http://schemas.openxmlformats.org/drawingml/2006/main" noGrp="1"/>
          </p:cNvSpPr>
          <p:nvPr/>
        </p:nvSpPr>
        <p:spPr>
          <a:xfrm xmlns:a="http://schemas.openxmlformats.org/drawingml/2006/main">
            <a:off x="723900" y="36576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생성 무작위성</a:t>
            </a:r>
          </a:p>
        </p:txBody>
      </p:sp>
      <p:sp>
        <p:nvSpPr>
          <p:cNvPr id="33" name="">
            <a:extLst xmlns:a="http://schemas.openxmlformats.org/drawingml/2006/main">
              <a:ext uri="{FF2B5EF4-FFF2-40B4-BE49-F238E27FC236}">
                <a16:creationId xmlns:a16="http://schemas.microsoft.com/office/drawing/2014/main" id="{083F48EE-321E-4977-9553-99FABD7E870D}"/>
              </a:ext>
            </a:extLst>
          </p:cNvPr>
          <p:cNvSpPr>
            <a:spLocks xmlns:a="http://schemas.openxmlformats.org/drawingml/2006/main" noGrp="1"/>
          </p:cNvSpPr>
          <p:nvPr/>
        </p:nvSpPr>
        <p:spPr>
          <a:xfrm xmlns:a="http://schemas.openxmlformats.org/drawingml/2006/main" rot="0">
            <a:off x="2724150" y="3657600"/>
            <a:ext cx="35433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687A89D8-8F57-4D60-9C36-82DE3108E942}"/>
              </a:ext>
            </a:extLst>
          </p:cNvPr>
          <p:cNvSpPr>
            <a:spLocks xmlns:a="http://schemas.openxmlformats.org/drawingml/2006/main" noGrp="1"/>
          </p:cNvSpPr>
          <p:nvPr/>
        </p:nvSpPr>
        <p:spPr>
          <a:xfrm xmlns:a="http://schemas.openxmlformats.org/drawingml/2006/main">
            <a:off x="2838450" y="36576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온도 0.2</a:t>
            </a:r>
          </a:p>
        </p:txBody>
      </p:sp>
      <p:sp>
        <p:nvSpPr>
          <p:cNvPr id="35" name="">
            <a:extLst xmlns:a="http://schemas.openxmlformats.org/drawingml/2006/main">
              <a:ext uri="{FF2B5EF4-FFF2-40B4-BE49-F238E27FC236}">
                <a16:creationId xmlns:a16="http://schemas.microsoft.com/office/drawing/2014/main" id="{734AA2C7-C328-4C8B-A077-C456DC1FB53B}"/>
              </a:ext>
            </a:extLst>
          </p:cNvPr>
          <p:cNvSpPr>
            <a:spLocks xmlns:a="http://schemas.openxmlformats.org/drawingml/2006/main" noGrp="1"/>
          </p:cNvSpPr>
          <p:nvPr/>
        </p:nvSpPr>
        <p:spPr>
          <a:xfrm xmlns:a="http://schemas.openxmlformats.org/drawingml/2006/main" rot="0">
            <a:off x="6267450" y="3657600"/>
            <a:ext cx="1333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8106C806-DACA-4910-939D-96FDFB6BBB36}"/>
              </a:ext>
            </a:extLst>
          </p:cNvPr>
          <p:cNvSpPr>
            <a:spLocks xmlns:a="http://schemas.openxmlformats.org/drawingml/2006/main" noGrp="1"/>
          </p:cNvSpPr>
          <p:nvPr/>
        </p:nvSpPr>
        <p:spPr>
          <a:xfrm xmlns:a="http://schemas.openxmlformats.org/drawingml/2006/main">
            <a:off x="6381750" y="36576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Δ</a:t>
            </a:r>
          </a:p>
        </p:txBody>
      </p:sp>
      <p:sp>
        <p:nvSpPr>
          <p:cNvPr id="37" name="">
            <a:extLst xmlns:a="http://schemas.openxmlformats.org/drawingml/2006/main">
              <a:ext uri="{FF2B5EF4-FFF2-40B4-BE49-F238E27FC236}">
                <a16:creationId xmlns:a16="http://schemas.microsoft.com/office/drawing/2014/main" id="{C85597FC-5DBE-46FA-94FA-3CB1C1D7E047}"/>
              </a:ext>
            </a:extLst>
          </p:cNvPr>
          <p:cNvSpPr>
            <a:spLocks xmlns:a="http://schemas.openxmlformats.org/drawingml/2006/main" noGrp="1"/>
          </p:cNvSpPr>
          <p:nvPr/>
        </p:nvSpPr>
        <p:spPr>
          <a:xfrm xmlns:a="http://schemas.openxmlformats.org/drawingml/2006/main" rot="0">
            <a:off x="7600950" y="3657600"/>
            <a:ext cx="39814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8" name="">
            <a:extLst xmlns:a="http://schemas.openxmlformats.org/drawingml/2006/main">
              <a:ext uri="{FF2B5EF4-FFF2-40B4-BE49-F238E27FC236}">
                <a16:creationId xmlns:a16="http://schemas.microsoft.com/office/drawing/2014/main" id="{212D99E2-8204-45DD-BE56-BFAA6DB46E93}"/>
              </a:ext>
            </a:extLst>
          </p:cNvPr>
          <p:cNvSpPr>
            <a:spLocks xmlns:a="http://schemas.openxmlformats.org/drawingml/2006/main" noGrp="1"/>
          </p:cNvSpPr>
          <p:nvPr/>
        </p:nvSpPr>
        <p:spPr>
          <a:xfrm xmlns:a="http://schemas.openxmlformats.org/drawingml/2006/main">
            <a:off x="7715250" y="36576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온도 0.8</a:t>
            </a:r>
          </a:p>
        </p:txBody>
      </p:sp>
      <p:sp>
        <p:nvSpPr>
          <p:cNvPr id="39" name="">
            <a:extLst xmlns:a="http://schemas.openxmlformats.org/drawingml/2006/main">
              <a:ext uri="{FF2B5EF4-FFF2-40B4-BE49-F238E27FC236}">
                <a16:creationId xmlns:a16="http://schemas.microsoft.com/office/drawing/2014/main" id="{03E589AA-C786-480E-82A5-C49F796595BD}"/>
              </a:ext>
            </a:extLst>
          </p:cNvPr>
          <p:cNvSpPr>
            <a:spLocks xmlns:a="http://schemas.openxmlformats.org/drawingml/2006/main" noGrp="1"/>
          </p:cNvSpPr>
          <p:nvPr/>
        </p:nvSpPr>
        <p:spPr>
          <a:xfrm xmlns:a="http://schemas.openxmlformats.org/drawingml/2006/main" rot="0">
            <a:off x="609600" y="4343400"/>
            <a:ext cx="21145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0" name="">
            <a:extLst xmlns:a="http://schemas.openxmlformats.org/drawingml/2006/main">
              <a:ext uri="{FF2B5EF4-FFF2-40B4-BE49-F238E27FC236}">
                <a16:creationId xmlns:a16="http://schemas.microsoft.com/office/drawing/2014/main" id="{D8E0C171-385B-4F66-8C01-7F6002971ED2}"/>
              </a:ext>
            </a:extLst>
          </p:cNvPr>
          <p:cNvSpPr>
            <a:spLocks xmlns:a="http://schemas.openxmlformats.org/drawingml/2006/main" noGrp="1"/>
          </p:cNvSpPr>
          <p:nvPr/>
        </p:nvSpPr>
        <p:spPr>
          <a:xfrm xmlns:a="http://schemas.openxmlformats.org/drawingml/2006/main">
            <a:off x="723900" y="43434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관찰</a:t>
            </a:r>
          </a:p>
        </p:txBody>
      </p:sp>
      <p:sp>
        <p:nvSpPr>
          <p:cNvPr id="41" name="">
            <a:extLst xmlns:a="http://schemas.openxmlformats.org/drawingml/2006/main">
              <a:ext uri="{FF2B5EF4-FFF2-40B4-BE49-F238E27FC236}">
                <a16:creationId xmlns:a16="http://schemas.microsoft.com/office/drawing/2014/main" id="{8EC0F76D-37D5-426E-BCE1-33EAE6CAD287}"/>
              </a:ext>
            </a:extLst>
          </p:cNvPr>
          <p:cNvSpPr>
            <a:spLocks xmlns:a="http://schemas.openxmlformats.org/drawingml/2006/main" noGrp="1"/>
          </p:cNvSpPr>
          <p:nvPr/>
        </p:nvSpPr>
        <p:spPr>
          <a:xfrm xmlns:a="http://schemas.openxmlformats.org/drawingml/2006/main" rot="0">
            <a:off x="2724150" y="4343400"/>
            <a:ext cx="35433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2" name="">
            <a:extLst xmlns:a="http://schemas.openxmlformats.org/drawingml/2006/main">
              <a:ext uri="{FF2B5EF4-FFF2-40B4-BE49-F238E27FC236}">
                <a16:creationId xmlns:a16="http://schemas.microsoft.com/office/drawing/2014/main" id="{805DBA4C-A009-4604-96C4-3F8A8E897A83}"/>
              </a:ext>
            </a:extLst>
          </p:cNvPr>
          <p:cNvSpPr>
            <a:spLocks xmlns:a="http://schemas.openxmlformats.org/drawingml/2006/main" noGrp="1"/>
          </p:cNvSpPr>
          <p:nvPr/>
        </p:nvSpPr>
        <p:spPr>
          <a:xfrm xmlns:a="http://schemas.openxmlformats.org/drawingml/2006/main">
            <a:off x="2838450" y="43434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데이터 구조 · 사실성 · 지연</a:t>
            </a:r>
          </a:p>
        </p:txBody>
      </p:sp>
      <p:sp>
        <p:nvSpPr>
          <p:cNvPr id="43" name="">
            <a:extLst xmlns:a="http://schemas.openxmlformats.org/drawingml/2006/main">
              <a:ext uri="{FF2B5EF4-FFF2-40B4-BE49-F238E27FC236}">
                <a16:creationId xmlns:a16="http://schemas.microsoft.com/office/drawing/2014/main" id="{B27890EE-34D8-4180-B5C3-C53FEF867E8A}"/>
              </a:ext>
            </a:extLst>
          </p:cNvPr>
          <p:cNvSpPr>
            <a:spLocks xmlns:a="http://schemas.openxmlformats.org/drawingml/2006/main" noGrp="1"/>
          </p:cNvSpPr>
          <p:nvPr/>
        </p:nvSpPr>
        <p:spPr>
          <a:xfrm xmlns:a="http://schemas.openxmlformats.org/drawingml/2006/main" rot="0">
            <a:off x="6267450" y="4343400"/>
            <a:ext cx="13335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4" name="">
            <a:extLst xmlns:a="http://schemas.openxmlformats.org/drawingml/2006/main">
              <a:ext uri="{FF2B5EF4-FFF2-40B4-BE49-F238E27FC236}">
                <a16:creationId xmlns:a16="http://schemas.microsoft.com/office/drawing/2014/main" id="{B1D7E319-478C-4F81-8282-1D2A829F735B}"/>
              </a:ext>
            </a:extLst>
          </p:cNvPr>
          <p:cNvSpPr>
            <a:spLocks xmlns:a="http://schemas.openxmlformats.org/drawingml/2006/main" noGrp="1"/>
          </p:cNvSpPr>
          <p:nvPr/>
        </p:nvSpPr>
        <p:spPr>
          <a:xfrm xmlns:a="http://schemas.openxmlformats.org/drawingml/2006/main">
            <a:off x="6381750" y="43434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a:t>
            </a:r>
          </a:p>
        </p:txBody>
      </p:sp>
      <p:sp>
        <p:nvSpPr>
          <p:cNvPr id="45" name="">
            <a:extLst xmlns:a="http://schemas.openxmlformats.org/drawingml/2006/main">
              <a:ext uri="{FF2B5EF4-FFF2-40B4-BE49-F238E27FC236}">
                <a16:creationId xmlns:a16="http://schemas.microsoft.com/office/drawing/2014/main" id="{F1D0BD8F-46CC-460E-A9D2-86070A6D951C}"/>
              </a:ext>
            </a:extLst>
          </p:cNvPr>
          <p:cNvSpPr>
            <a:spLocks xmlns:a="http://schemas.openxmlformats.org/drawingml/2006/main" noGrp="1"/>
          </p:cNvSpPr>
          <p:nvPr/>
        </p:nvSpPr>
        <p:spPr>
          <a:xfrm xmlns:a="http://schemas.openxmlformats.org/drawingml/2006/main" rot="0">
            <a:off x="7600950" y="4343400"/>
            <a:ext cx="39814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6" name="">
            <a:extLst xmlns:a="http://schemas.openxmlformats.org/drawingml/2006/main">
              <a:ext uri="{FF2B5EF4-FFF2-40B4-BE49-F238E27FC236}">
                <a16:creationId xmlns:a16="http://schemas.microsoft.com/office/drawing/2014/main" id="{294ACA4D-46B2-4A1C-8937-24418F5CBAEA}"/>
              </a:ext>
            </a:extLst>
          </p:cNvPr>
          <p:cNvSpPr>
            <a:spLocks xmlns:a="http://schemas.openxmlformats.org/drawingml/2006/main" noGrp="1"/>
          </p:cNvSpPr>
          <p:nvPr/>
        </p:nvSpPr>
        <p:spPr>
          <a:xfrm xmlns:a="http://schemas.openxmlformats.org/drawingml/2006/main">
            <a:off x="7715250" y="43434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데이터 구조 · 사실성 · 지연</a:t>
            </a:r>
          </a:p>
        </p:txBody>
      </p:sp>
      <p:sp>
        <p:nvSpPr>
          <p:cNvPr id="47" name="">
            <a:extLst xmlns:a="http://schemas.openxmlformats.org/drawingml/2006/main">
              <a:ext uri="{FF2B5EF4-FFF2-40B4-BE49-F238E27FC236}">
                <a16:creationId xmlns:a16="http://schemas.microsoft.com/office/drawing/2014/main" id="{08ED9CD6-1084-4D85-A0BA-E207D969E27D}"/>
              </a:ext>
            </a:extLst>
          </p:cNvPr>
          <p:cNvSpPr>
            <a:spLocks xmlns:a="http://schemas.openxmlformats.org/drawingml/2006/main" noGrp="1"/>
          </p:cNvSpPr>
          <p:nvPr/>
        </p:nvSpPr>
        <p:spPr>
          <a:xfrm xmlns:a="http://schemas.openxmlformats.org/drawingml/2006/main">
            <a:off x="609600" y="565785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결정론적 데모는 기준선 · 생성 무작위성 차이는 Ollama 선택 경로에서 관찰</a:t>
            </a:r>
          </a:p>
        </p:txBody>
      </p:sp>
    </p:spTree>
    <p:extLst>
      <p:ext uri="{BB962C8B-B14F-4D97-AF65-F5344CB8AC3E}">
        <p14:creationId xmlns:p14="http://schemas.microsoft.com/office/powerpoint/2010/main" val="997728590"/>
      </p:ext>
    </p:extLst>
  </p:cSld>
</p:sld>
</file>

<file path=ppt/slides/slide7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769E9E65-B94C-4145-A412-8D02B32206E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5929B55B-0DE5-4DC2-8756-C233782C93F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77</a:t>
            </a:r>
          </a:p>
        </p:txBody>
      </p:sp>
      <p:sp>
        <p:nvSpPr>
          <p:cNvPr id="3" name="">
            <a:extLst xmlns:a="http://schemas.openxmlformats.org/drawingml/2006/main">
              <a:ext uri="{FF2B5EF4-FFF2-40B4-BE49-F238E27FC236}">
                <a16:creationId xmlns:a16="http://schemas.microsoft.com/office/drawing/2014/main" id="{73EB90CD-BD05-40CF-87A1-A44B2778D1A6}"/>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18F92666-1334-41C9-8824-E26BA959E53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589AA323-C640-422B-B040-CD064FA361E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533DF8B-6352-473B-9DBE-740CD341E8B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실행 결과 평가 근거</a:t>
            </a:r>
          </a:p>
        </p:txBody>
      </p:sp>
      <p:sp>
        <p:nvSpPr>
          <p:cNvPr id="7" name="">
            <a:extLst xmlns:a="http://schemas.openxmlformats.org/drawingml/2006/main">
              <a:ext uri="{FF2B5EF4-FFF2-40B4-BE49-F238E27FC236}">
                <a16:creationId xmlns:a16="http://schemas.microsoft.com/office/drawing/2014/main" id="{F511F7AE-5221-4E68-A402-14DC876696E8}"/>
              </a:ext>
            </a:extLst>
          </p:cNvPr>
          <p:cNvSpPr>
            <a:spLocks xmlns:a="http://schemas.openxmlformats.org/drawingml/2006/main" noGrp="1"/>
          </p:cNvSpPr>
          <p:nvPr/>
        </p:nvSpPr>
        <p:spPr>
          <a:xfrm xmlns:a="http://schemas.openxmlformats.org/drawingml/2006/main">
            <a:off x="609600" y="17907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입력 근거성</a:t>
            </a:r>
          </a:p>
        </p:txBody>
      </p:sp>
      <p:sp>
        <p:nvSpPr>
          <p:cNvPr id="8" name="">
            <a:extLst xmlns:a="http://schemas.openxmlformats.org/drawingml/2006/main">
              <a:ext uri="{FF2B5EF4-FFF2-40B4-BE49-F238E27FC236}">
                <a16:creationId xmlns:a16="http://schemas.microsoft.com/office/drawing/2014/main" id="{F7A23019-B9E9-4CC8-89F1-D6F19A4E6BCE}"/>
              </a:ext>
            </a:extLst>
          </p:cNvPr>
          <p:cNvSpPr>
            <a:spLocks xmlns:a="http://schemas.openxmlformats.org/drawingml/2006/main" noGrp="1"/>
          </p:cNvSpPr>
          <p:nvPr/>
        </p:nvSpPr>
        <p:spPr>
          <a:xfrm xmlns:a="http://schemas.openxmlformats.org/drawingml/2006/main">
            <a:off x="3390900" y="17907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2563EB"/>
                </a:solidFill>
                <a:latin typeface="Menlo"/>
                <a:ea typeface="Menlo"/>
                <a:cs typeface="Menlo"/>
              </a:defRPr>
            </a:pPr>
            <a:r>
              <a:rPr sz="1500" b="1">
                <a:solidFill>
                  <a:srgbClr val="2563EB"/>
                </a:solidFill>
                <a:latin typeface="Menlo"/>
                <a:ea typeface="Menlo"/>
                <a:cs typeface="Menlo"/>
              </a:rPr>
              <a:t>관찰됨</a:t>
            </a:r>
          </a:p>
        </p:txBody>
      </p:sp>
      <p:sp>
        <p:nvSpPr>
          <p:cNvPr id="9" name="">
            <a:extLst xmlns:a="http://schemas.openxmlformats.org/drawingml/2006/main">
              <a:ext uri="{FF2B5EF4-FFF2-40B4-BE49-F238E27FC236}">
                <a16:creationId xmlns:a16="http://schemas.microsoft.com/office/drawing/2014/main" id="{7CB4E34C-6F76-4BDC-B498-2C27B418F9A7}"/>
              </a:ext>
            </a:extLst>
          </p:cNvPr>
          <p:cNvSpPr>
            <a:spLocks xmlns:a="http://schemas.openxmlformats.org/drawingml/2006/main" noGrp="1"/>
          </p:cNvSpPr>
          <p:nvPr/>
        </p:nvSpPr>
        <p:spPr>
          <a:xfrm xmlns:a="http://schemas.openxmlformats.org/drawingml/2006/main">
            <a:off x="5314950" y="17907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출력의 핵심 신호와 마찰 요인이 합성 입력에 근거</a:t>
            </a:r>
          </a:p>
        </p:txBody>
      </p:sp>
      <p:sp>
        <p:nvSpPr>
          <p:cNvPr id="10" name="">
            <a:extLst xmlns:a="http://schemas.openxmlformats.org/drawingml/2006/main">
              <a:ext uri="{FF2B5EF4-FFF2-40B4-BE49-F238E27FC236}">
                <a16:creationId xmlns:a16="http://schemas.microsoft.com/office/drawing/2014/main" id="{1E338231-63FF-469A-95CB-FE4B22E3ED8B}"/>
              </a:ext>
            </a:extLst>
          </p:cNvPr>
          <p:cNvSpPr>
            <a:spLocks xmlns:a="http://schemas.openxmlformats.org/drawingml/2006/main" noGrp="1"/>
          </p:cNvSpPr>
          <p:nvPr/>
        </p:nvSpPr>
        <p:spPr>
          <a:xfrm xmlns:a="http://schemas.openxmlformats.org/drawingml/2006/main" flipH="0" flipV="0">
            <a:off x="609600" y="2419350"/>
            <a:ext cx="10591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1" name="">
            <a:extLst xmlns:a="http://schemas.openxmlformats.org/drawingml/2006/main">
              <a:ext uri="{FF2B5EF4-FFF2-40B4-BE49-F238E27FC236}">
                <a16:creationId xmlns:a16="http://schemas.microsoft.com/office/drawing/2014/main" id="{411163B4-15CE-47A8-B8A3-A423D57E2A6C}"/>
              </a:ext>
            </a:extLst>
          </p:cNvPr>
          <p:cNvSpPr>
            <a:spLocks xmlns:a="http://schemas.openxmlformats.org/drawingml/2006/main" noGrp="1"/>
          </p:cNvSpPr>
          <p:nvPr/>
        </p:nvSpPr>
        <p:spPr>
          <a:xfrm xmlns:a="http://schemas.openxmlformats.org/drawingml/2006/main">
            <a:off x="609600" y="27813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출력 형식</a:t>
            </a:r>
          </a:p>
        </p:txBody>
      </p:sp>
      <p:sp>
        <p:nvSpPr>
          <p:cNvPr id="12" name="">
            <a:extLst xmlns:a="http://schemas.openxmlformats.org/drawingml/2006/main">
              <a:ext uri="{FF2B5EF4-FFF2-40B4-BE49-F238E27FC236}">
                <a16:creationId xmlns:a16="http://schemas.microsoft.com/office/drawing/2014/main" id="{F1919AF5-C7F2-437E-BAD9-63CE7B724870}"/>
              </a:ext>
            </a:extLst>
          </p:cNvPr>
          <p:cNvSpPr>
            <a:spLocks xmlns:a="http://schemas.openxmlformats.org/drawingml/2006/main" noGrp="1"/>
          </p:cNvSpPr>
          <p:nvPr/>
        </p:nvSpPr>
        <p:spPr>
          <a:xfrm xmlns:a="http://schemas.openxmlformats.org/drawingml/2006/main">
            <a:off x="3390900" y="27813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0B1F3A"/>
                </a:solidFill>
                <a:latin typeface="Menlo"/>
                <a:ea typeface="Menlo"/>
                <a:cs typeface="Menlo"/>
              </a:defRPr>
            </a:pPr>
            <a:r>
              <a:rPr sz="1500" b="1">
                <a:solidFill>
                  <a:srgbClr val="0B1F3A"/>
                </a:solidFill>
                <a:latin typeface="Menlo"/>
                <a:ea typeface="Menlo"/>
                <a:cs typeface="Menlo"/>
              </a:rPr>
              <a:t>3개 필드</a:t>
            </a:r>
          </a:p>
        </p:txBody>
      </p:sp>
      <p:sp>
        <p:nvSpPr>
          <p:cNvPr id="13" name="">
            <a:extLst xmlns:a="http://schemas.openxmlformats.org/drawingml/2006/main">
              <a:ext uri="{FF2B5EF4-FFF2-40B4-BE49-F238E27FC236}">
                <a16:creationId xmlns:a16="http://schemas.microsoft.com/office/drawing/2014/main" id="{62470667-485E-4A6E-91BF-195422485512}"/>
              </a:ext>
            </a:extLst>
          </p:cNvPr>
          <p:cNvSpPr>
            <a:spLocks xmlns:a="http://schemas.openxmlformats.org/drawingml/2006/main" noGrp="1"/>
          </p:cNvSpPr>
          <p:nvPr/>
        </p:nvSpPr>
        <p:spPr>
          <a:xfrm xmlns:a="http://schemas.openxmlformats.org/drawingml/2006/main">
            <a:off x="5314950" y="27813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핵심 신호 · 마찰 요인 · 다음 행동의 구조화 출력</a:t>
            </a:r>
          </a:p>
        </p:txBody>
      </p:sp>
      <p:sp>
        <p:nvSpPr>
          <p:cNvPr id="14" name="">
            <a:extLst xmlns:a="http://schemas.openxmlformats.org/drawingml/2006/main">
              <a:ext uri="{FF2B5EF4-FFF2-40B4-BE49-F238E27FC236}">
                <a16:creationId xmlns:a16="http://schemas.microsoft.com/office/drawing/2014/main" id="{1E818127-84D2-4CA5-B8CC-7E67322E4E51}"/>
              </a:ext>
            </a:extLst>
          </p:cNvPr>
          <p:cNvSpPr>
            <a:spLocks xmlns:a="http://schemas.openxmlformats.org/drawingml/2006/main" noGrp="1"/>
          </p:cNvSpPr>
          <p:nvPr/>
        </p:nvSpPr>
        <p:spPr>
          <a:xfrm xmlns:a="http://schemas.openxmlformats.org/drawingml/2006/main" flipH="0" flipV="0">
            <a:off x="609600" y="3409950"/>
            <a:ext cx="10591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D16B6054-B2FF-4871-B1CA-261C8611120E}"/>
              </a:ext>
            </a:extLst>
          </p:cNvPr>
          <p:cNvSpPr>
            <a:spLocks xmlns:a="http://schemas.openxmlformats.org/drawingml/2006/main" noGrp="1"/>
          </p:cNvSpPr>
          <p:nvPr/>
        </p:nvSpPr>
        <p:spPr>
          <a:xfrm xmlns:a="http://schemas.openxmlformats.org/drawingml/2006/main">
            <a:off x="609600" y="37719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실행 상태</a:t>
            </a:r>
          </a:p>
        </p:txBody>
      </p:sp>
      <p:sp>
        <p:nvSpPr>
          <p:cNvPr id="16" name="">
            <a:extLst xmlns:a="http://schemas.openxmlformats.org/drawingml/2006/main">
              <a:ext uri="{FF2B5EF4-FFF2-40B4-BE49-F238E27FC236}">
                <a16:creationId xmlns:a16="http://schemas.microsoft.com/office/drawing/2014/main" id="{F3715FA0-7EFA-4D27-8B07-73C41482B81C}"/>
              </a:ext>
            </a:extLst>
          </p:cNvPr>
          <p:cNvSpPr>
            <a:spLocks xmlns:a="http://schemas.openxmlformats.org/drawingml/2006/main" noGrp="1"/>
          </p:cNvSpPr>
          <p:nvPr/>
        </p:nvSpPr>
        <p:spPr>
          <a:xfrm xmlns:a="http://schemas.openxmlformats.org/drawingml/2006/main">
            <a:off x="3390900" y="37719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0B1F3A"/>
                </a:solidFill>
                <a:latin typeface="Menlo"/>
                <a:ea typeface="Menlo"/>
                <a:cs typeface="Menlo"/>
              </a:defRPr>
            </a:pPr>
            <a:r>
              <a:rPr sz="1500" b="1">
                <a:solidFill>
                  <a:srgbClr val="0B1F3A"/>
                </a:solidFill>
                <a:latin typeface="Menlo"/>
                <a:ea typeface="Menlo"/>
                <a:cs typeface="Menlo"/>
              </a:rPr>
              <a:t>정상</a:t>
            </a:r>
          </a:p>
        </p:txBody>
      </p:sp>
      <p:sp>
        <p:nvSpPr>
          <p:cNvPr id="17" name="">
            <a:extLst xmlns:a="http://schemas.openxmlformats.org/drawingml/2006/main">
              <a:ext uri="{FF2B5EF4-FFF2-40B4-BE49-F238E27FC236}">
                <a16:creationId xmlns:a16="http://schemas.microsoft.com/office/drawing/2014/main" id="{01DCBD87-0D69-4035-B461-E937AE11DEAF}"/>
              </a:ext>
            </a:extLst>
          </p:cNvPr>
          <p:cNvSpPr>
            <a:spLocks xmlns:a="http://schemas.openxmlformats.org/drawingml/2006/main" noGrp="1"/>
          </p:cNvSpPr>
          <p:nvPr/>
        </p:nvSpPr>
        <p:spPr>
          <a:xfrm xmlns:a="http://schemas.openxmlformats.org/drawingml/2006/main">
            <a:off x="5314950" y="37719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오류 없이 결과와 실행 추적을 함께 반환</a:t>
            </a:r>
          </a:p>
        </p:txBody>
      </p:sp>
      <p:sp>
        <p:nvSpPr>
          <p:cNvPr id="18" name="">
            <a:extLst xmlns:a="http://schemas.openxmlformats.org/drawingml/2006/main">
              <a:ext uri="{FF2B5EF4-FFF2-40B4-BE49-F238E27FC236}">
                <a16:creationId xmlns:a16="http://schemas.microsoft.com/office/drawing/2014/main" id="{2F507259-6626-4ED2-8743-5E0FA4BB9F82}"/>
              </a:ext>
            </a:extLst>
          </p:cNvPr>
          <p:cNvSpPr>
            <a:spLocks xmlns:a="http://schemas.openxmlformats.org/drawingml/2006/main" noGrp="1"/>
          </p:cNvSpPr>
          <p:nvPr/>
        </p:nvSpPr>
        <p:spPr>
          <a:xfrm xmlns:a="http://schemas.openxmlformats.org/drawingml/2006/main" flipH="0" flipV="0">
            <a:off x="609600" y="4400550"/>
            <a:ext cx="10591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9" name="">
            <a:extLst xmlns:a="http://schemas.openxmlformats.org/drawingml/2006/main">
              <a:ext uri="{FF2B5EF4-FFF2-40B4-BE49-F238E27FC236}">
                <a16:creationId xmlns:a16="http://schemas.microsoft.com/office/drawing/2014/main" id="{680D21C6-EBB7-44B8-8B80-A8BD34B3D30D}"/>
              </a:ext>
            </a:extLst>
          </p:cNvPr>
          <p:cNvSpPr>
            <a:spLocks xmlns:a="http://schemas.openxmlformats.org/drawingml/2006/main" noGrp="1"/>
          </p:cNvSpPr>
          <p:nvPr/>
        </p:nvSpPr>
        <p:spPr>
          <a:xfrm xmlns:a="http://schemas.openxmlformats.org/drawingml/2006/main">
            <a:off x="609600" y="47625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응답 지연</a:t>
            </a:r>
          </a:p>
        </p:txBody>
      </p:sp>
      <p:sp>
        <p:nvSpPr>
          <p:cNvPr id="20" name="">
            <a:extLst xmlns:a="http://schemas.openxmlformats.org/drawingml/2006/main">
              <a:ext uri="{FF2B5EF4-FFF2-40B4-BE49-F238E27FC236}">
                <a16:creationId xmlns:a16="http://schemas.microsoft.com/office/drawing/2014/main" id="{8212FEF0-9950-4423-A1A4-196D7A6C511D}"/>
              </a:ext>
            </a:extLst>
          </p:cNvPr>
          <p:cNvSpPr>
            <a:spLocks xmlns:a="http://schemas.openxmlformats.org/drawingml/2006/main" noGrp="1"/>
          </p:cNvSpPr>
          <p:nvPr/>
        </p:nvSpPr>
        <p:spPr>
          <a:xfrm xmlns:a="http://schemas.openxmlformats.org/drawingml/2006/main">
            <a:off x="3390900" y="47625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2563EB"/>
                </a:solidFill>
                <a:latin typeface="Menlo"/>
                <a:ea typeface="Menlo"/>
                <a:cs typeface="Menlo"/>
              </a:defRPr>
            </a:pPr>
            <a:r>
              <a:rPr sz="1500" b="1">
                <a:solidFill>
                  <a:srgbClr val="2563EB"/>
                </a:solidFill>
                <a:latin typeface="Menlo"/>
                <a:ea typeface="Menlo"/>
                <a:cs typeface="Menlo"/>
              </a:rPr>
              <a:t>0.12 ms</a:t>
            </a:r>
          </a:p>
        </p:txBody>
      </p:sp>
      <p:sp>
        <p:nvSpPr>
          <p:cNvPr id="21" name="">
            <a:extLst xmlns:a="http://schemas.openxmlformats.org/drawingml/2006/main">
              <a:ext uri="{FF2B5EF4-FFF2-40B4-BE49-F238E27FC236}">
                <a16:creationId xmlns:a16="http://schemas.microsoft.com/office/drawing/2014/main" id="{F6E65FEA-CF6E-4637-9B1B-C5E99FF9DE29}"/>
              </a:ext>
            </a:extLst>
          </p:cNvPr>
          <p:cNvSpPr>
            <a:spLocks xmlns:a="http://schemas.openxmlformats.org/drawingml/2006/main" noGrp="1"/>
          </p:cNvSpPr>
          <p:nvPr/>
        </p:nvSpPr>
        <p:spPr>
          <a:xfrm xmlns:a="http://schemas.openxmlformats.org/drawingml/2006/main">
            <a:off x="5314950" y="47625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현재 로컬 결정론적 데모 호출의 관찰값</a:t>
            </a:r>
          </a:p>
        </p:txBody>
      </p:sp>
      <p:sp>
        <p:nvSpPr>
          <p:cNvPr id="22" name="">
            <a:extLst xmlns:a="http://schemas.openxmlformats.org/drawingml/2006/main">
              <a:ext uri="{FF2B5EF4-FFF2-40B4-BE49-F238E27FC236}">
                <a16:creationId xmlns:a16="http://schemas.microsoft.com/office/drawing/2014/main" id="{F6B29F9C-A0E8-4BD2-8632-1AB1A70B9BE1}"/>
              </a:ext>
            </a:extLst>
          </p:cNvPr>
          <p:cNvSpPr>
            <a:spLocks xmlns:a="http://schemas.openxmlformats.org/drawingml/2006/main" noGrp="1"/>
          </p:cNvSpPr>
          <p:nvPr/>
        </p:nvSpPr>
        <p:spPr>
          <a:xfrm xmlns:a="http://schemas.openxmlformats.org/drawingml/2006/main" flipH="0" flipV="0">
            <a:off x="609600" y="5391150"/>
            <a:ext cx="10591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3" name="">
            <a:extLst xmlns:a="http://schemas.openxmlformats.org/drawingml/2006/main">
              <a:ext uri="{FF2B5EF4-FFF2-40B4-BE49-F238E27FC236}">
                <a16:creationId xmlns:a16="http://schemas.microsoft.com/office/drawing/2014/main" id="{85B3D9BF-505E-40EC-9239-030FD6F618D4}"/>
              </a:ext>
            </a:extLst>
          </p:cNvPr>
          <p:cNvSpPr>
            <a:spLocks xmlns:a="http://schemas.openxmlformats.org/drawingml/2006/main" noGrp="1"/>
          </p:cNvSpPr>
          <p:nvPr/>
        </p:nvSpPr>
        <p:spPr>
          <a:xfrm xmlns:a="http://schemas.openxmlformats.org/drawingml/2006/main">
            <a:off x="609600" y="565785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가상 점수 대신 화면에서 확인한 상태·형식·응답 지연과 근거 판단</a:t>
            </a:r>
          </a:p>
        </p:txBody>
      </p:sp>
    </p:spTree>
    <p:extLst>
      <p:ext uri="{BB962C8B-B14F-4D97-AF65-F5344CB8AC3E}">
        <p14:creationId xmlns:p14="http://schemas.microsoft.com/office/powerpoint/2010/main" val="198197719"/>
      </p:ext>
    </p:extLst>
  </p:cSld>
</p:sld>
</file>

<file path=ppt/slides/slide7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3C32C56-8AED-4373-9D65-7F8864B628F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97BA31B5-A63A-41A4-8F4D-617D3C2B63E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78</a:t>
            </a:r>
          </a:p>
        </p:txBody>
      </p:sp>
      <p:sp>
        <p:nvSpPr>
          <p:cNvPr id="3" name="">
            <a:extLst xmlns:a="http://schemas.openxmlformats.org/drawingml/2006/main">
              <a:ext uri="{FF2B5EF4-FFF2-40B4-BE49-F238E27FC236}">
                <a16:creationId xmlns:a16="http://schemas.microsoft.com/office/drawing/2014/main" id="{B0B5C73B-D75F-4EAA-A408-E1F1E35559C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067BE556-0D57-4C33-98DF-883185CE5C1F}"/>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C2DAE690-09A0-4C96-8ED5-CAA4EA5956E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3DF7FB86-6B7D-451F-9FDC-C741AC50201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구조화 출력 평가 기준</a:t>
            </a:r>
          </a:p>
        </p:txBody>
      </p:sp>
      <p:sp>
        <p:nvSpPr>
          <p:cNvPr id="7" name="">
            <a:extLst xmlns:a="http://schemas.openxmlformats.org/drawingml/2006/main">
              <a:ext uri="{FF2B5EF4-FFF2-40B4-BE49-F238E27FC236}">
                <a16:creationId xmlns:a16="http://schemas.microsoft.com/office/drawing/2014/main" id="{A841AF58-3621-417A-B993-EE1FC1702632}"/>
              </a:ext>
            </a:extLst>
          </p:cNvPr>
          <p:cNvSpPr>
            <a:spLocks xmlns:a="http://schemas.openxmlformats.org/drawingml/2006/main" noGrp="1"/>
          </p:cNvSpPr>
          <p:nvPr/>
        </p:nvSpPr>
        <p:spPr>
          <a:xfrm xmlns:a="http://schemas.openxmlformats.org/drawingml/2006/main">
            <a:off x="609600" y="1790700"/>
            <a:ext cx="3505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00" b="1">
                <a:solidFill>
                  <a:srgbClr val="667085"/>
                </a:solidFill>
                <a:latin typeface="Menlo"/>
                <a:ea typeface="Menlo"/>
                <a:cs typeface="Menlo"/>
              </a:defRPr>
            </a:pPr>
            <a:r>
              <a:rPr sz="2700" b="1">
                <a:solidFill>
                  <a:srgbClr val="667085"/>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D2A73682-80D9-47DB-86B1-49EAAEC8FCF3}"/>
              </a:ext>
            </a:extLst>
          </p:cNvPr>
          <p:cNvSpPr>
            <a:spLocks xmlns:a="http://schemas.openxmlformats.org/drawingml/2006/main" noGrp="1"/>
          </p:cNvSpPr>
          <p:nvPr/>
        </p:nvSpPr>
        <p:spPr>
          <a:xfrm xmlns:a="http://schemas.openxmlformats.org/drawingml/2006/main">
            <a:off x="609600" y="2571750"/>
            <a:ext cx="3505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핵심 신호</a:t>
            </a:r>
          </a:p>
        </p:txBody>
      </p:sp>
      <p:sp>
        <p:nvSpPr>
          <p:cNvPr id="9" name="">
            <a:extLst xmlns:a="http://schemas.openxmlformats.org/drawingml/2006/main">
              <a:ext uri="{FF2B5EF4-FFF2-40B4-BE49-F238E27FC236}">
                <a16:creationId xmlns:a16="http://schemas.microsoft.com/office/drawing/2014/main" id="{B6F21638-39A3-4120-81C1-90126E0A06E8}"/>
              </a:ext>
            </a:extLst>
          </p:cNvPr>
          <p:cNvSpPr>
            <a:spLocks xmlns:a="http://schemas.openxmlformats.org/drawingml/2006/main" noGrp="1"/>
          </p:cNvSpPr>
          <p:nvPr/>
        </p:nvSpPr>
        <p:spPr>
          <a:xfrm xmlns:a="http://schemas.openxmlformats.org/drawingml/2006/main" flipH="0" flipV="0">
            <a:off x="609600" y="3162300"/>
            <a:ext cx="35052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6DD8A49C-DBBA-421F-BBB1-CD288D0307CB}"/>
              </a:ext>
            </a:extLst>
          </p:cNvPr>
          <p:cNvSpPr>
            <a:spLocks xmlns:a="http://schemas.openxmlformats.org/drawingml/2006/main" noGrp="1"/>
          </p:cNvSpPr>
          <p:nvPr/>
        </p:nvSpPr>
        <p:spPr>
          <a:xfrm xmlns:a="http://schemas.openxmlformats.org/drawingml/2006/main">
            <a:off x="609600" y="3467100"/>
            <a:ext cx="35052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사용자가 실제로 말한 핵심 관찰</a:t>
            </a:r>
          </a:p>
        </p:txBody>
      </p:sp>
      <p:sp>
        <p:nvSpPr>
          <p:cNvPr id="11" name="">
            <a:extLst xmlns:a="http://schemas.openxmlformats.org/drawingml/2006/main">
              <a:ext uri="{FF2B5EF4-FFF2-40B4-BE49-F238E27FC236}">
                <a16:creationId xmlns:a16="http://schemas.microsoft.com/office/drawing/2014/main" id="{9F6CF384-6DA5-40C6-8E53-F3816C23AAB3}"/>
              </a:ext>
            </a:extLst>
          </p:cNvPr>
          <p:cNvSpPr>
            <a:spLocks xmlns:a="http://schemas.openxmlformats.org/drawingml/2006/main" noGrp="1"/>
          </p:cNvSpPr>
          <p:nvPr/>
        </p:nvSpPr>
        <p:spPr>
          <a:xfrm xmlns:a="http://schemas.openxmlformats.org/drawingml/2006/main">
            <a:off x="609600" y="514350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191919"/>
                </a:solidFill>
                <a:latin typeface="Menlo"/>
                <a:ea typeface="Menlo"/>
                <a:cs typeface="Menlo"/>
              </a:defRPr>
            </a:pPr>
            <a:r>
              <a:rPr sz="1200" b="1">
                <a:solidFill>
                  <a:srgbClr val="191919"/>
                </a:solidFill>
                <a:latin typeface="Menlo"/>
                <a:ea typeface="Menlo"/>
                <a:cs typeface="Menlo"/>
              </a:rPr>
              <a:t>존재 · 입력 근거</a:t>
            </a:r>
          </a:p>
        </p:txBody>
      </p:sp>
      <p:sp>
        <p:nvSpPr>
          <p:cNvPr id="12" name="">
            <a:extLst xmlns:a="http://schemas.openxmlformats.org/drawingml/2006/main">
              <a:ext uri="{FF2B5EF4-FFF2-40B4-BE49-F238E27FC236}">
                <a16:creationId xmlns:a16="http://schemas.microsoft.com/office/drawing/2014/main" id="{41FD49D9-9F0B-4E2E-9C77-F59D866EAE1B}"/>
              </a:ext>
            </a:extLst>
          </p:cNvPr>
          <p:cNvSpPr>
            <a:spLocks xmlns:a="http://schemas.openxmlformats.org/drawingml/2006/main" noGrp="1"/>
          </p:cNvSpPr>
          <p:nvPr/>
        </p:nvSpPr>
        <p:spPr>
          <a:xfrm xmlns:a="http://schemas.openxmlformats.org/drawingml/2006/main">
            <a:off x="4343400" y="1790700"/>
            <a:ext cx="3505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00" b="1">
                <a:solidFill>
                  <a:srgbClr val="667085"/>
                </a:solidFill>
                <a:latin typeface="Menlo"/>
                <a:ea typeface="Menlo"/>
                <a:cs typeface="Menlo"/>
              </a:defRPr>
            </a:pPr>
            <a:r>
              <a:rPr sz="2700" b="1">
                <a:solidFill>
                  <a:srgbClr val="667085"/>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4C46EE99-26E7-4F5A-923B-AACBCD4C1D5B}"/>
              </a:ext>
            </a:extLst>
          </p:cNvPr>
          <p:cNvSpPr>
            <a:spLocks xmlns:a="http://schemas.openxmlformats.org/drawingml/2006/main" noGrp="1"/>
          </p:cNvSpPr>
          <p:nvPr/>
        </p:nvSpPr>
        <p:spPr>
          <a:xfrm xmlns:a="http://schemas.openxmlformats.org/drawingml/2006/main">
            <a:off x="4343400" y="2571750"/>
            <a:ext cx="3505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마찰 요인</a:t>
            </a:r>
          </a:p>
        </p:txBody>
      </p:sp>
      <p:sp>
        <p:nvSpPr>
          <p:cNvPr id="14" name="">
            <a:extLst xmlns:a="http://schemas.openxmlformats.org/drawingml/2006/main">
              <a:ext uri="{FF2B5EF4-FFF2-40B4-BE49-F238E27FC236}">
                <a16:creationId xmlns:a16="http://schemas.microsoft.com/office/drawing/2014/main" id="{2F637717-1BFA-413E-A37A-F3C1B594C694}"/>
              </a:ext>
            </a:extLst>
          </p:cNvPr>
          <p:cNvSpPr>
            <a:spLocks xmlns:a="http://schemas.openxmlformats.org/drawingml/2006/main" noGrp="1"/>
          </p:cNvSpPr>
          <p:nvPr/>
        </p:nvSpPr>
        <p:spPr>
          <a:xfrm xmlns:a="http://schemas.openxmlformats.org/drawingml/2006/main" flipH="0" flipV="0">
            <a:off x="4343400" y="3162300"/>
            <a:ext cx="35052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5" name="">
            <a:extLst xmlns:a="http://schemas.openxmlformats.org/drawingml/2006/main">
              <a:ext uri="{FF2B5EF4-FFF2-40B4-BE49-F238E27FC236}">
                <a16:creationId xmlns:a16="http://schemas.microsoft.com/office/drawing/2014/main" id="{9496AB60-B6B0-4EC0-8F5E-DC0A70211461}"/>
              </a:ext>
            </a:extLst>
          </p:cNvPr>
          <p:cNvSpPr>
            <a:spLocks xmlns:a="http://schemas.openxmlformats.org/drawingml/2006/main" noGrp="1"/>
          </p:cNvSpPr>
          <p:nvPr/>
        </p:nvSpPr>
        <p:spPr>
          <a:xfrm xmlns:a="http://schemas.openxmlformats.org/drawingml/2006/main">
            <a:off x="4343400" y="3467100"/>
            <a:ext cx="35052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결정이나 행동을 막는 구체적 불편</a:t>
            </a:r>
          </a:p>
        </p:txBody>
      </p:sp>
      <p:sp>
        <p:nvSpPr>
          <p:cNvPr id="16" name="">
            <a:extLst xmlns:a="http://schemas.openxmlformats.org/drawingml/2006/main">
              <a:ext uri="{FF2B5EF4-FFF2-40B4-BE49-F238E27FC236}">
                <a16:creationId xmlns:a16="http://schemas.microsoft.com/office/drawing/2014/main" id="{029403BC-9EFC-468F-AF43-D45057879C65}"/>
              </a:ext>
            </a:extLst>
          </p:cNvPr>
          <p:cNvSpPr>
            <a:spLocks xmlns:a="http://schemas.openxmlformats.org/drawingml/2006/main" noGrp="1"/>
          </p:cNvSpPr>
          <p:nvPr/>
        </p:nvSpPr>
        <p:spPr>
          <a:xfrm xmlns:a="http://schemas.openxmlformats.org/drawingml/2006/main">
            <a:off x="4343400" y="514350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191919"/>
                </a:solidFill>
                <a:latin typeface="Menlo"/>
                <a:ea typeface="Menlo"/>
                <a:cs typeface="Menlo"/>
              </a:defRPr>
            </a:pPr>
            <a:r>
              <a:rPr sz="1200" b="1">
                <a:solidFill>
                  <a:srgbClr val="191919"/>
                </a:solidFill>
                <a:latin typeface="Menlo"/>
                <a:ea typeface="Menlo"/>
                <a:cs typeface="Menlo"/>
              </a:rPr>
              <a:t>구체성 · 행동 연결</a:t>
            </a:r>
          </a:p>
        </p:txBody>
      </p:sp>
      <p:sp>
        <p:nvSpPr>
          <p:cNvPr id="17" name="">
            <a:extLst xmlns:a="http://schemas.openxmlformats.org/drawingml/2006/main">
              <a:ext uri="{FF2B5EF4-FFF2-40B4-BE49-F238E27FC236}">
                <a16:creationId xmlns:a16="http://schemas.microsoft.com/office/drawing/2014/main" id="{E3E09907-3702-4A15-9F43-D8DACA0D8916}"/>
              </a:ext>
            </a:extLst>
          </p:cNvPr>
          <p:cNvSpPr>
            <a:spLocks xmlns:a="http://schemas.openxmlformats.org/drawingml/2006/main" noGrp="1"/>
          </p:cNvSpPr>
          <p:nvPr/>
        </p:nvSpPr>
        <p:spPr>
          <a:xfrm xmlns:a="http://schemas.openxmlformats.org/drawingml/2006/main">
            <a:off x="8077200" y="1790700"/>
            <a:ext cx="3505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00" b="1">
                <a:solidFill>
                  <a:srgbClr val="667085"/>
                </a:solidFill>
                <a:latin typeface="Menlo"/>
                <a:ea typeface="Menlo"/>
                <a:cs typeface="Menlo"/>
              </a:defRPr>
            </a:pPr>
            <a:r>
              <a:rPr sz="2700" b="1">
                <a:solidFill>
                  <a:srgbClr val="667085"/>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DA27DEC1-F038-482B-AE31-601DDDB8E2F4}"/>
              </a:ext>
            </a:extLst>
          </p:cNvPr>
          <p:cNvSpPr>
            <a:spLocks xmlns:a="http://schemas.openxmlformats.org/drawingml/2006/main" noGrp="1"/>
          </p:cNvSpPr>
          <p:nvPr/>
        </p:nvSpPr>
        <p:spPr>
          <a:xfrm xmlns:a="http://schemas.openxmlformats.org/drawingml/2006/main">
            <a:off x="8077200" y="2571750"/>
            <a:ext cx="3505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다음 행동</a:t>
            </a:r>
          </a:p>
        </p:txBody>
      </p:sp>
      <p:sp>
        <p:nvSpPr>
          <p:cNvPr id="19" name="">
            <a:extLst xmlns:a="http://schemas.openxmlformats.org/drawingml/2006/main">
              <a:ext uri="{FF2B5EF4-FFF2-40B4-BE49-F238E27FC236}">
                <a16:creationId xmlns:a16="http://schemas.microsoft.com/office/drawing/2014/main" id="{3F4493E5-C2B7-49F3-B61A-1EE427C619D6}"/>
              </a:ext>
            </a:extLst>
          </p:cNvPr>
          <p:cNvSpPr>
            <a:spLocks xmlns:a="http://schemas.openxmlformats.org/drawingml/2006/main" noGrp="1"/>
          </p:cNvSpPr>
          <p:nvPr/>
        </p:nvSpPr>
        <p:spPr>
          <a:xfrm xmlns:a="http://schemas.openxmlformats.org/drawingml/2006/main" flipH="0" flipV="0">
            <a:off x="8077200" y="3162300"/>
            <a:ext cx="35052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0" name="">
            <a:extLst xmlns:a="http://schemas.openxmlformats.org/drawingml/2006/main">
              <a:ext uri="{FF2B5EF4-FFF2-40B4-BE49-F238E27FC236}">
                <a16:creationId xmlns:a16="http://schemas.microsoft.com/office/drawing/2014/main" id="{2E815B1E-C8E0-4A0A-AAC9-D96B89E70B48}"/>
              </a:ext>
            </a:extLst>
          </p:cNvPr>
          <p:cNvSpPr>
            <a:spLocks xmlns:a="http://schemas.openxmlformats.org/drawingml/2006/main" noGrp="1"/>
          </p:cNvSpPr>
          <p:nvPr/>
        </p:nvSpPr>
        <p:spPr>
          <a:xfrm xmlns:a="http://schemas.openxmlformats.org/drawingml/2006/main">
            <a:off x="8077200" y="3467100"/>
            <a:ext cx="35052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다음 실험 또는 제품 행동</a:t>
            </a:r>
          </a:p>
        </p:txBody>
      </p:sp>
      <p:sp>
        <p:nvSpPr>
          <p:cNvPr id="21" name="">
            <a:extLst xmlns:a="http://schemas.openxmlformats.org/drawingml/2006/main">
              <a:ext uri="{FF2B5EF4-FFF2-40B4-BE49-F238E27FC236}">
                <a16:creationId xmlns:a16="http://schemas.microsoft.com/office/drawing/2014/main" id="{CC441666-1C10-4AF2-B1B0-A7D260F9B02E}"/>
              </a:ext>
            </a:extLst>
          </p:cNvPr>
          <p:cNvSpPr>
            <a:spLocks xmlns:a="http://schemas.openxmlformats.org/drawingml/2006/main" noGrp="1"/>
          </p:cNvSpPr>
          <p:nvPr/>
        </p:nvSpPr>
        <p:spPr>
          <a:xfrm xmlns:a="http://schemas.openxmlformats.org/drawingml/2006/main">
            <a:off x="8077200" y="514350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191919"/>
                </a:solidFill>
                <a:latin typeface="Menlo"/>
                <a:ea typeface="Menlo"/>
                <a:cs typeface="Menlo"/>
              </a:defRPr>
            </a:pPr>
            <a:r>
              <a:rPr sz="1200" b="1">
                <a:solidFill>
                  <a:srgbClr val="191919"/>
                </a:solidFill>
                <a:latin typeface="Menlo"/>
                <a:ea typeface="Menlo"/>
                <a:cs typeface="Menlo"/>
              </a:rPr>
              <a:t>담당 · 검증 가능</a:t>
            </a:r>
          </a:p>
        </p:txBody>
      </p:sp>
      <p:sp>
        <p:nvSpPr>
          <p:cNvPr id="22" name="">
            <a:extLst xmlns:a="http://schemas.openxmlformats.org/drawingml/2006/main">
              <a:ext uri="{FF2B5EF4-FFF2-40B4-BE49-F238E27FC236}">
                <a16:creationId xmlns:a16="http://schemas.microsoft.com/office/drawing/2014/main" id="{1C2EC6E6-F2BE-4B5E-BA62-3BB86C25A409}"/>
              </a:ext>
            </a:extLst>
          </p:cNvPr>
          <p:cNvSpPr>
            <a:spLocks xmlns:a="http://schemas.openxmlformats.org/drawingml/2006/main" noGrp="1"/>
          </p:cNvSpPr>
          <p:nvPr/>
        </p:nvSpPr>
        <p:spPr>
          <a:xfrm xmlns:a="http://schemas.openxmlformats.org/drawingml/2006/main">
            <a:off x="609600" y="569595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출력 데이터 구조가 형식 평가의 최소 기준 · 내용의 근거성은 별도 검토</a:t>
            </a:r>
          </a:p>
        </p:txBody>
      </p:sp>
    </p:spTree>
    <p:extLst>
      <p:ext uri="{BB962C8B-B14F-4D97-AF65-F5344CB8AC3E}">
        <p14:creationId xmlns:p14="http://schemas.microsoft.com/office/powerpoint/2010/main" val="1508076497"/>
      </p:ext>
    </p:extLst>
  </p:cSld>
</p:sld>
</file>

<file path=ppt/slides/slide7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CF0207A-325F-43C8-B2AE-643E8FA07D3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91EE9FA1-86D0-4203-A056-6B4043B36F0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79</a:t>
            </a:r>
          </a:p>
        </p:txBody>
      </p:sp>
      <p:sp>
        <p:nvSpPr>
          <p:cNvPr id="3" name="">
            <a:extLst xmlns:a="http://schemas.openxmlformats.org/drawingml/2006/main">
              <a:ext uri="{FF2B5EF4-FFF2-40B4-BE49-F238E27FC236}">
                <a16:creationId xmlns:a16="http://schemas.microsoft.com/office/drawing/2014/main" id="{14D3F5D0-C44C-4355-A97B-1E47F192661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FEB4DFC-DF6C-4463-ABF5-BD398180588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AJOU · LARGE LANGUAGE MODEL OPERATIONS (LLMOps)</a:t>
            </a:r>
          </a:p>
        </p:txBody>
      </p:sp>
      <p:sp>
        <p:nvSpPr>
          <p:cNvPr id="5" name="">
            <a:extLst xmlns:a="http://schemas.openxmlformats.org/drawingml/2006/main">
              <a:ext uri="{FF2B5EF4-FFF2-40B4-BE49-F238E27FC236}">
                <a16:creationId xmlns:a16="http://schemas.microsoft.com/office/drawing/2014/main" id="{91FB1649-DC69-44E3-B5CC-2CB0A189CAE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5746EFD2-B84F-4991-821C-2BDB52CA102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실패 유형별 복구 경로</a:t>
            </a:r>
          </a:p>
        </p:txBody>
      </p:sp>
      <p:sp>
        <p:nvSpPr>
          <p:cNvPr id="7" name="">
            <a:extLst xmlns:a="http://schemas.openxmlformats.org/drawingml/2006/main">
              <a:ext uri="{FF2B5EF4-FFF2-40B4-BE49-F238E27FC236}">
                <a16:creationId xmlns:a16="http://schemas.microsoft.com/office/drawing/2014/main" id="{FB3FBB71-86E0-47C3-9AC0-E50AF4B8C307}"/>
              </a:ext>
            </a:extLst>
          </p:cNvPr>
          <p:cNvSpPr>
            <a:spLocks xmlns:a="http://schemas.openxmlformats.org/drawingml/2006/main" noGrp="1"/>
          </p:cNvSpPr>
          <p:nvPr/>
        </p:nvSpPr>
        <p:spPr>
          <a:xfrm xmlns:a="http://schemas.openxmlformats.org/drawingml/2006/main">
            <a:off x="609600" y="16192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422</a:t>
            </a:r>
          </a:p>
        </p:txBody>
      </p:sp>
      <p:sp>
        <p:nvSpPr>
          <p:cNvPr id="8" name="">
            <a:extLst xmlns:a="http://schemas.openxmlformats.org/drawingml/2006/main">
              <a:ext uri="{FF2B5EF4-FFF2-40B4-BE49-F238E27FC236}">
                <a16:creationId xmlns:a16="http://schemas.microsoft.com/office/drawing/2014/main" id="{28F63AEC-41C5-4F13-BD3A-DFEBCF84FEF2}"/>
              </a:ext>
            </a:extLst>
          </p:cNvPr>
          <p:cNvSpPr>
            <a:spLocks xmlns:a="http://schemas.openxmlformats.org/drawingml/2006/main" noGrp="1"/>
          </p:cNvSpPr>
          <p:nvPr/>
        </p:nvSpPr>
        <p:spPr>
          <a:xfrm xmlns:a="http://schemas.openxmlformats.org/drawingml/2006/main">
            <a:off x="2324100" y="16192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요청 데이터 구조 오류</a:t>
            </a:r>
          </a:p>
        </p:txBody>
      </p:sp>
      <p:sp>
        <p:nvSpPr>
          <p:cNvPr id="9" name="">
            <a:extLst xmlns:a="http://schemas.openxmlformats.org/drawingml/2006/main">
              <a:ext uri="{FF2B5EF4-FFF2-40B4-BE49-F238E27FC236}">
                <a16:creationId xmlns:a16="http://schemas.microsoft.com/office/drawing/2014/main" id="{962AE076-4375-4E08-8697-878E92A1B619}"/>
              </a:ext>
            </a:extLst>
          </p:cNvPr>
          <p:cNvSpPr>
            <a:spLocks xmlns:a="http://schemas.openxmlformats.org/drawingml/2006/main" noGrp="1"/>
          </p:cNvSpPr>
          <p:nvPr/>
        </p:nvSpPr>
        <p:spPr>
          <a:xfrm xmlns:a="http://schemas.openxmlformats.org/drawingml/2006/main">
            <a:off x="5810250" y="16192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10" name="">
            <a:extLst xmlns:a="http://schemas.openxmlformats.org/drawingml/2006/main">
              <a:ext uri="{FF2B5EF4-FFF2-40B4-BE49-F238E27FC236}">
                <a16:creationId xmlns:a16="http://schemas.microsoft.com/office/drawing/2014/main" id="{0FF7E71F-2D38-4E0C-B225-A5FE30357481}"/>
              </a:ext>
            </a:extLst>
          </p:cNvPr>
          <p:cNvSpPr>
            <a:spLocks xmlns:a="http://schemas.openxmlformats.org/drawingml/2006/main" noGrp="1"/>
          </p:cNvSpPr>
          <p:nvPr/>
        </p:nvSpPr>
        <p:spPr>
          <a:xfrm xmlns:a="http://schemas.openxmlformats.org/drawingml/2006/main">
            <a:off x="6591300" y="16192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작업·제공자·온도 범위 확인</a:t>
            </a:r>
          </a:p>
        </p:txBody>
      </p:sp>
      <p:sp>
        <p:nvSpPr>
          <p:cNvPr id="11" name="">
            <a:extLst xmlns:a="http://schemas.openxmlformats.org/drawingml/2006/main">
              <a:ext uri="{FF2B5EF4-FFF2-40B4-BE49-F238E27FC236}">
                <a16:creationId xmlns:a16="http://schemas.microsoft.com/office/drawing/2014/main" id="{8473DC50-5291-4408-95F9-9AEEDC782D1A}"/>
              </a:ext>
            </a:extLst>
          </p:cNvPr>
          <p:cNvSpPr>
            <a:spLocks xmlns:a="http://schemas.openxmlformats.org/drawingml/2006/main" noGrp="1"/>
          </p:cNvSpPr>
          <p:nvPr/>
        </p:nvSpPr>
        <p:spPr>
          <a:xfrm xmlns:a="http://schemas.openxmlformats.org/drawingml/2006/main" flipH="0" flipV="0">
            <a:off x="2324100" y="22098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230E8DD4-639F-40E6-9C64-A2FB3815B0DB}"/>
              </a:ext>
            </a:extLst>
          </p:cNvPr>
          <p:cNvSpPr>
            <a:spLocks xmlns:a="http://schemas.openxmlformats.org/drawingml/2006/main" noGrp="1"/>
          </p:cNvSpPr>
          <p:nvPr/>
        </p:nvSpPr>
        <p:spPr>
          <a:xfrm xmlns:a="http://schemas.openxmlformats.org/drawingml/2006/main">
            <a:off x="609600" y="26098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503</a:t>
            </a:r>
          </a:p>
        </p:txBody>
      </p:sp>
      <p:sp>
        <p:nvSpPr>
          <p:cNvPr id="13" name="">
            <a:extLst xmlns:a="http://schemas.openxmlformats.org/drawingml/2006/main">
              <a:ext uri="{FF2B5EF4-FFF2-40B4-BE49-F238E27FC236}">
                <a16:creationId xmlns:a16="http://schemas.microsoft.com/office/drawing/2014/main" id="{41E40F53-7603-4F57-882E-C9F2F130A3E7}"/>
              </a:ext>
            </a:extLst>
          </p:cNvPr>
          <p:cNvSpPr>
            <a:spLocks xmlns:a="http://schemas.openxmlformats.org/drawingml/2006/main" noGrp="1"/>
          </p:cNvSpPr>
          <p:nvPr/>
        </p:nvSpPr>
        <p:spPr>
          <a:xfrm xmlns:a="http://schemas.openxmlformats.org/drawingml/2006/main">
            <a:off x="2324100" y="26098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Ollama 연결 또는 모델 부재</a:t>
            </a:r>
          </a:p>
        </p:txBody>
      </p:sp>
      <p:sp>
        <p:nvSpPr>
          <p:cNvPr id="14" name="">
            <a:extLst xmlns:a="http://schemas.openxmlformats.org/drawingml/2006/main">
              <a:ext uri="{FF2B5EF4-FFF2-40B4-BE49-F238E27FC236}">
                <a16:creationId xmlns:a16="http://schemas.microsoft.com/office/drawing/2014/main" id="{9311BA9C-3728-4093-8042-29FA80B8C609}"/>
              </a:ext>
            </a:extLst>
          </p:cNvPr>
          <p:cNvSpPr>
            <a:spLocks xmlns:a="http://schemas.openxmlformats.org/drawingml/2006/main" noGrp="1"/>
          </p:cNvSpPr>
          <p:nvPr/>
        </p:nvSpPr>
        <p:spPr>
          <a:xfrm xmlns:a="http://schemas.openxmlformats.org/drawingml/2006/main">
            <a:off x="5810250" y="26098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BF5E11C3-A564-41CE-B3B8-7779961972E7}"/>
              </a:ext>
            </a:extLst>
          </p:cNvPr>
          <p:cNvSpPr>
            <a:spLocks xmlns:a="http://schemas.openxmlformats.org/drawingml/2006/main" noGrp="1"/>
          </p:cNvSpPr>
          <p:nvPr/>
        </p:nvSpPr>
        <p:spPr>
          <a:xfrm xmlns:a="http://schemas.openxmlformats.org/drawingml/2006/main">
            <a:off x="6591300" y="26098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데모로 완주 → Ollama 실행·모델 다운로드 확인</a:t>
            </a:r>
          </a:p>
        </p:txBody>
      </p:sp>
      <p:sp>
        <p:nvSpPr>
          <p:cNvPr id="16" name="">
            <a:extLst xmlns:a="http://schemas.openxmlformats.org/drawingml/2006/main">
              <a:ext uri="{FF2B5EF4-FFF2-40B4-BE49-F238E27FC236}">
                <a16:creationId xmlns:a16="http://schemas.microsoft.com/office/drawing/2014/main" id="{3E056F05-D520-40F1-939E-021512AF7AF5}"/>
              </a:ext>
            </a:extLst>
          </p:cNvPr>
          <p:cNvSpPr>
            <a:spLocks xmlns:a="http://schemas.openxmlformats.org/drawingml/2006/main" noGrp="1"/>
          </p:cNvSpPr>
          <p:nvPr/>
        </p:nvSpPr>
        <p:spPr>
          <a:xfrm xmlns:a="http://schemas.openxmlformats.org/drawingml/2006/main" flipH="0" flipV="0">
            <a:off x="2324100" y="32004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7" name="">
            <a:extLst xmlns:a="http://schemas.openxmlformats.org/drawingml/2006/main">
              <a:ext uri="{FF2B5EF4-FFF2-40B4-BE49-F238E27FC236}">
                <a16:creationId xmlns:a16="http://schemas.microsoft.com/office/drawing/2014/main" id="{2306AF59-298C-48C5-AD6C-5396F3CAA8C2}"/>
              </a:ext>
            </a:extLst>
          </p:cNvPr>
          <p:cNvSpPr>
            <a:spLocks xmlns:a="http://schemas.openxmlformats.org/drawingml/2006/main" noGrp="1"/>
          </p:cNvSpPr>
          <p:nvPr/>
        </p:nvSpPr>
        <p:spPr>
          <a:xfrm xmlns:a="http://schemas.openxmlformats.org/drawingml/2006/main">
            <a:off x="609600" y="36004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시간 초과</a:t>
            </a:r>
          </a:p>
        </p:txBody>
      </p:sp>
      <p:sp>
        <p:nvSpPr>
          <p:cNvPr id="18" name="">
            <a:extLst xmlns:a="http://schemas.openxmlformats.org/drawingml/2006/main">
              <a:ext uri="{FF2B5EF4-FFF2-40B4-BE49-F238E27FC236}">
                <a16:creationId xmlns:a16="http://schemas.microsoft.com/office/drawing/2014/main" id="{1370DF30-8884-4526-8D4A-A2C446880810}"/>
              </a:ext>
            </a:extLst>
          </p:cNvPr>
          <p:cNvSpPr>
            <a:spLocks xmlns:a="http://schemas.openxmlformats.org/drawingml/2006/main" noGrp="1"/>
          </p:cNvSpPr>
          <p:nvPr/>
        </p:nvSpPr>
        <p:spPr>
          <a:xfrm xmlns:a="http://schemas.openxmlformats.org/drawingml/2006/main">
            <a:off x="2324100" y="36004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응답 제한시간 초과</a:t>
            </a:r>
          </a:p>
        </p:txBody>
      </p:sp>
      <p:sp>
        <p:nvSpPr>
          <p:cNvPr id="19" name="">
            <a:extLst xmlns:a="http://schemas.openxmlformats.org/drawingml/2006/main">
              <a:ext uri="{FF2B5EF4-FFF2-40B4-BE49-F238E27FC236}">
                <a16:creationId xmlns:a16="http://schemas.microsoft.com/office/drawing/2014/main" id="{C64287FB-972D-4C98-A216-91EE081E3AF3}"/>
              </a:ext>
            </a:extLst>
          </p:cNvPr>
          <p:cNvSpPr>
            <a:spLocks xmlns:a="http://schemas.openxmlformats.org/drawingml/2006/main" noGrp="1"/>
          </p:cNvSpPr>
          <p:nvPr/>
        </p:nvSpPr>
        <p:spPr>
          <a:xfrm xmlns:a="http://schemas.openxmlformats.org/drawingml/2006/main">
            <a:off x="5810250" y="36004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20" name="">
            <a:extLst xmlns:a="http://schemas.openxmlformats.org/drawingml/2006/main">
              <a:ext uri="{FF2B5EF4-FFF2-40B4-BE49-F238E27FC236}">
                <a16:creationId xmlns:a16="http://schemas.microsoft.com/office/drawing/2014/main" id="{7B5EB4CE-FCBA-4214-8DD9-291ADF7B1F1A}"/>
              </a:ext>
            </a:extLst>
          </p:cNvPr>
          <p:cNvSpPr>
            <a:spLocks xmlns:a="http://schemas.openxmlformats.org/drawingml/2006/main" noGrp="1"/>
          </p:cNvSpPr>
          <p:nvPr/>
        </p:nvSpPr>
        <p:spPr>
          <a:xfrm xmlns:a="http://schemas.openxmlformats.org/drawingml/2006/main">
            <a:off x="6591300" y="36004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실행 추적 확인 → 입력 길이·모델·제한시간 점검</a:t>
            </a:r>
          </a:p>
        </p:txBody>
      </p:sp>
      <p:sp>
        <p:nvSpPr>
          <p:cNvPr id="21" name="">
            <a:extLst xmlns:a="http://schemas.openxmlformats.org/drawingml/2006/main">
              <a:ext uri="{FF2B5EF4-FFF2-40B4-BE49-F238E27FC236}">
                <a16:creationId xmlns:a16="http://schemas.microsoft.com/office/drawing/2014/main" id="{D83E7E10-9639-43B3-B5B9-B3AD0C922975}"/>
              </a:ext>
            </a:extLst>
          </p:cNvPr>
          <p:cNvSpPr>
            <a:spLocks xmlns:a="http://schemas.openxmlformats.org/drawingml/2006/main" noGrp="1"/>
          </p:cNvSpPr>
          <p:nvPr/>
        </p:nvSpPr>
        <p:spPr>
          <a:xfrm xmlns:a="http://schemas.openxmlformats.org/drawingml/2006/main" flipH="0" flipV="0">
            <a:off x="2324100" y="41910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8435EAF4-AD50-48D9-BC30-1553DF59B725}"/>
              </a:ext>
            </a:extLst>
          </p:cNvPr>
          <p:cNvSpPr>
            <a:spLocks xmlns:a="http://schemas.openxmlformats.org/drawingml/2006/main" noGrp="1"/>
          </p:cNvSpPr>
          <p:nvPr/>
        </p:nvSpPr>
        <p:spPr>
          <a:xfrm xmlns:a="http://schemas.openxmlformats.org/drawingml/2006/main">
            <a:off x="609600" y="45910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차이 없음</a:t>
            </a:r>
          </a:p>
        </p:txBody>
      </p:sp>
      <p:sp>
        <p:nvSpPr>
          <p:cNvPr id="23" name="">
            <a:extLst xmlns:a="http://schemas.openxmlformats.org/drawingml/2006/main">
              <a:ext uri="{FF2B5EF4-FFF2-40B4-BE49-F238E27FC236}">
                <a16:creationId xmlns:a16="http://schemas.microsoft.com/office/drawing/2014/main" id="{EDE36C13-F189-4500-A614-9D9BCEA2DD68}"/>
              </a:ext>
            </a:extLst>
          </p:cNvPr>
          <p:cNvSpPr>
            <a:spLocks xmlns:a="http://schemas.openxmlformats.org/drawingml/2006/main" noGrp="1"/>
          </p:cNvSpPr>
          <p:nvPr/>
        </p:nvSpPr>
        <p:spPr>
          <a:xfrm xmlns:a="http://schemas.openxmlformats.org/drawingml/2006/main">
            <a:off x="2324100" y="45910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두 실행의 비교 불가</a:t>
            </a:r>
          </a:p>
        </p:txBody>
      </p:sp>
      <p:sp>
        <p:nvSpPr>
          <p:cNvPr id="24" name="">
            <a:extLst xmlns:a="http://schemas.openxmlformats.org/drawingml/2006/main">
              <a:ext uri="{FF2B5EF4-FFF2-40B4-BE49-F238E27FC236}">
                <a16:creationId xmlns:a16="http://schemas.microsoft.com/office/drawing/2014/main" id="{99290C12-B278-4520-A01D-29A70E215139}"/>
              </a:ext>
            </a:extLst>
          </p:cNvPr>
          <p:cNvSpPr>
            <a:spLocks xmlns:a="http://schemas.openxmlformats.org/drawingml/2006/main" noGrp="1"/>
          </p:cNvSpPr>
          <p:nvPr/>
        </p:nvSpPr>
        <p:spPr>
          <a:xfrm xmlns:a="http://schemas.openxmlformats.org/drawingml/2006/main">
            <a:off x="5810250" y="45910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25" name="">
            <a:extLst xmlns:a="http://schemas.openxmlformats.org/drawingml/2006/main">
              <a:ext uri="{FF2B5EF4-FFF2-40B4-BE49-F238E27FC236}">
                <a16:creationId xmlns:a16="http://schemas.microsoft.com/office/drawing/2014/main" id="{F6CE783C-5BA4-407F-BCC1-A72475112E4C}"/>
              </a:ext>
            </a:extLst>
          </p:cNvPr>
          <p:cNvSpPr>
            <a:spLocks xmlns:a="http://schemas.openxmlformats.org/drawingml/2006/main" noGrp="1"/>
          </p:cNvSpPr>
          <p:nvPr/>
        </p:nvSpPr>
        <p:spPr>
          <a:xfrm xmlns:a="http://schemas.openxmlformats.org/drawingml/2006/main">
            <a:off x="6591300" y="45910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동일 입력·평가축 고정 → 변수 하나만 변경</a:t>
            </a:r>
          </a:p>
        </p:txBody>
      </p:sp>
      <p:sp>
        <p:nvSpPr>
          <p:cNvPr id="26" name="">
            <a:extLst xmlns:a="http://schemas.openxmlformats.org/drawingml/2006/main">
              <a:ext uri="{FF2B5EF4-FFF2-40B4-BE49-F238E27FC236}">
                <a16:creationId xmlns:a16="http://schemas.microsoft.com/office/drawing/2014/main" id="{17719135-D47B-4BF5-8D4C-6970A7C7C646}"/>
              </a:ext>
            </a:extLst>
          </p:cNvPr>
          <p:cNvSpPr>
            <a:spLocks xmlns:a="http://schemas.openxmlformats.org/drawingml/2006/main" noGrp="1"/>
          </p:cNvSpPr>
          <p:nvPr/>
        </p:nvSpPr>
        <p:spPr>
          <a:xfrm xmlns:a="http://schemas.openxmlformats.org/drawingml/2006/main" flipH="0" flipV="0">
            <a:off x="2324100" y="51816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600230115"/>
      </p:ext>
    </p:extLst>
  </p:cSld>
</p:sld>
</file>

<file path=ppt/slides/slide8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EDEE335-8450-4832-8B49-65436EEB56BA}"/>
              </a:ext>
            </a:extLst>
          </p:cNvPr>
          <p:cNvSpPr>
            <a:spLocks xmlns:a="http://schemas.openxmlformats.org/drawingml/2006/main" noGrp="1"/>
          </p:cNvSpPr>
          <p:nvPr/>
        </p:nvSpPr>
        <p:spPr>
          <a:xfrm xmlns:a="http://schemas.openxmlformats.org/drawingml/2006/main">
            <a:off x="609600" y="51435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FIRST OPERATING RECORD</a:t>
            </a:r>
          </a:p>
        </p:txBody>
      </p:sp>
      <p:sp>
        <p:nvSpPr>
          <p:cNvPr id="2" name="">
            <a:extLst xmlns:a="http://schemas.openxmlformats.org/drawingml/2006/main">
              <a:ext uri="{FF2B5EF4-FFF2-40B4-BE49-F238E27FC236}">
                <a16:creationId xmlns:a16="http://schemas.microsoft.com/office/drawing/2014/main" id="{47CC6A61-BD59-4B15-B61E-408BB3C6E5FC}"/>
              </a:ext>
            </a:extLst>
          </p:cNvPr>
          <p:cNvSpPr>
            <a:spLocks xmlns:a="http://schemas.openxmlformats.org/drawingml/2006/main" noGrp="1"/>
          </p:cNvSpPr>
          <p:nvPr/>
        </p:nvSpPr>
        <p:spPr>
          <a:xfrm xmlns:a="http://schemas.openxmlformats.org/drawingml/2006/main">
            <a:off x="609600" y="1219200"/>
            <a:ext cx="1066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첫 포트폴리오 기록</a:t>
            </a:r>
          </a:p>
        </p:txBody>
      </p:sp>
      <p:sp>
        <p:nvSpPr>
          <p:cNvPr id="3" name="">
            <a:extLst xmlns:a="http://schemas.openxmlformats.org/drawingml/2006/main">
              <a:ext uri="{FF2B5EF4-FFF2-40B4-BE49-F238E27FC236}">
                <a16:creationId xmlns:a16="http://schemas.microsoft.com/office/drawing/2014/main" id="{61FC864B-DFE9-47AC-8C97-C7E9D6612582}"/>
              </a:ext>
            </a:extLst>
          </p:cNvPr>
          <p:cNvSpPr>
            <a:spLocks xmlns:a="http://schemas.openxmlformats.org/drawingml/2006/main" noGrp="1"/>
          </p:cNvSpPr>
          <p:nvPr/>
        </p:nvSpPr>
        <p:spPr>
          <a:xfrm xmlns:a="http://schemas.openxmlformats.org/drawingml/2006/main">
            <a:off x="609600" y="243840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01</a:t>
            </a:r>
          </a:p>
        </p:txBody>
      </p:sp>
      <p:sp>
        <p:nvSpPr>
          <p:cNvPr id="4" name="">
            <a:extLst xmlns:a="http://schemas.openxmlformats.org/drawingml/2006/main">
              <a:ext uri="{FF2B5EF4-FFF2-40B4-BE49-F238E27FC236}">
                <a16:creationId xmlns:a16="http://schemas.microsoft.com/office/drawing/2014/main" id="{99684CCF-ED77-403F-B4C1-69ADEED30BFD}"/>
              </a:ext>
            </a:extLst>
          </p:cNvPr>
          <p:cNvSpPr>
            <a:spLocks xmlns:a="http://schemas.openxmlformats.org/drawingml/2006/main" noGrp="1"/>
          </p:cNvSpPr>
          <p:nvPr/>
        </p:nvSpPr>
        <p:spPr>
          <a:xfrm xmlns:a="http://schemas.openxmlformats.org/drawingml/2006/main">
            <a:off x="1390650" y="24384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문제 후보</a:t>
            </a:r>
          </a:p>
        </p:txBody>
      </p:sp>
      <p:sp>
        <p:nvSpPr>
          <p:cNvPr id="5" name="">
            <a:extLst xmlns:a="http://schemas.openxmlformats.org/drawingml/2006/main">
              <a:ext uri="{FF2B5EF4-FFF2-40B4-BE49-F238E27FC236}">
                <a16:creationId xmlns:a16="http://schemas.microsoft.com/office/drawing/2014/main" id="{1FB691A6-18CD-42C5-A048-E9CCA4741450}"/>
              </a:ext>
            </a:extLst>
          </p:cNvPr>
          <p:cNvSpPr>
            <a:spLocks xmlns:a="http://schemas.openxmlformats.org/drawingml/2006/main" noGrp="1"/>
          </p:cNvSpPr>
          <p:nvPr/>
        </p:nvSpPr>
        <p:spPr>
          <a:xfrm xmlns:a="http://schemas.openxmlformats.org/drawingml/2006/main">
            <a:off x="3714750" y="2438400"/>
            <a:ext cx="7486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0">
                <a:solidFill>
                  <a:srgbClr val="FFFFFF"/>
                </a:solidFill>
                <a:latin typeface="AppleGothic"/>
                <a:ea typeface="AppleGothic"/>
                <a:cs typeface="AppleGothic"/>
              </a:defRPr>
            </a:pPr>
            <a:r>
              <a:rPr sz="1500" b="0">
                <a:solidFill>
                  <a:srgbClr val="FFFFFF"/>
                </a:solidFill>
                <a:latin typeface="AppleGothic"/>
                <a:ea typeface="AppleGothic"/>
                <a:cs typeface="AppleGothic"/>
              </a:rPr>
              <a:t>기말 프로젝트로 검증할 사용자·문제 후보 1개</a:t>
            </a:r>
          </a:p>
        </p:txBody>
      </p:sp>
      <p:sp>
        <p:nvSpPr>
          <p:cNvPr id="6" name="">
            <a:extLst xmlns:a="http://schemas.openxmlformats.org/drawingml/2006/main">
              <a:ext uri="{FF2B5EF4-FFF2-40B4-BE49-F238E27FC236}">
                <a16:creationId xmlns:a16="http://schemas.microsoft.com/office/drawing/2014/main" id="{DFA4B763-E65E-4A42-BA40-95F313E0DF95}"/>
              </a:ext>
            </a:extLst>
          </p:cNvPr>
          <p:cNvSpPr>
            <a:spLocks xmlns:a="http://schemas.openxmlformats.org/drawingml/2006/main" noGrp="1"/>
          </p:cNvSpPr>
          <p:nvPr/>
        </p:nvSpPr>
        <p:spPr>
          <a:xfrm xmlns:a="http://schemas.openxmlformats.org/drawingml/2006/main" flipH="0" flipV="0">
            <a:off x="1390650" y="2990850"/>
            <a:ext cx="981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7" name="">
            <a:extLst xmlns:a="http://schemas.openxmlformats.org/drawingml/2006/main">
              <a:ext uri="{FF2B5EF4-FFF2-40B4-BE49-F238E27FC236}">
                <a16:creationId xmlns:a16="http://schemas.microsoft.com/office/drawing/2014/main" id="{D5454327-44C9-4FC1-825B-D7D381707CFC}"/>
              </a:ext>
            </a:extLst>
          </p:cNvPr>
          <p:cNvSpPr>
            <a:spLocks xmlns:a="http://schemas.openxmlformats.org/drawingml/2006/main" noGrp="1"/>
          </p:cNvSpPr>
          <p:nvPr/>
        </p:nvSpPr>
        <p:spPr>
          <a:xfrm xmlns:a="http://schemas.openxmlformats.org/drawingml/2006/main">
            <a:off x="609600" y="342900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02</a:t>
            </a:r>
          </a:p>
        </p:txBody>
      </p:sp>
      <p:sp>
        <p:nvSpPr>
          <p:cNvPr id="8" name="">
            <a:extLst xmlns:a="http://schemas.openxmlformats.org/drawingml/2006/main">
              <a:ext uri="{FF2B5EF4-FFF2-40B4-BE49-F238E27FC236}">
                <a16:creationId xmlns:a16="http://schemas.microsoft.com/office/drawing/2014/main" id="{0FCA6002-A413-495A-94DD-69FB0FC52371}"/>
              </a:ext>
            </a:extLst>
          </p:cNvPr>
          <p:cNvSpPr>
            <a:spLocks xmlns:a="http://schemas.openxmlformats.org/drawingml/2006/main" noGrp="1"/>
          </p:cNvSpPr>
          <p:nvPr/>
        </p:nvSpPr>
        <p:spPr>
          <a:xfrm xmlns:a="http://schemas.openxmlformats.org/drawingml/2006/main">
            <a:off x="1390650" y="34290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실행 증거</a:t>
            </a:r>
          </a:p>
        </p:txBody>
      </p:sp>
      <p:sp>
        <p:nvSpPr>
          <p:cNvPr id="9" name="">
            <a:extLst xmlns:a="http://schemas.openxmlformats.org/drawingml/2006/main">
              <a:ext uri="{FF2B5EF4-FFF2-40B4-BE49-F238E27FC236}">
                <a16:creationId xmlns:a16="http://schemas.microsoft.com/office/drawing/2014/main" id="{B0E78453-68A1-4939-B455-7EE8B3BA0F91}"/>
              </a:ext>
            </a:extLst>
          </p:cNvPr>
          <p:cNvSpPr>
            <a:spLocks xmlns:a="http://schemas.openxmlformats.org/drawingml/2006/main" noGrp="1"/>
          </p:cNvSpPr>
          <p:nvPr/>
        </p:nvSpPr>
        <p:spPr>
          <a:xfrm xmlns:a="http://schemas.openxmlformats.org/drawingml/2006/main">
            <a:off x="3714750" y="3429000"/>
            <a:ext cx="7486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0">
                <a:solidFill>
                  <a:srgbClr val="FFFFFF"/>
                </a:solidFill>
                <a:latin typeface="AppleGothic"/>
                <a:ea typeface="AppleGothic"/>
                <a:cs typeface="AppleGothic"/>
              </a:defRPr>
            </a:pPr>
            <a:r>
              <a:rPr sz="1500" b="0">
                <a:solidFill>
                  <a:srgbClr val="FFFFFF"/>
                </a:solidFill>
                <a:latin typeface="AppleGothic"/>
                <a:ea typeface="AppleGothic"/>
                <a:cs typeface="AppleGothic"/>
              </a:rPr>
              <a:t>오늘 만든 실행 추적 2건과 비교 판단 1개</a:t>
            </a:r>
          </a:p>
        </p:txBody>
      </p:sp>
      <p:sp>
        <p:nvSpPr>
          <p:cNvPr id="10" name="">
            <a:extLst xmlns:a="http://schemas.openxmlformats.org/drawingml/2006/main">
              <a:ext uri="{FF2B5EF4-FFF2-40B4-BE49-F238E27FC236}">
                <a16:creationId xmlns:a16="http://schemas.microsoft.com/office/drawing/2014/main" id="{58168028-0893-439D-A2CF-EE774E125B79}"/>
              </a:ext>
            </a:extLst>
          </p:cNvPr>
          <p:cNvSpPr>
            <a:spLocks xmlns:a="http://schemas.openxmlformats.org/drawingml/2006/main" noGrp="1"/>
          </p:cNvSpPr>
          <p:nvPr/>
        </p:nvSpPr>
        <p:spPr>
          <a:xfrm xmlns:a="http://schemas.openxmlformats.org/drawingml/2006/main" flipH="0" flipV="0">
            <a:off x="1390650" y="3981450"/>
            <a:ext cx="981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27F68A41-9CD7-4A2A-80F6-0C966D9B0EE0}"/>
              </a:ext>
            </a:extLst>
          </p:cNvPr>
          <p:cNvSpPr>
            <a:spLocks xmlns:a="http://schemas.openxmlformats.org/drawingml/2006/main" noGrp="1"/>
          </p:cNvSpPr>
          <p:nvPr/>
        </p:nvSpPr>
        <p:spPr>
          <a:xfrm xmlns:a="http://schemas.openxmlformats.org/drawingml/2006/main">
            <a:off x="609600" y="441960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03</a:t>
            </a:r>
          </a:p>
        </p:txBody>
      </p:sp>
      <p:sp>
        <p:nvSpPr>
          <p:cNvPr id="12" name="">
            <a:extLst xmlns:a="http://schemas.openxmlformats.org/drawingml/2006/main">
              <a:ext uri="{FF2B5EF4-FFF2-40B4-BE49-F238E27FC236}">
                <a16:creationId xmlns:a16="http://schemas.microsoft.com/office/drawing/2014/main" id="{4B06D90A-8445-420A-9921-085E23DA6DC2}"/>
              </a:ext>
            </a:extLst>
          </p:cNvPr>
          <p:cNvSpPr>
            <a:spLocks xmlns:a="http://schemas.openxmlformats.org/drawingml/2006/main" noGrp="1"/>
          </p:cNvSpPr>
          <p:nvPr/>
        </p:nvSpPr>
        <p:spPr>
          <a:xfrm xmlns:a="http://schemas.openxmlformats.org/drawingml/2006/main">
            <a:off x="1390650" y="44196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교수 질문</a:t>
            </a:r>
          </a:p>
        </p:txBody>
      </p:sp>
      <p:sp>
        <p:nvSpPr>
          <p:cNvPr id="13" name="">
            <a:extLst xmlns:a="http://schemas.openxmlformats.org/drawingml/2006/main">
              <a:ext uri="{FF2B5EF4-FFF2-40B4-BE49-F238E27FC236}">
                <a16:creationId xmlns:a16="http://schemas.microsoft.com/office/drawing/2014/main" id="{77691935-05EC-4ACC-8AC4-976F87928807}"/>
              </a:ext>
            </a:extLst>
          </p:cNvPr>
          <p:cNvSpPr>
            <a:spLocks xmlns:a="http://schemas.openxmlformats.org/drawingml/2006/main" noGrp="1"/>
          </p:cNvSpPr>
          <p:nvPr/>
        </p:nvSpPr>
        <p:spPr>
          <a:xfrm xmlns:a="http://schemas.openxmlformats.org/drawingml/2006/main">
            <a:off x="3714750" y="4419600"/>
            <a:ext cx="7486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0">
                <a:solidFill>
                  <a:srgbClr val="FFFFFF"/>
                </a:solidFill>
                <a:latin typeface="AppleGothic"/>
                <a:ea typeface="AppleGothic"/>
                <a:cs typeface="AppleGothic"/>
              </a:defRPr>
            </a:pPr>
            <a:r>
              <a:rPr sz="1500" b="0">
                <a:solidFill>
                  <a:srgbClr val="FFFFFF"/>
                </a:solidFill>
                <a:latin typeface="AppleGothic"/>
                <a:ea typeface="AppleGothic"/>
                <a:cs typeface="AppleGothic"/>
              </a:rPr>
              <a:t>다음 질의응답에서 확인할 질문 3개와 수정 이력</a:t>
            </a:r>
          </a:p>
        </p:txBody>
      </p:sp>
      <p:sp>
        <p:nvSpPr>
          <p:cNvPr id="14" name="">
            <a:extLst xmlns:a="http://schemas.openxmlformats.org/drawingml/2006/main">
              <a:ext uri="{FF2B5EF4-FFF2-40B4-BE49-F238E27FC236}">
                <a16:creationId xmlns:a16="http://schemas.microsoft.com/office/drawing/2014/main" id="{6F44539A-EAEE-406C-ACB0-F3C39CBCBE07}"/>
              </a:ext>
            </a:extLst>
          </p:cNvPr>
          <p:cNvSpPr>
            <a:spLocks xmlns:a="http://schemas.openxmlformats.org/drawingml/2006/main" noGrp="1"/>
          </p:cNvSpPr>
          <p:nvPr/>
        </p:nvSpPr>
        <p:spPr>
          <a:xfrm xmlns:a="http://schemas.openxmlformats.org/drawingml/2006/main" flipH="0" flipV="0">
            <a:off x="1390650" y="4972050"/>
            <a:ext cx="981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33C3E375-E90A-42AD-9043-04C577D68FEF}"/>
              </a:ext>
            </a:extLst>
          </p:cNvPr>
          <p:cNvSpPr>
            <a:spLocks xmlns:a="http://schemas.openxmlformats.org/drawingml/2006/main" noGrp="1"/>
          </p:cNvSpPr>
          <p:nvPr/>
        </p:nvSpPr>
        <p:spPr>
          <a:xfrm xmlns:a="http://schemas.openxmlformats.org/drawingml/2006/main" flipH="0" flipV="0">
            <a:off x="609600" y="5619750"/>
            <a:ext cx="10972800" cy="0"/>
          </a:xfrm>
          <a:prstGeom xmlns:a="http://schemas.openxmlformats.org/drawingml/2006/main" prst="line">
            <a:avLst/>
          </a:prstGeom>
          <a:noFill xmlns:a="http://schemas.openxmlformats.org/drawingml/2006/main"/>
          <a:ln xmlns:a="http://schemas.openxmlformats.org/drawingml/2006/main" w="19050">
            <a:solidFill>
              <a:srgbClr val="25324A"/>
            </a:solidFill>
            <a:prstDash val="solid"/>
          </a:ln>
        </p:spPr>
      </p:sp>
      <p:sp>
        <p:nvSpPr>
          <p:cNvPr id="16" name="">
            <a:extLst xmlns:a="http://schemas.openxmlformats.org/drawingml/2006/main">
              <a:ext uri="{FF2B5EF4-FFF2-40B4-BE49-F238E27FC236}">
                <a16:creationId xmlns:a16="http://schemas.microsoft.com/office/drawing/2014/main" id="{751B5D3E-A106-4BB4-BAB9-AE9F428995A0}"/>
              </a:ext>
            </a:extLst>
          </p:cNvPr>
          <p:cNvSpPr>
            <a:spLocks xmlns:a="http://schemas.openxmlformats.org/drawingml/2006/main" noGrp="1"/>
          </p:cNvSpPr>
          <p:nvPr/>
        </p:nvSpPr>
        <p:spPr>
          <a:xfrm xmlns:a="http://schemas.openxmlformats.org/drawingml/2006/main">
            <a:off x="609600" y="579120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W08 · 온라인 기획서 제출 평가 · W16 · 실시간 온라인 프로젝트 발표</a:t>
            </a:r>
          </a:p>
        </p:txBody>
      </p:sp>
    </p:spTree>
    <p:extLst>
      <p:ext uri="{BB962C8B-B14F-4D97-AF65-F5344CB8AC3E}">
        <p14:creationId xmlns:p14="http://schemas.microsoft.com/office/powerpoint/2010/main" val="942082412"/>
      </p:ext>
    </p:extLst>
  </p:cSld>
</p:sld>
</file>

<file path=ppt/theme/theme1.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98A2B3"/>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2026-09-04T05:30:24.7190000Z</dcterms:created>
  <dcterms:modified xsi:type="dcterms:W3CDTF">2026-09-04T05:30:24.7190000Z</dcterms:modified>
</coreProperties>
</file>