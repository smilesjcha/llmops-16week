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fe454a227124a8e" /><Relationship Type="http://schemas.openxmlformats.org/officeDocument/2006/relationships/extended-properties" Target="/docProps/app.xml" Id="R694ae45075f84865" /><Relationship Type="http://schemas.openxmlformats.org/officeDocument/2006/relationships/officeDocument" Target="/ppt/presentation.xml" Id="R8a94a9959d174525" /></Relationships>
</file>

<file path=ppt/presentation.xml><?xml version="1.0" encoding="utf-8"?>
<p:presentation xmlns:p="http://schemas.openxmlformats.org/presentationml/2006/main">
  <p:sldMasterIdLst>
    <p:sldMasterId xmlns:r="http://schemas.openxmlformats.org/officeDocument/2006/relationships" id="2147483648" r:id="Rb84eb447b4474ddb"/>
  </p:sldMasterIdLst>
  <p:notesMasterIdLst>
    <p:notesMasterId xmlns:r="http://schemas.openxmlformats.org/officeDocument/2006/relationships" r:id="Rce82b4ee03784a52"/>
  </p:notesMasterIdLst>
  <p:sldIdLst>
    <p:sldId xmlns:r="http://schemas.openxmlformats.org/officeDocument/2006/relationships" id="256" r:id="R45fbe443c2364544"/>
    <p:sldId xmlns:r="http://schemas.openxmlformats.org/officeDocument/2006/relationships" id="257" r:id="Rff76fb8bd93b4bc5"/>
    <p:sldId xmlns:r="http://schemas.openxmlformats.org/officeDocument/2006/relationships" id="258" r:id="R7bb4d8483e014895"/>
    <p:sldId xmlns:r="http://schemas.openxmlformats.org/officeDocument/2006/relationships" id="259" r:id="Re1c01231895246f4"/>
    <p:sldId xmlns:r="http://schemas.openxmlformats.org/officeDocument/2006/relationships" id="260" r:id="R6a95762607d7478b"/>
    <p:sldId xmlns:r="http://schemas.openxmlformats.org/officeDocument/2006/relationships" id="261" r:id="R0c309d64e63e4174"/>
    <p:sldId xmlns:r="http://schemas.openxmlformats.org/officeDocument/2006/relationships" id="262" r:id="Rda6d39a257ba46ad"/>
    <p:sldId xmlns:r="http://schemas.openxmlformats.org/officeDocument/2006/relationships" id="263" r:id="R8c72418dd4904dcd"/>
    <p:sldId xmlns:r="http://schemas.openxmlformats.org/officeDocument/2006/relationships" id="264" r:id="R599354d9c4374e02"/>
    <p:sldId xmlns:r="http://schemas.openxmlformats.org/officeDocument/2006/relationships" id="265" r:id="R98aedaba02794f27"/>
    <p:sldId xmlns:r="http://schemas.openxmlformats.org/officeDocument/2006/relationships" id="266" r:id="R94ebc657c0cd472d"/>
    <p:sldId xmlns:r="http://schemas.openxmlformats.org/officeDocument/2006/relationships" id="267" r:id="R6ab1250a5d16444b"/>
    <p:sldId xmlns:r="http://schemas.openxmlformats.org/officeDocument/2006/relationships" id="268" r:id="R7bb09bbe67094cc6"/>
    <p:sldId xmlns:r="http://schemas.openxmlformats.org/officeDocument/2006/relationships" id="269" r:id="Re9e40ad0438f4fa0"/>
    <p:sldId xmlns:r="http://schemas.openxmlformats.org/officeDocument/2006/relationships" id="270" r:id="Rd48d249cbe4547e4"/>
    <p:sldId xmlns:r="http://schemas.openxmlformats.org/officeDocument/2006/relationships" id="271" r:id="R890ac35876a14321"/>
    <p:sldId xmlns:r="http://schemas.openxmlformats.org/officeDocument/2006/relationships" id="272" r:id="R1b2cfa72ad4a4e27"/>
    <p:sldId xmlns:r="http://schemas.openxmlformats.org/officeDocument/2006/relationships" id="273" r:id="R77b9ef48e67543ed"/>
    <p:sldId xmlns:r="http://schemas.openxmlformats.org/officeDocument/2006/relationships" id="274" r:id="Rd6b294811f3a4e84"/>
    <p:sldId xmlns:r="http://schemas.openxmlformats.org/officeDocument/2006/relationships" id="275" r:id="R82e1d5b6615e4e75"/>
    <p:sldId xmlns:r="http://schemas.openxmlformats.org/officeDocument/2006/relationships" id="276" r:id="R186c7bdfc6dd4429"/>
    <p:sldId xmlns:r="http://schemas.openxmlformats.org/officeDocument/2006/relationships" id="277" r:id="Rc0bb0c64d25c4970"/>
    <p:sldId xmlns:r="http://schemas.openxmlformats.org/officeDocument/2006/relationships" id="278" r:id="Ra248621eb6634d9b"/>
    <p:sldId xmlns:r="http://schemas.openxmlformats.org/officeDocument/2006/relationships" id="279" r:id="R59a34902e69d4deb"/>
    <p:sldId xmlns:r="http://schemas.openxmlformats.org/officeDocument/2006/relationships" id="280" r:id="Rfc73f369ede7415d"/>
    <p:sldId xmlns:r="http://schemas.openxmlformats.org/officeDocument/2006/relationships" id="281" r:id="R5dff42ba0ba44f19"/>
    <p:sldId xmlns:r="http://schemas.openxmlformats.org/officeDocument/2006/relationships" id="282" r:id="R1a6d6d17da2346cb"/>
    <p:sldId xmlns:r="http://schemas.openxmlformats.org/officeDocument/2006/relationships" id="283" r:id="R2d49a1af2e494a3c"/>
    <p:sldId xmlns:r="http://schemas.openxmlformats.org/officeDocument/2006/relationships" id="284" r:id="Rdf6af1160a1944bf"/>
    <p:sldId xmlns:r="http://schemas.openxmlformats.org/officeDocument/2006/relationships" id="285" r:id="R273eb4d812cf456a"/>
    <p:sldId xmlns:r="http://schemas.openxmlformats.org/officeDocument/2006/relationships" id="286" r:id="Rf666281c29574ce3"/>
    <p:sldId xmlns:r="http://schemas.openxmlformats.org/officeDocument/2006/relationships" id="287" r:id="Rc0762f4b802043fe"/>
    <p:sldId xmlns:r="http://schemas.openxmlformats.org/officeDocument/2006/relationships" id="288" r:id="Rfd28d6ae1d6b40a1"/>
    <p:sldId xmlns:r="http://schemas.openxmlformats.org/officeDocument/2006/relationships" id="289" r:id="R70cb0964d3224237"/>
    <p:sldId xmlns:r="http://schemas.openxmlformats.org/officeDocument/2006/relationships" id="290" r:id="R8197a8f1c8864a70"/>
    <p:sldId xmlns:r="http://schemas.openxmlformats.org/officeDocument/2006/relationships" id="291" r:id="Re1e17f69be4f49ff"/>
    <p:sldId xmlns:r="http://schemas.openxmlformats.org/officeDocument/2006/relationships" id="292" r:id="R23c1a8db6f5542ad"/>
    <p:sldId xmlns:r="http://schemas.openxmlformats.org/officeDocument/2006/relationships" id="293" r:id="R8d5c92e579bb4a34"/>
    <p:sldId xmlns:r="http://schemas.openxmlformats.org/officeDocument/2006/relationships" id="294" r:id="Re3d1f3d2a7b84e2c"/>
    <p:sldId xmlns:r="http://schemas.openxmlformats.org/officeDocument/2006/relationships" id="295" r:id="Ra24f8061b4c945a7"/>
    <p:sldId xmlns:r="http://schemas.openxmlformats.org/officeDocument/2006/relationships" id="296" r:id="R9606796c07484320"/>
    <p:sldId xmlns:r="http://schemas.openxmlformats.org/officeDocument/2006/relationships" id="297" r:id="Raab56d0007a94dc3"/>
    <p:sldId xmlns:r="http://schemas.openxmlformats.org/officeDocument/2006/relationships" id="298" r:id="R56fb2cd25a334763"/>
    <p:sldId xmlns:r="http://schemas.openxmlformats.org/officeDocument/2006/relationships" id="299" r:id="R472f3b735878477f"/>
    <p:sldId xmlns:r="http://schemas.openxmlformats.org/officeDocument/2006/relationships" id="300" r:id="R0509b7d80db64326"/>
    <p:sldId xmlns:r="http://schemas.openxmlformats.org/officeDocument/2006/relationships" id="301" r:id="R8f11995a21f44441"/>
    <p:sldId xmlns:r="http://schemas.openxmlformats.org/officeDocument/2006/relationships" id="302" r:id="R766e5856b1214fff"/>
    <p:sldId xmlns:r="http://schemas.openxmlformats.org/officeDocument/2006/relationships" id="303" r:id="R5edb968dddbb43b1"/>
    <p:sldId xmlns:r="http://schemas.openxmlformats.org/officeDocument/2006/relationships" id="304" r:id="Rb2d397f6de8d406d"/>
    <p:sldId xmlns:r="http://schemas.openxmlformats.org/officeDocument/2006/relationships" id="305" r:id="Rf71a1b2da7224853"/>
    <p:sldId xmlns:r="http://schemas.openxmlformats.org/officeDocument/2006/relationships" id="306" r:id="Rd96f725129214724"/>
    <p:sldId xmlns:r="http://schemas.openxmlformats.org/officeDocument/2006/relationships" id="307" r:id="R78b1650f571a4410"/>
    <p:sldId xmlns:r="http://schemas.openxmlformats.org/officeDocument/2006/relationships" id="308" r:id="Rbec9c0266ce848fb"/>
    <p:sldId xmlns:r="http://schemas.openxmlformats.org/officeDocument/2006/relationships" id="309" r:id="R74df6faf1ec64756"/>
    <p:sldId xmlns:r="http://schemas.openxmlformats.org/officeDocument/2006/relationships" id="310" r:id="Rf997166c5c4c49be"/>
    <p:sldId xmlns:r="http://schemas.openxmlformats.org/officeDocument/2006/relationships" id="311" r:id="Rfb759bb59a4f4f32"/>
    <p:sldId xmlns:r="http://schemas.openxmlformats.org/officeDocument/2006/relationships" id="312" r:id="R7d2d0d065e7e4d40"/>
    <p:sldId xmlns:r="http://schemas.openxmlformats.org/officeDocument/2006/relationships" id="313" r:id="R109b23a72c8f4b2e"/>
    <p:sldId xmlns:r="http://schemas.openxmlformats.org/officeDocument/2006/relationships" id="314" r:id="R243c17222921470b"/>
    <p:sldId xmlns:r="http://schemas.openxmlformats.org/officeDocument/2006/relationships" id="315" r:id="R4e23f061237d4125"/>
    <p:sldId xmlns:r="http://schemas.openxmlformats.org/officeDocument/2006/relationships" id="316" r:id="Rcb3af6eea9d14d99"/>
    <p:sldId xmlns:r="http://schemas.openxmlformats.org/officeDocument/2006/relationships" id="317" r:id="Rcfddd4a551f84de0"/>
    <p:sldId xmlns:r="http://schemas.openxmlformats.org/officeDocument/2006/relationships" id="318" r:id="R534095a6ad0e45e1"/>
    <p:sldId xmlns:r="http://schemas.openxmlformats.org/officeDocument/2006/relationships" id="319" r:id="Rf11c32aa009c4673"/>
    <p:sldId xmlns:r="http://schemas.openxmlformats.org/officeDocument/2006/relationships" id="320" r:id="R8a4ff6b3ce614dd6"/>
    <p:sldId xmlns:r="http://schemas.openxmlformats.org/officeDocument/2006/relationships" id="321" r:id="Ra9ebe45f98544412"/>
    <p:sldId xmlns:r="http://schemas.openxmlformats.org/officeDocument/2006/relationships" id="322" r:id="R69328c2a57e4458e"/>
    <p:sldId xmlns:r="http://schemas.openxmlformats.org/officeDocument/2006/relationships" id="323" r:id="R19f9c24d014e4260"/>
    <p:sldId xmlns:r="http://schemas.openxmlformats.org/officeDocument/2006/relationships" id="324" r:id="R873c78d7686740f6"/>
    <p:sldId xmlns:r="http://schemas.openxmlformats.org/officeDocument/2006/relationships" id="325" r:id="Rd6553ea813da44ba"/>
    <p:sldId xmlns:r="http://schemas.openxmlformats.org/officeDocument/2006/relationships" id="326" r:id="R85230e062cfc4e20"/>
    <p:sldId xmlns:r="http://schemas.openxmlformats.org/officeDocument/2006/relationships" id="327" r:id="Rd3eae4496c7c4081"/>
    <p:sldId xmlns:r="http://schemas.openxmlformats.org/officeDocument/2006/relationships" id="328" r:id="R6228c1ff09e24246"/>
    <p:sldId xmlns:r="http://schemas.openxmlformats.org/officeDocument/2006/relationships" id="329" r:id="R556cd396884b47b1"/>
    <p:sldId xmlns:r="http://schemas.openxmlformats.org/officeDocument/2006/relationships" id="330" r:id="R13329fafb56d4be4"/>
    <p:sldId xmlns:r="http://schemas.openxmlformats.org/officeDocument/2006/relationships" id="331" r:id="R9a8dc125df564dce"/>
    <p:sldId xmlns:r="http://schemas.openxmlformats.org/officeDocument/2006/relationships" id="332" r:id="Rddbbf4e209b84f17"/>
    <p:sldId xmlns:r="http://schemas.openxmlformats.org/officeDocument/2006/relationships" id="333" r:id="Rfc57cf8b14924fd2"/>
    <p:sldId xmlns:r="http://schemas.openxmlformats.org/officeDocument/2006/relationships" id="334" r:id="R22df6517afa84599"/>
    <p:sldId xmlns:r="http://schemas.openxmlformats.org/officeDocument/2006/relationships" id="335" r:id="Ra7628d650aa74d1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a1484e44b743f9" /><Relationship Type="http://schemas.openxmlformats.org/officeDocument/2006/relationships/slideMaster" Target="/ppt/slideMasters/slideMaster1.xml" Id="Rb84eb447b4474ddb" /><Relationship Type="http://schemas.openxmlformats.org/officeDocument/2006/relationships/notesMaster" Target="/ppt/notesMasters/notesMaster1.xml" Id="Rce82b4ee03784a52" /><Relationship Type="http://schemas.openxmlformats.org/officeDocument/2006/relationships/presProps" Target="/ppt/presProps.xml" Id="R5b17a45ea291479a" /><Relationship Type="http://schemas.openxmlformats.org/officeDocument/2006/relationships/tableStyles" Target="/ppt/tableStyles.xml" Id="Rdc676ef3fefb496b" /><Relationship Type="http://schemas.openxmlformats.org/officeDocument/2006/relationships/slide" Target="/ppt/slides/slide1.xml" Id="R45fbe443c2364544" /><Relationship Type="http://schemas.openxmlformats.org/officeDocument/2006/relationships/slide" Target="/ppt/slides/slide2.xml" Id="Rff76fb8bd93b4bc5" /><Relationship Type="http://schemas.openxmlformats.org/officeDocument/2006/relationships/slide" Target="/ppt/slides/slide3.xml" Id="R7bb4d8483e014895" /><Relationship Type="http://schemas.openxmlformats.org/officeDocument/2006/relationships/slide" Target="/ppt/slides/slide4.xml" Id="Re1c01231895246f4" /><Relationship Type="http://schemas.openxmlformats.org/officeDocument/2006/relationships/slide" Target="/ppt/slides/slide5.xml" Id="R6a95762607d7478b" /><Relationship Type="http://schemas.openxmlformats.org/officeDocument/2006/relationships/slide" Target="/ppt/slides/slide6.xml" Id="R0c309d64e63e4174" /><Relationship Type="http://schemas.openxmlformats.org/officeDocument/2006/relationships/slide" Target="/ppt/slides/slide7.xml" Id="Rda6d39a257ba46ad" /><Relationship Type="http://schemas.openxmlformats.org/officeDocument/2006/relationships/slide" Target="/ppt/slides/slide8.xml" Id="R8c72418dd4904dcd" /><Relationship Type="http://schemas.openxmlformats.org/officeDocument/2006/relationships/slide" Target="/ppt/slides/slide9.xml" Id="R599354d9c4374e02" /><Relationship Type="http://schemas.openxmlformats.org/officeDocument/2006/relationships/slide" Target="/ppt/slides/slide10.xml" Id="R98aedaba02794f27" /><Relationship Type="http://schemas.openxmlformats.org/officeDocument/2006/relationships/slide" Target="/ppt/slides/slide11.xml" Id="R94ebc657c0cd472d" /><Relationship Type="http://schemas.openxmlformats.org/officeDocument/2006/relationships/slide" Target="/ppt/slides/slide12.xml" Id="R6ab1250a5d16444b" /><Relationship Type="http://schemas.openxmlformats.org/officeDocument/2006/relationships/slide" Target="/ppt/slides/slide13.xml" Id="R7bb09bbe67094cc6" /><Relationship Type="http://schemas.openxmlformats.org/officeDocument/2006/relationships/slide" Target="/ppt/slides/slide14.xml" Id="Re9e40ad0438f4fa0" /><Relationship Type="http://schemas.openxmlformats.org/officeDocument/2006/relationships/slide" Target="/ppt/slides/slide15.xml" Id="Rd48d249cbe4547e4" /><Relationship Type="http://schemas.openxmlformats.org/officeDocument/2006/relationships/slide" Target="/ppt/slides/slide16.xml" Id="R890ac35876a14321" /><Relationship Type="http://schemas.openxmlformats.org/officeDocument/2006/relationships/slide" Target="/ppt/slides/slide17.xml" Id="R1b2cfa72ad4a4e27" /><Relationship Type="http://schemas.openxmlformats.org/officeDocument/2006/relationships/slide" Target="/ppt/slides/slide18.xml" Id="R77b9ef48e67543ed" /><Relationship Type="http://schemas.openxmlformats.org/officeDocument/2006/relationships/slide" Target="/ppt/slides/slide19.xml" Id="Rd6b294811f3a4e84" /><Relationship Type="http://schemas.openxmlformats.org/officeDocument/2006/relationships/slide" Target="/ppt/slides/slide20.xml" Id="R82e1d5b6615e4e75" /><Relationship Type="http://schemas.openxmlformats.org/officeDocument/2006/relationships/slide" Target="/ppt/slides/slide21.xml" Id="R186c7bdfc6dd4429" /><Relationship Type="http://schemas.openxmlformats.org/officeDocument/2006/relationships/slide" Target="/ppt/slides/slide22.xml" Id="Rc0bb0c64d25c4970" /><Relationship Type="http://schemas.openxmlformats.org/officeDocument/2006/relationships/slide" Target="/ppt/slides/slide23.xml" Id="Ra248621eb6634d9b" /><Relationship Type="http://schemas.openxmlformats.org/officeDocument/2006/relationships/slide" Target="/ppt/slides/slide24.xml" Id="R59a34902e69d4deb" /><Relationship Type="http://schemas.openxmlformats.org/officeDocument/2006/relationships/slide" Target="/ppt/slides/slide25.xml" Id="Rfc73f369ede7415d" /><Relationship Type="http://schemas.openxmlformats.org/officeDocument/2006/relationships/slide" Target="/ppt/slides/slide26.xml" Id="R5dff42ba0ba44f19" /><Relationship Type="http://schemas.openxmlformats.org/officeDocument/2006/relationships/slide" Target="/ppt/slides/slide27.xml" Id="R1a6d6d17da2346cb" /><Relationship Type="http://schemas.openxmlformats.org/officeDocument/2006/relationships/slide" Target="/ppt/slides/slide28.xml" Id="R2d49a1af2e494a3c" /><Relationship Type="http://schemas.openxmlformats.org/officeDocument/2006/relationships/slide" Target="/ppt/slides/slide29.xml" Id="Rdf6af1160a1944bf" /><Relationship Type="http://schemas.openxmlformats.org/officeDocument/2006/relationships/slide" Target="/ppt/slides/slide30.xml" Id="R273eb4d812cf456a" /><Relationship Type="http://schemas.openxmlformats.org/officeDocument/2006/relationships/slide" Target="/ppt/slides/slide31.xml" Id="Rf666281c29574ce3" /><Relationship Type="http://schemas.openxmlformats.org/officeDocument/2006/relationships/slide" Target="/ppt/slides/slide32.xml" Id="Rc0762f4b802043fe" /><Relationship Type="http://schemas.openxmlformats.org/officeDocument/2006/relationships/slide" Target="/ppt/slides/slide33.xml" Id="Rfd28d6ae1d6b40a1" /><Relationship Type="http://schemas.openxmlformats.org/officeDocument/2006/relationships/slide" Target="/ppt/slides/slide34.xml" Id="R70cb0964d3224237" /><Relationship Type="http://schemas.openxmlformats.org/officeDocument/2006/relationships/slide" Target="/ppt/slides/slide35.xml" Id="R8197a8f1c8864a70" /><Relationship Type="http://schemas.openxmlformats.org/officeDocument/2006/relationships/slide" Target="/ppt/slides/slide36.xml" Id="Re1e17f69be4f49ff" /><Relationship Type="http://schemas.openxmlformats.org/officeDocument/2006/relationships/slide" Target="/ppt/slides/slide37.xml" Id="R23c1a8db6f5542ad" /><Relationship Type="http://schemas.openxmlformats.org/officeDocument/2006/relationships/slide" Target="/ppt/slides/slide38.xml" Id="R8d5c92e579bb4a34" /><Relationship Type="http://schemas.openxmlformats.org/officeDocument/2006/relationships/slide" Target="/ppt/slides/slide39.xml" Id="Re3d1f3d2a7b84e2c" /><Relationship Type="http://schemas.openxmlformats.org/officeDocument/2006/relationships/slide" Target="/ppt/slides/slide40.xml" Id="Ra24f8061b4c945a7" /><Relationship Type="http://schemas.openxmlformats.org/officeDocument/2006/relationships/slide" Target="/ppt/slides/slide41.xml" Id="R9606796c07484320" /><Relationship Type="http://schemas.openxmlformats.org/officeDocument/2006/relationships/slide" Target="/ppt/slides/slide42.xml" Id="Raab56d0007a94dc3" /><Relationship Type="http://schemas.openxmlformats.org/officeDocument/2006/relationships/slide" Target="/ppt/slides/slide43.xml" Id="R56fb2cd25a334763" /><Relationship Type="http://schemas.openxmlformats.org/officeDocument/2006/relationships/slide" Target="/ppt/slides/slide44.xml" Id="R472f3b735878477f" /><Relationship Type="http://schemas.openxmlformats.org/officeDocument/2006/relationships/slide" Target="/ppt/slides/slide45.xml" Id="R0509b7d80db64326" /><Relationship Type="http://schemas.openxmlformats.org/officeDocument/2006/relationships/slide" Target="/ppt/slides/slide46.xml" Id="R8f11995a21f44441" /><Relationship Type="http://schemas.openxmlformats.org/officeDocument/2006/relationships/slide" Target="/ppt/slides/slide47.xml" Id="R766e5856b1214fff" /><Relationship Type="http://schemas.openxmlformats.org/officeDocument/2006/relationships/slide" Target="/ppt/slides/slide48.xml" Id="R5edb968dddbb43b1" /><Relationship Type="http://schemas.openxmlformats.org/officeDocument/2006/relationships/slide" Target="/ppt/slides/slide49.xml" Id="Rb2d397f6de8d406d" /><Relationship Type="http://schemas.openxmlformats.org/officeDocument/2006/relationships/slide" Target="/ppt/slides/slide50.xml" Id="Rf71a1b2da7224853" /><Relationship Type="http://schemas.openxmlformats.org/officeDocument/2006/relationships/slide" Target="/ppt/slides/slide51.xml" Id="Rd96f725129214724" /><Relationship Type="http://schemas.openxmlformats.org/officeDocument/2006/relationships/slide" Target="/ppt/slides/slide52.xml" Id="R78b1650f571a4410" /><Relationship Type="http://schemas.openxmlformats.org/officeDocument/2006/relationships/slide" Target="/ppt/slides/slide53.xml" Id="Rbec9c0266ce848fb" /><Relationship Type="http://schemas.openxmlformats.org/officeDocument/2006/relationships/slide" Target="/ppt/slides/slide54.xml" Id="R74df6faf1ec64756" /><Relationship Type="http://schemas.openxmlformats.org/officeDocument/2006/relationships/slide" Target="/ppt/slides/slide55.xml" Id="Rf997166c5c4c49be" /><Relationship Type="http://schemas.openxmlformats.org/officeDocument/2006/relationships/slide" Target="/ppt/slides/slide56.xml" Id="Rfb759bb59a4f4f32" /><Relationship Type="http://schemas.openxmlformats.org/officeDocument/2006/relationships/slide" Target="/ppt/slides/slide57.xml" Id="R7d2d0d065e7e4d40" /><Relationship Type="http://schemas.openxmlformats.org/officeDocument/2006/relationships/slide" Target="/ppt/slides/slide58.xml" Id="R109b23a72c8f4b2e" /><Relationship Type="http://schemas.openxmlformats.org/officeDocument/2006/relationships/slide" Target="/ppt/slides/slide59.xml" Id="R243c17222921470b" /><Relationship Type="http://schemas.openxmlformats.org/officeDocument/2006/relationships/slide" Target="/ppt/slides/slide60.xml" Id="R4e23f061237d4125" /><Relationship Type="http://schemas.openxmlformats.org/officeDocument/2006/relationships/slide" Target="/ppt/slides/slide61.xml" Id="Rcb3af6eea9d14d99" /><Relationship Type="http://schemas.openxmlformats.org/officeDocument/2006/relationships/slide" Target="/ppt/slides/slide62.xml" Id="Rcfddd4a551f84de0" /><Relationship Type="http://schemas.openxmlformats.org/officeDocument/2006/relationships/slide" Target="/ppt/slides/slide63.xml" Id="R534095a6ad0e45e1" /><Relationship Type="http://schemas.openxmlformats.org/officeDocument/2006/relationships/slide" Target="/ppt/slides/slide64.xml" Id="Rf11c32aa009c4673" /><Relationship Type="http://schemas.openxmlformats.org/officeDocument/2006/relationships/slide" Target="/ppt/slides/slide65.xml" Id="R8a4ff6b3ce614dd6" /><Relationship Type="http://schemas.openxmlformats.org/officeDocument/2006/relationships/slide" Target="/ppt/slides/slide66.xml" Id="Ra9ebe45f98544412" /><Relationship Type="http://schemas.openxmlformats.org/officeDocument/2006/relationships/slide" Target="/ppt/slides/slide67.xml" Id="R69328c2a57e4458e" /><Relationship Type="http://schemas.openxmlformats.org/officeDocument/2006/relationships/slide" Target="/ppt/slides/slide68.xml" Id="R19f9c24d014e4260" /><Relationship Type="http://schemas.openxmlformats.org/officeDocument/2006/relationships/slide" Target="/ppt/slides/slide69.xml" Id="R873c78d7686740f6" /><Relationship Type="http://schemas.openxmlformats.org/officeDocument/2006/relationships/slide" Target="/ppt/slides/slide70.xml" Id="Rd6553ea813da44ba" /><Relationship Type="http://schemas.openxmlformats.org/officeDocument/2006/relationships/slide" Target="/ppt/slides/slide71.xml" Id="R85230e062cfc4e20" /><Relationship Type="http://schemas.openxmlformats.org/officeDocument/2006/relationships/slide" Target="/ppt/slides/slide72.xml" Id="Rd3eae4496c7c4081" /><Relationship Type="http://schemas.openxmlformats.org/officeDocument/2006/relationships/slide" Target="/ppt/slides/slide73.xml" Id="R6228c1ff09e24246" /><Relationship Type="http://schemas.openxmlformats.org/officeDocument/2006/relationships/slide" Target="/ppt/slides/slide74.xml" Id="R556cd396884b47b1" /><Relationship Type="http://schemas.openxmlformats.org/officeDocument/2006/relationships/slide" Target="/ppt/slides/slide75.xml" Id="R13329fafb56d4be4" /><Relationship Type="http://schemas.openxmlformats.org/officeDocument/2006/relationships/slide" Target="/ppt/slides/slide76.xml" Id="R9a8dc125df564dce" /><Relationship Type="http://schemas.openxmlformats.org/officeDocument/2006/relationships/slide" Target="/ppt/slides/slide77.xml" Id="Rddbbf4e209b84f17" /><Relationship Type="http://schemas.openxmlformats.org/officeDocument/2006/relationships/slide" Target="/ppt/slides/slide78.xml" Id="Rfc57cf8b14924fd2" /><Relationship Type="http://schemas.openxmlformats.org/officeDocument/2006/relationships/slide" Target="/ppt/slides/slide79.xml" Id="R22df6517afa84599" /><Relationship Type="http://schemas.openxmlformats.org/officeDocument/2006/relationships/slide" Target="/ppt/slides/slide80.xml" Id="Ra7628d650aa74d1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e2b08bfd2c4d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c04f1138594eb3" /><Relationship Type="http://schemas.openxmlformats.org/officeDocument/2006/relationships/notesMaster" Target="/ppt/notesMasters/notesMaster1.xml" Id="R11c67e62e92343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d2d82d6be148ba" /><Relationship Type="http://schemas.openxmlformats.org/officeDocument/2006/relationships/notesMaster" Target="/ppt/notesMasters/notesMaster1.xml" Id="Rd0047f017da045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53747302a74798" /><Relationship Type="http://schemas.openxmlformats.org/officeDocument/2006/relationships/notesMaster" Target="/ppt/notesMasters/notesMaster1.xml" Id="Rb624a97252af4a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79fd45947b4dd5" /><Relationship Type="http://schemas.openxmlformats.org/officeDocument/2006/relationships/notesMaster" Target="/ppt/notesMasters/notesMaster1.xml" Id="R5c00467066da483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22c367689c4d0f" /><Relationship Type="http://schemas.openxmlformats.org/officeDocument/2006/relationships/notesMaster" Target="/ppt/notesMasters/notesMaster1.xml" Id="Ra9465e3d7dac41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cc0eb02f8e4315" /><Relationship Type="http://schemas.openxmlformats.org/officeDocument/2006/relationships/notesMaster" Target="/ppt/notesMasters/notesMaster1.xml" Id="Ra1fa006e67f942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21e7049b9548c3" /><Relationship Type="http://schemas.openxmlformats.org/officeDocument/2006/relationships/notesMaster" Target="/ppt/notesMasters/notesMaster1.xml" Id="R4971fae096e9451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ff247f1b994778" /><Relationship Type="http://schemas.openxmlformats.org/officeDocument/2006/relationships/notesMaster" Target="/ppt/notesMasters/notesMaster1.xml" Id="Rced14638373c48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55d7caf8cd4eb9" /><Relationship Type="http://schemas.openxmlformats.org/officeDocument/2006/relationships/notesMaster" Target="/ppt/notesMasters/notesMaster1.xml" Id="Rd5e42b13d3fc4e1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7b4357b9a2409f" /><Relationship Type="http://schemas.openxmlformats.org/officeDocument/2006/relationships/notesMaster" Target="/ppt/notesMasters/notesMaster1.xml" Id="Ra161fa8e1d764e2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7224d68e424923" /><Relationship Type="http://schemas.openxmlformats.org/officeDocument/2006/relationships/notesMaster" Target="/ppt/notesMasters/notesMaster1.xml" Id="Rb18a9b160a5241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dd8b73a4cde4e42" /><Relationship Type="http://schemas.openxmlformats.org/officeDocument/2006/relationships/notesMaster" Target="/ppt/notesMasters/notesMaster1.xml" Id="R578e0583f1d14d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ca8c1139bc434f" /><Relationship Type="http://schemas.openxmlformats.org/officeDocument/2006/relationships/notesMaster" Target="/ppt/notesMasters/notesMaster1.xml" Id="R2b91a3cd77094b6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ae6df87dd84c15" /><Relationship Type="http://schemas.openxmlformats.org/officeDocument/2006/relationships/notesMaster" Target="/ppt/notesMasters/notesMaster1.xml" Id="Rfd1fc259f62e48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0d47b6f53743d4" /><Relationship Type="http://schemas.openxmlformats.org/officeDocument/2006/relationships/notesMaster" Target="/ppt/notesMasters/notesMaster1.xml" Id="Rfd23134b2fd74b3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2e0d69fec84e9e" /><Relationship Type="http://schemas.openxmlformats.org/officeDocument/2006/relationships/notesMaster" Target="/ppt/notesMasters/notesMaster1.xml" Id="R50044cc99134440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8da27eadb9a4608" /><Relationship Type="http://schemas.openxmlformats.org/officeDocument/2006/relationships/notesMaster" Target="/ppt/notesMasters/notesMaster1.xml" Id="Rf827d79fef05401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1c237b81cbd4217" /><Relationship Type="http://schemas.openxmlformats.org/officeDocument/2006/relationships/notesMaster" Target="/ppt/notesMasters/notesMaster1.xml" Id="Raf0700648afe422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f1786f7c0f4f73" /><Relationship Type="http://schemas.openxmlformats.org/officeDocument/2006/relationships/notesMaster" Target="/ppt/notesMasters/notesMaster1.xml" Id="R29c9668ab12f4f3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ccc2bfbc7fc47b3" /><Relationship Type="http://schemas.openxmlformats.org/officeDocument/2006/relationships/notesMaster" Target="/ppt/notesMasters/notesMaster1.xml" Id="Re0d60e1004214e0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b764658f46b49bc" /><Relationship Type="http://schemas.openxmlformats.org/officeDocument/2006/relationships/notesMaster" Target="/ppt/notesMasters/notesMaster1.xml" Id="Rc8abc15a89a6491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255f03c3cb4b22" /><Relationship Type="http://schemas.openxmlformats.org/officeDocument/2006/relationships/notesMaster" Target="/ppt/notesMasters/notesMaster1.xml" Id="Rc55ad3891433432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a5c1caaf64d45ff" /><Relationship Type="http://schemas.openxmlformats.org/officeDocument/2006/relationships/notesMaster" Target="/ppt/notesMasters/notesMaster1.xml" Id="Rf8ba8c5eb636469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2b8982ec7ca4cbb" /><Relationship Type="http://schemas.openxmlformats.org/officeDocument/2006/relationships/notesMaster" Target="/ppt/notesMasters/notesMaster1.xml" Id="R3d3244a06529450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c0796941b58490b" /><Relationship Type="http://schemas.openxmlformats.org/officeDocument/2006/relationships/notesMaster" Target="/ppt/notesMasters/notesMaster1.xml" Id="R25cb2b332c674bc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3733617385f4194" /><Relationship Type="http://schemas.openxmlformats.org/officeDocument/2006/relationships/notesMaster" Target="/ppt/notesMasters/notesMaster1.xml" Id="Red1684a535814e7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47de1546a6347fc" /><Relationship Type="http://schemas.openxmlformats.org/officeDocument/2006/relationships/notesMaster" Target="/ppt/notesMasters/notesMaster1.xml" Id="Rc4795688178b465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3a6c809e0114d48" /><Relationship Type="http://schemas.openxmlformats.org/officeDocument/2006/relationships/notesMaster" Target="/ppt/notesMasters/notesMaster1.xml" Id="Rb15dc7ac1b14453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3823c2d8dd743a6" /><Relationship Type="http://schemas.openxmlformats.org/officeDocument/2006/relationships/notesMaster" Target="/ppt/notesMasters/notesMaster1.xml" Id="R910e3c4ec28e4f1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8adf33bf2854ef6" /><Relationship Type="http://schemas.openxmlformats.org/officeDocument/2006/relationships/notesMaster" Target="/ppt/notesMasters/notesMaster1.xml" Id="R19336bd4ebc3479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f3bdf6dc7644e91" /><Relationship Type="http://schemas.openxmlformats.org/officeDocument/2006/relationships/notesMaster" Target="/ppt/notesMasters/notesMaster1.xml" Id="Rcf8611ac48a04d9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98b81f4c7534ff4" /><Relationship Type="http://schemas.openxmlformats.org/officeDocument/2006/relationships/notesMaster" Target="/ppt/notesMasters/notesMaster1.xml" Id="Rfb44d6ceca2745e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39f4df256de46f2" /><Relationship Type="http://schemas.openxmlformats.org/officeDocument/2006/relationships/notesMaster" Target="/ppt/notesMasters/notesMaster1.xml" Id="R11343d5129074f9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0fef5501c314320" /><Relationship Type="http://schemas.openxmlformats.org/officeDocument/2006/relationships/notesMaster" Target="/ppt/notesMasters/notesMaster1.xml" Id="R9e1870c8edc9400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8a78f00d0004677" /><Relationship Type="http://schemas.openxmlformats.org/officeDocument/2006/relationships/notesMaster" Target="/ppt/notesMasters/notesMaster1.xml" Id="R55621cbbd999478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ae7e0768dd14763" /><Relationship Type="http://schemas.openxmlformats.org/officeDocument/2006/relationships/notesMaster" Target="/ppt/notesMasters/notesMaster1.xml" Id="Ra690399b91944f6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436f9b70fa14d38" /><Relationship Type="http://schemas.openxmlformats.org/officeDocument/2006/relationships/notesMaster" Target="/ppt/notesMasters/notesMaster1.xml" Id="R7b43999d6a444c3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8b25d333a6b46ef" /><Relationship Type="http://schemas.openxmlformats.org/officeDocument/2006/relationships/notesMaster" Target="/ppt/notesMasters/notesMaster1.xml" Id="Rcbb8e1189c89431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4138c8ba52b43b1" /><Relationship Type="http://schemas.openxmlformats.org/officeDocument/2006/relationships/notesMaster" Target="/ppt/notesMasters/notesMaster1.xml" Id="R440b858041b0492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dd9af08bfbf44e6" /><Relationship Type="http://schemas.openxmlformats.org/officeDocument/2006/relationships/notesMaster" Target="/ppt/notesMasters/notesMaster1.xml" Id="R9e507cd59a62415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900ee0bf51a43fb" /><Relationship Type="http://schemas.openxmlformats.org/officeDocument/2006/relationships/notesMaster" Target="/ppt/notesMasters/notesMaster1.xml" Id="R12282638a14c482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1fdf7a163524108" /><Relationship Type="http://schemas.openxmlformats.org/officeDocument/2006/relationships/notesMaster" Target="/ppt/notesMasters/notesMaster1.xml" Id="Rb29e7c5760d04dc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0f62575b25c4e1a" /><Relationship Type="http://schemas.openxmlformats.org/officeDocument/2006/relationships/notesMaster" Target="/ppt/notesMasters/notesMaster1.xml" Id="Rb467f19695034f3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3c68f976f67416b" /><Relationship Type="http://schemas.openxmlformats.org/officeDocument/2006/relationships/notesMaster" Target="/ppt/notesMasters/notesMaster1.xml" Id="R540cb60314af40f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9abbbebc2454811" /><Relationship Type="http://schemas.openxmlformats.org/officeDocument/2006/relationships/notesMaster" Target="/ppt/notesMasters/notesMaster1.xml" Id="R9e430f0cc95d489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6658797d3ab4642" /><Relationship Type="http://schemas.openxmlformats.org/officeDocument/2006/relationships/notesMaster" Target="/ppt/notesMasters/notesMaster1.xml" Id="R5496ee320cbf4a4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2c50f36d11d403a" /><Relationship Type="http://schemas.openxmlformats.org/officeDocument/2006/relationships/notesMaster" Target="/ppt/notesMasters/notesMaster1.xml" Id="Rf20cc3a2e70c429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fd5d00058eb497c" /><Relationship Type="http://schemas.openxmlformats.org/officeDocument/2006/relationships/notesMaster" Target="/ppt/notesMasters/notesMaster1.xml" Id="Rf39effa52ed2401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2bdaccf925d4ba9" /><Relationship Type="http://schemas.openxmlformats.org/officeDocument/2006/relationships/notesMaster" Target="/ppt/notesMasters/notesMaster1.xml" Id="R5c7efee22b7c4ae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584f83550654d79" /><Relationship Type="http://schemas.openxmlformats.org/officeDocument/2006/relationships/notesMaster" Target="/ppt/notesMasters/notesMaster1.xml" Id="Rb5fd397518da4d9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b9e4dd6368841b1" /><Relationship Type="http://schemas.openxmlformats.org/officeDocument/2006/relationships/notesMaster" Target="/ppt/notesMasters/notesMaster1.xml" Id="R536db13430c3469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dc29eaf98484c43" /><Relationship Type="http://schemas.openxmlformats.org/officeDocument/2006/relationships/notesMaster" Target="/ppt/notesMasters/notesMaster1.xml" Id="R903437e184cf4c8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898586db1654afb" /><Relationship Type="http://schemas.openxmlformats.org/officeDocument/2006/relationships/notesMaster" Target="/ppt/notesMasters/notesMaster1.xml" Id="R89eba1d0be134c1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d21b66c81554cb4" /><Relationship Type="http://schemas.openxmlformats.org/officeDocument/2006/relationships/notesMaster" Target="/ppt/notesMasters/notesMaster1.xml" Id="R6acd365046bc462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abcc22b079c4f44" /><Relationship Type="http://schemas.openxmlformats.org/officeDocument/2006/relationships/notesMaster" Target="/ppt/notesMasters/notesMaster1.xml" Id="R315be5ead7dd4e3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afec03e1555465c" /><Relationship Type="http://schemas.openxmlformats.org/officeDocument/2006/relationships/notesMaster" Target="/ppt/notesMasters/notesMaster1.xml" Id="Ra0cf1cd65a244b8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b68e1cff08a4ce6" /><Relationship Type="http://schemas.openxmlformats.org/officeDocument/2006/relationships/notesMaster" Target="/ppt/notesMasters/notesMaster1.xml" Id="Ra6e971ef166f4c4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37037e54ea94156" /><Relationship Type="http://schemas.openxmlformats.org/officeDocument/2006/relationships/notesMaster" Target="/ppt/notesMasters/notesMaster1.xml" Id="R51961f56e9b2419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16a4feccd944cd8" /><Relationship Type="http://schemas.openxmlformats.org/officeDocument/2006/relationships/notesMaster" Target="/ppt/notesMasters/notesMaster1.xml" Id="R5f4045e707ba481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9d69715b8c34bb7" /><Relationship Type="http://schemas.openxmlformats.org/officeDocument/2006/relationships/notesMaster" Target="/ppt/notesMasters/notesMaster1.xml" Id="Rb501d7934ca2465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e23a09756014c8c" /><Relationship Type="http://schemas.openxmlformats.org/officeDocument/2006/relationships/notesMaster" Target="/ppt/notesMasters/notesMaster1.xml" Id="R68777d748b86467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b9098023810445c" /><Relationship Type="http://schemas.openxmlformats.org/officeDocument/2006/relationships/notesMaster" Target="/ppt/notesMasters/notesMaster1.xml" Id="Rdad785e97016418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e3406a98a0a40b0" /><Relationship Type="http://schemas.openxmlformats.org/officeDocument/2006/relationships/notesMaster" Target="/ppt/notesMasters/notesMaster1.xml" Id="R0a8aeaa5ba0a439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8883380dc8247a8" /><Relationship Type="http://schemas.openxmlformats.org/officeDocument/2006/relationships/notesMaster" Target="/ppt/notesMasters/notesMaster1.xml" Id="R288bf9935e0443b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ec9deacadf04bbc" /><Relationship Type="http://schemas.openxmlformats.org/officeDocument/2006/relationships/notesMaster" Target="/ppt/notesMasters/notesMaster1.xml" Id="R8a172477889443a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444b12966074d4b" /><Relationship Type="http://schemas.openxmlformats.org/officeDocument/2006/relationships/notesMaster" Target="/ppt/notesMasters/notesMaster1.xml" Id="Re65ebd8e72f5410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b8ce708f51b4418" /><Relationship Type="http://schemas.openxmlformats.org/officeDocument/2006/relationships/notesMaster" Target="/ppt/notesMasters/notesMaster1.xml" Id="R3668828d78ba480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4cd466b4e0a41a8" /><Relationship Type="http://schemas.openxmlformats.org/officeDocument/2006/relationships/notesMaster" Target="/ppt/notesMasters/notesMaster1.xml" Id="R51d928b90f074e6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b533ac262aa4a3c" /><Relationship Type="http://schemas.openxmlformats.org/officeDocument/2006/relationships/notesMaster" Target="/ppt/notesMasters/notesMaster1.xml" Id="R6e5d4f65e9ae434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c750ab4148741c0" /><Relationship Type="http://schemas.openxmlformats.org/officeDocument/2006/relationships/notesMaster" Target="/ppt/notesMasters/notesMaster1.xml" Id="R3f78942dabeb4bb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d15d222373b49c8" /><Relationship Type="http://schemas.openxmlformats.org/officeDocument/2006/relationships/notesMaster" Target="/ppt/notesMasters/notesMaster1.xml" Id="R882dac5baa00440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5e41bac3d984a66" /><Relationship Type="http://schemas.openxmlformats.org/officeDocument/2006/relationships/notesMaster" Target="/ppt/notesMasters/notesMaster1.xml" Id="Rb5fdeff039a8440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c8b2ef6c38e49f5" /><Relationship Type="http://schemas.openxmlformats.org/officeDocument/2006/relationships/notesMaster" Target="/ppt/notesMasters/notesMaster1.xml" Id="R9ed30b18fba6478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43f9404710d4ee2" /><Relationship Type="http://schemas.openxmlformats.org/officeDocument/2006/relationships/notesMaster" Target="/ppt/notesMasters/notesMaster1.xml" Id="R6a40b3eefdde449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ecc5e4de87a4d7b" /><Relationship Type="http://schemas.openxmlformats.org/officeDocument/2006/relationships/notesMaster" Target="/ppt/notesMasters/notesMaster1.xml" Id="R6b39c2cf7ad641e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d13f746827a4267" /><Relationship Type="http://schemas.openxmlformats.org/officeDocument/2006/relationships/notesMaster" Target="/ppt/notesMasters/notesMaster1.xml" Id="R3968a2e369ae410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7e090e16fcd4bb6" /><Relationship Type="http://schemas.openxmlformats.org/officeDocument/2006/relationships/notesMaster" Target="/ppt/notesMasters/notesMaster1.xml" Id="R7b4746bf59b7445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795fc6c2cde4436" /><Relationship Type="http://schemas.openxmlformats.org/officeDocument/2006/relationships/notesMaster" Target="/ppt/notesMasters/notesMaster1.xml" Id="R4ec5a3e4c62b4d8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06f92c609de4709" /><Relationship Type="http://schemas.openxmlformats.org/officeDocument/2006/relationships/notesMaster" Target="/ppt/notesMasters/notesMaster1.xml" Id="R551e2ee93922414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f77c8a34f544fe0" /><Relationship Type="http://schemas.openxmlformats.org/officeDocument/2006/relationships/notesMaster" Target="/ppt/notesMasters/notesMaster1.xml" Id="Rc18fc5f6f40742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1주차는 16주 서비스 운영 포트폴리오의 출발점이다. 수업의 목표는 모델 이름 암기가 아니라 한 번의 실행을 trace로 남기고 비교 가능한 개선으로 바꾸는 일이다.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 repo:curriculum/2026-2/web/course-roadmap.html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매주 강의 초반에 같은 로드맵을 보여주고 현재 주차만 파랑으로 표시한다. Week 01은 문제·기준 구간의 출발점이며, 네 가지 완료 증거를 남긴다.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repo:week01/lab/README.md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정규 수업은 온라인 실시간 강의로 운영한다. 2026년 9월 25일 추석과 10월 9일 한글날은 실시간 강의 대신 녹화 영상을 업로드한다. 8주차에는 실시간 수업과 중간고사 없이 기말 프로젝트 기획서를 온라인으로 제출해 평가받는다. 16주차 프로젝트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https://www.kasi.re.kr/kor/post/newsMaterial/32031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파랑은 현재 Week 01이 속한 문제·요구사항 구간에만 사용한다. 각 주차의 산출물은 8주차 기획서 제출과 16주차 결과 발표로 연결된다.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로드맵, 2페이지 제안서, 제품 요구사항 문서(Product Requirements Document, PRD)를 HTML로 제공한다. 8주차에는 중간고사와 실시간 수업 없이 이 패키지와 PPT 요약본을 온라인으로 제출해 평가받는다.</a:t>
            </a:r>
          </a:p>
          <a:p xmlns:a="http://schemas.openxmlformats.org/drawingml/2006/main">
            <a:r>
              <a:t/>
            </a:r>
          </a:p>
          <a:p xmlns:a="http://schemas.openxmlformats.org/drawingml/2006/main">
            <a:r>
              <a:t>[Sources]</a:t>
            </a:r>
          </a:p>
          <a:p xmlns:a="http://schemas.openxmlformats.org/drawingml/2006/main">
            <a:r>
              <a:t>- repo:curriculum/2026-2/01_기말프로젝트_기획서_가이드.md</a:t>
            </a:r>
          </a:p>
          <a:p xmlns:a="http://schemas.openxmlformats.org/drawingml/2006/main">
            <a:r>
              <a:t>- repo:curriculum/2026-2/web/course-roadmap.html</a:t>
            </a:r>
          </a:p>
          <a:p xmlns:a="http://schemas.openxmlformats.org/drawingml/2006/main">
            <a:r>
              <a:t>- repo:curriculum/2026-2/web/project-proposal-2pager.html</a:t>
            </a:r>
          </a:p>
          <a:p xmlns:a="http://schemas.openxmlformats.org/drawingml/2006/main">
            <a:r>
              <a:t>- repo:curriculum/2026-2/web/project-prd.html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교수 질의응답은 정답 확인이나 구술시험이 아니다. 문제·데이터·기술·평가·운영 경계의 가정을 점검하고, 학생이 채택·보류·반박을 결정해 문서 버전에 남기는 설계 리뷰다.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 repo:curriculum/2026-2/web/project-prd.html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평상시 수업은 실시간 온라인으로 운영한다. 두 공휴일 주차에는 실시간 강의 대신 녹화 영상을 업로드한다. 정확한 업로드 위치와 시청 기한은 학습관리시스템 공지를 따른다.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repo:curriculum/2026-2/web/course-roadmap.html</a:t>
            </a:r>
          </a:p>
          <a:p xmlns:a="http://schemas.openxmlformats.org/drawingml/2006/main">
            <a:r>
              <a:t>- https://www.kasi.re.kr/kor/post/newsMaterial/32031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사용자가 공개를 승인한 역할명인 무신사 Core AI PM과 AI 대학원 겸임교수만 소개한다. 특정 대학명과 내부 조직·프로젝트·지표·연락처는 포함하지 않는다.</a:t>
            </a:r>
          </a:p>
          <a:p xmlns:a="http://schemas.openxmlformats.org/drawingml/2006/main">
            <a:r>
              <a:t/>
            </a:r>
          </a:p>
          <a:p xmlns:a="http://schemas.openxmlformats.org/drawingml/2006/main">
            <a:r>
              <a:t>[Sources]</a:t>
            </a:r>
          </a:p>
          <a:p xmlns:a="http://schemas.openxmlformats.org/drawingml/2006/main">
            <a:r>
              <a:t>- https://github.com/smilesjcha/homepage_sjcha/blob/main/constants.ts</a:t>
            </a:r>
          </a:p>
          <a:p xmlns:a="http://schemas.openxmlformats.org/drawingml/2006/main">
            <a:r>
              <a:t>- Instructor-approved public bio boundary (2026-08-25)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경력의 상세 성과가 아니라 데이터·기술·운영 단위가 어떻게 확장되었는지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4–9)</a:t>
            </a:r>
          </a:p>
          <a:p xmlns:a="http://schemas.openxmlformats.org/drawingml/2006/main">
            <a:r>
              <a:t>- Instructor-approved public bio boundary (2026-08-25)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 정확도만으로 운영 판단이 끝나지 않는다는 현업 관점을 네 질문으로 정리한다.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분류는 경쟁하는 정답이 아니다. 첫 번째는 모델 또는 전체 시스템의 생성부터 종료까지를 설명하는 가능한 분류이고, 두 번째는 이미 학습된 모델을 포함한 서비스를 반복 개선하기 위한 이 수업의 운영 프레임이다.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61–67)</a:t>
            </a:r>
          </a:p>
          <a:p xmlns:a="http://schemas.openxmlformats.org/drawingml/2006/main">
            <a:r>
              <a:t>- repo:AS-IS 2025 2nd semester/01_AS-IS_주차별_통합_강의안.md</a:t>
            </a:r>
          </a:p>
          <a:p xmlns:a="http://schemas.openxmlformats.org/drawingml/2006/main">
            <a:r>
              <a:t>- https://learn.microsoft.com/en-us/azure/architecture/ai-ml/guide/manage-foundation-models-lifecycle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2025년 2학기 실제 1주차 자료 s.62–67을 16주 산출물과 운영 증거에 맞춰 재정리한 수업 프레임임을 명시한다.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62–67)</a:t>
            </a:r>
          </a:p>
          <a:p xmlns:a="http://schemas.openxmlformats.org/drawingml/2006/main">
            <a:r>
              <a:t>- repo:AS-IS 2025 2nd semester/01_AS-IS_주차별_통합_강의안.md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자의적인 교수 기준이 아니라 재현 가능한 비교의 조건으로 설명한다. 네 요소 중 이번 주에 새로 남기는 핵심은 버전이 포함된 trace다.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설치 여부가 아니라 산출물 묶음으로 완료를 정의한다. 로컬 모델 설치가 늦으면 demo provider로 먼저 완주한다.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주 전체 흐름을 네 기능 라벨로 보여주되 장표 제목은 명사형으로 유지한다. TRACE가 호출과 비교를 연결한다.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사례를 이론과 실습 전체에서 유지해 인지 부하를 낮춘다. 실제 고객 원문이 아닌 합성 문장을 사용한다.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없는 5%·95% 수치를 제거한다. 화면 위아래의 구조만으로 호출과 운영 체계의 차이를 설명한다.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https://docs.cloud.google.com/architecture/deploy-operate-generative-ai-applications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기술이 발전하면서 모델이 처리할 수 있는 업무가 넓어졌지만, 서비스 품질·비용·안전은 별도로 관리해야 한다는 점에 집중한다.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17–43)</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규칙 기반 시스템부터 생성형 AI까지 기술의 변화와 함께 운영팀이 관리해야 할 항목이 어떻게 늘었는지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17–40)</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규칙 기반 AI를 낡은 기술로 폄하하지 않는다. 설명 가능성과 통제의 장점, 복잡성과 예외의 한계를 함께 본다.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18–24)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 기반 시스템은 동작 일부를 데이터와 최적화 과정으로 옮긴다. 따라서 데이터와 실험이 새 운영 자산이 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24–35)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딥러닝의 도약을 단일 사건이 아니라 데이터·연산·알고리즘의 결합으로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28–40)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사람의 역할이 사라진 것이 아니라 특징 선택에서 데이터·목표·평가 설계로 이동했음을 강조한다.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29–40)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Transformer 이전의 모든 모델을 단순화하지 않되, recurrent 처리에서의 순차 계산과 장거리 의존성 문제를 직관적으로 소개한다.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repo:AS-IS 2025 2nd semester/[AI_PR_PR_10] 01 LLM LifeCycle and OT.pptx (slides 36–39)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셀프 어텐션(Self-Attention)을 ‘모든 토큰을 한꺼번에 본다’로만 설명하지 않는다. 토큰 간 관계 가중치를 계산하고 학습 시 위치 병렬화가 가능하다는 직관을 제시한다.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숫자는 개념 설명용 가상 값이다. attention weight 자체를 신뢰 가능한 설명이나 인과로 과해석하지 않는다.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Transformer의 장점을 병렬화와 장거리 관계로 소개하되 decoder 추론은 token별 autoregressive 생성이라는 경계를 함께 말한다.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기반 모델을 동일하게 일반화하지 않고 decoder-only 생성형 LLM의 대표적인 causal language modeling 목표로 범위를 제한한다.</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repo:AS-IS 2025 2nd semester/[AI_PR_PR_10] 01 LLM LifeCycle and OT.pptx (slides 41–44)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범용 능력을 제품 품질과 동일시하지 않는다. 각 작업은 별도의 입력 계약과 평가 기준을 요구한다.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41–43)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모델이 할 수 있다는 사실과 서비스가 반복적으로 잘해야 한다는 요구를 분리한다.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코드가 같아도 prompt, context, model, sampling 조합이 바뀌면 동작이 달라질 수 있다. 이 조합을 trace로 묶는 이유를 예고한다.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사전학습만으로 정해지지 않는 사용자·상황·성공·금지 조건을 제품 요구사항으로 정의해야 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모델을 바꾸기 전에 사용할 수 있는 변경 수단의 적용 위치·비용·롤백 난이도를 구분한다.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42–51)</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절대적인 기술 순위가 아니라 비용·시간·롤백 용이성을 비교하는 교육용 기준이다. 규제·지연·온디바이스 제약은 순서를 바꿀 수 있다.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44–51)</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Prompt는 서비스 행동의 외부 제어면이다. 좋은 문장보다 template, version, schema와 test set으로 관리하는 관점을 예고한다.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51)</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RAG를 모든 환각의 해결책으로 말하지 않는다. 검색 품질, 근거 연결, 최신성·권한을 별도 평가해야 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semester/01_AS-IS_주차별_통합_강의안.md#04주차--basic-of-rag--vectordb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모델이 tool call을 제안하는 것과 코드가 실제 외부 행동을 수행하는 것을 분리한다. 권한과 검증은 runtime의 책임이다.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semester/01_AS-IS_주차별_통합_강의안.md#12주차--agent-chaining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하나의 ‘최고 모델’이 아니라 요청의 품질·지연·비용·데이터 제약에 맞는 선택이 routing의 핵심이다.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SFT를 지식 주입의 만능 도구로 설명하지 않는다. 명확한 반복 행동과 평가셋이 있을 때의 적응 레버로 소개한다.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 repo:AS-IS 2025 2nd semester/[AI_PR_PR_10] 01 LLM LifeCycle and OT.pptx (slides 44–49)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instruction, input, ideal output의 세 요소를 고정한다. 학습 데이터와 평가 데이터의 분리를 함께 강조한다.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선호 데이터의 최소 단위는 하나의 정답이 아니라 같은 prompt에 대한 chosen/rejected 쌍과 명확한 rubric이다.</a:t>
            </a:r>
          </a:p>
          <a:p xmlns:a="http://schemas.openxmlformats.org/drawingml/2006/main">
            <a:r>
              <a:t/>
            </a:r>
          </a:p>
          <a:p xmlns:a="http://schemas.openxmlformats.org/drawingml/2006/main">
            <a:r>
              <a:t>[Sources]</a:t>
            </a:r>
          </a:p>
          <a:p xmlns:a="http://schemas.openxmlformats.org/drawingml/2006/main">
            <a:r>
              <a:t>- https://arxiv.org/abs/2305.18290</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InstructGPT에 사용된 대표적인 reward model + PPO 경로로 범위를 한정한다. 모든 RLHF 구현이 동일한 세부 구조라는 뜻은 아니다.</a:t>
            </a:r>
          </a:p>
          <a:p xmlns:a="http://schemas.openxmlformats.org/drawingml/2006/main">
            <a:r>
              <a:t/>
            </a:r>
          </a:p>
          <a:p xmlns:a="http://schemas.openxmlformats.org/drawingml/2006/main">
            <a:r>
              <a:t>[Sources]</a:t>
            </a:r>
          </a:p>
          <a:p xmlns:a="http://schemas.openxmlformats.org/drawingml/2006/main">
            <a:r>
              <a:t>- https://arxiv.org/abs/2203.02155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DPO는 별도 reward model과 on-policy RL 없이 preference pair와 reference policy를 사용해 직접 최적화한다.</a:t>
            </a:r>
          </a:p>
          <a:p xmlns:a="http://schemas.openxmlformats.org/drawingml/2006/main">
            <a:r>
              <a:t/>
            </a:r>
          </a:p>
          <a:p xmlns:a="http://schemas.openxmlformats.org/drawingml/2006/main">
            <a:r>
              <a:t>[Sources]</a:t>
            </a:r>
          </a:p>
          <a:p xmlns:a="http://schemas.openxmlformats.org/drawingml/2006/main">
            <a:r>
              <a:t>- https://arxiv.org/abs/2305.18290</a:t>
            </a:r>
          </a:p>
          <a:p xmlns:a="http://schemas.openxmlformats.org/drawingml/2006/main">
            <a:r>
              <a:t>- https://arxiv.org/abs/2203.02155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LoRA는 base weight를 고정하고 low-rank update를 학습한다. 고정된 절감률을 주장하지 않고 설정에 따라 달라짐을 설명한다.</a:t>
            </a:r>
          </a:p>
          <a:p xmlns:a="http://schemas.openxmlformats.org/drawingml/2006/main">
            <a:r>
              <a:t/>
            </a:r>
          </a:p>
          <a:p xmlns:a="http://schemas.openxmlformats.org/drawingml/2006/main">
            <a:r>
              <a:t>[Sources]</a:t>
            </a:r>
          </a:p>
          <a:p xmlns:a="http://schemas.openxmlformats.org/drawingml/2006/main">
            <a:r>
              <a:t>- https://arxiv.org/abs/2106.09685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제약이 없을 때의 실험 휴리스틱으로 설명한다. 규제, 지연, 온디바이스, 라이선스 요건에 따라 routing이나 fine-tuning이 앞설 수 있다.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repo:AS-IS 2025 2nd semester/00_AS-IS_핵심_커리큘럼.md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LLMOps가 MLOps를 대체하는 선형 발전사가 아니라 기존 운영 관심사에 생성형 AI 자산이 추가되는 확장임을 설명한다.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52–60)</a:t>
            </a:r>
          </a:p>
          <a:p xmlns:a="http://schemas.openxmlformats.org/drawingml/2006/main">
            <a:r>
              <a:t>- https://docs.cloud.google.com/architecture/deploy-operate-generative-ai-applications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DevOps, MLOps, LLMOps를 세대 교체처럼 말하지 않는다. GenAIOps는 기존 MLOps 역량을 보완한다.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53–60)</a:t>
            </a:r>
          </a:p>
          <a:p xmlns:a="http://schemas.openxmlformats.org/drawingml/2006/main">
            <a:r>
              <a:t>- https://learn.microsoft.com/en-us/azure/architecture/ai-ml/guide/mlops-maturity-model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응답은 버전 자산이 아니라 실행 증거다. 버전 가능한 prompt·config·dataset과 실제 실행 response·latency·status를 구분한다.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 버전만으로 생성 실행을 재현할 수 없다. 실제 조합을 trace로 남겨야 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repo:week01/lab/app/schemas.py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trace를 단순 로그 한 줄이 아니라 prompt, provider/model, config, output과 운영 지표를 연결하는 실행 단위로 설명한다.</a:t>
            </a:r>
          </a:p>
          <a:p xmlns:a="http://schemas.openxmlformats.org/drawingml/2006/main">
            <a:r>
              <a:t/>
            </a:r>
          </a:p>
          <a:p xmlns:a="http://schemas.openxmlformats.org/drawingml/2006/main">
            <a:r>
              <a:t>[Sources]</a:t>
            </a:r>
          </a:p>
          <a:p xmlns:a="http://schemas.openxmlformats.org/drawingml/2006/main">
            <a:r>
              <a:t>- repo:week01/lab/app/schemas.py</a:t>
            </a:r>
          </a:p>
          <a:p xmlns:a="http://schemas.openxmlformats.org/drawingml/2006/main">
            <a:r>
              <a:t>- repo:week01/lab/app/telemetry.py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업계의 고정된 다섯 KPI라고 주장하지 않는다. 이 과목에서 모든 실험을 비교할 때 공통으로 확인할 판단 축이다.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품질 향상 주장에는 지연·비용·안전·재현성의 regression 확인이 따라야 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단일 범용 품질 점수보다 task의 실패 비용과 output contract에 맞는 지표를 선택한다.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semester/01_AS-IS_주차별_통합_강의안.md#03주차--prompt-evaluation--version-management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분포이며 실측값이 아니다. 평균과 tail percentile을 구분하고 작은 표본에서는 raw trace도 함께 본다.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semester/03_AS-IS_슬라이드_텍스트_원문.md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수식은 개념 구조이며 정산 공식이 아니다. 공급자별 과금 단위와 캐시 정책은 해당 시점의 공식 문서를 별도 확인한다.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https://docs.aws.amazon.com/wellarchitected/latest/generative-ai-lens/generative-ai-lifecycle.html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안전은 마지막 검수 단계가 아니라 입력, 실행, 출력, 저장 전 구간의 횡단 조건이다.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seed 하나만으로 생성 서비스 전체 재현성이 보장되지 않는다. 실행 조합과 버전 자산을 함께 고정한다.</a:t>
            </a:r>
          </a:p>
          <a:p xmlns:a="http://schemas.openxmlformats.org/drawingml/2006/main">
            <a:r>
              <a:t/>
            </a:r>
          </a:p>
          <a:p xmlns:a="http://schemas.openxmlformats.org/drawingml/2006/main">
            <a:r>
              <a:t>[Sources]</a:t>
            </a:r>
          </a:p>
          <a:p xmlns:a="http://schemas.openxmlformats.org/drawingml/2006/main">
            <a:r>
              <a:t>- repo:AS-IS 2025 2nd semester/00_AS-IS_핵심_커리큘럼.md</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오프닝의 기준 정의를 앞에서 배운 운영 자산과 판단 축으로 확장해 회수한다. 반복 설명이 아니라 적용된 통합 그림이다.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(slides 62–67)</a:t>
            </a:r>
          </a:p>
          <a:p xmlns:a="http://schemas.openxmlformats.org/drawingml/2006/main">
            <a:r>
              <a:t>- repo:AS-IS 2025 2nd semester/00_AS-IS_핵심_커리큘럼.md</a:t>
            </a:r>
          </a:p>
          <a:p xmlns:a="http://schemas.openxmlformats.org/drawingml/2006/main">
            <a:r>
              <a:t>- https://airc.nist.gov/airmf-resources/airmf/5-sec-core/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성공 지표가 4단계에서 처음 생기는 것이 아니라 1단계에서 정의되고 4단계에서 측정됨을 강조한다.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63)</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프롬프트뿐 아니라 retrieved context와 tool 정책도 실행을 바꾸는 외부 자산으로 관리한다.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64)</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실행과 배포는 endpoint 생성만이 아니라 실패 branch, 상태 확인, 책임 주체까지 포함한다.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65)</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evaluation과 production observation을 구분하되 동일한 version과 trace에 연결한다.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66)</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실패한 실험도 다음 선택을 줄인다면 유효하다. 서비스 종료는 이 단계 뒤의 자동 종착점이 아니라 별도의 운영 의사결정이다.</a:t>
            </a:r>
          </a:p>
          <a:p xmlns:a="http://schemas.openxmlformats.org/drawingml/2006/main">
            <a:r>
              <a:t/>
            </a:r>
          </a:p>
          <a:p xmlns:a="http://schemas.openxmlformats.org/drawingml/2006/main">
            <a:r>
              <a:t>[Sources]</a:t>
            </a:r>
          </a:p>
          <a:p xmlns:a="http://schemas.openxmlformats.org/drawingml/2006/main">
            <a:r>
              <a:t>- repo:AS-IS 2025 2nd semester/[AI_PR_PR_10] 01 LLM LifeCycle and OT.pptx (slide 67)</a:t>
            </a:r>
          </a:p>
          <a:p xmlns:a="http://schemas.openxmlformats.org/drawingml/2006/main">
            <a:r>
              <a:t>- repo:AS-IS 2025 2nd semester/01_AS-IS_주차별_통합_강의안.md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값은 실제 성능 결과가 아니다. 학생은 자신의 trace와 판단으로 같은 구조를 채운다.</a:t>
            </a:r>
          </a:p>
          <a:p xmlns:a="http://schemas.openxmlformats.org/drawingml/2006/main">
            <a:r>
              <a:t/>
            </a:r>
          </a:p>
          <a:p xmlns:a="http://schemas.openxmlformats.org/drawingml/2006/main">
            <a:r>
              <a:t>[Sources]</a:t>
            </a:r>
          </a:p>
          <a:p xmlns:a="http://schemas.openxmlformats.org/drawingml/2006/main">
            <a:r>
              <a:t>- repo:AS-IS 2025 2nd semester/01_AS-IS_주차별_통합_강의안.md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8주차에는 실시간 수업과 중간고사 없이 기말 프로젝트 기획서 0.1을 온라인으로 제출해 평가받는다. 제출본과 교수 설계 리뷰 기록을 이후 구현 기준으로 사용한다. 16주차 발표는 실시간 온라인으로 진행한다.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경로는 결정론적 Demo 기준선이며 Ollama는 선택 경로다. 설치 자체보다 실행 추적, 비교 판단, 다음 변경 가설을 완료 기준으로 사용한다.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학생은 위에서 아래 순서로 진행한다. Ollama 실행은 선택 사항이며 설치나 로컬 자원 문제와 무관하게 Demo 기준선까지는 모두 완주한다.</a:t>
            </a:r>
          </a:p>
          <a:p xmlns:a="http://schemas.openxmlformats.org/drawingml/2006/main">
            <a:r>
              <a:t/>
            </a:r>
          </a:p>
          <a:p xmlns:a="http://schemas.openxmlformats.org/drawingml/2006/main">
            <a:r>
              <a:t>[Sources]</a:t>
            </a:r>
          </a:p>
          <a:p xmlns:a="http://schemas.openxmlformats.org/drawingml/2006/main">
            <a:r>
              <a:t>- repo:week01/lab/README.md</a:t>
            </a:r>
          </a:p>
          <a:p xmlns:a="http://schemas.openxmlformats.org/drawingml/2006/main">
            <a:r>
              <a:t>- repo:week01/lab/week01_trace01_lab.ipynb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화면, FastAPI 서버, 모델 제공자, 실행 추적 저장소를 한 요청이 지나간다. 학생마다 절대 경로는 다르지만 저장소 안의 상대 경로는 동일하다.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repo:week01/lab/app/providers.py</a:t>
            </a:r>
          </a:p>
          <a:p xmlns:a="http://schemas.openxmlformats.org/drawingml/2006/main">
            <a:r>
              <a:t>- repo:week01/lab/app/telemetry.py</a:t>
            </a:r>
          </a:p>
          <a:p xmlns:a="http://schemas.openxmlformats.org/drawingml/2006/main">
            <a:r>
              <a:t>- repo:week01/VS_CODE_GUIDE.md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Visual Studio Code에서 llmops-16week 저장소 최상위를 연다. Bootstrap 작업 뒤 .venv/bin/python을 인터프리터로 선택하고 테스트 실패 0건을 확인한다.</a:t>
            </a:r>
          </a:p>
          <a:p xmlns:a="http://schemas.openxmlformats.org/drawingml/2006/main">
            <a:r>
              <a:t/>
            </a:r>
          </a:p>
          <a:p xmlns:a="http://schemas.openxmlformats.org/drawingml/2006/main">
            <a:r>
              <a:t>[Sources]</a:t>
            </a:r>
          </a:p>
          <a:p xmlns:a="http://schemas.openxmlformats.org/drawingml/2006/main">
            <a:r>
              <a:t>- repo:.python-version</a:t>
            </a:r>
          </a:p>
          <a:p xmlns:a="http://schemas.openxmlformats.org/drawingml/2006/main">
            <a:r>
              <a:t>- repo:requirements.txt</a:t>
            </a:r>
          </a:p>
          <a:p xmlns:a="http://schemas.openxmlformats.org/drawingml/2006/main">
            <a:r>
              <a:t>- repo:.vscode/tasks.json</a:t>
            </a:r>
          </a:p>
          <a:p xmlns:a="http://schemas.openxmlformats.org/drawingml/2006/main">
            <a:r>
              <a:t>- repo:week01/VS_CODE_GUIDE.md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기록을 0건부터 시작하려면 Start and smoke가 아니라 Run TRACE/01을 사용한다. Ollama 경로는 .env를 명시해 실행하며 두 경로 모두 같은 응용 프로그래밍 인터페이스와 실행 추적 구조를 사용한다.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repo:week01/lab/README.md</a:t>
            </a:r>
          </a:p>
          <a:p xmlns:a="http://schemas.openxmlformats.org/drawingml/2006/main">
            <a:r>
              <a:t>- repo:.vscode/tasks.json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저장소 루트를 Visual Studio Code로 열고 .venv/bin/python을 선택한다. 캡처는 2026년 9월 4일 현재 코드에서 pytest 여덟 건이 모두 통과한 실제 화면이며, 학생 환경에서는 실패 0건을 완료 기준으로 사용한다.</a:t>
            </a:r>
          </a:p>
          <a:p xmlns:a="http://schemas.openxmlformats.org/drawingml/2006/main">
            <a:r>
              <a:t/>
            </a:r>
          </a:p>
          <a:p xmlns:a="http://schemas.openxmlformats.org/drawingml/2006/main">
            <a:r>
              <a:t>[Sources]</a:t>
            </a:r>
          </a:p>
          <a:p xmlns:a="http://schemas.openxmlformats.org/drawingml/2006/main">
            <a:r>
              <a:t>- repo:week01/lecture/assets/vscode-week01-tests.png</a:t>
            </a:r>
          </a:p>
          <a:p xmlns:a="http://schemas.openxmlformats.org/drawingml/2006/main">
            <a:r>
              <a:t>- repo:week01/VS_CODE_GUIDE.md</a:t>
            </a:r>
          </a:p>
          <a:p xmlns:a="http://schemas.openxmlformats.org/drawingml/2006/main">
            <a:r>
              <a:t>- repo:.vscode/settings.json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 대화형 문서에서 실제 경로를 확인한다. 생성 요청 전에 GET /health와 GET /api/v1/config를 보면 서비스 연결 문제와 모델 설정 문제를 구분할 수 있다.</a:t>
            </a:r>
          </a:p>
          <a:p xmlns:a="http://schemas.openxmlformats.org/drawingml/2006/main">
            <a:r>
              <a:t/>
            </a:r>
          </a:p>
          <a:p xmlns:a="http://schemas.openxmlformats.org/drawingml/2006/main">
            <a:r>
              <a:t>[Sources]</a:t>
            </a:r>
          </a:p>
          <a:p xmlns:a="http://schemas.openxmlformats.org/drawingml/2006/main">
            <a:r>
              <a:t>- repo:week01/lecture/assets/trace01-openapi-generate.png</a:t>
            </a:r>
          </a:p>
          <a:p xmlns:a="http://schemas.openxmlformats.org/drawingml/2006/main">
            <a:r>
              <a:t>- repo:week01/lab/app/schemas.py</a:t>
            </a:r>
          </a:p>
          <a:p xmlns:a="http://schemas.openxmlformats.org/drawingml/2006/main">
            <a:r>
              <a:t>- repo:week01/lab/app/main.py</a:t>
            </a:r>
          </a:p>
          <a:p xmlns:a="http://schemas.openxmlformats.org/drawingml/2006/main">
            <a:r>
              <a:t>- https://fastapi.tiangolo.com/features/#automatic-docs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 기록은 /api/v1/traces, 집계는 /api/v1/stats에서 확인한다. /traces나 /stats만 입력하면 현재 서버에는 존재하지 않는 경로다.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repo:week01/lab/app/telemetry.py</a:t>
            </a:r>
          </a:p>
          <a:p xmlns:a="http://schemas.openxmlformats.org/drawingml/2006/main">
            <a:r>
              <a:t>- https://fastapi.tiangolo.com/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합성 입력, 신호 추출 작업, 온도 0.2를 고정하고 Demo 제공자로 두 번 실행한다. 기존 기록이 있으면 전체 실행 수는 2보다 클 수 있으므로 두 실행의 추적 식별자를 따로 기록한다.</a:t>
            </a:r>
          </a:p>
          <a:p xmlns:a="http://schemas.openxmlformats.org/drawingml/2006/main">
            <a:r>
              <a:t/>
            </a:r>
          </a:p>
          <a:p xmlns:a="http://schemas.openxmlformats.org/drawingml/2006/main">
            <a:r>
              <a:t>[Sources]</a:t>
            </a:r>
          </a:p>
          <a:p xmlns:a="http://schemas.openxmlformats.org/drawingml/2006/main">
            <a:r>
              <a:t>- repo:week01/lecture/assets/trace01-ui.png</a:t>
            </a:r>
          </a:p>
          <a:p xmlns:a="http://schemas.openxmlformats.org/drawingml/2006/main">
            <a:r>
              <a:t>- repo:week01/lab/app/main.py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qwen3:4b 별칭은 현재 qwen3:4b-thinking과 동일한 모델 ID를 가리킨다. 수업에서는 qwen3:4b-instruct와 think:false를 사용한다. num_predict는 장황한 생성을 제한하고 keep_alive는 반복 호출의 재적재를 줄인다.</a:t>
            </a:r>
          </a:p>
          <a:p xmlns:a="http://schemas.openxmlformats.org/drawingml/2006/main">
            <a:r>
              <a:t/>
            </a:r>
          </a:p>
          <a:p xmlns:a="http://schemas.openxmlformats.org/drawingml/2006/main">
            <a:r>
              <a:t>[Sources]</a:t>
            </a:r>
          </a:p>
          <a:p xmlns:a="http://schemas.openxmlformats.org/drawingml/2006/main">
            <a:r>
              <a:t>- repo:week01/lab/app/providers.py</a:t>
            </a:r>
          </a:p>
          <a:p xmlns:a="http://schemas.openxmlformats.org/drawingml/2006/main">
            <a:r>
              <a:t>- repo:week01/lab/.env.example</a:t>
            </a:r>
          </a:p>
          <a:p xmlns:a="http://schemas.openxmlformats.org/drawingml/2006/main">
            <a:r>
              <a:t>- https://docs.ollama.com/capabilities/thinking</a:t>
            </a:r>
          </a:p>
          <a:p xmlns:a="http://schemas.openxmlformats.org/drawingml/2006/main">
            <a:r>
              <a:t>- https://docs.ollama.com/api/chat</a:t>
            </a:r>
          </a:p>
          <a:p xmlns:a="http://schemas.openxmlformats.org/drawingml/2006/main">
            <a:r>
              <a:t>- https://docs.ollama.com/faq</a:t>
            </a:r>
          </a:p>
          <a:p xmlns:a="http://schemas.openxmlformats.org/drawingml/2006/main">
            <a:r>
              <a:t>- https://ollama.com/library/qwen3/tags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캡처는 현재 Mac에서 실제 실행한 예시이며 응답 지연과 추적 식별자는 학생 환경마다 달라진다. 첫 호출에는 모델 적재 시간이 포함되므로 같은 조건의 두 번째 호출과 구분해 기록한다.</a:t>
            </a:r>
          </a:p>
          <a:p xmlns:a="http://schemas.openxmlformats.org/drawingml/2006/main">
            <a:r>
              <a:t/>
            </a:r>
          </a:p>
          <a:p xmlns:a="http://schemas.openxmlformats.org/drawingml/2006/main">
            <a:r>
              <a:t>[Sources]</a:t>
            </a:r>
          </a:p>
          <a:p xmlns:a="http://schemas.openxmlformats.org/drawingml/2006/main">
            <a:r>
              <a:t>- repo:week01/lecture/assets/trace01-run-result.png</a:t>
            </a:r>
          </a:p>
          <a:p xmlns:a="http://schemas.openxmlformats.org/drawingml/2006/main">
            <a:r>
              <a:t>- repo:week01/lab/app/schemas.py</a:t>
            </a:r>
          </a:p>
          <a:p xmlns:a="http://schemas.openxmlformats.org/drawingml/2006/main">
            <a:r>
              <a:t>- repo:week01/lab/app/telemetry.py</a:t>
            </a:r>
          </a:p>
          <a:p xmlns:a="http://schemas.openxmlformats.org/drawingml/2006/main">
            <a:r>
              <a:t>- repo:week01/lab/app/providers.py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 작업, 온도, 프롬프트 버전을 고정하고 제공자와 모델 실행 경로만 바꾼다. Demo는 재현 가능한 기준선이며 Ollama는 실제 모델 적재와 생성 시간을 관찰하는 선택 경로다.</a:t>
            </a:r>
          </a:p>
          <a:p xmlns:a="http://schemas.openxmlformats.org/drawingml/2006/main">
            <a:r>
              <a:t/>
            </a:r>
          </a:p>
          <a:p xmlns:a="http://schemas.openxmlformats.org/drawingml/2006/main">
            <a:r>
              <a:t>[Sources]</a:t>
            </a:r>
          </a:p>
          <a:p xmlns:a="http://schemas.openxmlformats.org/drawingml/2006/main">
            <a:r>
              <a:t>- repo:week01/lab/week01_trace01_lab.ipynb</a:t>
            </a:r>
          </a:p>
          <a:p xmlns:a="http://schemas.openxmlformats.org/drawingml/2006/main">
            <a:r>
              <a:t>- repo:week01/lab/app/providers.py</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week01/lab/week01_trace01_lab.ipynb를 열고 .venv/bin/python 커널을 선택한 뒤 위에서 아래로 실행한다. 서버가 먼저 실행 중이어야 하며 Ollama 셀은 선택 사항이다.</a:t>
            </a:r>
          </a:p>
          <a:p xmlns:a="http://schemas.openxmlformats.org/drawingml/2006/main">
            <a:r>
              <a:t/>
            </a:r>
          </a:p>
          <a:p xmlns:a="http://schemas.openxmlformats.org/drawingml/2006/main">
            <a:r>
              <a:t>[Sources]</a:t>
            </a:r>
          </a:p>
          <a:p xmlns:a="http://schemas.openxmlformats.org/drawingml/2006/main">
            <a:r>
              <a:t>- repo:week01/lab/week01_trace01_lab.ipynb</a:t>
            </a:r>
          </a:p>
          <a:p xmlns:a="http://schemas.openxmlformats.org/drawingml/2006/main">
            <a:r>
              <a:t>- repo:week01/VS_CODE_GUIDE.md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503을 모델 부재와 서버 연결 실패로 구분한다. --hidethinking은 지연 해결책이 아니다. 8000번 포트 충돌은 Tasks: Terminate Task로 기존 TRACE/01 작업을 종료한 뒤 다시 실행한다.</a:t>
            </a:r>
          </a:p>
          <a:p xmlns:a="http://schemas.openxmlformats.org/drawingml/2006/main">
            <a:r>
              <a:t/>
            </a:r>
          </a:p>
          <a:p xmlns:a="http://schemas.openxmlformats.org/drawingml/2006/main">
            <a:r>
              <a:t>[Sources]</a:t>
            </a:r>
          </a:p>
          <a:p xmlns:a="http://schemas.openxmlformats.org/drawingml/2006/main">
            <a:r>
              <a:t>- repo:week01/lab/app/main.py</a:t>
            </a:r>
          </a:p>
          <a:p xmlns:a="http://schemas.openxmlformats.org/drawingml/2006/main">
            <a:r>
              <a:t>- repo:week01/lab/app/providers.py</a:t>
            </a:r>
          </a:p>
          <a:p xmlns:a="http://schemas.openxmlformats.org/drawingml/2006/main">
            <a:r>
              <a:t>- repo:week01/lab/README.md</a:t>
            </a:r>
          </a:p>
          <a:p xmlns:a="http://schemas.openxmlformats.org/drawingml/2006/main">
            <a:r>
              <a:t>- https://docs.ollama.com/faq</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학생은 환경, 실행 증거, 다음 변경을 포트폴리오에 남긴다. 이 기록은 8주차 온라인 제출 기획서와 이후 구현의 근거가 되며 16주차 실시간 온라인 발표에서 변경 과정을 설명하는 자료가 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repo:curriculum/2026-2/01_기말프로젝트_기획서_가이드.md</a:t>
            </a:r>
          </a:p>
          <a:p xmlns:a="http://schemas.openxmlformats.org/drawingml/2006/main">
            <a:r>
              <a:t>- repo:week01/lecture/01_week1_강의안.md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a842c02f274c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44a34eeedf4d7d" /><Relationship Type="http://schemas.openxmlformats.org/officeDocument/2006/relationships/slideLayout" Target="/ppt/slideLayouts/slideLayout1.xml" Id="R100a5a96134649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0a5a96134649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4c06089f9a4182" /><Relationship Type="http://schemas.openxmlformats.org/officeDocument/2006/relationships/notesSlide" Target="/ppt/notesSlides/notesSlide1.xml" Id="Rb295ccd2b7f74e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df6b24d4a8142de" /><Relationship Type="http://schemas.openxmlformats.org/officeDocument/2006/relationships/notesSlide" Target="/ppt/notesSlides/notesSlide2.xml" Id="R97d3bf5957be40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203e3be417a465b" /><Relationship Type="http://schemas.openxmlformats.org/officeDocument/2006/relationships/notesSlide" Target="/ppt/notesSlides/notesSlide3.xml" Id="R0b79e8cde4a54e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970258422a4283" /><Relationship Type="http://schemas.openxmlformats.org/officeDocument/2006/relationships/notesSlide" Target="/ppt/notesSlides/notesSlide4.xml" Id="R483e73706c9f42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c3c58eb793941ea" /><Relationship Type="http://schemas.openxmlformats.org/officeDocument/2006/relationships/notesSlide" Target="/ppt/notesSlides/notesSlide5.xml" Id="R13a6dcb75b0f49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731297729314219" /><Relationship Type="http://schemas.openxmlformats.org/officeDocument/2006/relationships/notesSlide" Target="/ppt/notesSlides/notesSlide6.xml" Id="R9ad9ff71440a42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478551da2c144b8" /><Relationship Type="http://schemas.openxmlformats.org/officeDocument/2006/relationships/notesSlide" Target="/ppt/notesSlides/notesSlide7.xml" Id="R8dc63083236e4e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0beb9b2bf434e23" /><Relationship Type="http://schemas.openxmlformats.org/officeDocument/2006/relationships/image" Target="/ppt/media/image.png" Id="Rc0e192466a8e4a54" /><Relationship Type="http://schemas.openxmlformats.org/officeDocument/2006/relationships/notesSlide" Target="/ppt/notesSlides/notesSlide8.xml" Id="Ra98be6532649443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c9b13abd3c041a9" /><Relationship Type="http://schemas.openxmlformats.org/officeDocument/2006/relationships/notesSlide" Target="/ppt/notesSlides/notesSlide9.xml" Id="R29341bb03ebf49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22371cc321c4187" /><Relationship Type="http://schemas.openxmlformats.org/officeDocument/2006/relationships/notesSlide" Target="/ppt/notesSlides/notesSlide10.xml" Id="R535f9c3431264ff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f1beff2bcf14c27" /><Relationship Type="http://schemas.openxmlformats.org/officeDocument/2006/relationships/notesSlide" Target="/ppt/notesSlides/notesSlide11.xml" Id="R2ee2153984d0403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cc1255d5da74c05" /><Relationship Type="http://schemas.openxmlformats.org/officeDocument/2006/relationships/notesSlide" Target="/ppt/notesSlides/notesSlide12.xml" Id="R76c0b85de89e43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479bb1abd72463a" /><Relationship Type="http://schemas.openxmlformats.org/officeDocument/2006/relationships/notesSlide" Target="/ppt/notesSlides/notesSlide13.xml" Id="R672f057c0c2d4b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72b72f8cfe14e87" /><Relationship Type="http://schemas.openxmlformats.org/officeDocument/2006/relationships/notesSlide" Target="/ppt/notesSlides/notesSlide14.xml" Id="Rb0865f6429de40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0803d67c8254981" /><Relationship Type="http://schemas.openxmlformats.org/officeDocument/2006/relationships/notesSlide" Target="/ppt/notesSlides/notesSlide15.xml" Id="R661aea2c1c2943e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e1c90712c1c411c" /><Relationship Type="http://schemas.openxmlformats.org/officeDocument/2006/relationships/notesSlide" Target="/ppt/notesSlides/notesSlide16.xml" Id="R58d0fdce50de44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00e1136db90456c" /><Relationship Type="http://schemas.openxmlformats.org/officeDocument/2006/relationships/notesSlide" Target="/ppt/notesSlides/notesSlide17.xml" Id="R02feacf13f9b4f3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7125e048db44382" /><Relationship Type="http://schemas.openxmlformats.org/officeDocument/2006/relationships/notesSlide" Target="/ppt/notesSlides/notesSlide18.xml" Id="R2eac59e3f02a4ef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968336f9b304dda" /><Relationship Type="http://schemas.openxmlformats.org/officeDocument/2006/relationships/notesSlide" Target="/ppt/notesSlides/notesSlide19.xml" Id="Ra3ee75c6bb174ab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7855a1a6d5f4e7c" /><Relationship Type="http://schemas.openxmlformats.org/officeDocument/2006/relationships/notesSlide" Target="/ppt/notesSlides/notesSlide20.xml" Id="R8b2ac5d58de8422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2685fd8dfac4252" /><Relationship Type="http://schemas.openxmlformats.org/officeDocument/2006/relationships/notesSlide" Target="/ppt/notesSlides/notesSlide21.xml" Id="R20ade11d5e314ae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2a6ae895ba84a98" /><Relationship Type="http://schemas.openxmlformats.org/officeDocument/2006/relationships/notesSlide" Target="/ppt/notesSlides/notesSlide22.xml" Id="R90bf78ed6ad2462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e0b773cdbfc4d8c" /><Relationship Type="http://schemas.openxmlformats.org/officeDocument/2006/relationships/notesSlide" Target="/ppt/notesSlides/notesSlide23.xml" Id="R3a8e3350f0bc4ee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7330ed861d54c7a" /><Relationship Type="http://schemas.openxmlformats.org/officeDocument/2006/relationships/notesSlide" Target="/ppt/notesSlides/notesSlide24.xml" Id="Rcaac60453f5c464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127be3710147c0" /><Relationship Type="http://schemas.openxmlformats.org/officeDocument/2006/relationships/notesSlide" Target="/ppt/notesSlides/notesSlide25.xml" Id="R8c42f5577e2749a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7768651592b4532" /><Relationship Type="http://schemas.openxmlformats.org/officeDocument/2006/relationships/notesSlide" Target="/ppt/notesSlides/notesSlide26.xml" Id="Rdc8cd0ac8fbb4fe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86c9294504d4448" /><Relationship Type="http://schemas.openxmlformats.org/officeDocument/2006/relationships/notesSlide" Target="/ppt/notesSlides/notesSlide27.xml" Id="R2e11bac2c01a403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c3db4ae5fb04b7f" /><Relationship Type="http://schemas.openxmlformats.org/officeDocument/2006/relationships/notesSlide" Target="/ppt/notesSlides/notesSlide28.xml" Id="R6a875097ca1148c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9db0c357b249c4" /><Relationship Type="http://schemas.openxmlformats.org/officeDocument/2006/relationships/notesSlide" Target="/ppt/notesSlides/notesSlide29.xml" Id="Rb144a9550daa432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4969e062b7e47df" /><Relationship Type="http://schemas.openxmlformats.org/officeDocument/2006/relationships/notesSlide" Target="/ppt/notesSlides/notesSlide30.xml" Id="Rab8b92874bfa456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ca2f462c1dd4618" /><Relationship Type="http://schemas.openxmlformats.org/officeDocument/2006/relationships/notesSlide" Target="/ppt/notesSlides/notesSlide31.xml" Id="R452bb37999d049b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84d9a4709d94a88" /><Relationship Type="http://schemas.openxmlformats.org/officeDocument/2006/relationships/notesSlide" Target="/ppt/notesSlides/notesSlide32.xml" Id="R77b694ff842d431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71657a03a884bcf" /><Relationship Type="http://schemas.openxmlformats.org/officeDocument/2006/relationships/notesSlide" Target="/ppt/notesSlides/notesSlide33.xml" Id="R3e8e41dc3d7843a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0effa7e868c4742" /><Relationship Type="http://schemas.openxmlformats.org/officeDocument/2006/relationships/notesSlide" Target="/ppt/notesSlides/notesSlide34.xml" Id="R68a8028b668d489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4b8a8c5876e46a1" /><Relationship Type="http://schemas.openxmlformats.org/officeDocument/2006/relationships/notesSlide" Target="/ppt/notesSlides/notesSlide35.xml" Id="R65e8f598ad194d5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1138480791f48ba" /><Relationship Type="http://schemas.openxmlformats.org/officeDocument/2006/relationships/notesSlide" Target="/ppt/notesSlides/notesSlide36.xml" Id="R352a961156284b9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6dfdcad201c4b28" /><Relationship Type="http://schemas.openxmlformats.org/officeDocument/2006/relationships/notesSlide" Target="/ppt/notesSlides/notesSlide37.xml" Id="R1f58abd2bd06443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4aafa98e8a364e5b" /><Relationship Type="http://schemas.openxmlformats.org/officeDocument/2006/relationships/notesSlide" Target="/ppt/notesSlides/notesSlide38.xml" Id="R7f7cd175b8a14d2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efd72bee8f94519" /><Relationship Type="http://schemas.openxmlformats.org/officeDocument/2006/relationships/notesSlide" Target="/ppt/notesSlides/notesSlide39.xml" Id="Rc501b73c9a5c4c6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426473a1837482c" /><Relationship Type="http://schemas.openxmlformats.org/officeDocument/2006/relationships/notesSlide" Target="/ppt/notesSlides/notesSlide40.xml" Id="Rbb27aaf2c8bf493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c26aa70d428c4562" /><Relationship Type="http://schemas.openxmlformats.org/officeDocument/2006/relationships/notesSlide" Target="/ppt/notesSlides/notesSlide41.xml" Id="R364f39e8f86945e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6e347b181e34e3f" /><Relationship Type="http://schemas.openxmlformats.org/officeDocument/2006/relationships/notesSlide" Target="/ppt/notesSlides/notesSlide42.xml" Id="R3f7db7013e30442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3a30a595e0d4596" /><Relationship Type="http://schemas.openxmlformats.org/officeDocument/2006/relationships/notesSlide" Target="/ppt/notesSlides/notesSlide43.xml" Id="R90efdf2d8ba2478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b3525a329324064" /><Relationship Type="http://schemas.openxmlformats.org/officeDocument/2006/relationships/notesSlide" Target="/ppt/notesSlides/notesSlide44.xml" Id="Rba7c694e16a342d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556ad44360642e4" /><Relationship Type="http://schemas.openxmlformats.org/officeDocument/2006/relationships/notesSlide" Target="/ppt/notesSlides/notesSlide45.xml" Id="R84786e86b60c416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2460b9bb34a4eef" /><Relationship Type="http://schemas.openxmlformats.org/officeDocument/2006/relationships/notesSlide" Target="/ppt/notesSlides/notesSlide46.xml" Id="R6fa0c02dd33a4c6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2caa7cb907594f1b" /><Relationship Type="http://schemas.openxmlformats.org/officeDocument/2006/relationships/notesSlide" Target="/ppt/notesSlides/notesSlide47.xml" Id="R16196d47bd154ce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2a9025216c34272" /><Relationship Type="http://schemas.openxmlformats.org/officeDocument/2006/relationships/notesSlide" Target="/ppt/notesSlides/notesSlide48.xml" Id="Rd8d713be0ca4410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361a20bc74e4a5f" /><Relationship Type="http://schemas.openxmlformats.org/officeDocument/2006/relationships/notesSlide" Target="/ppt/notesSlides/notesSlide49.xml" Id="R71954994737f4fb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261ae839e9f429b" /><Relationship Type="http://schemas.openxmlformats.org/officeDocument/2006/relationships/notesSlide" Target="/ppt/notesSlides/notesSlide50.xml" Id="R930142f61442449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a07ec6129934072" /><Relationship Type="http://schemas.openxmlformats.org/officeDocument/2006/relationships/notesSlide" Target="/ppt/notesSlides/notesSlide51.xml" Id="Rf6a77fdeadaa4c8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74410a400f44dbb" /><Relationship Type="http://schemas.openxmlformats.org/officeDocument/2006/relationships/notesSlide" Target="/ppt/notesSlides/notesSlide52.xml" Id="R632158db853a4b4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1dce0d3daf1489f" /><Relationship Type="http://schemas.openxmlformats.org/officeDocument/2006/relationships/notesSlide" Target="/ppt/notesSlides/notesSlide53.xml" Id="Rfbaf1f61e20543e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5322f02446043b3" /><Relationship Type="http://schemas.openxmlformats.org/officeDocument/2006/relationships/notesSlide" Target="/ppt/notesSlides/notesSlide54.xml" Id="R863b8e4b6a41469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bb922194bac4a62" /><Relationship Type="http://schemas.openxmlformats.org/officeDocument/2006/relationships/notesSlide" Target="/ppt/notesSlides/notesSlide55.xml" Id="R1b247fc5d42b472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5b29ad0973c4b19" /><Relationship Type="http://schemas.openxmlformats.org/officeDocument/2006/relationships/notesSlide" Target="/ppt/notesSlides/notesSlide56.xml" Id="R3b6286040f2a46a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4636f7db852944e5" /><Relationship Type="http://schemas.openxmlformats.org/officeDocument/2006/relationships/notesSlide" Target="/ppt/notesSlides/notesSlide57.xml" Id="R594e530b7e864c0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f5dcd567641c49c7" /><Relationship Type="http://schemas.openxmlformats.org/officeDocument/2006/relationships/notesSlide" Target="/ppt/notesSlides/notesSlide58.xml" Id="Rd22dd88eba974bf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ea79ad5b9b8042a8" /><Relationship Type="http://schemas.openxmlformats.org/officeDocument/2006/relationships/notesSlide" Target="/ppt/notesSlides/notesSlide59.xml" Id="Rd2dadfd71229410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6f5f619e955413a" /><Relationship Type="http://schemas.openxmlformats.org/officeDocument/2006/relationships/notesSlide" Target="/ppt/notesSlides/notesSlide60.xml" Id="R1b900da9ec6f44e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35d70b869254acc" /><Relationship Type="http://schemas.openxmlformats.org/officeDocument/2006/relationships/notesSlide" Target="/ppt/notesSlides/notesSlide61.xml" Id="Rcde818c6f87b40a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74e47530fe6341ff" /><Relationship Type="http://schemas.openxmlformats.org/officeDocument/2006/relationships/notesSlide" Target="/ppt/notesSlides/notesSlide62.xml" Id="Rec208324b8fe4af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83dd0f8800746de" /><Relationship Type="http://schemas.openxmlformats.org/officeDocument/2006/relationships/notesSlide" Target="/ppt/notesSlides/notesSlide63.xml" Id="Rd7d5b6ee98bf4a6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13d5efa42824069" /><Relationship Type="http://schemas.openxmlformats.org/officeDocument/2006/relationships/notesSlide" Target="/ppt/notesSlides/notesSlide64.xml" Id="Rc0c6319eb1cf441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50d81c1a63644d7" /><Relationship Type="http://schemas.openxmlformats.org/officeDocument/2006/relationships/notesSlide" Target="/ppt/notesSlides/notesSlide65.xml" Id="R68476a59c4ea44c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d431392b80e54b11" /><Relationship Type="http://schemas.openxmlformats.org/officeDocument/2006/relationships/notesSlide" Target="/ppt/notesSlides/notesSlide66.xml" Id="R9323fee34c924c7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bc761dc8239749e2" /><Relationship Type="http://schemas.openxmlformats.org/officeDocument/2006/relationships/notesSlide" Target="/ppt/notesSlides/notesSlide67.xml" Id="R3d39db0b03cd429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e74d64e9e2f34281" /><Relationship Type="http://schemas.openxmlformats.org/officeDocument/2006/relationships/notesSlide" Target="/ppt/notesSlides/notesSlide68.xml" Id="R083bf72d750b4d3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5f8018baddf430f" /><Relationship Type="http://schemas.openxmlformats.org/officeDocument/2006/relationships/notesSlide" Target="/ppt/notesSlides/notesSlide69.xml" Id="R59a91f383e0143b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361ce2c84b54096" /><Relationship Type="http://schemas.openxmlformats.org/officeDocument/2006/relationships/notesSlide" Target="/ppt/notesSlides/notesSlide70.xml" Id="R53814fed83e74c3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fb3b2c3b0b24268" /><Relationship Type="http://schemas.openxmlformats.org/officeDocument/2006/relationships/image" Target="/ppt/media/image2.png" Id="R69f25df9eda54de2" /><Relationship Type="http://schemas.openxmlformats.org/officeDocument/2006/relationships/notesSlide" Target="/ppt/notesSlides/notesSlide71.xml" Id="R1f28964213b4466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2013a83ec26f49da" /><Relationship Type="http://schemas.openxmlformats.org/officeDocument/2006/relationships/image" Target="/ppt/media/image.jpeg" Id="Ra9b435000bc542db" /><Relationship Type="http://schemas.openxmlformats.org/officeDocument/2006/relationships/notesSlide" Target="/ppt/notesSlides/notesSlide72.xml" Id="R729271b9f03247f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170aba1dff7c4f6e" /><Relationship Type="http://schemas.openxmlformats.org/officeDocument/2006/relationships/notesSlide" Target="/ppt/notesSlides/notesSlide73.xml" Id="R49af5a6ad3d5423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3476ae8ca4414ec7" /><Relationship Type="http://schemas.openxmlformats.org/officeDocument/2006/relationships/image" Target="/ppt/media/image3.png" Id="R0d2b2acd80aa4f4c" /><Relationship Type="http://schemas.openxmlformats.org/officeDocument/2006/relationships/notesSlide" Target="/ppt/notesSlides/notesSlide74.xml" Id="Ra4a62697247648b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5f2ac688849b4316" /><Relationship Type="http://schemas.openxmlformats.org/officeDocument/2006/relationships/notesSlide" Target="/ppt/notesSlides/notesSlide75.xml" Id="R7ecacf671d2c475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e1fa5e3078a4431" /><Relationship Type="http://schemas.openxmlformats.org/officeDocument/2006/relationships/image" Target="/ppt/media/image4.png" Id="R4fb22f00f8164159" /><Relationship Type="http://schemas.openxmlformats.org/officeDocument/2006/relationships/notesSlide" Target="/ppt/notesSlides/notesSlide76.xml" Id="R3a9519602f0c419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982be33043f4212" /><Relationship Type="http://schemas.openxmlformats.org/officeDocument/2006/relationships/notesSlide" Target="/ppt/notesSlides/notesSlide77.xml" Id="R7fd94c77a9b04bd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6fb5dbf59e248fc" /><Relationship Type="http://schemas.openxmlformats.org/officeDocument/2006/relationships/notesSlide" Target="/ppt/notesSlides/notesSlide78.xml" Id="R855636792a354b6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8051a4d49b054a75" /><Relationship Type="http://schemas.openxmlformats.org/officeDocument/2006/relationships/notesSlide" Target="/ppt/notesSlides/notesSlide79.xml" Id="R9aa7f4adf57f4f2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3deae23bc76f4ac8" /><Relationship Type="http://schemas.openxmlformats.org/officeDocument/2006/relationships/notesSlide" Target="/ppt/notesSlides/notesSlide80.xml" Id="Rbfc8990c31cd46cf"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86AA5B9-68FA-4711-AF6E-BCC8791EA3F4}"/>
              </a:ext>
            </a:extLst>
          </p:cNvPr>
          <p:cNvSpPr>
            <a:spLocks xmlns:a="http://schemas.openxmlformats.org/drawingml/2006/main" noGrp="1"/>
          </p:cNvSpPr>
          <p:nvPr/>
        </p:nvSpPr>
        <p:spPr>
          <a:xfrm xmlns:a="http://schemas.openxmlformats.org/drawingml/2006/main">
            <a:off x="609600" y="40005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INTEGRATED LLMOPS COURSE</a:t>
            </a:r>
          </a:p>
        </p:txBody>
      </p:sp>
      <p:sp>
        <p:nvSpPr>
          <p:cNvPr id="2" name="">
            <a:extLst xmlns:a="http://schemas.openxmlformats.org/drawingml/2006/main">
              <a:ext uri="{FF2B5EF4-FFF2-40B4-BE49-F238E27FC236}">
                <a16:creationId xmlns:a16="http://schemas.microsoft.com/office/drawing/2014/main" id="{61BFA94B-3EE7-4C19-A248-2DB792DE3852}"/>
              </a:ext>
            </a:extLst>
          </p:cNvPr>
          <p:cNvSpPr>
            <a:spLocks xmlns:a="http://schemas.openxmlformats.org/drawingml/2006/main" noGrp="1"/>
          </p:cNvSpPr>
          <p:nvPr/>
        </p:nvSpPr>
        <p:spPr>
          <a:xfrm xmlns:a="http://schemas.openxmlformats.org/drawingml/2006/main">
            <a:off x="609600" y="1466850"/>
            <a:ext cx="9525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4350" b="1">
                <a:solidFill>
                  <a:srgbClr val="FFFFFF"/>
                </a:solidFill>
                <a:latin typeface="AppleGothic"/>
                <a:ea typeface="AppleGothic"/>
                <a:cs typeface="AppleGothic"/>
              </a:defRPr>
            </a:pPr>
            <a:r>
              <a:rPr sz="4350" b="1">
                <a:solidFill>
                  <a:srgbClr val="FFFFFF"/>
                </a:solidFill>
                <a:latin typeface="AppleGothic"/>
                <a:ea typeface="AppleGothic"/>
                <a:cs typeface="AppleGothic"/>
              </a:rPr>
              <a:t>LLM 서비스</a:t>
            </a:r>
          </a:p>
        </p:txBody>
      </p:sp>
      <p:sp>
        <p:nvSpPr>
          <p:cNvPr id="3" name="">
            <a:extLst xmlns:a="http://schemas.openxmlformats.org/drawingml/2006/main">
              <a:ext uri="{FF2B5EF4-FFF2-40B4-BE49-F238E27FC236}">
                <a16:creationId xmlns:a16="http://schemas.microsoft.com/office/drawing/2014/main" id="{23858131-0FCC-4B0D-B971-6E81394BB2BF}"/>
              </a:ext>
            </a:extLst>
          </p:cNvPr>
          <p:cNvSpPr>
            <a:spLocks xmlns:a="http://schemas.openxmlformats.org/drawingml/2006/main" noGrp="1"/>
          </p:cNvSpPr>
          <p:nvPr/>
        </p:nvSpPr>
        <p:spPr>
          <a:xfrm xmlns:a="http://schemas.openxmlformats.org/drawingml/2006/main">
            <a:off x="609600" y="2171700"/>
            <a:ext cx="9906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5400" b="1">
                <a:solidFill>
                  <a:srgbClr val="2563EB"/>
                </a:solidFill>
                <a:latin typeface="AppleGothic"/>
                <a:ea typeface="AppleGothic"/>
                <a:cs typeface="AppleGothic"/>
              </a:defRPr>
            </a:pPr>
            <a:r>
              <a:rPr sz="5400" b="1">
                <a:solidFill>
                  <a:srgbClr val="2563EB"/>
                </a:solidFill>
                <a:latin typeface="AppleGothic"/>
                <a:ea typeface="AppleGothic"/>
                <a:cs typeface="AppleGothic"/>
              </a:rPr>
              <a:t>운영의 기본</a:t>
            </a:r>
          </a:p>
        </p:txBody>
      </p:sp>
      <p:sp>
        <p:nvSpPr>
          <p:cNvPr id="4" name="">
            <a:extLst xmlns:a="http://schemas.openxmlformats.org/drawingml/2006/main">
              <a:ext uri="{FF2B5EF4-FFF2-40B4-BE49-F238E27FC236}">
                <a16:creationId xmlns:a16="http://schemas.microsoft.com/office/drawing/2014/main" id="{2B07F259-801C-4498-9C40-DC3B05949B8A}"/>
              </a:ext>
            </a:extLst>
          </p:cNvPr>
          <p:cNvSpPr>
            <a:spLocks xmlns:a="http://schemas.openxmlformats.org/drawingml/2006/main" noGrp="1"/>
          </p:cNvSpPr>
          <p:nvPr/>
        </p:nvSpPr>
        <p:spPr>
          <a:xfrm xmlns:a="http://schemas.openxmlformats.org/drawingml/2006/main">
            <a:off x="7848600" y="3067050"/>
            <a:ext cx="3733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LARGE LANGUAGE MODEL (LLM)</a:t>
            </a:r>
          </a:p>
        </p:txBody>
      </p:sp>
      <p:sp>
        <p:nvSpPr>
          <p:cNvPr id="5" name="">
            <a:extLst xmlns:a="http://schemas.openxmlformats.org/drawingml/2006/main">
              <a:ext uri="{FF2B5EF4-FFF2-40B4-BE49-F238E27FC236}">
                <a16:creationId xmlns:a16="http://schemas.microsoft.com/office/drawing/2014/main" id="{31A6FFCD-3EA5-4AB6-98E2-61A6C6B8ECC6}"/>
              </a:ext>
            </a:extLst>
          </p:cNvPr>
          <p:cNvSpPr>
            <a:spLocks xmlns:a="http://schemas.openxmlformats.org/drawingml/2006/main" noGrp="1"/>
          </p:cNvSpPr>
          <p:nvPr/>
        </p:nvSpPr>
        <p:spPr>
          <a:xfrm xmlns:a="http://schemas.openxmlformats.org/drawingml/2006/main" flipH="0" flipV="0">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6" name="">
            <a:extLst xmlns:a="http://schemas.openxmlformats.org/drawingml/2006/main">
              <a:ext uri="{FF2B5EF4-FFF2-40B4-BE49-F238E27FC236}">
                <a16:creationId xmlns:a16="http://schemas.microsoft.com/office/drawing/2014/main" id="{5CA0EE27-AC33-41FB-A8DE-FDFC3B2CD0C8}"/>
              </a:ext>
            </a:extLst>
          </p:cNvPr>
          <p:cNvSpPr>
            <a:spLocks xmlns:a="http://schemas.openxmlformats.org/drawingml/2006/main" noGrp="1"/>
          </p:cNvSpPr>
          <p:nvPr/>
        </p:nvSpPr>
        <p:spPr>
          <a:xfrm xmlns:a="http://schemas.openxmlformats.org/drawingml/2006/main">
            <a:off x="6096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01  TRACE</a:t>
            </a:r>
          </a:p>
        </p:txBody>
      </p:sp>
      <p:sp>
        <p:nvSpPr>
          <p:cNvPr id="7" name="">
            <a:extLst xmlns:a="http://schemas.openxmlformats.org/drawingml/2006/main">
              <a:ext uri="{FF2B5EF4-FFF2-40B4-BE49-F238E27FC236}">
                <a16:creationId xmlns:a16="http://schemas.microsoft.com/office/drawing/2014/main" id="{DE832B3A-A976-4A88-8A64-658E85EFBC8D}"/>
              </a:ext>
            </a:extLst>
          </p:cNvPr>
          <p:cNvSpPr>
            <a:spLocks xmlns:a="http://schemas.openxmlformats.org/drawingml/2006/main" noGrp="1"/>
          </p:cNvSpPr>
          <p:nvPr/>
        </p:nvSpPr>
        <p:spPr>
          <a:xfrm xmlns:a="http://schemas.openxmlformats.org/drawingml/2006/main" flipH="0" flipV="0">
            <a:off x="609600" y="4324350"/>
            <a:ext cx="23431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8" name="">
            <a:extLst xmlns:a="http://schemas.openxmlformats.org/drawingml/2006/main">
              <a:ext uri="{FF2B5EF4-FFF2-40B4-BE49-F238E27FC236}">
                <a16:creationId xmlns:a16="http://schemas.microsoft.com/office/drawing/2014/main" id="{7156C322-D6E7-4864-8F76-7A0BFDBBA927}"/>
              </a:ext>
            </a:extLst>
          </p:cNvPr>
          <p:cNvSpPr>
            <a:spLocks xmlns:a="http://schemas.openxmlformats.org/drawingml/2006/main" noGrp="1"/>
          </p:cNvSpPr>
          <p:nvPr/>
        </p:nvSpPr>
        <p:spPr>
          <a:xfrm xmlns:a="http://schemas.openxmlformats.org/drawingml/2006/main">
            <a:off x="33528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02  COMPARE</a:t>
            </a:r>
          </a:p>
        </p:txBody>
      </p:sp>
      <p:sp>
        <p:nvSpPr>
          <p:cNvPr id="9" name="">
            <a:extLst xmlns:a="http://schemas.openxmlformats.org/drawingml/2006/main">
              <a:ext uri="{FF2B5EF4-FFF2-40B4-BE49-F238E27FC236}">
                <a16:creationId xmlns:a16="http://schemas.microsoft.com/office/drawing/2014/main" id="{1639008B-0C93-4E54-B3FD-3CC3B4E1E970}"/>
              </a:ext>
            </a:extLst>
          </p:cNvPr>
          <p:cNvSpPr>
            <a:spLocks xmlns:a="http://schemas.openxmlformats.org/drawingml/2006/main" noGrp="1"/>
          </p:cNvSpPr>
          <p:nvPr/>
        </p:nvSpPr>
        <p:spPr>
          <a:xfrm xmlns:a="http://schemas.openxmlformats.org/drawingml/2006/main" flipH="0" flipV="0">
            <a:off x="33528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9CD528F0-6B6D-4350-9D02-49B09151AC6D}"/>
              </a:ext>
            </a:extLst>
          </p:cNvPr>
          <p:cNvSpPr>
            <a:spLocks xmlns:a="http://schemas.openxmlformats.org/drawingml/2006/main" noGrp="1"/>
          </p:cNvSpPr>
          <p:nvPr/>
        </p:nvSpPr>
        <p:spPr>
          <a:xfrm xmlns:a="http://schemas.openxmlformats.org/drawingml/2006/main">
            <a:off x="60960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03  EVALUATE</a:t>
            </a:r>
          </a:p>
        </p:txBody>
      </p:sp>
      <p:sp>
        <p:nvSpPr>
          <p:cNvPr id="11" name="">
            <a:extLst xmlns:a="http://schemas.openxmlformats.org/drawingml/2006/main">
              <a:ext uri="{FF2B5EF4-FFF2-40B4-BE49-F238E27FC236}">
                <a16:creationId xmlns:a16="http://schemas.microsoft.com/office/drawing/2014/main" id="{6BB6AAC7-0B65-4A24-8B0C-C8120EC2225C}"/>
              </a:ext>
            </a:extLst>
          </p:cNvPr>
          <p:cNvSpPr>
            <a:spLocks xmlns:a="http://schemas.openxmlformats.org/drawingml/2006/main" noGrp="1"/>
          </p:cNvSpPr>
          <p:nvPr/>
        </p:nvSpPr>
        <p:spPr>
          <a:xfrm xmlns:a="http://schemas.openxmlformats.org/drawingml/2006/main" flipH="0" flipV="0">
            <a:off x="60960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880F7979-13D1-4796-8E6B-3212C2A08EF4}"/>
              </a:ext>
            </a:extLst>
          </p:cNvPr>
          <p:cNvSpPr>
            <a:spLocks xmlns:a="http://schemas.openxmlformats.org/drawingml/2006/main" noGrp="1"/>
          </p:cNvSpPr>
          <p:nvPr/>
        </p:nvSpPr>
        <p:spPr>
          <a:xfrm xmlns:a="http://schemas.openxmlformats.org/drawingml/2006/main">
            <a:off x="8839200" y="3943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04  IMPROVE</a:t>
            </a:r>
          </a:p>
        </p:txBody>
      </p:sp>
      <p:sp>
        <p:nvSpPr>
          <p:cNvPr id="13" name="">
            <a:extLst xmlns:a="http://schemas.openxmlformats.org/drawingml/2006/main">
              <a:ext uri="{FF2B5EF4-FFF2-40B4-BE49-F238E27FC236}">
                <a16:creationId xmlns:a16="http://schemas.microsoft.com/office/drawing/2014/main" id="{29ECB3A7-322D-42D1-B094-DF794E9155EB}"/>
              </a:ext>
            </a:extLst>
          </p:cNvPr>
          <p:cNvSpPr>
            <a:spLocks xmlns:a="http://schemas.openxmlformats.org/drawingml/2006/main" noGrp="1"/>
          </p:cNvSpPr>
          <p:nvPr/>
        </p:nvSpPr>
        <p:spPr>
          <a:xfrm xmlns:a="http://schemas.openxmlformats.org/drawingml/2006/main" flipH="0" flipV="0">
            <a:off x="8839200" y="4324350"/>
            <a:ext cx="23431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EAD4D69E-3A91-4A3D-AA8C-38C84F5565A1}"/>
              </a:ext>
            </a:extLst>
          </p:cNvPr>
          <p:cNvSpPr>
            <a:spLocks xmlns:a="http://schemas.openxmlformats.org/drawingml/2006/main" noGrp="1"/>
          </p:cNvSpPr>
          <p:nvPr/>
        </p:nvSpPr>
        <p:spPr>
          <a:xfrm xmlns:a="http://schemas.openxmlformats.org/drawingml/2006/main">
            <a:off x="609600" y="5219700"/>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실행 추적 · 비교 평가 · 16주 프로젝트 운영</a:t>
            </a:r>
          </a:p>
        </p:txBody>
      </p:sp>
      <p:sp>
        <p:nvSpPr>
          <p:cNvPr id="15" name="">
            <a:extLst xmlns:a="http://schemas.openxmlformats.org/drawingml/2006/main">
              <a:ext uri="{FF2B5EF4-FFF2-40B4-BE49-F238E27FC236}">
                <a16:creationId xmlns:a16="http://schemas.microsoft.com/office/drawing/2014/main" id="{CF982FCB-322A-4D12-B274-4601EDC4CE61}"/>
              </a:ext>
            </a:extLst>
          </p:cNvPr>
          <p:cNvSpPr>
            <a:spLocks xmlns:a="http://schemas.openxmlformats.org/drawingml/2006/main" noGrp="1"/>
          </p:cNvSpPr>
          <p:nvPr/>
        </p:nvSpPr>
        <p:spPr>
          <a:xfrm xmlns:a="http://schemas.openxmlformats.org/drawingml/2006/main">
            <a:off x="4057650" y="5715000"/>
            <a:ext cx="7524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ARTIFICIAL INTELLIGENCE (AI) · PRODUCT MANAGER (PM)</a:t>
            </a:r>
          </a:p>
        </p:txBody>
      </p:sp>
      <p:sp>
        <p:nvSpPr>
          <p:cNvPr id="16" name="">
            <a:extLst xmlns:a="http://schemas.openxmlformats.org/drawingml/2006/main">
              <a:ext uri="{FF2B5EF4-FFF2-40B4-BE49-F238E27FC236}">
                <a16:creationId xmlns:a16="http://schemas.microsoft.com/office/drawing/2014/main" id="{A266EB94-8157-4756-B2D6-10F2D05582C1}"/>
              </a:ext>
            </a:extLst>
          </p:cNvPr>
          <p:cNvSpPr>
            <a:spLocks xmlns:a="http://schemas.openxmlformats.org/drawingml/2006/main" noGrp="1"/>
          </p:cNvSpPr>
          <p:nvPr/>
        </p:nvSpPr>
        <p:spPr>
          <a:xfrm xmlns:a="http://schemas.openxmlformats.org/drawingml/2006/main">
            <a:off x="4057650" y="6019800"/>
            <a:ext cx="752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차성재 · 무신사 Core AI PM × AI 대학원 겸임교수</a:t>
            </a:r>
          </a:p>
        </p:txBody>
      </p:sp>
    </p:spTree>
    <p:extLst>
      <p:ext uri="{BB962C8B-B14F-4D97-AF65-F5344CB8AC3E}">
        <p14:creationId xmlns:p14="http://schemas.microsoft.com/office/powerpoint/2010/main" val="1093157367"/>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E0215A1B-7FE3-4E31-A547-BB39C6B14E0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1D066AE8-5EC3-425C-AC15-41747886351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02</a:t>
            </a:r>
          </a:p>
        </p:txBody>
      </p:sp>
      <p:sp>
        <p:nvSpPr>
          <p:cNvPr id="3" name="">
            <a:extLst xmlns:a="http://schemas.openxmlformats.org/drawingml/2006/main">
              <a:ext uri="{FF2B5EF4-FFF2-40B4-BE49-F238E27FC236}">
                <a16:creationId xmlns:a16="http://schemas.microsoft.com/office/drawing/2014/main" id="{0F894838-B24E-4E05-8526-A944346BFF6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4B037EB-8A36-4CCC-BF8D-5D3B5D7572B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553BD7DF-932E-44F5-B885-A7552E78F56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6" name="">
            <a:extLst xmlns:a="http://schemas.openxmlformats.org/drawingml/2006/main">
              <a:ext uri="{FF2B5EF4-FFF2-40B4-BE49-F238E27FC236}">
                <a16:creationId xmlns:a16="http://schemas.microsoft.com/office/drawing/2014/main" id="{C8DB342E-8A4D-4C4D-943E-6755709D029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1주차의 위치</a:t>
            </a:r>
          </a:p>
        </p:txBody>
      </p:sp>
      <p:sp>
        <p:nvSpPr>
          <p:cNvPr id="7" name="">
            <a:extLst xmlns:a="http://schemas.openxmlformats.org/drawingml/2006/main">
              <a:ext uri="{FF2B5EF4-FFF2-40B4-BE49-F238E27FC236}">
                <a16:creationId xmlns:a16="http://schemas.microsoft.com/office/drawing/2014/main" id="{DDB1FBA5-B354-4C09-9658-180F1FEFB282}"/>
              </a:ext>
            </a:extLst>
          </p:cNvPr>
          <p:cNvSpPr>
            <a:spLocks xmlns:a="http://schemas.openxmlformats.org/drawingml/2006/main" noGrp="1"/>
          </p:cNvSpPr>
          <p:nvPr/>
        </p:nvSpPr>
        <p:spPr>
          <a:xfrm xmlns:a="http://schemas.openxmlformats.org/drawingml/2006/main" rot="0">
            <a:off x="609600" y="1619250"/>
            <a:ext cx="3352800" cy="38862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AC2E5E93-C127-4601-AF89-E82822DBAA58}"/>
              </a:ext>
            </a:extLst>
          </p:cNvPr>
          <p:cNvSpPr>
            <a:spLocks xmlns:a="http://schemas.openxmlformats.org/drawingml/2006/main" noGrp="1"/>
          </p:cNvSpPr>
          <p:nvPr/>
        </p:nvSpPr>
        <p:spPr>
          <a:xfrm xmlns:a="http://schemas.openxmlformats.org/drawingml/2006/main">
            <a:off x="838200" y="18669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CURRENT / WEEK 01 · 실시간 온라인</a:t>
            </a:r>
          </a:p>
        </p:txBody>
      </p:sp>
      <p:sp>
        <p:nvSpPr>
          <p:cNvPr id="9" name="">
            <a:extLst xmlns:a="http://schemas.openxmlformats.org/drawingml/2006/main">
              <a:ext uri="{FF2B5EF4-FFF2-40B4-BE49-F238E27FC236}">
                <a16:creationId xmlns:a16="http://schemas.microsoft.com/office/drawing/2014/main" id="{CC0C5CCE-4AA7-42BA-A9F1-AD1C2D653A4E}"/>
              </a:ext>
            </a:extLst>
          </p:cNvPr>
          <p:cNvSpPr>
            <a:spLocks xmlns:a="http://schemas.openxmlformats.org/drawingml/2006/main" noGrp="1"/>
          </p:cNvSpPr>
          <p:nvPr/>
        </p:nvSpPr>
        <p:spPr>
          <a:xfrm xmlns:a="http://schemas.openxmlformats.org/drawingml/2006/main">
            <a:off x="838200" y="22669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150" b="1">
                <a:solidFill>
                  <a:srgbClr val="FFFFFF"/>
                </a:solidFill>
                <a:latin typeface="Menlo"/>
                <a:ea typeface="Menlo"/>
                <a:cs typeface="Menlo"/>
              </a:defRPr>
            </a:pPr>
            <a:r>
              <a:rPr sz="3150" b="1">
                <a:solidFill>
                  <a:srgbClr val="FFFFFF"/>
                </a:solidFill>
                <a:latin typeface="Menlo"/>
                <a:ea typeface="Menlo"/>
                <a:cs typeface="Menlo"/>
              </a:rPr>
              <a:t>09.04</a:t>
            </a:r>
          </a:p>
        </p:txBody>
      </p:sp>
      <p:sp>
        <p:nvSpPr>
          <p:cNvPr id="10" name="">
            <a:extLst xmlns:a="http://schemas.openxmlformats.org/drawingml/2006/main">
              <a:ext uri="{FF2B5EF4-FFF2-40B4-BE49-F238E27FC236}">
                <a16:creationId xmlns:a16="http://schemas.microsoft.com/office/drawing/2014/main" id="{33E4E34E-9221-4A17-B44F-FA550BB29F96}"/>
              </a:ext>
            </a:extLst>
          </p:cNvPr>
          <p:cNvSpPr>
            <a:spLocks xmlns:a="http://schemas.openxmlformats.org/drawingml/2006/main" noGrp="1"/>
          </p:cNvSpPr>
          <p:nvPr/>
        </p:nvSpPr>
        <p:spPr>
          <a:xfrm xmlns:a="http://schemas.openxmlformats.org/drawingml/2006/main">
            <a:off x="838200" y="2971800"/>
            <a:ext cx="2667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오리엔테이션과</a:t>
            </a:r>
          </a:p>
          <a:p xmlns:a="http://schemas.openxmlformats.org/drawingml/2006/main">
            <a:pPr algn="l">
              <a:lnSpc>
                <a:spcPct val="11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서비스 개선 사이클</a:t>
            </a:r>
          </a:p>
        </p:txBody>
      </p:sp>
      <p:sp>
        <p:nvSpPr>
          <p:cNvPr id="11" name="">
            <a:extLst xmlns:a="http://schemas.openxmlformats.org/drawingml/2006/main">
              <a:ext uri="{FF2B5EF4-FFF2-40B4-BE49-F238E27FC236}">
                <a16:creationId xmlns:a16="http://schemas.microsoft.com/office/drawing/2014/main" id="{EF913456-D83E-47E8-A40E-18EAA0609378}"/>
              </a:ext>
            </a:extLst>
          </p:cNvPr>
          <p:cNvSpPr>
            <a:spLocks xmlns:a="http://schemas.openxmlformats.org/drawingml/2006/main" noGrp="1"/>
          </p:cNvSpPr>
          <p:nvPr/>
        </p:nvSpPr>
        <p:spPr>
          <a:xfrm xmlns:a="http://schemas.openxmlformats.org/drawingml/2006/main" flipH="0" flipV="0">
            <a:off x="838200" y="3905250"/>
            <a:ext cx="2667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1AE8CD5F-F3D2-4E29-89AB-C9FFEFCF845D}"/>
              </a:ext>
            </a:extLst>
          </p:cNvPr>
          <p:cNvSpPr>
            <a:spLocks xmlns:a="http://schemas.openxmlformats.org/drawingml/2006/main" noGrp="1"/>
          </p:cNvSpPr>
          <p:nvPr/>
        </p:nvSpPr>
        <p:spPr>
          <a:xfrm xmlns:a="http://schemas.openxmlformats.org/drawingml/2006/main">
            <a:off x="838200" y="4171950"/>
            <a:ext cx="2667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2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한 번의 모델 호출을 어떻게 재현·비교·개선 가능한 서비스 실행으로 바꾸는가</a:t>
            </a:r>
          </a:p>
        </p:txBody>
      </p:sp>
      <p:sp>
        <p:nvSpPr>
          <p:cNvPr id="13" name="">
            <a:extLst xmlns:a="http://schemas.openxmlformats.org/drawingml/2006/main">
              <a:ext uri="{FF2B5EF4-FFF2-40B4-BE49-F238E27FC236}">
                <a16:creationId xmlns:a16="http://schemas.microsoft.com/office/drawing/2014/main" id="{176F5D35-FCEB-4FA7-921F-23EA8BBF0329}"/>
              </a:ext>
            </a:extLst>
          </p:cNvPr>
          <p:cNvSpPr>
            <a:spLocks xmlns:a="http://schemas.openxmlformats.org/drawingml/2006/main" noGrp="1"/>
          </p:cNvSpPr>
          <p:nvPr/>
        </p:nvSpPr>
        <p:spPr>
          <a:xfrm xmlns:a="http://schemas.openxmlformats.org/drawingml/2006/main">
            <a:off x="4419600" y="16383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16-WEEK PORTFOLIO RAIL</a:t>
            </a:r>
          </a:p>
        </p:txBody>
      </p:sp>
      <p:sp>
        <p:nvSpPr>
          <p:cNvPr id="14" name="">
            <a:extLst xmlns:a="http://schemas.openxmlformats.org/drawingml/2006/main">
              <a:ext uri="{FF2B5EF4-FFF2-40B4-BE49-F238E27FC236}">
                <a16:creationId xmlns:a16="http://schemas.microsoft.com/office/drawing/2014/main" id="{98FE1EF8-3536-4255-A3C9-1CA2B3A67C80}"/>
              </a:ext>
            </a:extLst>
          </p:cNvPr>
          <p:cNvSpPr>
            <a:spLocks xmlns:a="http://schemas.openxmlformats.org/drawingml/2006/main" noGrp="1"/>
          </p:cNvSpPr>
          <p:nvPr/>
        </p:nvSpPr>
        <p:spPr>
          <a:xfrm xmlns:a="http://schemas.openxmlformats.org/drawingml/2006/main" rot="0">
            <a:off x="4419600" y="2000250"/>
            <a:ext cx="1130300" cy="7048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5" name="">
            <a:extLst xmlns:a="http://schemas.openxmlformats.org/drawingml/2006/main">
              <a:ext uri="{FF2B5EF4-FFF2-40B4-BE49-F238E27FC236}">
                <a16:creationId xmlns:a16="http://schemas.microsoft.com/office/drawing/2014/main" id="{09140543-60B9-4BD2-91CA-45C87FC1DCD2}"/>
              </a:ext>
            </a:extLst>
          </p:cNvPr>
          <p:cNvSpPr>
            <a:spLocks xmlns:a="http://schemas.openxmlformats.org/drawingml/2006/main" noGrp="1"/>
          </p:cNvSpPr>
          <p:nvPr/>
        </p:nvSpPr>
        <p:spPr>
          <a:xfrm xmlns:a="http://schemas.openxmlformats.org/drawingml/2006/main">
            <a:off x="4495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W01–03</a:t>
            </a:r>
          </a:p>
        </p:txBody>
      </p:sp>
      <p:sp>
        <p:nvSpPr>
          <p:cNvPr id="16" name="">
            <a:extLst xmlns:a="http://schemas.openxmlformats.org/drawingml/2006/main">
              <a:ext uri="{FF2B5EF4-FFF2-40B4-BE49-F238E27FC236}">
                <a16:creationId xmlns:a16="http://schemas.microsoft.com/office/drawing/2014/main" id="{E56DFFA0-E284-4B05-9AF6-9EAB43118EA8}"/>
              </a:ext>
            </a:extLst>
          </p:cNvPr>
          <p:cNvSpPr>
            <a:spLocks xmlns:a="http://schemas.openxmlformats.org/drawingml/2006/main" noGrp="1"/>
          </p:cNvSpPr>
          <p:nvPr/>
        </p:nvSpPr>
        <p:spPr>
          <a:xfrm xmlns:a="http://schemas.openxmlformats.org/drawingml/2006/main">
            <a:off x="4495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FFFFFF"/>
                </a:solidFill>
                <a:latin typeface="AppleGothic"/>
                <a:ea typeface="AppleGothic"/>
                <a:cs typeface="AppleGothic"/>
              </a:defRPr>
            </a:pPr>
            <a:r>
              <a:rPr sz="1125" b="1">
                <a:solidFill>
                  <a:srgbClr val="FFFFFF"/>
                </a:solidFill>
                <a:latin typeface="AppleGothic"/>
                <a:ea typeface="AppleGothic"/>
                <a:cs typeface="AppleGothic"/>
              </a:rPr>
              <a:t>문제·기준</a:t>
            </a:r>
          </a:p>
        </p:txBody>
      </p:sp>
      <p:sp>
        <p:nvSpPr>
          <p:cNvPr id="17" name="">
            <a:extLst xmlns:a="http://schemas.openxmlformats.org/drawingml/2006/main">
              <a:ext uri="{FF2B5EF4-FFF2-40B4-BE49-F238E27FC236}">
                <a16:creationId xmlns:a16="http://schemas.microsoft.com/office/drawing/2014/main" id="{80A6FC34-F09C-4DC9-85A1-713A77FCFD70}"/>
              </a:ext>
            </a:extLst>
          </p:cNvPr>
          <p:cNvSpPr>
            <a:spLocks xmlns:a="http://schemas.openxmlformats.org/drawingml/2006/main" noGrp="1"/>
          </p:cNvSpPr>
          <p:nvPr/>
        </p:nvSpPr>
        <p:spPr>
          <a:xfrm xmlns:a="http://schemas.openxmlformats.org/drawingml/2006/main" rot="0">
            <a:off x="5626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9669CCC9-48CB-43E2-9E33-9CEC3BD17349}"/>
              </a:ext>
            </a:extLst>
          </p:cNvPr>
          <p:cNvSpPr>
            <a:spLocks xmlns:a="http://schemas.openxmlformats.org/drawingml/2006/main" noGrp="1"/>
          </p:cNvSpPr>
          <p:nvPr/>
        </p:nvSpPr>
        <p:spPr>
          <a:xfrm xmlns:a="http://schemas.openxmlformats.org/drawingml/2006/main">
            <a:off x="5702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W04–05</a:t>
            </a:r>
          </a:p>
        </p:txBody>
      </p:sp>
      <p:sp>
        <p:nvSpPr>
          <p:cNvPr id="19" name="">
            <a:extLst xmlns:a="http://schemas.openxmlformats.org/drawingml/2006/main">
              <a:ext uri="{FF2B5EF4-FFF2-40B4-BE49-F238E27FC236}">
                <a16:creationId xmlns:a16="http://schemas.microsoft.com/office/drawing/2014/main" id="{05F3CC5B-F34E-42FB-ADF6-A3F586858426}"/>
              </a:ext>
            </a:extLst>
          </p:cNvPr>
          <p:cNvSpPr>
            <a:spLocks xmlns:a="http://schemas.openxmlformats.org/drawingml/2006/main" noGrp="1"/>
          </p:cNvSpPr>
          <p:nvPr/>
        </p:nvSpPr>
        <p:spPr>
          <a:xfrm xmlns:a="http://schemas.openxmlformats.org/drawingml/2006/main">
            <a:off x="5702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데이터·근거</a:t>
            </a:r>
          </a:p>
        </p:txBody>
      </p:sp>
      <p:sp>
        <p:nvSpPr>
          <p:cNvPr id="20" name="">
            <a:extLst xmlns:a="http://schemas.openxmlformats.org/drawingml/2006/main">
              <a:ext uri="{FF2B5EF4-FFF2-40B4-BE49-F238E27FC236}">
                <a16:creationId xmlns:a16="http://schemas.microsoft.com/office/drawing/2014/main" id="{4CF19787-707B-4806-A3E5-7B5429232877}"/>
              </a:ext>
            </a:extLst>
          </p:cNvPr>
          <p:cNvSpPr>
            <a:spLocks xmlns:a="http://schemas.openxmlformats.org/drawingml/2006/main" noGrp="1"/>
          </p:cNvSpPr>
          <p:nvPr/>
        </p:nvSpPr>
        <p:spPr>
          <a:xfrm xmlns:a="http://schemas.openxmlformats.org/drawingml/2006/main" rot="0">
            <a:off x="68326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2462BF41-60AA-49B7-ACF5-FAC128D16677}"/>
              </a:ext>
            </a:extLst>
          </p:cNvPr>
          <p:cNvSpPr>
            <a:spLocks xmlns:a="http://schemas.openxmlformats.org/drawingml/2006/main" noGrp="1"/>
          </p:cNvSpPr>
          <p:nvPr/>
        </p:nvSpPr>
        <p:spPr>
          <a:xfrm xmlns:a="http://schemas.openxmlformats.org/drawingml/2006/main">
            <a:off x="6908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W06–08</a:t>
            </a:r>
          </a:p>
        </p:txBody>
      </p:sp>
      <p:sp>
        <p:nvSpPr>
          <p:cNvPr id="22" name="">
            <a:extLst xmlns:a="http://schemas.openxmlformats.org/drawingml/2006/main">
              <a:ext uri="{FF2B5EF4-FFF2-40B4-BE49-F238E27FC236}">
                <a16:creationId xmlns:a16="http://schemas.microsoft.com/office/drawing/2014/main" id="{61A5515E-A862-4D1A-8D8F-A2C5807CD179}"/>
              </a:ext>
            </a:extLst>
          </p:cNvPr>
          <p:cNvSpPr>
            <a:spLocks xmlns:a="http://schemas.openxmlformats.org/drawingml/2006/main" noGrp="1"/>
          </p:cNvSpPr>
          <p:nvPr/>
        </p:nvSpPr>
        <p:spPr>
          <a:xfrm xmlns:a="http://schemas.openxmlformats.org/drawingml/2006/main">
            <a:off x="6908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기술·기획</a:t>
            </a:r>
          </a:p>
        </p:txBody>
      </p:sp>
      <p:sp>
        <p:nvSpPr>
          <p:cNvPr id="23" name="">
            <a:extLst xmlns:a="http://schemas.openxmlformats.org/drawingml/2006/main">
              <a:ext uri="{FF2B5EF4-FFF2-40B4-BE49-F238E27FC236}">
                <a16:creationId xmlns:a16="http://schemas.microsoft.com/office/drawing/2014/main" id="{D9E3B45A-347B-4222-8539-82D23E2C8EE4}"/>
              </a:ext>
            </a:extLst>
          </p:cNvPr>
          <p:cNvSpPr>
            <a:spLocks xmlns:a="http://schemas.openxmlformats.org/drawingml/2006/main" noGrp="1"/>
          </p:cNvSpPr>
          <p:nvPr/>
        </p:nvSpPr>
        <p:spPr>
          <a:xfrm xmlns:a="http://schemas.openxmlformats.org/drawingml/2006/main" rot="0">
            <a:off x="8039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B69ED239-AA2D-4793-8BB3-C20B4318A951}"/>
              </a:ext>
            </a:extLst>
          </p:cNvPr>
          <p:cNvSpPr>
            <a:spLocks xmlns:a="http://schemas.openxmlformats.org/drawingml/2006/main" noGrp="1"/>
          </p:cNvSpPr>
          <p:nvPr/>
        </p:nvSpPr>
        <p:spPr>
          <a:xfrm xmlns:a="http://schemas.openxmlformats.org/drawingml/2006/main">
            <a:off x="8115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W09–10</a:t>
            </a:r>
          </a:p>
        </p:txBody>
      </p:sp>
      <p:sp>
        <p:nvSpPr>
          <p:cNvPr id="25" name="">
            <a:extLst xmlns:a="http://schemas.openxmlformats.org/drawingml/2006/main">
              <a:ext uri="{FF2B5EF4-FFF2-40B4-BE49-F238E27FC236}">
                <a16:creationId xmlns:a16="http://schemas.microsoft.com/office/drawing/2014/main" id="{46D9293A-FD4A-4560-BE34-32608167F4FC}"/>
              </a:ext>
            </a:extLst>
          </p:cNvPr>
          <p:cNvSpPr>
            <a:spLocks xmlns:a="http://schemas.openxmlformats.org/drawingml/2006/main" noGrp="1"/>
          </p:cNvSpPr>
          <p:nvPr/>
        </p:nvSpPr>
        <p:spPr>
          <a:xfrm xmlns:a="http://schemas.openxmlformats.org/drawingml/2006/main">
            <a:off x="8115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서비스·관찰</a:t>
            </a:r>
          </a:p>
        </p:txBody>
      </p:sp>
      <p:sp>
        <p:nvSpPr>
          <p:cNvPr id="26" name="">
            <a:extLst xmlns:a="http://schemas.openxmlformats.org/drawingml/2006/main">
              <a:ext uri="{FF2B5EF4-FFF2-40B4-BE49-F238E27FC236}">
                <a16:creationId xmlns:a16="http://schemas.microsoft.com/office/drawing/2014/main" id="{817915EC-F2C5-4D97-B80D-12EC160A2663}"/>
              </a:ext>
            </a:extLst>
          </p:cNvPr>
          <p:cNvSpPr>
            <a:spLocks xmlns:a="http://schemas.openxmlformats.org/drawingml/2006/main" noGrp="1"/>
          </p:cNvSpPr>
          <p:nvPr/>
        </p:nvSpPr>
        <p:spPr>
          <a:xfrm xmlns:a="http://schemas.openxmlformats.org/drawingml/2006/main" rot="0">
            <a:off x="92456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AEC5F699-5E09-46C0-BC70-9BCF18BF0445}"/>
              </a:ext>
            </a:extLst>
          </p:cNvPr>
          <p:cNvSpPr>
            <a:spLocks xmlns:a="http://schemas.openxmlformats.org/drawingml/2006/main" noGrp="1"/>
          </p:cNvSpPr>
          <p:nvPr/>
        </p:nvSpPr>
        <p:spPr>
          <a:xfrm xmlns:a="http://schemas.openxmlformats.org/drawingml/2006/main">
            <a:off x="93218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W11–14</a:t>
            </a:r>
          </a:p>
        </p:txBody>
      </p:sp>
      <p:sp>
        <p:nvSpPr>
          <p:cNvPr id="28" name="">
            <a:extLst xmlns:a="http://schemas.openxmlformats.org/drawingml/2006/main">
              <a:ext uri="{FF2B5EF4-FFF2-40B4-BE49-F238E27FC236}">
                <a16:creationId xmlns:a16="http://schemas.microsoft.com/office/drawing/2014/main" id="{D48CB1EF-31AA-48EE-9AAC-EF4D3952B618}"/>
              </a:ext>
            </a:extLst>
          </p:cNvPr>
          <p:cNvSpPr>
            <a:spLocks xmlns:a="http://schemas.openxmlformats.org/drawingml/2006/main" noGrp="1"/>
          </p:cNvSpPr>
          <p:nvPr/>
        </p:nvSpPr>
        <p:spPr>
          <a:xfrm xmlns:a="http://schemas.openxmlformats.org/drawingml/2006/main">
            <a:off x="93218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평가·운영</a:t>
            </a:r>
          </a:p>
        </p:txBody>
      </p:sp>
      <p:sp>
        <p:nvSpPr>
          <p:cNvPr id="29" name="">
            <a:extLst xmlns:a="http://schemas.openxmlformats.org/drawingml/2006/main">
              <a:ext uri="{FF2B5EF4-FFF2-40B4-BE49-F238E27FC236}">
                <a16:creationId xmlns:a16="http://schemas.microsoft.com/office/drawing/2014/main" id="{10BF1C9E-2A08-4420-AF7B-EFD157BDE31F}"/>
              </a:ext>
            </a:extLst>
          </p:cNvPr>
          <p:cNvSpPr>
            <a:spLocks xmlns:a="http://schemas.openxmlformats.org/drawingml/2006/main" noGrp="1"/>
          </p:cNvSpPr>
          <p:nvPr/>
        </p:nvSpPr>
        <p:spPr>
          <a:xfrm xmlns:a="http://schemas.openxmlformats.org/drawingml/2006/main" rot="0">
            <a:off x="10452100" y="2000250"/>
            <a:ext cx="11303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269C2F0B-295A-4B8C-97D0-4DBDF001B649}"/>
              </a:ext>
            </a:extLst>
          </p:cNvPr>
          <p:cNvSpPr>
            <a:spLocks xmlns:a="http://schemas.openxmlformats.org/drawingml/2006/main" noGrp="1"/>
          </p:cNvSpPr>
          <p:nvPr/>
        </p:nvSpPr>
        <p:spPr>
          <a:xfrm xmlns:a="http://schemas.openxmlformats.org/drawingml/2006/main">
            <a:off x="10528300" y="2095500"/>
            <a:ext cx="977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W15–16</a:t>
            </a:r>
          </a:p>
        </p:txBody>
      </p:sp>
      <p:sp>
        <p:nvSpPr>
          <p:cNvPr id="31" name="">
            <a:extLst xmlns:a="http://schemas.openxmlformats.org/drawingml/2006/main">
              <a:ext uri="{FF2B5EF4-FFF2-40B4-BE49-F238E27FC236}">
                <a16:creationId xmlns:a16="http://schemas.microsoft.com/office/drawing/2014/main" id="{E289DAB6-2329-484C-88F4-BAB7B8B59E0F}"/>
              </a:ext>
            </a:extLst>
          </p:cNvPr>
          <p:cNvSpPr>
            <a:spLocks xmlns:a="http://schemas.openxmlformats.org/drawingml/2006/main" noGrp="1"/>
          </p:cNvSpPr>
          <p:nvPr/>
        </p:nvSpPr>
        <p:spPr>
          <a:xfrm xmlns:a="http://schemas.openxmlformats.org/drawingml/2006/main">
            <a:off x="10528300" y="2362200"/>
            <a:ext cx="977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통합·발표</a:t>
            </a:r>
          </a:p>
        </p:txBody>
      </p:sp>
      <p:sp>
        <p:nvSpPr>
          <p:cNvPr id="32" name="">
            <a:extLst xmlns:a="http://schemas.openxmlformats.org/drawingml/2006/main">
              <a:ext uri="{FF2B5EF4-FFF2-40B4-BE49-F238E27FC236}">
                <a16:creationId xmlns:a16="http://schemas.microsoft.com/office/drawing/2014/main" id="{E7958F6F-A93E-41BD-B35C-ADCF35F3E7EE}"/>
              </a:ext>
            </a:extLst>
          </p:cNvPr>
          <p:cNvSpPr>
            <a:spLocks xmlns:a="http://schemas.openxmlformats.org/drawingml/2006/main" noGrp="1"/>
          </p:cNvSpPr>
          <p:nvPr/>
        </p:nvSpPr>
        <p:spPr>
          <a:xfrm xmlns:a="http://schemas.openxmlformats.org/drawingml/2006/main">
            <a:off x="4419600" y="310515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WEEK 01 / COMPLETION EVIDENCE</a:t>
            </a:r>
          </a:p>
        </p:txBody>
      </p:sp>
      <p:sp>
        <p:nvSpPr>
          <p:cNvPr id="33" name="">
            <a:extLst xmlns:a="http://schemas.openxmlformats.org/drawingml/2006/main">
              <a:ext uri="{FF2B5EF4-FFF2-40B4-BE49-F238E27FC236}">
                <a16:creationId xmlns:a16="http://schemas.microsoft.com/office/drawing/2014/main" id="{1A4112F4-2A84-4F52-B564-4558D3C353B6}"/>
              </a:ext>
            </a:extLst>
          </p:cNvPr>
          <p:cNvSpPr>
            <a:spLocks xmlns:a="http://schemas.openxmlformats.org/drawingml/2006/main" noGrp="1"/>
          </p:cNvSpPr>
          <p:nvPr/>
        </p:nvSpPr>
        <p:spPr>
          <a:xfrm xmlns:a="http://schemas.openxmlformats.org/drawingml/2006/main">
            <a:off x="4419600" y="350520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01</a:t>
            </a:r>
          </a:p>
        </p:txBody>
      </p:sp>
      <p:sp>
        <p:nvSpPr>
          <p:cNvPr id="34" name="">
            <a:extLst xmlns:a="http://schemas.openxmlformats.org/drawingml/2006/main">
              <a:ext uri="{FF2B5EF4-FFF2-40B4-BE49-F238E27FC236}">
                <a16:creationId xmlns:a16="http://schemas.microsoft.com/office/drawing/2014/main" id="{3E493D32-7F43-4DED-9623-2F76136A20CF}"/>
              </a:ext>
            </a:extLst>
          </p:cNvPr>
          <p:cNvSpPr>
            <a:spLocks xmlns:a="http://schemas.openxmlformats.org/drawingml/2006/main" noGrp="1"/>
          </p:cNvSpPr>
          <p:nvPr/>
        </p:nvSpPr>
        <p:spPr>
          <a:xfrm xmlns:a="http://schemas.openxmlformats.org/drawingml/2006/main">
            <a:off x="5010150" y="34861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프로젝트 문제 후보 1개</a:t>
            </a:r>
          </a:p>
        </p:txBody>
      </p:sp>
      <p:sp>
        <p:nvSpPr>
          <p:cNvPr id="35" name="">
            <a:extLst xmlns:a="http://schemas.openxmlformats.org/drawingml/2006/main">
              <a:ext uri="{FF2B5EF4-FFF2-40B4-BE49-F238E27FC236}">
                <a16:creationId xmlns:a16="http://schemas.microsoft.com/office/drawing/2014/main" id="{F6F1F723-396C-423F-BDED-B080A953CB11}"/>
              </a:ext>
            </a:extLst>
          </p:cNvPr>
          <p:cNvSpPr>
            <a:spLocks xmlns:a="http://schemas.openxmlformats.org/drawingml/2006/main" noGrp="1"/>
          </p:cNvSpPr>
          <p:nvPr/>
        </p:nvSpPr>
        <p:spPr>
          <a:xfrm xmlns:a="http://schemas.openxmlformats.org/drawingml/2006/main" flipH="0" flipV="0">
            <a:off x="5010150" y="382905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AFC4B1CB-FAFE-499E-8324-DD73F51F6711}"/>
              </a:ext>
            </a:extLst>
          </p:cNvPr>
          <p:cNvSpPr>
            <a:spLocks xmlns:a="http://schemas.openxmlformats.org/drawingml/2006/main" noGrp="1"/>
          </p:cNvSpPr>
          <p:nvPr/>
        </p:nvSpPr>
        <p:spPr>
          <a:xfrm xmlns:a="http://schemas.openxmlformats.org/drawingml/2006/main">
            <a:off x="4419600" y="398145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02</a:t>
            </a:r>
          </a:p>
        </p:txBody>
      </p:sp>
      <p:sp>
        <p:nvSpPr>
          <p:cNvPr id="37" name="">
            <a:extLst xmlns:a="http://schemas.openxmlformats.org/drawingml/2006/main">
              <a:ext uri="{FF2B5EF4-FFF2-40B4-BE49-F238E27FC236}">
                <a16:creationId xmlns:a16="http://schemas.microsoft.com/office/drawing/2014/main" id="{95D0F6C7-E643-4FED-BABA-B146F0660D93}"/>
              </a:ext>
            </a:extLst>
          </p:cNvPr>
          <p:cNvSpPr>
            <a:spLocks xmlns:a="http://schemas.openxmlformats.org/drawingml/2006/main" noGrp="1"/>
          </p:cNvSpPr>
          <p:nvPr/>
        </p:nvSpPr>
        <p:spPr>
          <a:xfrm xmlns:a="http://schemas.openxmlformats.org/drawingml/2006/main">
            <a:off x="5010150" y="396240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기준선·변형 실행 추적 2건</a:t>
            </a:r>
          </a:p>
        </p:txBody>
      </p:sp>
      <p:sp>
        <p:nvSpPr>
          <p:cNvPr id="38" name="">
            <a:extLst xmlns:a="http://schemas.openxmlformats.org/drawingml/2006/main">
              <a:ext uri="{FF2B5EF4-FFF2-40B4-BE49-F238E27FC236}">
                <a16:creationId xmlns:a16="http://schemas.microsoft.com/office/drawing/2014/main" id="{7AC7DD61-11F7-44B5-9BF5-78E032D276D9}"/>
              </a:ext>
            </a:extLst>
          </p:cNvPr>
          <p:cNvSpPr>
            <a:spLocks xmlns:a="http://schemas.openxmlformats.org/drawingml/2006/main" noGrp="1"/>
          </p:cNvSpPr>
          <p:nvPr/>
        </p:nvSpPr>
        <p:spPr>
          <a:xfrm xmlns:a="http://schemas.openxmlformats.org/drawingml/2006/main" flipH="0" flipV="0">
            <a:off x="5010150" y="430530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9" name="">
            <a:extLst xmlns:a="http://schemas.openxmlformats.org/drawingml/2006/main">
              <a:ext uri="{FF2B5EF4-FFF2-40B4-BE49-F238E27FC236}">
                <a16:creationId xmlns:a16="http://schemas.microsoft.com/office/drawing/2014/main" id="{3885609D-C0E0-4F4C-ACE9-DEF4D410C4A7}"/>
              </a:ext>
            </a:extLst>
          </p:cNvPr>
          <p:cNvSpPr>
            <a:spLocks xmlns:a="http://schemas.openxmlformats.org/drawingml/2006/main" noGrp="1"/>
          </p:cNvSpPr>
          <p:nvPr/>
        </p:nvSpPr>
        <p:spPr>
          <a:xfrm xmlns:a="http://schemas.openxmlformats.org/drawingml/2006/main">
            <a:off x="4419600" y="445770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03</a:t>
            </a:r>
          </a:p>
        </p:txBody>
      </p:sp>
      <p:sp>
        <p:nvSpPr>
          <p:cNvPr id="40" name="">
            <a:extLst xmlns:a="http://schemas.openxmlformats.org/drawingml/2006/main">
              <a:ext uri="{FF2B5EF4-FFF2-40B4-BE49-F238E27FC236}">
                <a16:creationId xmlns:a16="http://schemas.microsoft.com/office/drawing/2014/main" id="{097AC4D2-1979-4684-A4E0-F51C206FF2B4}"/>
              </a:ext>
            </a:extLst>
          </p:cNvPr>
          <p:cNvSpPr>
            <a:spLocks xmlns:a="http://schemas.openxmlformats.org/drawingml/2006/main" noGrp="1"/>
          </p:cNvSpPr>
          <p:nvPr/>
        </p:nvSpPr>
        <p:spPr>
          <a:xfrm xmlns:a="http://schemas.openxmlformats.org/drawingml/2006/main">
            <a:off x="5010150" y="44386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단일 변수 비교와 다음 개선 가설</a:t>
            </a:r>
          </a:p>
        </p:txBody>
      </p:sp>
      <p:sp>
        <p:nvSpPr>
          <p:cNvPr id="41" name="">
            <a:extLst xmlns:a="http://schemas.openxmlformats.org/drawingml/2006/main">
              <a:ext uri="{FF2B5EF4-FFF2-40B4-BE49-F238E27FC236}">
                <a16:creationId xmlns:a16="http://schemas.microsoft.com/office/drawing/2014/main" id="{79EE48FF-3C6C-4D61-BFA4-2843F4F98B7E}"/>
              </a:ext>
            </a:extLst>
          </p:cNvPr>
          <p:cNvSpPr>
            <a:spLocks xmlns:a="http://schemas.openxmlformats.org/drawingml/2006/main" noGrp="1"/>
          </p:cNvSpPr>
          <p:nvPr/>
        </p:nvSpPr>
        <p:spPr>
          <a:xfrm xmlns:a="http://schemas.openxmlformats.org/drawingml/2006/main" flipH="0" flipV="0">
            <a:off x="5010150" y="478155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BB5B727C-4647-4EBA-B2C3-656398F6E4AD}"/>
              </a:ext>
            </a:extLst>
          </p:cNvPr>
          <p:cNvSpPr>
            <a:spLocks xmlns:a="http://schemas.openxmlformats.org/drawingml/2006/main" noGrp="1"/>
          </p:cNvSpPr>
          <p:nvPr/>
        </p:nvSpPr>
        <p:spPr>
          <a:xfrm xmlns:a="http://schemas.openxmlformats.org/drawingml/2006/main">
            <a:off x="4419600" y="4933950"/>
            <a:ext cx="43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04</a:t>
            </a:r>
          </a:p>
        </p:txBody>
      </p:sp>
      <p:sp>
        <p:nvSpPr>
          <p:cNvPr id="43" name="">
            <a:extLst xmlns:a="http://schemas.openxmlformats.org/drawingml/2006/main">
              <a:ext uri="{FF2B5EF4-FFF2-40B4-BE49-F238E27FC236}">
                <a16:creationId xmlns:a16="http://schemas.microsoft.com/office/drawing/2014/main" id="{2A9C2BFD-2C8B-4CB1-A9D0-16A08C61C68D}"/>
              </a:ext>
            </a:extLst>
          </p:cNvPr>
          <p:cNvSpPr>
            <a:spLocks xmlns:a="http://schemas.openxmlformats.org/drawingml/2006/main" noGrp="1"/>
          </p:cNvSpPr>
          <p:nvPr/>
        </p:nvSpPr>
        <p:spPr>
          <a:xfrm xmlns:a="http://schemas.openxmlformats.org/drawingml/2006/main">
            <a:off x="5010150" y="491490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교수 설계 리뷰 질문 1–3개</a:t>
            </a:r>
          </a:p>
        </p:txBody>
      </p:sp>
      <p:sp>
        <p:nvSpPr>
          <p:cNvPr id="44" name="">
            <a:extLst xmlns:a="http://schemas.openxmlformats.org/drawingml/2006/main">
              <a:ext uri="{FF2B5EF4-FFF2-40B4-BE49-F238E27FC236}">
                <a16:creationId xmlns:a16="http://schemas.microsoft.com/office/drawing/2014/main" id="{D8171B77-AE48-4851-ACCC-303C439DF13E}"/>
              </a:ext>
            </a:extLst>
          </p:cNvPr>
          <p:cNvSpPr>
            <a:spLocks xmlns:a="http://schemas.openxmlformats.org/drawingml/2006/main" noGrp="1"/>
          </p:cNvSpPr>
          <p:nvPr/>
        </p:nvSpPr>
        <p:spPr>
          <a:xfrm xmlns:a="http://schemas.openxmlformats.org/drawingml/2006/main" flipH="0" flipV="0">
            <a:off x="5010150" y="5257800"/>
            <a:ext cx="6191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5" name="">
            <a:extLst xmlns:a="http://schemas.openxmlformats.org/drawingml/2006/main">
              <a:ext uri="{FF2B5EF4-FFF2-40B4-BE49-F238E27FC236}">
                <a16:creationId xmlns:a16="http://schemas.microsoft.com/office/drawing/2014/main" id="{D995F53A-1812-4DFC-9168-8202EB57F4BF}"/>
              </a:ext>
            </a:extLst>
          </p:cNvPr>
          <p:cNvSpPr>
            <a:spLocks xmlns:a="http://schemas.openxmlformats.org/drawingml/2006/main" noGrp="1"/>
          </p:cNvSpPr>
          <p:nvPr/>
        </p:nvSpPr>
        <p:spPr>
          <a:xfrm xmlns:a="http://schemas.openxmlformats.org/drawingml/2006/main">
            <a:off x="4419600" y="5543550"/>
            <a:ext cx="6781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매주 같은 위치의 로드맵에서 해당 주차만 파랑으로 갱신</a:t>
            </a:r>
          </a:p>
        </p:txBody>
      </p:sp>
    </p:spTree>
    <p:extLst>
      <p:ext uri="{BB962C8B-B14F-4D97-AF65-F5344CB8AC3E}">
        <p14:creationId xmlns:p14="http://schemas.microsoft.com/office/powerpoint/2010/main" val="192703275"/>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1" name="">
            <a:extLst xmlns:a="http://schemas.openxmlformats.org/drawingml/2006/main">
              <a:ext uri="{FF2B5EF4-FFF2-40B4-BE49-F238E27FC236}">
                <a16:creationId xmlns:a16="http://schemas.microsoft.com/office/drawing/2014/main" id="{DD346E54-3822-417F-BA17-89B0EA05185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76C8487C-DA5F-4461-BBE7-ECA1B7BBCEB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03</a:t>
            </a:r>
          </a:p>
        </p:txBody>
      </p:sp>
      <p:sp>
        <p:nvSpPr>
          <p:cNvPr id="3" name="">
            <a:extLst xmlns:a="http://schemas.openxmlformats.org/drawingml/2006/main">
              <a:ext uri="{FF2B5EF4-FFF2-40B4-BE49-F238E27FC236}">
                <a16:creationId xmlns:a16="http://schemas.microsoft.com/office/drawing/2014/main" id="{D4E692C1-F5AE-46D1-8C89-A0810142CBF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899520C-A1BD-492C-B78D-7F72CCC82E8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2A3F5BBA-0696-41C3-9CCB-C2C097A35C8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007A6ED7-655A-4D32-8683-865CEB62B40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16주 수업 일정</a:t>
            </a:r>
          </a:p>
        </p:txBody>
      </p:sp>
      <p:sp>
        <p:nvSpPr>
          <p:cNvPr id="7" name="">
            <a:extLst xmlns:a="http://schemas.openxmlformats.org/drawingml/2006/main">
              <a:ext uri="{FF2B5EF4-FFF2-40B4-BE49-F238E27FC236}">
                <a16:creationId xmlns:a16="http://schemas.microsoft.com/office/drawing/2014/main" id="{634291A4-46A2-4FC7-8EF4-D951AD2F8876}"/>
              </a:ext>
            </a:extLst>
          </p:cNvPr>
          <p:cNvSpPr>
            <a:spLocks xmlns:a="http://schemas.openxmlformats.org/drawingml/2006/main" noGrp="1"/>
          </p:cNvSpPr>
          <p:nvPr/>
        </p:nvSpPr>
        <p:spPr>
          <a:xfrm xmlns:a="http://schemas.openxmlformats.org/drawingml/2006/main">
            <a:off x="609600" y="137160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AppleGothic"/>
                <a:ea typeface="AppleGothic"/>
                <a:cs typeface="AppleGothic"/>
              </a:defRPr>
            </a:pPr>
            <a:r>
              <a:rPr sz="1350" b="1">
                <a:solidFill>
                  <a:srgbClr val="667085"/>
                </a:solidFill>
                <a:latin typeface="AppleGothic"/>
                <a:ea typeface="AppleGothic"/>
                <a:cs typeface="AppleGothic"/>
              </a:rPr>
              <a:t>전 주차 온라인 운영 · 기본 실시간 강의 · W04·W06 녹화 영상 · W08 온라인 제출</a:t>
            </a:r>
          </a:p>
        </p:txBody>
      </p:sp>
      <p:sp>
        <p:nvSpPr>
          <p:cNvPr id="8" name="">
            <a:extLst xmlns:a="http://schemas.openxmlformats.org/drawingml/2006/main">
              <a:ext uri="{FF2B5EF4-FFF2-40B4-BE49-F238E27FC236}">
                <a16:creationId xmlns:a16="http://schemas.microsoft.com/office/drawing/2014/main" id="{31398A6A-C8FA-41DB-A655-24105186BEED}"/>
              </a:ext>
            </a:extLst>
          </p:cNvPr>
          <p:cNvSpPr>
            <a:spLocks xmlns:a="http://schemas.openxmlformats.org/drawingml/2006/main" noGrp="1"/>
          </p:cNvSpPr>
          <p:nvPr/>
        </p:nvSpPr>
        <p:spPr>
          <a:xfrm xmlns:a="http://schemas.openxmlformats.org/drawingml/2006/main">
            <a:off x="609600" y="1790700"/>
            <a:ext cx="5353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W01–08 / DESIGN</a:t>
            </a:r>
          </a:p>
        </p:txBody>
      </p:sp>
      <p:sp>
        <p:nvSpPr>
          <p:cNvPr id="9" name="">
            <a:extLst xmlns:a="http://schemas.openxmlformats.org/drawingml/2006/main">
              <a:ext uri="{FF2B5EF4-FFF2-40B4-BE49-F238E27FC236}">
                <a16:creationId xmlns:a16="http://schemas.microsoft.com/office/drawing/2014/main" id="{521AF212-8A43-424F-A459-756A81D5AAA8}"/>
              </a:ext>
            </a:extLst>
          </p:cNvPr>
          <p:cNvSpPr>
            <a:spLocks xmlns:a="http://schemas.openxmlformats.org/drawingml/2006/main" noGrp="1"/>
          </p:cNvSpPr>
          <p:nvPr/>
        </p:nvSpPr>
        <p:spPr>
          <a:xfrm xmlns:a="http://schemas.openxmlformats.org/drawingml/2006/main" rot="0">
            <a:off x="609600" y="2133600"/>
            <a:ext cx="5353050" cy="4191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0" name="">
            <a:extLst xmlns:a="http://schemas.openxmlformats.org/drawingml/2006/main">
              <a:ext uri="{FF2B5EF4-FFF2-40B4-BE49-F238E27FC236}">
                <a16:creationId xmlns:a16="http://schemas.microsoft.com/office/drawing/2014/main" id="{28F0AD31-A965-49E2-B21A-B5D6772A9BB7}"/>
              </a:ext>
            </a:extLst>
          </p:cNvPr>
          <p:cNvSpPr>
            <a:spLocks xmlns:a="http://schemas.openxmlformats.org/drawingml/2006/main" noGrp="1"/>
          </p:cNvSpPr>
          <p:nvPr/>
        </p:nvSpPr>
        <p:spPr>
          <a:xfrm xmlns:a="http://schemas.openxmlformats.org/drawingml/2006/main">
            <a:off x="723900" y="2133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W01</a:t>
            </a:r>
          </a:p>
        </p:txBody>
      </p:sp>
      <p:sp>
        <p:nvSpPr>
          <p:cNvPr id="11" name="">
            <a:extLst xmlns:a="http://schemas.openxmlformats.org/drawingml/2006/main">
              <a:ext uri="{FF2B5EF4-FFF2-40B4-BE49-F238E27FC236}">
                <a16:creationId xmlns:a16="http://schemas.microsoft.com/office/drawing/2014/main" id="{8E0D1F25-F1C6-442E-9533-6D46C2C24D8B}"/>
              </a:ext>
            </a:extLst>
          </p:cNvPr>
          <p:cNvSpPr>
            <a:spLocks xmlns:a="http://schemas.openxmlformats.org/drawingml/2006/main" noGrp="1"/>
          </p:cNvSpPr>
          <p:nvPr/>
        </p:nvSpPr>
        <p:spPr>
          <a:xfrm xmlns:a="http://schemas.openxmlformats.org/drawingml/2006/main">
            <a:off x="1295400" y="2133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09.04</a:t>
            </a:r>
          </a:p>
        </p:txBody>
      </p:sp>
      <p:sp>
        <p:nvSpPr>
          <p:cNvPr id="12" name="">
            <a:extLst xmlns:a="http://schemas.openxmlformats.org/drawingml/2006/main">
              <a:ext uri="{FF2B5EF4-FFF2-40B4-BE49-F238E27FC236}">
                <a16:creationId xmlns:a16="http://schemas.microsoft.com/office/drawing/2014/main" id="{0461D0F6-E467-456B-B9D5-2C4FDDCF3062}"/>
              </a:ext>
            </a:extLst>
          </p:cNvPr>
          <p:cNvSpPr>
            <a:spLocks xmlns:a="http://schemas.openxmlformats.org/drawingml/2006/main" noGrp="1"/>
          </p:cNvSpPr>
          <p:nvPr/>
        </p:nvSpPr>
        <p:spPr>
          <a:xfrm xmlns:a="http://schemas.openxmlformats.org/drawingml/2006/main">
            <a:off x="2000250" y="2133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AppleGothic"/>
                <a:ea typeface="AppleGothic"/>
                <a:cs typeface="AppleGothic"/>
              </a:defRPr>
            </a:pPr>
            <a:r>
              <a:rPr sz="1200" b="1">
                <a:solidFill>
                  <a:srgbClr val="FFFFFF"/>
                </a:solidFill>
                <a:latin typeface="AppleGothic"/>
                <a:ea typeface="AppleGothic"/>
                <a:cs typeface="AppleGothic"/>
              </a:rPr>
              <a:t>오리엔테이션·개선 사이클</a:t>
            </a:r>
          </a:p>
        </p:txBody>
      </p:sp>
      <p:sp>
        <p:nvSpPr>
          <p:cNvPr id="13" name="">
            <a:extLst xmlns:a="http://schemas.openxmlformats.org/drawingml/2006/main">
              <a:ext uri="{FF2B5EF4-FFF2-40B4-BE49-F238E27FC236}">
                <a16:creationId xmlns:a16="http://schemas.microsoft.com/office/drawing/2014/main" id="{34C4C8D0-DA49-49B2-9E24-D1F0667CD2F0}"/>
              </a:ext>
            </a:extLst>
          </p:cNvPr>
          <p:cNvSpPr>
            <a:spLocks xmlns:a="http://schemas.openxmlformats.org/drawingml/2006/main" noGrp="1"/>
          </p:cNvSpPr>
          <p:nvPr/>
        </p:nvSpPr>
        <p:spPr>
          <a:xfrm xmlns:a="http://schemas.openxmlformats.org/drawingml/2006/main">
            <a:off x="4724400" y="2133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FFFFFF"/>
                </a:solidFill>
                <a:latin typeface="Menlo"/>
                <a:ea typeface="Menlo"/>
                <a:cs typeface="Menlo"/>
              </a:defRPr>
            </a:pPr>
            <a:r>
              <a:rPr sz="1050" b="1">
                <a:solidFill>
                  <a:srgbClr val="FFFFFF"/>
                </a:solidFill>
                <a:latin typeface="Menlo"/>
                <a:ea typeface="Menlo"/>
                <a:cs typeface="Menlo"/>
              </a:rPr>
              <a:t>현재 · 실시간</a:t>
            </a:r>
          </a:p>
        </p:txBody>
      </p:sp>
      <p:sp>
        <p:nvSpPr>
          <p:cNvPr id="14" name="">
            <a:extLst xmlns:a="http://schemas.openxmlformats.org/drawingml/2006/main">
              <a:ext uri="{FF2B5EF4-FFF2-40B4-BE49-F238E27FC236}">
                <a16:creationId xmlns:a16="http://schemas.microsoft.com/office/drawing/2014/main" id="{6FAFD9EB-9216-4620-9386-E4F8E8E69148}"/>
              </a:ext>
            </a:extLst>
          </p:cNvPr>
          <p:cNvSpPr>
            <a:spLocks xmlns:a="http://schemas.openxmlformats.org/drawingml/2006/main" noGrp="1"/>
          </p:cNvSpPr>
          <p:nvPr/>
        </p:nvSpPr>
        <p:spPr>
          <a:xfrm xmlns:a="http://schemas.openxmlformats.org/drawingml/2006/main" rot="0">
            <a:off x="609600" y="2590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F8DE5CEC-32A9-40D2-BE08-98CA8094CC88}"/>
              </a:ext>
            </a:extLst>
          </p:cNvPr>
          <p:cNvSpPr>
            <a:spLocks xmlns:a="http://schemas.openxmlformats.org/drawingml/2006/main" noGrp="1"/>
          </p:cNvSpPr>
          <p:nvPr/>
        </p:nvSpPr>
        <p:spPr>
          <a:xfrm xmlns:a="http://schemas.openxmlformats.org/drawingml/2006/main">
            <a:off x="723900" y="2590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W02</a:t>
            </a:r>
          </a:p>
        </p:txBody>
      </p:sp>
      <p:sp>
        <p:nvSpPr>
          <p:cNvPr id="16" name="">
            <a:extLst xmlns:a="http://schemas.openxmlformats.org/drawingml/2006/main">
              <a:ext uri="{FF2B5EF4-FFF2-40B4-BE49-F238E27FC236}">
                <a16:creationId xmlns:a16="http://schemas.microsoft.com/office/drawing/2014/main" id="{7C942066-0083-4476-BB61-6376E4C56974}"/>
              </a:ext>
            </a:extLst>
          </p:cNvPr>
          <p:cNvSpPr>
            <a:spLocks xmlns:a="http://schemas.openxmlformats.org/drawingml/2006/main" noGrp="1"/>
          </p:cNvSpPr>
          <p:nvPr/>
        </p:nvSpPr>
        <p:spPr>
          <a:xfrm xmlns:a="http://schemas.openxmlformats.org/drawingml/2006/main">
            <a:off x="1295400" y="2590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09.11</a:t>
            </a:r>
          </a:p>
        </p:txBody>
      </p:sp>
      <p:sp>
        <p:nvSpPr>
          <p:cNvPr id="17" name="">
            <a:extLst xmlns:a="http://schemas.openxmlformats.org/drawingml/2006/main">
              <a:ext uri="{FF2B5EF4-FFF2-40B4-BE49-F238E27FC236}">
                <a16:creationId xmlns:a16="http://schemas.microsoft.com/office/drawing/2014/main" id="{528D8D46-2EE8-43B0-9FCA-65E51CDBEEE8}"/>
              </a:ext>
            </a:extLst>
          </p:cNvPr>
          <p:cNvSpPr>
            <a:spLocks xmlns:a="http://schemas.openxmlformats.org/drawingml/2006/main" noGrp="1"/>
          </p:cNvSpPr>
          <p:nvPr/>
        </p:nvSpPr>
        <p:spPr>
          <a:xfrm xmlns:a="http://schemas.openxmlformats.org/drawingml/2006/main">
            <a:off x="2000250" y="2590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프롬프트 기준·버전</a:t>
            </a:r>
          </a:p>
        </p:txBody>
      </p:sp>
      <p:sp>
        <p:nvSpPr>
          <p:cNvPr id="18" name="">
            <a:extLst xmlns:a="http://schemas.openxmlformats.org/drawingml/2006/main">
              <a:ext uri="{FF2B5EF4-FFF2-40B4-BE49-F238E27FC236}">
                <a16:creationId xmlns:a16="http://schemas.microsoft.com/office/drawing/2014/main" id="{5004977D-E235-4B0C-AC14-B5E1A95FD230}"/>
              </a:ext>
            </a:extLst>
          </p:cNvPr>
          <p:cNvSpPr>
            <a:spLocks xmlns:a="http://schemas.openxmlformats.org/drawingml/2006/main" noGrp="1"/>
          </p:cNvSpPr>
          <p:nvPr/>
        </p:nvSpPr>
        <p:spPr>
          <a:xfrm xmlns:a="http://schemas.openxmlformats.org/drawingml/2006/main">
            <a:off x="4724400" y="2590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19" name="">
            <a:extLst xmlns:a="http://schemas.openxmlformats.org/drawingml/2006/main">
              <a:ext uri="{FF2B5EF4-FFF2-40B4-BE49-F238E27FC236}">
                <a16:creationId xmlns:a16="http://schemas.microsoft.com/office/drawing/2014/main" id="{5244972B-1AE0-4E30-9D34-069C64DE544B}"/>
              </a:ext>
            </a:extLst>
          </p:cNvPr>
          <p:cNvSpPr>
            <a:spLocks xmlns:a="http://schemas.openxmlformats.org/drawingml/2006/main" noGrp="1"/>
          </p:cNvSpPr>
          <p:nvPr/>
        </p:nvSpPr>
        <p:spPr>
          <a:xfrm xmlns:a="http://schemas.openxmlformats.org/drawingml/2006/main" rot="0">
            <a:off x="609600" y="3048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20DCD218-8815-4429-B08A-38C993202D9D}"/>
              </a:ext>
            </a:extLst>
          </p:cNvPr>
          <p:cNvSpPr>
            <a:spLocks xmlns:a="http://schemas.openxmlformats.org/drawingml/2006/main" noGrp="1"/>
          </p:cNvSpPr>
          <p:nvPr/>
        </p:nvSpPr>
        <p:spPr>
          <a:xfrm xmlns:a="http://schemas.openxmlformats.org/drawingml/2006/main">
            <a:off x="723900" y="3048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W03</a:t>
            </a:r>
          </a:p>
        </p:txBody>
      </p:sp>
      <p:sp>
        <p:nvSpPr>
          <p:cNvPr id="21" name="">
            <a:extLst xmlns:a="http://schemas.openxmlformats.org/drawingml/2006/main">
              <a:ext uri="{FF2B5EF4-FFF2-40B4-BE49-F238E27FC236}">
                <a16:creationId xmlns:a16="http://schemas.microsoft.com/office/drawing/2014/main" id="{1E655CB3-6D8D-4F09-937F-088D73B37C41}"/>
              </a:ext>
            </a:extLst>
          </p:cNvPr>
          <p:cNvSpPr>
            <a:spLocks xmlns:a="http://schemas.openxmlformats.org/drawingml/2006/main" noGrp="1"/>
          </p:cNvSpPr>
          <p:nvPr/>
        </p:nvSpPr>
        <p:spPr>
          <a:xfrm xmlns:a="http://schemas.openxmlformats.org/drawingml/2006/main">
            <a:off x="1295400" y="3048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09.18</a:t>
            </a:r>
          </a:p>
        </p:txBody>
      </p:sp>
      <p:sp>
        <p:nvSpPr>
          <p:cNvPr id="22" name="">
            <a:extLst xmlns:a="http://schemas.openxmlformats.org/drawingml/2006/main">
              <a:ext uri="{FF2B5EF4-FFF2-40B4-BE49-F238E27FC236}">
                <a16:creationId xmlns:a16="http://schemas.microsoft.com/office/drawing/2014/main" id="{9DFD516A-6B3B-431C-A1CB-CE3319B7A596}"/>
              </a:ext>
            </a:extLst>
          </p:cNvPr>
          <p:cNvSpPr>
            <a:spLocks xmlns:a="http://schemas.openxmlformats.org/drawingml/2006/main" noGrp="1"/>
          </p:cNvSpPr>
          <p:nvPr/>
        </p:nvSpPr>
        <p:spPr>
          <a:xfrm xmlns:a="http://schemas.openxmlformats.org/drawingml/2006/main">
            <a:off x="2000250" y="3048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프롬프트 평가·오류</a:t>
            </a:r>
          </a:p>
        </p:txBody>
      </p:sp>
      <p:sp>
        <p:nvSpPr>
          <p:cNvPr id="23" name="">
            <a:extLst xmlns:a="http://schemas.openxmlformats.org/drawingml/2006/main">
              <a:ext uri="{FF2B5EF4-FFF2-40B4-BE49-F238E27FC236}">
                <a16:creationId xmlns:a16="http://schemas.microsoft.com/office/drawing/2014/main" id="{71458379-0F5A-4B9A-BF06-9997C4B5E5B8}"/>
              </a:ext>
            </a:extLst>
          </p:cNvPr>
          <p:cNvSpPr>
            <a:spLocks xmlns:a="http://schemas.openxmlformats.org/drawingml/2006/main" noGrp="1"/>
          </p:cNvSpPr>
          <p:nvPr/>
        </p:nvSpPr>
        <p:spPr>
          <a:xfrm xmlns:a="http://schemas.openxmlformats.org/drawingml/2006/main">
            <a:off x="4724400" y="3048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24" name="">
            <a:extLst xmlns:a="http://schemas.openxmlformats.org/drawingml/2006/main">
              <a:ext uri="{FF2B5EF4-FFF2-40B4-BE49-F238E27FC236}">
                <a16:creationId xmlns:a16="http://schemas.microsoft.com/office/drawing/2014/main" id="{0A279DD4-5C84-49F4-BEAA-A65A525FF86F}"/>
              </a:ext>
            </a:extLst>
          </p:cNvPr>
          <p:cNvSpPr>
            <a:spLocks xmlns:a="http://schemas.openxmlformats.org/drawingml/2006/main" noGrp="1"/>
          </p:cNvSpPr>
          <p:nvPr/>
        </p:nvSpPr>
        <p:spPr>
          <a:xfrm xmlns:a="http://schemas.openxmlformats.org/drawingml/2006/main" rot="0">
            <a:off x="609600" y="35052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5289C7F0-709C-49CF-889E-202F9BDD2131}"/>
              </a:ext>
            </a:extLst>
          </p:cNvPr>
          <p:cNvSpPr>
            <a:spLocks xmlns:a="http://schemas.openxmlformats.org/drawingml/2006/main" noGrp="1"/>
          </p:cNvSpPr>
          <p:nvPr/>
        </p:nvSpPr>
        <p:spPr>
          <a:xfrm xmlns:a="http://schemas.openxmlformats.org/drawingml/2006/main">
            <a:off x="723900" y="35052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W04</a:t>
            </a:r>
          </a:p>
        </p:txBody>
      </p:sp>
      <p:sp>
        <p:nvSpPr>
          <p:cNvPr id="26" name="">
            <a:extLst xmlns:a="http://schemas.openxmlformats.org/drawingml/2006/main">
              <a:ext uri="{FF2B5EF4-FFF2-40B4-BE49-F238E27FC236}">
                <a16:creationId xmlns:a16="http://schemas.microsoft.com/office/drawing/2014/main" id="{45874619-16B3-4585-A995-34406FAF4B98}"/>
              </a:ext>
            </a:extLst>
          </p:cNvPr>
          <p:cNvSpPr>
            <a:spLocks xmlns:a="http://schemas.openxmlformats.org/drawingml/2006/main" noGrp="1"/>
          </p:cNvSpPr>
          <p:nvPr/>
        </p:nvSpPr>
        <p:spPr>
          <a:xfrm xmlns:a="http://schemas.openxmlformats.org/drawingml/2006/main">
            <a:off x="1295400" y="35052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09.25</a:t>
            </a:r>
          </a:p>
        </p:txBody>
      </p:sp>
      <p:sp>
        <p:nvSpPr>
          <p:cNvPr id="27" name="">
            <a:extLst xmlns:a="http://schemas.openxmlformats.org/drawingml/2006/main">
              <a:ext uri="{FF2B5EF4-FFF2-40B4-BE49-F238E27FC236}">
                <a16:creationId xmlns:a16="http://schemas.microsoft.com/office/drawing/2014/main" id="{17402E55-29D4-4A73-9957-00B3CD36163B}"/>
              </a:ext>
            </a:extLst>
          </p:cNvPr>
          <p:cNvSpPr>
            <a:spLocks xmlns:a="http://schemas.openxmlformats.org/drawingml/2006/main" noGrp="1"/>
          </p:cNvSpPr>
          <p:nvPr/>
        </p:nvSpPr>
        <p:spPr>
          <a:xfrm xmlns:a="http://schemas.openxmlformats.org/drawingml/2006/main">
            <a:off x="2000250" y="35052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검색 근거 기준</a:t>
            </a:r>
          </a:p>
        </p:txBody>
      </p:sp>
      <p:sp>
        <p:nvSpPr>
          <p:cNvPr id="28" name="">
            <a:extLst xmlns:a="http://schemas.openxmlformats.org/drawingml/2006/main">
              <a:ext uri="{FF2B5EF4-FFF2-40B4-BE49-F238E27FC236}">
                <a16:creationId xmlns:a16="http://schemas.microsoft.com/office/drawing/2014/main" id="{C1EDFF85-2D6F-44D1-9C2C-BA3FCD5ACDD7}"/>
              </a:ext>
            </a:extLst>
          </p:cNvPr>
          <p:cNvSpPr>
            <a:spLocks xmlns:a="http://schemas.openxmlformats.org/drawingml/2006/main" noGrp="1"/>
          </p:cNvSpPr>
          <p:nvPr/>
        </p:nvSpPr>
        <p:spPr>
          <a:xfrm xmlns:a="http://schemas.openxmlformats.org/drawingml/2006/main">
            <a:off x="4724400" y="35052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녹화 · 추석</a:t>
            </a:r>
          </a:p>
        </p:txBody>
      </p:sp>
      <p:sp>
        <p:nvSpPr>
          <p:cNvPr id="29" name="">
            <a:extLst xmlns:a="http://schemas.openxmlformats.org/drawingml/2006/main">
              <a:ext uri="{FF2B5EF4-FFF2-40B4-BE49-F238E27FC236}">
                <a16:creationId xmlns:a16="http://schemas.microsoft.com/office/drawing/2014/main" id="{89B811BB-5F6A-41C3-8E40-46BFA0D80868}"/>
              </a:ext>
            </a:extLst>
          </p:cNvPr>
          <p:cNvSpPr>
            <a:spLocks xmlns:a="http://schemas.openxmlformats.org/drawingml/2006/main" noGrp="1"/>
          </p:cNvSpPr>
          <p:nvPr/>
        </p:nvSpPr>
        <p:spPr>
          <a:xfrm xmlns:a="http://schemas.openxmlformats.org/drawingml/2006/main" rot="0">
            <a:off x="609600" y="39624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04737218-684C-4D1F-BF0E-FE263A1005C5}"/>
              </a:ext>
            </a:extLst>
          </p:cNvPr>
          <p:cNvSpPr>
            <a:spLocks xmlns:a="http://schemas.openxmlformats.org/drawingml/2006/main" noGrp="1"/>
          </p:cNvSpPr>
          <p:nvPr/>
        </p:nvSpPr>
        <p:spPr>
          <a:xfrm xmlns:a="http://schemas.openxmlformats.org/drawingml/2006/main">
            <a:off x="723900" y="39624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W05</a:t>
            </a:r>
          </a:p>
        </p:txBody>
      </p:sp>
      <p:sp>
        <p:nvSpPr>
          <p:cNvPr id="31" name="">
            <a:extLst xmlns:a="http://schemas.openxmlformats.org/drawingml/2006/main">
              <a:ext uri="{FF2B5EF4-FFF2-40B4-BE49-F238E27FC236}">
                <a16:creationId xmlns:a16="http://schemas.microsoft.com/office/drawing/2014/main" id="{8A975CCE-F94F-4FF1-8F9F-C60D64D146D9}"/>
              </a:ext>
            </a:extLst>
          </p:cNvPr>
          <p:cNvSpPr>
            <a:spLocks xmlns:a="http://schemas.openxmlformats.org/drawingml/2006/main" noGrp="1"/>
          </p:cNvSpPr>
          <p:nvPr/>
        </p:nvSpPr>
        <p:spPr>
          <a:xfrm xmlns:a="http://schemas.openxmlformats.org/drawingml/2006/main">
            <a:off x="1295400" y="39624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10.02</a:t>
            </a:r>
          </a:p>
        </p:txBody>
      </p:sp>
      <p:sp>
        <p:nvSpPr>
          <p:cNvPr id="32" name="">
            <a:extLst xmlns:a="http://schemas.openxmlformats.org/drawingml/2006/main">
              <a:ext uri="{FF2B5EF4-FFF2-40B4-BE49-F238E27FC236}">
                <a16:creationId xmlns:a16="http://schemas.microsoft.com/office/drawing/2014/main" id="{BB7E5FEE-223A-431C-853E-A16767AD91B3}"/>
              </a:ext>
            </a:extLst>
          </p:cNvPr>
          <p:cNvSpPr>
            <a:spLocks xmlns:a="http://schemas.openxmlformats.org/drawingml/2006/main" noGrp="1"/>
          </p:cNvSpPr>
          <p:nvPr/>
        </p:nvSpPr>
        <p:spPr>
          <a:xfrm xmlns:a="http://schemas.openxmlformats.org/drawingml/2006/main">
            <a:off x="2000250" y="39624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검색 품질·파이프라인</a:t>
            </a:r>
          </a:p>
        </p:txBody>
      </p:sp>
      <p:sp>
        <p:nvSpPr>
          <p:cNvPr id="33" name="">
            <a:extLst xmlns:a="http://schemas.openxmlformats.org/drawingml/2006/main">
              <a:ext uri="{FF2B5EF4-FFF2-40B4-BE49-F238E27FC236}">
                <a16:creationId xmlns:a16="http://schemas.microsoft.com/office/drawing/2014/main" id="{4F0D2948-9897-4547-A38E-2BBD4101CB29}"/>
              </a:ext>
            </a:extLst>
          </p:cNvPr>
          <p:cNvSpPr>
            <a:spLocks xmlns:a="http://schemas.openxmlformats.org/drawingml/2006/main" noGrp="1"/>
          </p:cNvSpPr>
          <p:nvPr/>
        </p:nvSpPr>
        <p:spPr>
          <a:xfrm xmlns:a="http://schemas.openxmlformats.org/drawingml/2006/main">
            <a:off x="4724400" y="39624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34" name="">
            <a:extLst xmlns:a="http://schemas.openxmlformats.org/drawingml/2006/main">
              <a:ext uri="{FF2B5EF4-FFF2-40B4-BE49-F238E27FC236}">
                <a16:creationId xmlns:a16="http://schemas.microsoft.com/office/drawing/2014/main" id="{E8369E15-08C9-4A0B-9E26-6F69C0E8963F}"/>
              </a:ext>
            </a:extLst>
          </p:cNvPr>
          <p:cNvSpPr>
            <a:spLocks xmlns:a="http://schemas.openxmlformats.org/drawingml/2006/main" noGrp="1"/>
          </p:cNvSpPr>
          <p:nvPr/>
        </p:nvSpPr>
        <p:spPr>
          <a:xfrm xmlns:a="http://schemas.openxmlformats.org/drawingml/2006/main" rot="0">
            <a:off x="609600" y="4419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5" name="">
            <a:extLst xmlns:a="http://schemas.openxmlformats.org/drawingml/2006/main">
              <a:ext uri="{FF2B5EF4-FFF2-40B4-BE49-F238E27FC236}">
                <a16:creationId xmlns:a16="http://schemas.microsoft.com/office/drawing/2014/main" id="{E80E723B-F7BB-4613-B8CB-860B12B48493}"/>
              </a:ext>
            </a:extLst>
          </p:cNvPr>
          <p:cNvSpPr>
            <a:spLocks xmlns:a="http://schemas.openxmlformats.org/drawingml/2006/main" noGrp="1"/>
          </p:cNvSpPr>
          <p:nvPr/>
        </p:nvSpPr>
        <p:spPr>
          <a:xfrm xmlns:a="http://schemas.openxmlformats.org/drawingml/2006/main">
            <a:off x="723900" y="4419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W06</a:t>
            </a:r>
          </a:p>
        </p:txBody>
      </p:sp>
      <p:sp>
        <p:nvSpPr>
          <p:cNvPr id="36" name="">
            <a:extLst xmlns:a="http://schemas.openxmlformats.org/drawingml/2006/main">
              <a:ext uri="{FF2B5EF4-FFF2-40B4-BE49-F238E27FC236}">
                <a16:creationId xmlns:a16="http://schemas.microsoft.com/office/drawing/2014/main" id="{ECA81A44-EDA7-4288-8448-C047A8920814}"/>
              </a:ext>
            </a:extLst>
          </p:cNvPr>
          <p:cNvSpPr>
            <a:spLocks xmlns:a="http://schemas.openxmlformats.org/drawingml/2006/main" noGrp="1"/>
          </p:cNvSpPr>
          <p:nvPr/>
        </p:nvSpPr>
        <p:spPr>
          <a:xfrm xmlns:a="http://schemas.openxmlformats.org/drawingml/2006/main">
            <a:off x="1295400" y="4419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10.09</a:t>
            </a:r>
          </a:p>
        </p:txBody>
      </p:sp>
      <p:sp>
        <p:nvSpPr>
          <p:cNvPr id="37" name="">
            <a:extLst xmlns:a="http://schemas.openxmlformats.org/drawingml/2006/main">
              <a:ext uri="{FF2B5EF4-FFF2-40B4-BE49-F238E27FC236}">
                <a16:creationId xmlns:a16="http://schemas.microsoft.com/office/drawing/2014/main" id="{008D9FD4-6F3D-48BD-8DDD-43A9084F00A1}"/>
              </a:ext>
            </a:extLst>
          </p:cNvPr>
          <p:cNvSpPr>
            <a:spLocks xmlns:a="http://schemas.openxmlformats.org/drawingml/2006/main" noGrp="1"/>
          </p:cNvSpPr>
          <p:nvPr/>
        </p:nvSpPr>
        <p:spPr>
          <a:xfrm xmlns:a="http://schemas.openxmlformats.org/drawingml/2006/main">
            <a:off x="2000250" y="4419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미세조정·데이터</a:t>
            </a:r>
          </a:p>
        </p:txBody>
      </p:sp>
      <p:sp>
        <p:nvSpPr>
          <p:cNvPr id="38" name="">
            <a:extLst xmlns:a="http://schemas.openxmlformats.org/drawingml/2006/main">
              <a:ext uri="{FF2B5EF4-FFF2-40B4-BE49-F238E27FC236}">
                <a16:creationId xmlns:a16="http://schemas.microsoft.com/office/drawing/2014/main" id="{162AD4E8-0A9A-4265-9248-E8DCB51F753D}"/>
              </a:ext>
            </a:extLst>
          </p:cNvPr>
          <p:cNvSpPr>
            <a:spLocks xmlns:a="http://schemas.openxmlformats.org/drawingml/2006/main" noGrp="1"/>
          </p:cNvSpPr>
          <p:nvPr/>
        </p:nvSpPr>
        <p:spPr>
          <a:xfrm xmlns:a="http://schemas.openxmlformats.org/drawingml/2006/main">
            <a:off x="4724400" y="4419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녹화 · 한글날</a:t>
            </a:r>
          </a:p>
        </p:txBody>
      </p:sp>
      <p:sp>
        <p:nvSpPr>
          <p:cNvPr id="39" name="">
            <a:extLst xmlns:a="http://schemas.openxmlformats.org/drawingml/2006/main">
              <a:ext uri="{FF2B5EF4-FFF2-40B4-BE49-F238E27FC236}">
                <a16:creationId xmlns:a16="http://schemas.microsoft.com/office/drawing/2014/main" id="{DB8E5426-7D58-430B-906F-2AF1F803B6AF}"/>
              </a:ext>
            </a:extLst>
          </p:cNvPr>
          <p:cNvSpPr>
            <a:spLocks xmlns:a="http://schemas.openxmlformats.org/drawingml/2006/main" noGrp="1"/>
          </p:cNvSpPr>
          <p:nvPr/>
        </p:nvSpPr>
        <p:spPr>
          <a:xfrm xmlns:a="http://schemas.openxmlformats.org/drawingml/2006/main" rot="0">
            <a:off x="609600" y="4876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9C786C73-3416-47D6-B60E-98C7E229801F}"/>
              </a:ext>
            </a:extLst>
          </p:cNvPr>
          <p:cNvSpPr>
            <a:spLocks xmlns:a="http://schemas.openxmlformats.org/drawingml/2006/main" noGrp="1"/>
          </p:cNvSpPr>
          <p:nvPr/>
        </p:nvSpPr>
        <p:spPr>
          <a:xfrm xmlns:a="http://schemas.openxmlformats.org/drawingml/2006/main">
            <a:off x="723900" y="4876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W07</a:t>
            </a:r>
          </a:p>
        </p:txBody>
      </p:sp>
      <p:sp>
        <p:nvSpPr>
          <p:cNvPr id="41" name="">
            <a:extLst xmlns:a="http://schemas.openxmlformats.org/drawingml/2006/main">
              <a:ext uri="{FF2B5EF4-FFF2-40B4-BE49-F238E27FC236}">
                <a16:creationId xmlns:a16="http://schemas.microsoft.com/office/drawing/2014/main" id="{59AAD96A-6DC9-43D2-9CB7-BCF8EF103A43}"/>
              </a:ext>
            </a:extLst>
          </p:cNvPr>
          <p:cNvSpPr>
            <a:spLocks xmlns:a="http://schemas.openxmlformats.org/drawingml/2006/main" noGrp="1"/>
          </p:cNvSpPr>
          <p:nvPr/>
        </p:nvSpPr>
        <p:spPr>
          <a:xfrm xmlns:a="http://schemas.openxmlformats.org/drawingml/2006/main">
            <a:off x="1295400" y="4876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10.16</a:t>
            </a:r>
          </a:p>
        </p:txBody>
      </p:sp>
      <p:sp>
        <p:nvSpPr>
          <p:cNvPr id="42" name="">
            <a:extLst xmlns:a="http://schemas.openxmlformats.org/drawingml/2006/main">
              <a:ext uri="{FF2B5EF4-FFF2-40B4-BE49-F238E27FC236}">
                <a16:creationId xmlns:a16="http://schemas.microsoft.com/office/drawing/2014/main" id="{4D531BCD-7CEF-48D6-894C-342142901AF7}"/>
              </a:ext>
            </a:extLst>
          </p:cNvPr>
          <p:cNvSpPr>
            <a:spLocks xmlns:a="http://schemas.openxmlformats.org/drawingml/2006/main" noGrp="1"/>
          </p:cNvSpPr>
          <p:nvPr/>
        </p:nvSpPr>
        <p:spPr>
          <a:xfrm xmlns:a="http://schemas.openxmlformats.org/drawingml/2006/main">
            <a:off x="2000250" y="4876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선호 최적화·대안</a:t>
            </a:r>
          </a:p>
        </p:txBody>
      </p:sp>
      <p:sp>
        <p:nvSpPr>
          <p:cNvPr id="43" name="">
            <a:extLst xmlns:a="http://schemas.openxmlformats.org/drawingml/2006/main">
              <a:ext uri="{FF2B5EF4-FFF2-40B4-BE49-F238E27FC236}">
                <a16:creationId xmlns:a16="http://schemas.microsoft.com/office/drawing/2014/main" id="{FE8E34B8-1596-412C-997B-9BC7E66D4097}"/>
              </a:ext>
            </a:extLst>
          </p:cNvPr>
          <p:cNvSpPr>
            <a:spLocks xmlns:a="http://schemas.openxmlformats.org/drawingml/2006/main" noGrp="1"/>
          </p:cNvSpPr>
          <p:nvPr/>
        </p:nvSpPr>
        <p:spPr>
          <a:xfrm xmlns:a="http://schemas.openxmlformats.org/drawingml/2006/main">
            <a:off x="4724400" y="4876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44" name="">
            <a:extLst xmlns:a="http://schemas.openxmlformats.org/drawingml/2006/main">
              <a:ext uri="{FF2B5EF4-FFF2-40B4-BE49-F238E27FC236}">
                <a16:creationId xmlns:a16="http://schemas.microsoft.com/office/drawing/2014/main" id="{E2325FBA-76C7-4351-BD6F-E0C54E75C746}"/>
              </a:ext>
            </a:extLst>
          </p:cNvPr>
          <p:cNvSpPr>
            <a:spLocks xmlns:a="http://schemas.openxmlformats.org/drawingml/2006/main" noGrp="1"/>
          </p:cNvSpPr>
          <p:nvPr/>
        </p:nvSpPr>
        <p:spPr>
          <a:xfrm xmlns:a="http://schemas.openxmlformats.org/drawingml/2006/main" rot="0">
            <a:off x="609600" y="5334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5" name="">
            <a:extLst xmlns:a="http://schemas.openxmlformats.org/drawingml/2006/main">
              <a:ext uri="{FF2B5EF4-FFF2-40B4-BE49-F238E27FC236}">
                <a16:creationId xmlns:a16="http://schemas.microsoft.com/office/drawing/2014/main" id="{4895A5E7-A6B4-4C43-9849-E81BB8CBB431}"/>
              </a:ext>
            </a:extLst>
          </p:cNvPr>
          <p:cNvSpPr>
            <a:spLocks xmlns:a="http://schemas.openxmlformats.org/drawingml/2006/main" noGrp="1"/>
          </p:cNvSpPr>
          <p:nvPr/>
        </p:nvSpPr>
        <p:spPr>
          <a:xfrm xmlns:a="http://schemas.openxmlformats.org/drawingml/2006/main">
            <a:off x="723900" y="5334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W08</a:t>
            </a:r>
          </a:p>
        </p:txBody>
      </p:sp>
      <p:sp>
        <p:nvSpPr>
          <p:cNvPr id="46" name="">
            <a:extLst xmlns:a="http://schemas.openxmlformats.org/drawingml/2006/main">
              <a:ext uri="{FF2B5EF4-FFF2-40B4-BE49-F238E27FC236}">
                <a16:creationId xmlns:a16="http://schemas.microsoft.com/office/drawing/2014/main" id="{B82EDBA6-DD9E-427F-9B90-193B40A8664D}"/>
              </a:ext>
            </a:extLst>
          </p:cNvPr>
          <p:cNvSpPr>
            <a:spLocks xmlns:a="http://schemas.openxmlformats.org/drawingml/2006/main" noGrp="1"/>
          </p:cNvSpPr>
          <p:nvPr/>
        </p:nvSpPr>
        <p:spPr>
          <a:xfrm xmlns:a="http://schemas.openxmlformats.org/drawingml/2006/main">
            <a:off x="1295400" y="5334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10.23</a:t>
            </a:r>
          </a:p>
        </p:txBody>
      </p:sp>
      <p:sp>
        <p:nvSpPr>
          <p:cNvPr id="47" name="">
            <a:extLst xmlns:a="http://schemas.openxmlformats.org/drawingml/2006/main">
              <a:ext uri="{FF2B5EF4-FFF2-40B4-BE49-F238E27FC236}">
                <a16:creationId xmlns:a16="http://schemas.microsoft.com/office/drawing/2014/main" id="{A4D4BADF-8B6F-40D1-9E20-E5827938A424}"/>
              </a:ext>
            </a:extLst>
          </p:cNvPr>
          <p:cNvSpPr>
            <a:spLocks xmlns:a="http://schemas.openxmlformats.org/drawingml/2006/main" noGrp="1"/>
          </p:cNvSpPr>
          <p:nvPr/>
        </p:nvSpPr>
        <p:spPr>
          <a:xfrm xmlns:a="http://schemas.openxmlformats.org/drawingml/2006/main">
            <a:off x="2000250" y="5334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기말 프로젝트 기획서</a:t>
            </a:r>
          </a:p>
        </p:txBody>
      </p:sp>
      <p:sp>
        <p:nvSpPr>
          <p:cNvPr id="48" name="">
            <a:extLst xmlns:a="http://schemas.openxmlformats.org/drawingml/2006/main">
              <a:ext uri="{FF2B5EF4-FFF2-40B4-BE49-F238E27FC236}">
                <a16:creationId xmlns:a16="http://schemas.microsoft.com/office/drawing/2014/main" id="{F512A484-6BC8-4DCA-BEEB-78105A3242C0}"/>
              </a:ext>
            </a:extLst>
          </p:cNvPr>
          <p:cNvSpPr>
            <a:spLocks xmlns:a="http://schemas.openxmlformats.org/drawingml/2006/main" noGrp="1"/>
          </p:cNvSpPr>
          <p:nvPr/>
        </p:nvSpPr>
        <p:spPr>
          <a:xfrm xmlns:a="http://schemas.openxmlformats.org/drawingml/2006/main">
            <a:off x="4724400" y="5334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온라인 제출</a:t>
            </a:r>
          </a:p>
        </p:txBody>
      </p:sp>
      <p:sp>
        <p:nvSpPr>
          <p:cNvPr id="49" name="">
            <a:extLst xmlns:a="http://schemas.openxmlformats.org/drawingml/2006/main">
              <a:ext uri="{FF2B5EF4-FFF2-40B4-BE49-F238E27FC236}">
                <a16:creationId xmlns:a16="http://schemas.microsoft.com/office/drawing/2014/main" id="{2ACF5E2B-D26D-4281-A2A9-96C2733BFF6B}"/>
              </a:ext>
            </a:extLst>
          </p:cNvPr>
          <p:cNvSpPr>
            <a:spLocks xmlns:a="http://schemas.openxmlformats.org/drawingml/2006/main" noGrp="1"/>
          </p:cNvSpPr>
          <p:nvPr/>
        </p:nvSpPr>
        <p:spPr>
          <a:xfrm xmlns:a="http://schemas.openxmlformats.org/drawingml/2006/main">
            <a:off x="6229350" y="1790700"/>
            <a:ext cx="5353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W09–16 / OPERATE</a:t>
            </a:r>
          </a:p>
        </p:txBody>
      </p:sp>
      <p:sp>
        <p:nvSpPr>
          <p:cNvPr id="50" name="">
            <a:extLst xmlns:a="http://schemas.openxmlformats.org/drawingml/2006/main">
              <a:ext uri="{FF2B5EF4-FFF2-40B4-BE49-F238E27FC236}">
                <a16:creationId xmlns:a16="http://schemas.microsoft.com/office/drawing/2014/main" id="{757F3E70-8C18-48C7-9E0D-288DB6B31450}"/>
              </a:ext>
            </a:extLst>
          </p:cNvPr>
          <p:cNvSpPr>
            <a:spLocks xmlns:a="http://schemas.openxmlformats.org/drawingml/2006/main" noGrp="1"/>
          </p:cNvSpPr>
          <p:nvPr/>
        </p:nvSpPr>
        <p:spPr>
          <a:xfrm xmlns:a="http://schemas.openxmlformats.org/drawingml/2006/main" rot="0">
            <a:off x="6229350" y="2133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51" name="">
            <a:extLst xmlns:a="http://schemas.openxmlformats.org/drawingml/2006/main">
              <a:ext uri="{FF2B5EF4-FFF2-40B4-BE49-F238E27FC236}">
                <a16:creationId xmlns:a16="http://schemas.microsoft.com/office/drawing/2014/main" id="{01390500-AD4A-4847-A238-941E2D990A5F}"/>
              </a:ext>
            </a:extLst>
          </p:cNvPr>
          <p:cNvSpPr>
            <a:spLocks xmlns:a="http://schemas.openxmlformats.org/drawingml/2006/main" noGrp="1"/>
          </p:cNvSpPr>
          <p:nvPr/>
        </p:nvSpPr>
        <p:spPr>
          <a:xfrm xmlns:a="http://schemas.openxmlformats.org/drawingml/2006/main">
            <a:off x="6343650" y="2133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W09</a:t>
            </a:r>
          </a:p>
        </p:txBody>
      </p:sp>
      <p:sp>
        <p:nvSpPr>
          <p:cNvPr id="52" name="">
            <a:extLst xmlns:a="http://schemas.openxmlformats.org/drawingml/2006/main">
              <a:ext uri="{FF2B5EF4-FFF2-40B4-BE49-F238E27FC236}">
                <a16:creationId xmlns:a16="http://schemas.microsoft.com/office/drawing/2014/main" id="{119CB60C-3EE0-4C5C-8274-AA960C4DC479}"/>
              </a:ext>
            </a:extLst>
          </p:cNvPr>
          <p:cNvSpPr>
            <a:spLocks xmlns:a="http://schemas.openxmlformats.org/drawingml/2006/main" noGrp="1"/>
          </p:cNvSpPr>
          <p:nvPr/>
        </p:nvSpPr>
        <p:spPr>
          <a:xfrm xmlns:a="http://schemas.openxmlformats.org/drawingml/2006/main">
            <a:off x="6915150" y="2133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10.30</a:t>
            </a:r>
          </a:p>
        </p:txBody>
      </p:sp>
      <p:sp>
        <p:nvSpPr>
          <p:cNvPr id="53" name="">
            <a:extLst xmlns:a="http://schemas.openxmlformats.org/drawingml/2006/main">
              <a:ext uri="{FF2B5EF4-FFF2-40B4-BE49-F238E27FC236}">
                <a16:creationId xmlns:a16="http://schemas.microsoft.com/office/drawing/2014/main" id="{64EC714E-8523-4172-961F-2A4353F3BBDE}"/>
              </a:ext>
            </a:extLst>
          </p:cNvPr>
          <p:cNvSpPr>
            <a:spLocks xmlns:a="http://schemas.openxmlformats.org/drawingml/2006/main" noGrp="1"/>
          </p:cNvSpPr>
          <p:nvPr/>
        </p:nvSpPr>
        <p:spPr>
          <a:xfrm xmlns:a="http://schemas.openxmlformats.org/drawingml/2006/main">
            <a:off x="7620000" y="2133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요청·응답 서비스 명세</a:t>
            </a:r>
          </a:p>
        </p:txBody>
      </p:sp>
      <p:sp>
        <p:nvSpPr>
          <p:cNvPr id="54" name="">
            <a:extLst xmlns:a="http://schemas.openxmlformats.org/drawingml/2006/main">
              <a:ext uri="{FF2B5EF4-FFF2-40B4-BE49-F238E27FC236}">
                <a16:creationId xmlns:a16="http://schemas.microsoft.com/office/drawing/2014/main" id="{9DF7921E-89B6-4889-A4C5-E1E4961E9165}"/>
              </a:ext>
            </a:extLst>
          </p:cNvPr>
          <p:cNvSpPr>
            <a:spLocks xmlns:a="http://schemas.openxmlformats.org/drawingml/2006/main" noGrp="1"/>
          </p:cNvSpPr>
          <p:nvPr/>
        </p:nvSpPr>
        <p:spPr>
          <a:xfrm xmlns:a="http://schemas.openxmlformats.org/drawingml/2006/main">
            <a:off x="10344150" y="2133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55" name="">
            <a:extLst xmlns:a="http://schemas.openxmlformats.org/drawingml/2006/main">
              <a:ext uri="{FF2B5EF4-FFF2-40B4-BE49-F238E27FC236}">
                <a16:creationId xmlns:a16="http://schemas.microsoft.com/office/drawing/2014/main" id="{B98A8892-48AC-4FFD-8DCE-CB934FC1912D}"/>
              </a:ext>
            </a:extLst>
          </p:cNvPr>
          <p:cNvSpPr>
            <a:spLocks xmlns:a="http://schemas.openxmlformats.org/drawingml/2006/main" noGrp="1"/>
          </p:cNvSpPr>
          <p:nvPr/>
        </p:nvSpPr>
        <p:spPr>
          <a:xfrm xmlns:a="http://schemas.openxmlformats.org/drawingml/2006/main" rot="0">
            <a:off x="6229350" y="2590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56" name="">
            <a:extLst xmlns:a="http://schemas.openxmlformats.org/drawingml/2006/main">
              <a:ext uri="{FF2B5EF4-FFF2-40B4-BE49-F238E27FC236}">
                <a16:creationId xmlns:a16="http://schemas.microsoft.com/office/drawing/2014/main" id="{45710D19-25B6-4BEB-B9DC-808B9089B224}"/>
              </a:ext>
            </a:extLst>
          </p:cNvPr>
          <p:cNvSpPr>
            <a:spLocks xmlns:a="http://schemas.openxmlformats.org/drawingml/2006/main" noGrp="1"/>
          </p:cNvSpPr>
          <p:nvPr/>
        </p:nvSpPr>
        <p:spPr>
          <a:xfrm xmlns:a="http://schemas.openxmlformats.org/drawingml/2006/main">
            <a:off x="6343650" y="2590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W10</a:t>
            </a:r>
          </a:p>
        </p:txBody>
      </p:sp>
      <p:sp>
        <p:nvSpPr>
          <p:cNvPr id="57" name="">
            <a:extLst xmlns:a="http://schemas.openxmlformats.org/drawingml/2006/main">
              <a:ext uri="{FF2B5EF4-FFF2-40B4-BE49-F238E27FC236}">
                <a16:creationId xmlns:a16="http://schemas.microsoft.com/office/drawing/2014/main" id="{B2D98A91-D52C-4ABC-86A1-E3828B9EFEC3}"/>
              </a:ext>
            </a:extLst>
          </p:cNvPr>
          <p:cNvSpPr>
            <a:spLocks xmlns:a="http://schemas.openxmlformats.org/drawingml/2006/main" noGrp="1"/>
          </p:cNvSpPr>
          <p:nvPr/>
        </p:nvSpPr>
        <p:spPr>
          <a:xfrm xmlns:a="http://schemas.openxmlformats.org/drawingml/2006/main">
            <a:off x="6915150" y="2590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11.06</a:t>
            </a:r>
          </a:p>
        </p:txBody>
      </p:sp>
      <p:sp>
        <p:nvSpPr>
          <p:cNvPr id="58" name="">
            <a:extLst xmlns:a="http://schemas.openxmlformats.org/drawingml/2006/main">
              <a:ext uri="{FF2B5EF4-FFF2-40B4-BE49-F238E27FC236}">
                <a16:creationId xmlns:a16="http://schemas.microsoft.com/office/drawing/2014/main" id="{974B8FE6-A511-4AF2-9AF7-FEF75D71FC71}"/>
              </a:ext>
            </a:extLst>
          </p:cNvPr>
          <p:cNvSpPr>
            <a:spLocks xmlns:a="http://schemas.openxmlformats.org/drawingml/2006/main" noGrp="1"/>
          </p:cNvSpPr>
          <p:nvPr/>
        </p:nvSpPr>
        <p:spPr>
          <a:xfrm xmlns:a="http://schemas.openxmlformats.org/drawingml/2006/main">
            <a:off x="7620000" y="2590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관찰 가능한 배포</a:t>
            </a:r>
          </a:p>
        </p:txBody>
      </p:sp>
      <p:sp>
        <p:nvSpPr>
          <p:cNvPr id="59" name="">
            <a:extLst xmlns:a="http://schemas.openxmlformats.org/drawingml/2006/main">
              <a:ext uri="{FF2B5EF4-FFF2-40B4-BE49-F238E27FC236}">
                <a16:creationId xmlns:a16="http://schemas.microsoft.com/office/drawing/2014/main" id="{AD50775A-6BC4-459A-96D6-3D79B6718B3F}"/>
              </a:ext>
            </a:extLst>
          </p:cNvPr>
          <p:cNvSpPr>
            <a:spLocks xmlns:a="http://schemas.openxmlformats.org/drawingml/2006/main" noGrp="1"/>
          </p:cNvSpPr>
          <p:nvPr/>
        </p:nvSpPr>
        <p:spPr>
          <a:xfrm xmlns:a="http://schemas.openxmlformats.org/drawingml/2006/main">
            <a:off x="10344150" y="2590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60" name="">
            <a:extLst xmlns:a="http://schemas.openxmlformats.org/drawingml/2006/main">
              <a:ext uri="{FF2B5EF4-FFF2-40B4-BE49-F238E27FC236}">
                <a16:creationId xmlns:a16="http://schemas.microsoft.com/office/drawing/2014/main" id="{E3A2C150-1285-444E-B370-29D570BB1299}"/>
              </a:ext>
            </a:extLst>
          </p:cNvPr>
          <p:cNvSpPr>
            <a:spLocks xmlns:a="http://schemas.openxmlformats.org/drawingml/2006/main" noGrp="1"/>
          </p:cNvSpPr>
          <p:nvPr/>
        </p:nvSpPr>
        <p:spPr>
          <a:xfrm xmlns:a="http://schemas.openxmlformats.org/drawingml/2006/main" rot="0">
            <a:off x="6229350" y="3048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61" name="">
            <a:extLst xmlns:a="http://schemas.openxmlformats.org/drawingml/2006/main">
              <a:ext uri="{FF2B5EF4-FFF2-40B4-BE49-F238E27FC236}">
                <a16:creationId xmlns:a16="http://schemas.microsoft.com/office/drawing/2014/main" id="{2EC1C134-4C32-4A85-89C6-DB8DAE29548C}"/>
              </a:ext>
            </a:extLst>
          </p:cNvPr>
          <p:cNvSpPr>
            <a:spLocks xmlns:a="http://schemas.openxmlformats.org/drawingml/2006/main" noGrp="1"/>
          </p:cNvSpPr>
          <p:nvPr/>
        </p:nvSpPr>
        <p:spPr>
          <a:xfrm xmlns:a="http://schemas.openxmlformats.org/drawingml/2006/main">
            <a:off x="6343650" y="3048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W11</a:t>
            </a:r>
          </a:p>
        </p:txBody>
      </p:sp>
      <p:sp>
        <p:nvSpPr>
          <p:cNvPr id="62" name="">
            <a:extLst xmlns:a="http://schemas.openxmlformats.org/drawingml/2006/main">
              <a:ext uri="{FF2B5EF4-FFF2-40B4-BE49-F238E27FC236}">
                <a16:creationId xmlns:a16="http://schemas.microsoft.com/office/drawing/2014/main" id="{AE7C67C5-901C-4F1F-A237-26F430FCE0B2}"/>
              </a:ext>
            </a:extLst>
          </p:cNvPr>
          <p:cNvSpPr>
            <a:spLocks xmlns:a="http://schemas.openxmlformats.org/drawingml/2006/main" noGrp="1"/>
          </p:cNvSpPr>
          <p:nvPr/>
        </p:nvSpPr>
        <p:spPr>
          <a:xfrm xmlns:a="http://schemas.openxmlformats.org/drawingml/2006/main">
            <a:off x="6915150" y="3048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11.13</a:t>
            </a:r>
          </a:p>
        </p:txBody>
      </p:sp>
      <p:sp>
        <p:nvSpPr>
          <p:cNvPr id="63" name="">
            <a:extLst xmlns:a="http://schemas.openxmlformats.org/drawingml/2006/main">
              <a:ext uri="{FF2B5EF4-FFF2-40B4-BE49-F238E27FC236}">
                <a16:creationId xmlns:a16="http://schemas.microsoft.com/office/drawing/2014/main" id="{AB1B5F09-4E36-41DB-94F7-47F182583A3A}"/>
              </a:ext>
            </a:extLst>
          </p:cNvPr>
          <p:cNvSpPr>
            <a:spLocks xmlns:a="http://schemas.openxmlformats.org/drawingml/2006/main" noGrp="1"/>
          </p:cNvSpPr>
          <p:nvPr/>
        </p:nvSpPr>
        <p:spPr>
          <a:xfrm xmlns:a="http://schemas.openxmlformats.org/drawingml/2006/main">
            <a:off x="7620000" y="3048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오프라인 평가</a:t>
            </a:r>
          </a:p>
        </p:txBody>
      </p:sp>
      <p:sp>
        <p:nvSpPr>
          <p:cNvPr id="64" name="">
            <a:extLst xmlns:a="http://schemas.openxmlformats.org/drawingml/2006/main">
              <a:ext uri="{FF2B5EF4-FFF2-40B4-BE49-F238E27FC236}">
                <a16:creationId xmlns:a16="http://schemas.microsoft.com/office/drawing/2014/main" id="{BB1E090A-7420-47AE-B494-08DE9DFE8BEC}"/>
              </a:ext>
            </a:extLst>
          </p:cNvPr>
          <p:cNvSpPr>
            <a:spLocks xmlns:a="http://schemas.openxmlformats.org/drawingml/2006/main" noGrp="1"/>
          </p:cNvSpPr>
          <p:nvPr/>
        </p:nvSpPr>
        <p:spPr>
          <a:xfrm xmlns:a="http://schemas.openxmlformats.org/drawingml/2006/main">
            <a:off x="10344150" y="3048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65" name="">
            <a:extLst xmlns:a="http://schemas.openxmlformats.org/drawingml/2006/main">
              <a:ext uri="{FF2B5EF4-FFF2-40B4-BE49-F238E27FC236}">
                <a16:creationId xmlns:a16="http://schemas.microsoft.com/office/drawing/2014/main" id="{52BC0D28-9BF1-4591-81C3-73093EFC7B05}"/>
              </a:ext>
            </a:extLst>
          </p:cNvPr>
          <p:cNvSpPr>
            <a:spLocks xmlns:a="http://schemas.openxmlformats.org/drawingml/2006/main" noGrp="1"/>
          </p:cNvSpPr>
          <p:nvPr/>
        </p:nvSpPr>
        <p:spPr>
          <a:xfrm xmlns:a="http://schemas.openxmlformats.org/drawingml/2006/main" rot="0">
            <a:off x="6229350" y="35052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66" name="">
            <a:extLst xmlns:a="http://schemas.openxmlformats.org/drawingml/2006/main">
              <a:ext uri="{FF2B5EF4-FFF2-40B4-BE49-F238E27FC236}">
                <a16:creationId xmlns:a16="http://schemas.microsoft.com/office/drawing/2014/main" id="{3BFD5DC7-A20D-497A-88AC-9B7415306682}"/>
              </a:ext>
            </a:extLst>
          </p:cNvPr>
          <p:cNvSpPr>
            <a:spLocks xmlns:a="http://schemas.openxmlformats.org/drawingml/2006/main" noGrp="1"/>
          </p:cNvSpPr>
          <p:nvPr/>
        </p:nvSpPr>
        <p:spPr>
          <a:xfrm xmlns:a="http://schemas.openxmlformats.org/drawingml/2006/main">
            <a:off x="6343650" y="35052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W12</a:t>
            </a:r>
          </a:p>
        </p:txBody>
      </p:sp>
      <p:sp>
        <p:nvSpPr>
          <p:cNvPr id="67" name="">
            <a:extLst xmlns:a="http://schemas.openxmlformats.org/drawingml/2006/main">
              <a:ext uri="{FF2B5EF4-FFF2-40B4-BE49-F238E27FC236}">
                <a16:creationId xmlns:a16="http://schemas.microsoft.com/office/drawing/2014/main" id="{1B2D3A2F-BA22-4F2F-8B05-9098E8700274}"/>
              </a:ext>
            </a:extLst>
          </p:cNvPr>
          <p:cNvSpPr>
            <a:spLocks xmlns:a="http://schemas.openxmlformats.org/drawingml/2006/main" noGrp="1"/>
          </p:cNvSpPr>
          <p:nvPr/>
        </p:nvSpPr>
        <p:spPr>
          <a:xfrm xmlns:a="http://schemas.openxmlformats.org/drawingml/2006/main">
            <a:off x="6915150" y="35052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11.20</a:t>
            </a:r>
          </a:p>
        </p:txBody>
      </p:sp>
      <p:sp>
        <p:nvSpPr>
          <p:cNvPr id="68" name="">
            <a:extLst xmlns:a="http://schemas.openxmlformats.org/drawingml/2006/main">
              <a:ext uri="{FF2B5EF4-FFF2-40B4-BE49-F238E27FC236}">
                <a16:creationId xmlns:a16="http://schemas.microsoft.com/office/drawing/2014/main" id="{C918273B-26F2-46AD-9BD1-21B02ECDE140}"/>
              </a:ext>
            </a:extLst>
          </p:cNvPr>
          <p:cNvSpPr>
            <a:spLocks xmlns:a="http://schemas.openxmlformats.org/drawingml/2006/main" noGrp="1"/>
          </p:cNvSpPr>
          <p:nvPr/>
        </p:nvSpPr>
        <p:spPr>
          <a:xfrm xmlns:a="http://schemas.openxmlformats.org/drawingml/2006/main">
            <a:off x="7620000" y="35052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온라인 관찰·실험</a:t>
            </a:r>
          </a:p>
        </p:txBody>
      </p:sp>
      <p:sp>
        <p:nvSpPr>
          <p:cNvPr id="69" name="">
            <a:extLst xmlns:a="http://schemas.openxmlformats.org/drawingml/2006/main">
              <a:ext uri="{FF2B5EF4-FFF2-40B4-BE49-F238E27FC236}">
                <a16:creationId xmlns:a16="http://schemas.microsoft.com/office/drawing/2014/main" id="{2E578EF9-5C24-4CCE-A420-76C6B70D6F4E}"/>
              </a:ext>
            </a:extLst>
          </p:cNvPr>
          <p:cNvSpPr>
            <a:spLocks xmlns:a="http://schemas.openxmlformats.org/drawingml/2006/main" noGrp="1"/>
          </p:cNvSpPr>
          <p:nvPr/>
        </p:nvSpPr>
        <p:spPr>
          <a:xfrm xmlns:a="http://schemas.openxmlformats.org/drawingml/2006/main">
            <a:off x="10344150" y="35052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70" name="">
            <a:extLst xmlns:a="http://schemas.openxmlformats.org/drawingml/2006/main">
              <a:ext uri="{FF2B5EF4-FFF2-40B4-BE49-F238E27FC236}">
                <a16:creationId xmlns:a16="http://schemas.microsoft.com/office/drawing/2014/main" id="{AA5B6FB2-540E-4581-A269-8A148E05DF0C}"/>
              </a:ext>
            </a:extLst>
          </p:cNvPr>
          <p:cNvSpPr>
            <a:spLocks xmlns:a="http://schemas.openxmlformats.org/drawingml/2006/main" noGrp="1"/>
          </p:cNvSpPr>
          <p:nvPr/>
        </p:nvSpPr>
        <p:spPr>
          <a:xfrm xmlns:a="http://schemas.openxmlformats.org/drawingml/2006/main" rot="0">
            <a:off x="6229350" y="39624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71" name="">
            <a:extLst xmlns:a="http://schemas.openxmlformats.org/drawingml/2006/main">
              <a:ext uri="{FF2B5EF4-FFF2-40B4-BE49-F238E27FC236}">
                <a16:creationId xmlns:a16="http://schemas.microsoft.com/office/drawing/2014/main" id="{8A21B0BF-465C-46AE-BD1E-8D5D01508F62}"/>
              </a:ext>
            </a:extLst>
          </p:cNvPr>
          <p:cNvSpPr>
            <a:spLocks xmlns:a="http://schemas.openxmlformats.org/drawingml/2006/main" noGrp="1"/>
          </p:cNvSpPr>
          <p:nvPr/>
        </p:nvSpPr>
        <p:spPr>
          <a:xfrm xmlns:a="http://schemas.openxmlformats.org/drawingml/2006/main">
            <a:off x="6343650" y="39624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W13</a:t>
            </a:r>
          </a:p>
        </p:txBody>
      </p:sp>
      <p:sp>
        <p:nvSpPr>
          <p:cNvPr id="72" name="">
            <a:extLst xmlns:a="http://schemas.openxmlformats.org/drawingml/2006/main">
              <a:ext uri="{FF2B5EF4-FFF2-40B4-BE49-F238E27FC236}">
                <a16:creationId xmlns:a16="http://schemas.microsoft.com/office/drawing/2014/main" id="{BEAC474D-B516-4D30-BF91-95AE53B70AC9}"/>
              </a:ext>
            </a:extLst>
          </p:cNvPr>
          <p:cNvSpPr>
            <a:spLocks xmlns:a="http://schemas.openxmlformats.org/drawingml/2006/main" noGrp="1"/>
          </p:cNvSpPr>
          <p:nvPr/>
        </p:nvSpPr>
        <p:spPr>
          <a:xfrm xmlns:a="http://schemas.openxmlformats.org/drawingml/2006/main">
            <a:off x="6915150" y="39624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11.27</a:t>
            </a:r>
          </a:p>
        </p:txBody>
      </p:sp>
      <p:sp>
        <p:nvSpPr>
          <p:cNvPr id="73" name="">
            <a:extLst xmlns:a="http://schemas.openxmlformats.org/drawingml/2006/main">
              <a:ext uri="{FF2B5EF4-FFF2-40B4-BE49-F238E27FC236}">
                <a16:creationId xmlns:a16="http://schemas.microsoft.com/office/drawing/2014/main" id="{4C440950-2D72-4FE7-95A6-3CA4E5805DC2}"/>
              </a:ext>
            </a:extLst>
          </p:cNvPr>
          <p:cNvSpPr>
            <a:spLocks xmlns:a="http://schemas.openxmlformats.org/drawingml/2006/main" noGrp="1"/>
          </p:cNvSpPr>
          <p:nvPr/>
        </p:nvSpPr>
        <p:spPr>
          <a:xfrm xmlns:a="http://schemas.openxmlformats.org/drawingml/2006/main">
            <a:off x="7620000" y="39624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안전성·거버넌스</a:t>
            </a:r>
          </a:p>
        </p:txBody>
      </p:sp>
      <p:sp>
        <p:nvSpPr>
          <p:cNvPr id="74" name="">
            <a:extLst xmlns:a="http://schemas.openxmlformats.org/drawingml/2006/main">
              <a:ext uri="{FF2B5EF4-FFF2-40B4-BE49-F238E27FC236}">
                <a16:creationId xmlns:a16="http://schemas.microsoft.com/office/drawing/2014/main" id="{4D71C20A-1A87-44B9-B235-E132BE0E70F5}"/>
              </a:ext>
            </a:extLst>
          </p:cNvPr>
          <p:cNvSpPr>
            <a:spLocks xmlns:a="http://schemas.openxmlformats.org/drawingml/2006/main" noGrp="1"/>
          </p:cNvSpPr>
          <p:nvPr/>
        </p:nvSpPr>
        <p:spPr>
          <a:xfrm xmlns:a="http://schemas.openxmlformats.org/drawingml/2006/main">
            <a:off x="10344150" y="39624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75" name="">
            <a:extLst xmlns:a="http://schemas.openxmlformats.org/drawingml/2006/main">
              <a:ext uri="{FF2B5EF4-FFF2-40B4-BE49-F238E27FC236}">
                <a16:creationId xmlns:a16="http://schemas.microsoft.com/office/drawing/2014/main" id="{D9C8044C-AA2A-4802-BFDC-D0947A0C9DCE}"/>
              </a:ext>
            </a:extLst>
          </p:cNvPr>
          <p:cNvSpPr>
            <a:spLocks xmlns:a="http://schemas.openxmlformats.org/drawingml/2006/main" noGrp="1"/>
          </p:cNvSpPr>
          <p:nvPr/>
        </p:nvSpPr>
        <p:spPr>
          <a:xfrm xmlns:a="http://schemas.openxmlformats.org/drawingml/2006/main" rot="0">
            <a:off x="6229350" y="44196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76" name="">
            <a:extLst xmlns:a="http://schemas.openxmlformats.org/drawingml/2006/main">
              <a:ext uri="{FF2B5EF4-FFF2-40B4-BE49-F238E27FC236}">
                <a16:creationId xmlns:a16="http://schemas.microsoft.com/office/drawing/2014/main" id="{71A13E39-BEE6-4D4C-9972-05AEDF5E5D29}"/>
              </a:ext>
            </a:extLst>
          </p:cNvPr>
          <p:cNvSpPr>
            <a:spLocks xmlns:a="http://schemas.openxmlformats.org/drawingml/2006/main" noGrp="1"/>
          </p:cNvSpPr>
          <p:nvPr/>
        </p:nvSpPr>
        <p:spPr>
          <a:xfrm xmlns:a="http://schemas.openxmlformats.org/drawingml/2006/main">
            <a:off x="6343650" y="44196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W14</a:t>
            </a:r>
          </a:p>
        </p:txBody>
      </p:sp>
      <p:sp>
        <p:nvSpPr>
          <p:cNvPr id="77" name="">
            <a:extLst xmlns:a="http://schemas.openxmlformats.org/drawingml/2006/main">
              <a:ext uri="{FF2B5EF4-FFF2-40B4-BE49-F238E27FC236}">
                <a16:creationId xmlns:a16="http://schemas.microsoft.com/office/drawing/2014/main" id="{0EB170C1-B736-4A17-855B-D48FF83A297B}"/>
              </a:ext>
            </a:extLst>
          </p:cNvPr>
          <p:cNvSpPr>
            <a:spLocks xmlns:a="http://schemas.openxmlformats.org/drawingml/2006/main" noGrp="1"/>
          </p:cNvSpPr>
          <p:nvPr/>
        </p:nvSpPr>
        <p:spPr>
          <a:xfrm xmlns:a="http://schemas.openxmlformats.org/drawingml/2006/main">
            <a:off x="6915150" y="44196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12.04</a:t>
            </a:r>
          </a:p>
        </p:txBody>
      </p:sp>
      <p:sp>
        <p:nvSpPr>
          <p:cNvPr id="78" name="">
            <a:extLst xmlns:a="http://schemas.openxmlformats.org/drawingml/2006/main">
              <a:ext uri="{FF2B5EF4-FFF2-40B4-BE49-F238E27FC236}">
                <a16:creationId xmlns:a16="http://schemas.microsoft.com/office/drawing/2014/main" id="{1CF72A7A-C613-4512-A36A-CF664CF00D6D}"/>
              </a:ext>
            </a:extLst>
          </p:cNvPr>
          <p:cNvSpPr>
            <a:spLocks xmlns:a="http://schemas.openxmlformats.org/drawingml/2006/main" noGrp="1"/>
          </p:cNvSpPr>
          <p:nvPr/>
        </p:nvSpPr>
        <p:spPr>
          <a:xfrm xmlns:a="http://schemas.openxmlformats.org/drawingml/2006/main">
            <a:off x="7620000" y="44196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비용·지연·용량</a:t>
            </a:r>
          </a:p>
        </p:txBody>
      </p:sp>
      <p:sp>
        <p:nvSpPr>
          <p:cNvPr id="79" name="">
            <a:extLst xmlns:a="http://schemas.openxmlformats.org/drawingml/2006/main">
              <a:ext uri="{FF2B5EF4-FFF2-40B4-BE49-F238E27FC236}">
                <a16:creationId xmlns:a16="http://schemas.microsoft.com/office/drawing/2014/main" id="{14265B39-9346-43F0-9DEF-DBC69C64B9E8}"/>
              </a:ext>
            </a:extLst>
          </p:cNvPr>
          <p:cNvSpPr>
            <a:spLocks xmlns:a="http://schemas.openxmlformats.org/drawingml/2006/main" noGrp="1"/>
          </p:cNvSpPr>
          <p:nvPr/>
        </p:nvSpPr>
        <p:spPr>
          <a:xfrm xmlns:a="http://schemas.openxmlformats.org/drawingml/2006/main">
            <a:off x="10344150" y="44196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80" name="">
            <a:extLst xmlns:a="http://schemas.openxmlformats.org/drawingml/2006/main">
              <a:ext uri="{FF2B5EF4-FFF2-40B4-BE49-F238E27FC236}">
                <a16:creationId xmlns:a16="http://schemas.microsoft.com/office/drawing/2014/main" id="{BF710707-236A-4E5C-B994-96B9F8B00F49}"/>
              </a:ext>
            </a:extLst>
          </p:cNvPr>
          <p:cNvSpPr>
            <a:spLocks xmlns:a="http://schemas.openxmlformats.org/drawingml/2006/main" noGrp="1"/>
          </p:cNvSpPr>
          <p:nvPr/>
        </p:nvSpPr>
        <p:spPr>
          <a:xfrm xmlns:a="http://schemas.openxmlformats.org/drawingml/2006/main" rot="0">
            <a:off x="6229350" y="48768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1" name="">
            <a:extLst xmlns:a="http://schemas.openxmlformats.org/drawingml/2006/main">
              <a:ext uri="{FF2B5EF4-FFF2-40B4-BE49-F238E27FC236}">
                <a16:creationId xmlns:a16="http://schemas.microsoft.com/office/drawing/2014/main" id="{72262F25-8E76-4460-ADBE-88489FAB3568}"/>
              </a:ext>
            </a:extLst>
          </p:cNvPr>
          <p:cNvSpPr>
            <a:spLocks xmlns:a="http://schemas.openxmlformats.org/drawingml/2006/main" noGrp="1"/>
          </p:cNvSpPr>
          <p:nvPr/>
        </p:nvSpPr>
        <p:spPr>
          <a:xfrm xmlns:a="http://schemas.openxmlformats.org/drawingml/2006/main">
            <a:off x="6343650" y="48768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W15</a:t>
            </a:r>
          </a:p>
        </p:txBody>
      </p:sp>
      <p:sp>
        <p:nvSpPr>
          <p:cNvPr id="82" name="">
            <a:extLst xmlns:a="http://schemas.openxmlformats.org/drawingml/2006/main">
              <a:ext uri="{FF2B5EF4-FFF2-40B4-BE49-F238E27FC236}">
                <a16:creationId xmlns:a16="http://schemas.microsoft.com/office/drawing/2014/main" id="{4B20A1C5-C928-49CF-8A4A-177E4571B0A2}"/>
              </a:ext>
            </a:extLst>
          </p:cNvPr>
          <p:cNvSpPr>
            <a:spLocks xmlns:a="http://schemas.openxmlformats.org/drawingml/2006/main" noGrp="1"/>
          </p:cNvSpPr>
          <p:nvPr/>
        </p:nvSpPr>
        <p:spPr>
          <a:xfrm xmlns:a="http://schemas.openxmlformats.org/drawingml/2006/main">
            <a:off x="6915150" y="48768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12.11</a:t>
            </a:r>
          </a:p>
        </p:txBody>
      </p:sp>
      <p:sp>
        <p:nvSpPr>
          <p:cNvPr id="83" name="">
            <a:extLst xmlns:a="http://schemas.openxmlformats.org/drawingml/2006/main">
              <a:ext uri="{FF2B5EF4-FFF2-40B4-BE49-F238E27FC236}">
                <a16:creationId xmlns:a16="http://schemas.microsoft.com/office/drawing/2014/main" id="{7ED0FD2A-886D-41AF-8487-415ABDC305C2}"/>
              </a:ext>
            </a:extLst>
          </p:cNvPr>
          <p:cNvSpPr>
            <a:spLocks xmlns:a="http://schemas.openxmlformats.org/drawingml/2006/main" noGrp="1"/>
          </p:cNvSpPr>
          <p:nvPr/>
        </p:nvSpPr>
        <p:spPr>
          <a:xfrm xmlns:a="http://schemas.openxmlformats.org/drawingml/2006/main">
            <a:off x="7620000" y="48768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통합 검증·리허설</a:t>
            </a:r>
          </a:p>
        </p:txBody>
      </p:sp>
      <p:sp>
        <p:nvSpPr>
          <p:cNvPr id="84" name="">
            <a:extLst xmlns:a="http://schemas.openxmlformats.org/drawingml/2006/main">
              <a:ext uri="{FF2B5EF4-FFF2-40B4-BE49-F238E27FC236}">
                <a16:creationId xmlns:a16="http://schemas.microsoft.com/office/drawing/2014/main" id="{A5178E59-69AF-4C76-9429-101A6AFE03E2}"/>
              </a:ext>
            </a:extLst>
          </p:cNvPr>
          <p:cNvSpPr>
            <a:spLocks xmlns:a="http://schemas.openxmlformats.org/drawingml/2006/main" noGrp="1"/>
          </p:cNvSpPr>
          <p:nvPr/>
        </p:nvSpPr>
        <p:spPr>
          <a:xfrm xmlns:a="http://schemas.openxmlformats.org/drawingml/2006/main">
            <a:off x="10344150" y="48768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온라인</a:t>
            </a:r>
          </a:p>
        </p:txBody>
      </p:sp>
      <p:sp>
        <p:nvSpPr>
          <p:cNvPr id="85" name="">
            <a:extLst xmlns:a="http://schemas.openxmlformats.org/drawingml/2006/main">
              <a:ext uri="{FF2B5EF4-FFF2-40B4-BE49-F238E27FC236}">
                <a16:creationId xmlns:a16="http://schemas.microsoft.com/office/drawing/2014/main" id="{DB0F842F-EFD5-46E0-BB93-293943146641}"/>
              </a:ext>
            </a:extLst>
          </p:cNvPr>
          <p:cNvSpPr>
            <a:spLocks xmlns:a="http://schemas.openxmlformats.org/drawingml/2006/main" noGrp="1"/>
          </p:cNvSpPr>
          <p:nvPr/>
        </p:nvSpPr>
        <p:spPr>
          <a:xfrm xmlns:a="http://schemas.openxmlformats.org/drawingml/2006/main" rot="0">
            <a:off x="6229350" y="5334000"/>
            <a:ext cx="53530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6" name="">
            <a:extLst xmlns:a="http://schemas.openxmlformats.org/drawingml/2006/main">
              <a:ext uri="{FF2B5EF4-FFF2-40B4-BE49-F238E27FC236}">
                <a16:creationId xmlns:a16="http://schemas.microsoft.com/office/drawing/2014/main" id="{A0462BB1-EB39-44E2-8AE7-B2679A04E8D2}"/>
              </a:ext>
            </a:extLst>
          </p:cNvPr>
          <p:cNvSpPr>
            <a:spLocks xmlns:a="http://schemas.openxmlformats.org/drawingml/2006/main" noGrp="1"/>
          </p:cNvSpPr>
          <p:nvPr/>
        </p:nvSpPr>
        <p:spPr>
          <a:xfrm xmlns:a="http://schemas.openxmlformats.org/drawingml/2006/main">
            <a:off x="6343650" y="533400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125" b="1">
                <a:solidFill>
                  <a:srgbClr val="667085"/>
                </a:solidFill>
                <a:latin typeface="Menlo"/>
                <a:ea typeface="Menlo"/>
                <a:cs typeface="Menlo"/>
              </a:defRPr>
            </a:pPr>
            <a:r>
              <a:rPr sz="1125" b="1">
                <a:solidFill>
                  <a:srgbClr val="667085"/>
                </a:solidFill>
                <a:latin typeface="Menlo"/>
                <a:ea typeface="Menlo"/>
                <a:cs typeface="Menlo"/>
              </a:rPr>
              <a:t>W16</a:t>
            </a:r>
          </a:p>
        </p:txBody>
      </p:sp>
      <p:sp>
        <p:nvSpPr>
          <p:cNvPr id="87" name="">
            <a:extLst xmlns:a="http://schemas.openxmlformats.org/drawingml/2006/main">
              <a:ext uri="{FF2B5EF4-FFF2-40B4-BE49-F238E27FC236}">
                <a16:creationId xmlns:a16="http://schemas.microsoft.com/office/drawing/2014/main" id="{94858A58-17B5-4E13-9C1A-C2045A72A04A}"/>
              </a:ext>
            </a:extLst>
          </p:cNvPr>
          <p:cNvSpPr>
            <a:spLocks xmlns:a="http://schemas.openxmlformats.org/drawingml/2006/main" noGrp="1"/>
          </p:cNvSpPr>
          <p:nvPr/>
        </p:nvSpPr>
        <p:spPr>
          <a:xfrm xmlns:a="http://schemas.openxmlformats.org/drawingml/2006/main">
            <a:off x="6915150" y="5334000"/>
            <a:ext cx="609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12.18</a:t>
            </a:r>
          </a:p>
        </p:txBody>
      </p:sp>
      <p:sp>
        <p:nvSpPr>
          <p:cNvPr id="88" name="">
            <a:extLst xmlns:a="http://schemas.openxmlformats.org/drawingml/2006/main">
              <a:ext uri="{FF2B5EF4-FFF2-40B4-BE49-F238E27FC236}">
                <a16:creationId xmlns:a16="http://schemas.microsoft.com/office/drawing/2014/main" id="{2EDF7F83-5391-4394-B39E-3E29D16104B3}"/>
              </a:ext>
            </a:extLst>
          </p:cNvPr>
          <p:cNvSpPr>
            <a:spLocks xmlns:a="http://schemas.openxmlformats.org/drawingml/2006/main" noGrp="1"/>
          </p:cNvSpPr>
          <p:nvPr/>
        </p:nvSpPr>
        <p:spPr>
          <a:xfrm xmlns:a="http://schemas.openxmlformats.org/drawingml/2006/main">
            <a:off x="7620000" y="533400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기말 프로젝트 발표</a:t>
            </a:r>
          </a:p>
        </p:txBody>
      </p:sp>
      <p:sp>
        <p:nvSpPr>
          <p:cNvPr id="89" name="">
            <a:extLst xmlns:a="http://schemas.openxmlformats.org/drawingml/2006/main">
              <a:ext uri="{FF2B5EF4-FFF2-40B4-BE49-F238E27FC236}">
                <a16:creationId xmlns:a16="http://schemas.microsoft.com/office/drawing/2014/main" id="{4C9F1FC4-E9C4-42C6-BEDE-A34081961534}"/>
              </a:ext>
            </a:extLst>
          </p:cNvPr>
          <p:cNvSpPr>
            <a:spLocks xmlns:a="http://schemas.openxmlformats.org/drawingml/2006/main" noGrp="1"/>
          </p:cNvSpPr>
          <p:nvPr/>
        </p:nvSpPr>
        <p:spPr>
          <a:xfrm xmlns:a="http://schemas.openxmlformats.org/drawingml/2006/main">
            <a:off x="10344150" y="5334000"/>
            <a:ext cx="1123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실시간 발표</a:t>
            </a:r>
          </a:p>
        </p:txBody>
      </p:sp>
      <p:sp>
        <p:nvSpPr>
          <p:cNvPr id="90" name="">
            <a:extLst xmlns:a="http://schemas.openxmlformats.org/drawingml/2006/main">
              <a:ext uri="{FF2B5EF4-FFF2-40B4-BE49-F238E27FC236}">
                <a16:creationId xmlns:a16="http://schemas.microsoft.com/office/drawing/2014/main" id="{622068DC-3615-4E81-83DE-C864C46D7672}"/>
              </a:ext>
            </a:extLst>
          </p:cNvPr>
          <p:cNvSpPr>
            <a:spLocks xmlns:a="http://schemas.openxmlformats.org/drawingml/2006/main" noGrp="1"/>
          </p:cNvSpPr>
          <p:nvPr/>
        </p:nvSpPr>
        <p:spPr>
          <a:xfrm xmlns:a="http://schemas.openxmlformats.org/drawingml/2006/main">
            <a:off x="609600" y="5924550"/>
            <a:ext cx="10972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W08 · 실시간 수업 없이 온라인 기획서 제출 평가 / W16 · 실시간 온라인 프로젝트 발표</a:t>
            </a:r>
          </a:p>
        </p:txBody>
      </p:sp>
    </p:spTree>
    <p:extLst>
      <p:ext uri="{BB962C8B-B14F-4D97-AF65-F5344CB8AC3E}">
        <p14:creationId xmlns:p14="http://schemas.microsoft.com/office/powerpoint/2010/main" val="408767139"/>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B3C0574-4E43-420A-A371-2AC540F1CC3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2934695A-E67C-4388-8D19-5BE0FB0B473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04</a:t>
            </a:r>
          </a:p>
        </p:txBody>
      </p:sp>
      <p:sp>
        <p:nvSpPr>
          <p:cNvPr id="3" name="">
            <a:extLst xmlns:a="http://schemas.openxmlformats.org/drawingml/2006/main">
              <a:ext uri="{FF2B5EF4-FFF2-40B4-BE49-F238E27FC236}">
                <a16:creationId xmlns:a16="http://schemas.microsoft.com/office/drawing/2014/main" id="{89023FAD-82A6-4D52-9B59-704A2D5D47B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6638B57-DADF-434E-A7A1-9F3913BB2C4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0C1FA2B3-0DEB-482A-8BFF-604058E0122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91EF5EF-DFFA-4D04-9045-833A5E1130B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16주 포트폴리오 로드맵</a:t>
            </a:r>
          </a:p>
        </p:txBody>
      </p:sp>
      <p:sp>
        <p:nvSpPr>
          <p:cNvPr id="7" name="">
            <a:extLst xmlns:a="http://schemas.openxmlformats.org/drawingml/2006/main">
              <a:ext uri="{FF2B5EF4-FFF2-40B4-BE49-F238E27FC236}">
                <a16:creationId xmlns:a16="http://schemas.microsoft.com/office/drawing/2014/main" id="{BC8C07B7-1CE7-4F3F-B041-DE973385D213}"/>
              </a:ext>
            </a:extLst>
          </p:cNvPr>
          <p:cNvSpPr>
            <a:spLocks xmlns:a="http://schemas.openxmlformats.org/drawingml/2006/main" noGrp="1"/>
          </p:cNvSpPr>
          <p:nvPr/>
        </p:nvSpPr>
        <p:spPr>
          <a:xfrm xmlns:a="http://schemas.openxmlformats.org/drawingml/2006/main" flipH="0" flipV="0">
            <a:off x="876300" y="3276600"/>
            <a:ext cx="100965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9A783D58-67CB-4F95-9BFE-4F42540F6F1C}"/>
              </a:ext>
            </a:extLst>
          </p:cNvPr>
          <p:cNvSpPr>
            <a:spLocks xmlns:a="http://schemas.openxmlformats.org/drawingml/2006/main" noGrp="1"/>
          </p:cNvSpPr>
          <p:nvPr/>
        </p:nvSpPr>
        <p:spPr>
          <a:xfrm xmlns:a="http://schemas.openxmlformats.org/drawingml/2006/main" rot="0">
            <a:off x="723900" y="3124200"/>
            <a:ext cx="304800" cy="30480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 name="">
            <a:extLst xmlns:a="http://schemas.openxmlformats.org/drawingml/2006/main">
              <a:ext uri="{FF2B5EF4-FFF2-40B4-BE49-F238E27FC236}">
                <a16:creationId xmlns:a16="http://schemas.microsoft.com/office/drawing/2014/main" id="{80123AE2-854C-423A-B410-43C83AB55353}"/>
              </a:ext>
            </a:extLst>
          </p:cNvPr>
          <p:cNvSpPr>
            <a:spLocks xmlns:a="http://schemas.openxmlformats.org/drawingml/2006/main" noGrp="1"/>
          </p:cNvSpPr>
          <p:nvPr/>
        </p:nvSpPr>
        <p:spPr>
          <a:xfrm xmlns:a="http://schemas.openxmlformats.org/drawingml/2006/main">
            <a:off x="1524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W01–03</a:t>
            </a:r>
          </a:p>
        </p:txBody>
      </p:sp>
      <p:sp>
        <p:nvSpPr>
          <p:cNvPr id="10" name="">
            <a:extLst xmlns:a="http://schemas.openxmlformats.org/drawingml/2006/main">
              <a:ext uri="{FF2B5EF4-FFF2-40B4-BE49-F238E27FC236}">
                <a16:creationId xmlns:a16="http://schemas.microsoft.com/office/drawing/2014/main" id="{E793FC43-3677-4F63-9725-4527CDC13314}"/>
              </a:ext>
            </a:extLst>
          </p:cNvPr>
          <p:cNvSpPr>
            <a:spLocks xmlns:a="http://schemas.openxmlformats.org/drawingml/2006/main" noGrp="1"/>
          </p:cNvSpPr>
          <p:nvPr/>
        </p:nvSpPr>
        <p:spPr>
          <a:xfrm xmlns:a="http://schemas.openxmlformats.org/drawingml/2006/main">
            <a:off x="381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2563EB"/>
                </a:solidFill>
                <a:latin typeface="AppleGothic"/>
                <a:ea typeface="AppleGothic"/>
                <a:cs typeface="AppleGothic"/>
              </a:defRPr>
            </a:pPr>
            <a:r>
              <a:rPr sz="1500" b="1">
                <a:solidFill>
                  <a:srgbClr val="2563EB"/>
                </a:solidFill>
                <a:latin typeface="AppleGothic"/>
                <a:ea typeface="AppleGothic"/>
                <a:cs typeface="AppleGothic"/>
              </a:rPr>
              <a:t>문제·요구사항</a:t>
            </a:r>
          </a:p>
          <a:p xmlns:a="http://schemas.openxmlformats.org/drawingml/2006/main">
            <a:pPr algn="ctr">
              <a:lnSpc>
                <a:spcPct val="110000"/>
              </a:lnSpc>
              <a:buNone/>
              <a:defRPr sz="1500" b="1">
                <a:solidFill>
                  <a:srgbClr val="2563EB"/>
                </a:solidFill>
                <a:latin typeface="AppleGothic"/>
                <a:ea typeface="AppleGothic"/>
                <a:cs typeface="AppleGothic"/>
              </a:defRPr>
            </a:pPr>
            <a:r>
              <a:rPr sz="1500" b="1">
                <a:solidFill>
                  <a:srgbClr val="2563EB"/>
                </a:solidFill>
                <a:latin typeface="AppleGothic"/>
                <a:ea typeface="AppleGothic"/>
                <a:cs typeface="AppleGothic"/>
              </a:rPr>
              <a:t>평가 기준</a:t>
            </a:r>
          </a:p>
        </p:txBody>
      </p:sp>
      <p:sp>
        <p:nvSpPr>
          <p:cNvPr id="11" name="">
            <a:extLst xmlns:a="http://schemas.openxmlformats.org/drawingml/2006/main">
              <a:ext uri="{FF2B5EF4-FFF2-40B4-BE49-F238E27FC236}">
                <a16:creationId xmlns:a16="http://schemas.microsoft.com/office/drawing/2014/main" id="{2116A965-520E-4269-A12F-6156536A7A7B}"/>
              </a:ext>
            </a:extLst>
          </p:cNvPr>
          <p:cNvSpPr>
            <a:spLocks xmlns:a="http://schemas.openxmlformats.org/drawingml/2006/main" noGrp="1"/>
          </p:cNvSpPr>
          <p:nvPr/>
        </p:nvSpPr>
        <p:spPr>
          <a:xfrm xmlns:a="http://schemas.openxmlformats.org/drawingml/2006/main" rot="0">
            <a:off x="27432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650AB522-641E-495F-9C07-1A01BD7EB89A}"/>
              </a:ext>
            </a:extLst>
          </p:cNvPr>
          <p:cNvSpPr>
            <a:spLocks xmlns:a="http://schemas.openxmlformats.org/drawingml/2006/main" noGrp="1"/>
          </p:cNvSpPr>
          <p:nvPr/>
        </p:nvSpPr>
        <p:spPr>
          <a:xfrm xmlns:a="http://schemas.openxmlformats.org/drawingml/2006/main">
            <a:off x="21717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W04–05</a:t>
            </a:r>
          </a:p>
        </p:txBody>
      </p:sp>
      <p:sp>
        <p:nvSpPr>
          <p:cNvPr id="13" name="">
            <a:extLst xmlns:a="http://schemas.openxmlformats.org/drawingml/2006/main">
              <a:ext uri="{FF2B5EF4-FFF2-40B4-BE49-F238E27FC236}">
                <a16:creationId xmlns:a16="http://schemas.microsoft.com/office/drawing/2014/main" id="{E31E107D-93DE-46CF-9C1E-954567C16E7A}"/>
              </a:ext>
            </a:extLst>
          </p:cNvPr>
          <p:cNvSpPr>
            <a:spLocks xmlns:a="http://schemas.openxmlformats.org/drawingml/2006/main" noGrp="1"/>
          </p:cNvSpPr>
          <p:nvPr/>
        </p:nvSpPr>
        <p:spPr>
          <a:xfrm xmlns:a="http://schemas.openxmlformats.org/drawingml/2006/main">
            <a:off x="20574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데이터·근거</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검색 기준선</a:t>
            </a:r>
          </a:p>
        </p:txBody>
      </p:sp>
      <p:sp>
        <p:nvSpPr>
          <p:cNvPr id="14" name="">
            <a:extLst xmlns:a="http://schemas.openxmlformats.org/drawingml/2006/main">
              <a:ext uri="{FF2B5EF4-FFF2-40B4-BE49-F238E27FC236}">
                <a16:creationId xmlns:a16="http://schemas.microsoft.com/office/drawing/2014/main" id="{139FC83F-990F-4209-B22E-F7C74931B5F6}"/>
              </a:ext>
            </a:extLst>
          </p:cNvPr>
          <p:cNvSpPr>
            <a:spLocks xmlns:a="http://schemas.openxmlformats.org/drawingml/2006/main" noGrp="1"/>
          </p:cNvSpPr>
          <p:nvPr/>
        </p:nvSpPr>
        <p:spPr>
          <a:xfrm xmlns:a="http://schemas.openxmlformats.org/drawingml/2006/main" rot="0">
            <a:off x="47625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A13C159F-AE72-47A0-80D4-A1516ADB46A4}"/>
              </a:ext>
            </a:extLst>
          </p:cNvPr>
          <p:cNvSpPr>
            <a:spLocks xmlns:a="http://schemas.openxmlformats.org/drawingml/2006/main" noGrp="1"/>
          </p:cNvSpPr>
          <p:nvPr/>
        </p:nvSpPr>
        <p:spPr>
          <a:xfrm xmlns:a="http://schemas.openxmlformats.org/drawingml/2006/main">
            <a:off x="41910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W06–08</a:t>
            </a:r>
          </a:p>
        </p:txBody>
      </p:sp>
      <p:sp>
        <p:nvSpPr>
          <p:cNvPr id="16" name="">
            <a:extLst xmlns:a="http://schemas.openxmlformats.org/drawingml/2006/main">
              <a:ext uri="{FF2B5EF4-FFF2-40B4-BE49-F238E27FC236}">
                <a16:creationId xmlns:a16="http://schemas.microsoft.com/office/drawing/2014/main" id="{746F3254-D6F0-4774-B24F-41863ED580CF}"/>
              </a:ext>
            </a:extLst>
          </p:cNvPr>
          <p:cNvSpPr>
            <a:spLocks xmlns:a="http://schemas.openxmlformats.org/drawingml/2006/main" noGrp="1"/>
          </p:cNvSpPr>
          <p:nvPr/>
        </p:nvSpPr>
        <p:spPr>
          <a:xfrm xmlns:a="http://schemas.openxmlformats.org/drawingml/2006/main">
            <a:off x="40767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기술 대안</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기획서 제출</a:t>
            </a:r>
          </a:p>
        </p:txBody>
      </p:sp>
      <p:sp>
        <p:nvSpPr>
          <p:cNvPr id="17" name="">
            <a:extLst xmlns:a="http://schemas.openxmlformats.org/drawingml/2006/main">
              <a:ext uri="{FF2B5EF4-FFF2-40B4-BE49-F238E27FC236}">
                <a16:creationId xmlns:a16="http://schemas.microsoft.com/office/drawing/2014/main" id="{D14C6824-FD82-4BEC-B65F-135C5920E97A}"/>
              </a:ext>
            </a:extLst>
          </p:cNvPr>
          <p:cNvSpPr>
            <a:spLocks xmlns:a="http://schemas.openxmlformats.org/drawingml/2006/main" noGrp="1"/>
          </p:cNvSpPr>
          <p:nvPr/>
        </p:nvSpPr>
        <p:spPr>
          <a:xfrm xmlns:a="http://schemas.openxmlformats.org/drawingml/2006/main" rot="0">
            <a:off x="67818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906AEBA0-CF6D-4B28-97B7-2875C19F2470}"/>
              </a:ext>
            </a:extLst>
          </p:cNvPr>
          <p:cNvSpPr>
            <a:spLocks xmlns:a="http://schemas.openxmlformats.org/drawingml/2006/main" noGrp="1"/>
          </p:cNvSpPr>
          <p:nvPr/>
        </p:nvSpPr>
        <p:spPr>
          <a:xfrm xmlns:a="http://schemas.openxmlformats.org/drawingml/2006/main">
            <a:off x="62103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W09–10</a:t>
            </a:r>
          </a:p>
        </p:txBody>
      </p:sp>
      <p:sp>
        <p:nvSpPr>
          <p:cNvPr id="19" name="">
            <a:extLst xmlns:a="http://schemas.openxmlformats.org/drawingml/2006/main">
              <a:ext uri="{FF2B5EF4-FFF2-40B4-BE49-F238E27FC236}">
                <a16:creationId xmlns:a16="http://schemas.microsoft.com/office/drawing/2014/main" id="{147A8798-B557-4B30-AB74-908335A5E369}"/>
              </a:ext>
            </a:extLst>
          </p:cNvPr>
          <p:cNvSpPr>
            <a:spLocks xmlns:a="http://schemas.openxmlformats.org/drawingml/2006/main" noGrp="1"/>
          </p:cNvSpPr>
          <p:nvPr/>
        </p:nvSpPr>
        <p:spPr>
          <a:xfrm xmlns:a="http://schemas.openxmlformats.org/drawingml/2006/main">
            <a:off x="60960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서비스 구현</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관찰 구조</a:t>
            </a:r>
          </a:p>
        </p:txBody>
      </p:sp>
      <p:sp>
        <p:nvSpPr>
          <p:cNvPr id="20" name="">
            <a:extLst xmlns:a="http://schemas.openxmlformats.org/drawingml/2006/main">
              <a:ext uri="{FF2B5EF4-FFF2-40B4-BE49-F238E27FC236}">
                <a16:creationId xmlns:a16="http://schemas.microsoft.com/office/drawing/2014/main" id="{0655D69E-3DFF-41E7-B02A-C38D62894682}"/>
              </a:ext>
            </a:extLst>
          </p:cNvPr>
          <p:cNvSpPr>
            <a:spLocks xmlns:a="http://schemas.openxmlformats.org/drawingml/2006/main" noGrp="1"/>
          </p:cNvSpPr>
          <p:nvPr/>
        </p:nvSpPr>
        <p:spPr>
          <a:xfrm xmlns:a="http://schemas.openxmlformats.org/drawingml/2006/main" rot="0">
            <a:off x="88011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21" name="">
            <a:extLst xmlns:a="http://schemas.openxmlformats.org/drawingml/2006/main">
              <a:ext uri="{FF2B5EF4-FFF2-40B4-BE49-F238E27FC236}">
                <a16:creationId xmlns:a16="http://schemas.microsoft.com/office/drawing/2014/main" id="{5055A6E4-C458-4596-9B12-9010B3BA3F6B}"/>
              </a:ext>
            </a:extLst>
          </p:cNvPr>
          <p:cNvSpPr>
            <a:spLocks xmlns:a="http://schemas.openxmlformats.org/drawingml/2006/main" noGrp="1"/>
          </p:cNvSpPr>
          <p:nvPr/>
        </p:nvSpPr>
        <p:spPr>
          <a:xfrm xmlns:a="http://schemas.openxmlformats.org/drawingml/2006/main">
            <a:off x="8229600" y="20002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W11–14</a:t>
            </a:r>
          </a:p>
        </p:txBody>
      </p:sp>
      <p:sp>
        <p:nvSpPr>
          <p:cNvPr id="22" name="">
            <a:extLst xmlns:a="http://schemas.openxmlformats.org/drawingml/2006/main">
              <a:ext uri="{FF2B5EF4-FFF2-40B4-BE49-F238E27FC236}">
                <a16:creationId xmlns:a16="http://schemas.microsoft.com/office/drawing/2014/main" id="{79A184DC-A288-4C67-BC55-71D5C0CB3A67}"/>
              </a:ext>
            </a:extLst>
          </p:cNvPr>
          <p:cNvSpPr>
            <a:spLocks xmlns:a="http://schemas.openxmlformats.org/drawingml/2006/main" noGrp="1"/>
          </p:cNvSpPr>
          <p:nvPr/>
        </p:nvSpPr>
        <p:spPr>
          <a:xfrm xmlns:a="http://schemas.openxmlformats.org/drawingml/2006/main">
            <a:off x="8115300" y="23431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평가·안전</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비용 판단</a:t>
            </a:r>
          </a:p>
        </p:txBody>
      </p:sp>
      <p:sp>
        <p:nvSpPr>
          <p:cNvPr id="23" name="">
            <a:extLst xmlns:a="http://schemas.openxmlformats.org/drawingml/2006/main">
              <a:ext uri="{FF2B5EF4-FFF2-40B4-BE49-F238E27FC236}">
                <a16:creationId xmlns:a16="http://schemas.microsoft.com/office/drawing/2014/main" id="{B7F8AD0C-71A3-4B93-BB21-E61EA7D48F45}"/>
              </a:ext>
            </a:extLst>
          </p:cNvPr>
          <p:cNvSpPr>
            <a:spLocks xmlns:a="http://schemas.openxmlformats.org/drawingml/2006/main" noGrp="1"/>
          </p:cNvSpPr>
          <p:nvPr/>
        </p:nvSpPr>
        <p:spPr>
          <a:xfrm xmlns:a="http://schemas.openxmlformats.org/drawingml/2006/main" rot="0">
            <a:off x="10820400" y="3124200"/>
            <a:ext cx="304800" cy="30480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24" name="">
            <a:extLst xmlns:a="http://schemas.openxmlformats.org/drawingml/2006/main">
              <a:ext uri="{FF2B5EF4-FFF2-40B4-BE49-F238E27FC236}">
                <a16:creationId xmlns:a16="http://schemas.microsoft.com/office/drawing/2014/main" id="{FE065C8B-4105-4659-9633-775753A4B40A}"/>
              </a:ext>
            </a:extLst>
          </p:cNvPr>
          <p:cNvSpPr>
            <a:spLocks xmlns:a="http://schemas.openxmlformats.org/drawingml/2006/main" noGrp="1"/>
          </p:cNvSpPr>
          <p:nvPr/>
        </p:nvSpPr>
        <p:spPr>
          <a:xfrm xmlns:a="http://schemas.openxmlformats.org/drawingml/2006/main">
            <a:off x="10248900" y="3714750"/>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W15–16</a:t>
            </a:r>
          </a:p>
        </p:txBody>
      </p:sp>
      <p:sp>
        <p:nvSpPr>
          <p:cNvPr id="25" name="">
            <a:extLst xmlns:a="http://schemas.openxmlformats.org/drawingml/2006/main">
              <a:ext uri="{FF2B5EF4-FFF2-40B4-BE49-F238E27FC236}">
                <a16:creationId xmlns:a16="http://schemas.microsoft.com/office/drawing/2014/main" id="{F03EBA53-BE6A-451C-BBC6-9EFB784E6C8B}"/>
              </a:ext>
            </a:extLst>
          </p:cNvPr>
          <p:cNvSpPr>
            <a:spLocks xmlns:a="http://schemas.openxmlformats.org/drawingml/2006/main" noGrp="1"/>
          </p:cNvSpPr>
          <p:nvPr/>
        </p:nvSpPr>
        <p:spPr>
          <a:xfrm xmlns:a="http://schemas.openxmlformats.org/drawingml/2006/main">
            <a:off x="10134600" y="4057650"/>
            <a:ext cx="1676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통합 검증</a:t>
            </a:r>
          </a:p>
          <a:p xmlns:a="http://schemas.openxmlformats.org/drawingml/2006/main">
            <a:pPr algn="ctr">
              <a:lnSpc>
                <a:spcPct val="11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결과 발표</a:t>
            </a:r>
          </a:p>
        </p:txBody>
      </p:sp>
      <p:sp>
        <p:nvSpPr>
          <p:cNvPr id="26" name="">
            <a:extLst xmlns:a="http://schemas.openxmlformats.org/drawingml/2006/main">
              <a:ext uri="{FF2B5EF4-FFF2-40B4-BE49-F238E27FC236}">
                <a16:creationId xmlns:a16="http://schemas.microsoft.com/office/drawing/2014/main" id="{9E31BE56-2465-4423-AB02-BC831D6055E7}"/>
              </a:ext>
            </a:extLst>
          </p:cNvPr>
          <p:cNvSpPr>
            <a:spLocks xmlns:a="http://schemas.openxmlformats.org/drawingml/2006/main" noGrp="1"/>
          </p:cNvSpPr>
          <p:nvPr/>
        </p:nvSpPr>
        <p:spPr>
          <a:xfrm xmlns:a="http://schemas.openxmlformats.org/drawingml/2006/main">
            <a:off x="609600" y="55435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문제 정의 · 실행 증거 · 평가 기준 · 운영 판단 · 버전 개선의 누적</a:t>
            </a:r>
          </a:p>
        </p:txBody>
      </p:sp>
    </p:spTree>
    <p:extLst>
      <p:ext uri="{BB962C8B-B14F-4D97-AF65-F5344CB8AC3E}">
        <p14:creationId xmlns:p14="http://schemas.microsoft.com/office/powerpoint/2010/main" val="1542059152"/>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CCEDE42-7675-476F-A18D-B5B253B5D37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7F06493A-8246-47FD-848D-6F99319C8C9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05</a:t>
            </a:r>
          </a:p>
        </p:txBody>
      </p:sp>
      <p:sp>
        <p:nvSpPr>
          <p:cNvPr id="3" name="">
            <a:extLst xmlns:a="http://schemas.openxmlformats.org/drawingml/2006/main">
              <a:ext uri="{FF2B5EF4-FFF2-40B4-BE49-F238E27FC236}">
                <a16:creationId xmlns:a16="http://schemas.microsoft.com/office/drawing/2014/main" id="{D473DF87-22ED-4D24-BC18-F259BC17360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EBC2827-B3D5-47BB-809E-A87E8B975B3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8C5E7073-4891-4153-940A-91F13EC5CA8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18C7E2C-AA4B-42B1-A745-237954615FC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기획서 제출 패키지</a:t>
            </a:r>
          </a:p>
        </p:txBody>
      </p:sp>
      <p:sp>
        <p:nvSpPr>
          <p:cNvPr id="7" name="">
            <a:extLst xmlns:a="http://schemas.openxmlformats.org/drawingml/2006/main">
              <a:ext uri="{FF2B5EF4-FFF2-40B4-BE49-F238E27FC236}">
                <a16:creationId xmlns:a16="http://schemas.microsoft.com/office/drawing/2014/main" id="{C11B77E3-31C4-4A00-9D78-6B5A118AACBA}"/>
              </a:ext>
            </a:extLst>
          </p:cNvPr>
          <p:cNvSpPr>
            <a:spLocks xmlns:a="http://schemas.openxmlformats.org/drawingml/2006/main" noGrp="1"/>
          </p:cNvSpPr>
          <p:nvPr/>
        </p:nvSpPr>
        <p:spPr>
          <a:xfrm xmlns:a="http://schemas.openxmlformats.org/drawingml/2006/main">
            <a:off x="609600" y="14097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667085"/>
                </a:solidFill>
                <a:latin typeface="AppleGothic"/>
                <a:ea typeface="AppleGothic"/>
                <a:cs typeface="AppleGothic"/>
              </a:defRPr>
            </a:pPr>
            <a:r>
              <a:rPr sz="1500" b="1">
                <a:solidFill>
                  <a:srgbClr val="667085"/>
                </a:solidFill>
                <a:latin typeface="AppleGothic"/>
                <a:ea typeface="AppleGothic"/>
                <a:cs typeface="AppleGothic"/>
              </a:rPr>
              <a:t>화면 검토와 인쇄 제출을 함께 지원하는 세 가지 HTML 기준 문서</a:t>
            </a:r>
          </a:p>
        </p:txBody>
      </p:sp>
      <p:sp>
        <p:nvSpPr>
          <p:cNvPr id="8" name="">
            <a:extLst xmlns:a="http://schemas.openxmlformats.org/drawingml/2006/main">
              <a:ext uri="{FF2B5EF4-FFF2-40B4-BE49-F238E27FC236}">
                <a16:creationId xmlns:a16="http://schemas.microsoft.com/office/drawing/2014/main" id="{A64F7930-9C1F-496B-B1A9-C11575C2E444}"/>
              </a:ext>
            </a:extLst>
          </p:cNvPr>
          <p:cNvSpPr>
            <a:spLocks xmlns:a="http://schemas.openxmlformats.org/drawingml/2006/main" noGrp="1"/>
          </p:cNvSpPr>
          <p:nvPr/>
        </p:nvSpPr>
        <p:spPr>
          <a:xfrm xmlns:a="http://schemas.openxmlformats.org/drawingml/2006/main" rot="0">
            <a:off x="6096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E0E7AF7D-8161-4FA0-AF08-52271988FD47}"/>
              </a:ext>
            </a:extLst>
          </p:cNvPr>
          <p:cNvSpPr>
            <a:spLocks xmlns:a="http://schemas.openxmlformats.org/drawingml/2006/main" noGrp="1"/>
          </p:cNvSpPr>
          <p:nvPr/>
        </p:nvSpPr>
        <p:spPr>
          <a:xfrm xmlns:a="http://schemas.openxmlformats.org/drawingml/2006/main" rot="0">
            <a:off x="6096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ACC10EA3-7D6F-4A2F-94B6-84EEB3A162B2}"/>
              </a:ext>
            </a:extLst>
          </p:cNvPr>
          <p:cNvSpPr>
            <a:spLocks xmlns:a="http://schemas.openxmlformats.org/drawingml/2006/main" noGrp="1"/>
          </p:cNvSpPr>
          <p:nvPr/>
        </p:nvSpPr>
        <p:spPr>
          <a:xfrm xmlns:a="http://schemas.openxmlformats.org/drawingml/2006/main">
            <a:off x="8382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016D1C0A-1D5F-40D0-8964-9122DAF0B4E8}"/>
              </a:ext>
            </a:extLst>
          </p:cNvPr>
          <p:cNvSpPr>
            <a:spLocks xmlns:a="http://schemas.openxmlformats.org/drawingml/2006/main" noGrp="1"/>
          </p:cNvSpPr>
          <p:nvPr/>
        </p:nvSpPr>
        <p:spPr>
          <a:xfrm xmlns:a="http://schemas.openxmlformats.org/drawingml/2006/main">
            <a:off x="8382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16주 과정</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로드맵</a:t>
            </a:r>
          </a:p>
        </p:txBody>
      </p:sp>
      <p:sp>
        <p:nvSpPr>
          <p:cNvPr id="12" name="">
            <a:extLst xmlns:a="http://schemas.openxmlformats.org/drawingml/2006/main">
              <a:ext uri="{FF2B5EF4-FFF2-40B4-BE49-F238E27FC236}">
                <a16:creationId xmlns:a16="http://schemas.microsoft.com/office/drawing/2014/main" id="{084A3A6E-8543-4180-8BAB-B468A628153E}"/>
              </a:ext>
            </a:extLst>
          </p:cNvPr>
          <p:cNvSpPr>
            <a:spLocks xmlns:a="http://schemas.openxmlformats.org/drawingml/2006/main" noGrp="1"/>
          </p:cNvSpPr>
          <p:nvPr/>
        </p:nvSpPr>
        <p:spPr>
          <a:xfrm xmlns:a="http://schemas.openxmlformats.org/drawingml/2006/main" flipH="0" flipV="0">
            <a:off x="8382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6130F4D6-38E7-4258-BD27-47E28A40C8E6}"/>
              </a:ext>
            </a:extLst>
          </p:cNvPr>
          <p:cNvSpPr>
            <a:spLocks xmlns:a="http://schemas.openxmlformats.org/drawingml/2006/main" noGrp="1"/>
          </p:cNvSpPr>
          <p:nvPr/>
        </p:nvSpPr>
        <p:spPr>
          <a:xfrm xmlns:a="http://schemas.openxmlformats.org/drawingml/2006/main">
            <a:off x="8382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현재 주차·학습 질문</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주차별 일정·누적 산출물</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온라인 영상 대체 일정</a:t>
            </a:r>
          </a:p>
        </p:txBody>
      </p:sp>
      <p:sp>
        <p:nvSpPr>
          <p:cNvPr id="14" name="">
            <a:extLst xmlns:a="http://schemas.openxmlformats.org/drawingml/2006/main">
              <a:ext uri="{FF2B5EF4-FFF2-40B4-BE49-F238E27FC236}">
                <a16:creationId xmlns:a16="http://schemas.microsoft.com/office/drawing/2014/main" id="{3DB93393-59A0-4D91-878B-AE6A55B17C49}"/>
              </a:ext>
            </a:extLst>
          </p:cNvPr>
          <p:cNvSpPr>
            <a:spLocks xmlns:a="http://schemas.openxmlformats.org/drawingml/2006/main" noGrp="1"/>
          </p:cNvSpPr>
          <p:nvPr/>
        </p:nvSpPr>
        <p:spPr>
          <a:xfrm xmlns:a="http://schemas.openxmlformats.org/drawingml/2006/main">
            <a:off x="8382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course-roadmap.html</a:t>
            </a:r>
          </a:p>
        </p:txBody>
      </p:sp>
      <p:sp>
        <p:nvSpPr>
          <p:cNvPr id="15" name="">
            <a:extLst xmlns:a="http://schemas.openxmlformats.org/drawingml/2006/main">
              <a:ext uri="{FF2B5EF4-FFF2-40B4-BE49-F238E27FC236}">
                <a16:creationId xmlns:a16="http://schemas.microsoft.com/office/drawing/2014/main" id="{1E9A7F2F-6E8D-4087-92C9-E5A0C2D86044}"/>
              </a:ext>
            </a:extLst>
          </p:cNvPr>
          <p:cNvSpPr>
            <a:spLocks xmlns:a="http://schemas.openxmlformats.org/drawingml/2006/main" noGrp="1"/>
          </p:cNvSpPr>
          <p:nvPr/>
        </p:nvSpPr>
        <p:spPr>
          <a:xfrm xmlns:a="http://schemas.openxmlformats.org/drawingml/2006/main" rot="0">
            <a:off x="42672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5D3A0884-923B-4D3D-9382-155984DD02E3}"/>
              </a:ext>
            </a:extLst>
          </p:cNvPr>
          <p:cNvSpPr>
            <a:spLocks xmlns:a="http://schemas.openxmlformats.org/drawingml/2006/main" noGrp="1"/>
          </p:cNvSpPr>
          <p:nvPr/>
        </p:nvSpPr>
        <p:spPr>
          <a:xfrm xmlns:a="http://schemas.openxmlformats.org/drawingml/2006/main" rot="0">
            <a:off x="42672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56CADC35-C5EC-42B6-86A8-EA8674A18FF7}"/>
              </a:ext>
            </a:extLst>
          </p:cNvPr>
          <p:cNvSpPr>
            <a:spLocks xmlns:a="http://schemas.openxmlformats.org/drawingml/2006/main" noGrp="1"/>
          </p:cNvSpPr>
          <p:nvPr/>
        </p:nvSpPr>
        <p:spPr>
          <a:xfrm xmlns:a="http://schemas.openxmlformats.org/drawingml/2006/main">
            <a:off x="44958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8" name="">
            <a:extLst xmlns:a="http://schemas.openxmlformats.org/drawingml/2006/main">
              <a:ext uri="{FF2B5EF4-FFF2-40B4-BE49-F238E27FC236}">
                <a16:creationId xmlns:a16="http://schemas.microsoft.com/office/drawing/2014/main" id="{919F7C26-5308-4862-8152-FCB25314E8A6}"/>
              </a:ext>
            </a:extLst>
          </p:cNvPr>
          <p:cNvSpPr>
            <a:spLocks xmlns:a="http://schemas.openxmlformats.org/drawingml/2006/main" noGrp="1"/>
          </p:cNvSpPr>
          <p:nvPr/>
        </p:nvSpPr>
        <p:spPr>
          <a:xfrm xmlns:a="http://schemas.openxmlformats.org/drawingml/2006/main">
            <a:off x="44958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2페이지</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제안서</a:t>
            </a:r>
          </a:p>
        </p:txBody>
      </p:sp>
      <p:sp>
        <p:nvSpPr>
          <p:cNvPr id="19" name="">
            <a:extLst xmlns:a="http://schemas.openxmlformats.org/drawingml/2006/main">
              <a:ext uri="{FF2B5EF4-FFF2-40B4-BE49-F238E27FC236}">
                <a16:creationId xmlns:a16="http://schemas.microsoft.com/office/drawing/2014/main" id="{96E1F6EE-647A-4E76-A570-5B4D8925FC45}"/>
              </a:ext>
            </a:extLst>
          </p:cNvPr>
          <p:cNvSpPr>
            <a:spLocks xmlns:a="http://schemas.openxmlformats.org/drawingml/2006/main" noGrp="1"/>
          </p:cNvSpPr>
          <p:nvPr/>
        </p:nvSpPr>
        <p:spPr>
          <a:xfrm xmlns:a="http://schemas.openxmlformats.org/drawingml/2006/main" flipH="0" flipV="0">
            <a:off x="44958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ED0CA34A-A34D-4A62-A8AB-522468E12E1E}"/>
              </a:ext>
            </a:extLst>
          </p:cNvPr>
          <p:cNvSpPr>
            <a:spLocks xmlns:a="http://schemas.openxmlformats.org/drawingml/2006/main" noGrp="1"/>
          </p:cNvSpPr>
          <p:nvPr/>
        </p:nvSpPr>
        <p:spPr>
          <a:xfrm xmlns:a="http://schemas.openxmlformats.org/drawingml/2006/main">
            <a:off x="44958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문제와 사용자·기준선</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입력·출력 명세</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해법·평가·교수 질문</a:t>
            </a:r>
          </a:p>
        </p:txBody>
      </p:sp>
      <p:sp>
        <p:nvSpPr>
          <p:cNvPr id="21" name="">
            <a:extLst xmlns:a="http://schemas.openxmlformats.org/drawingml/2006/main">
              <a:ext uri="{FF2B5EF4-FFF2-40B4-BE49-F238E27FC236}">
                <a16:creationId xmlns:a16="http://schemas.microsoft.com/office/drawing/2014/main" id="{05AF894A-EFF3-492F-A782-398998C83D87}"/>
              </a:ext>
            </a:extLst>
          </p:cNvPr>
          <p:cNvSpPr>
            <a:spLocks xmlns:a="http://schemas.openxmlformats.org/drawingml/2006/main" noGrp="1"/>
          </p:cNvSpPr>
          <p:nvPr/>
        </p:nvSpPr>
        <p:spPr>
          <a:xfrm xmlns:a="http://schemas.openxmlformats.org/drawingml/2006/main">
            <a:off x="44958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project-proposal-2pager.html</a:t>
            </a:r>
          </a:p>
        </p:txBody>
      </p:sp>
      <p:sp>
        <p:nvSpPr>
          <p:cNvPr id="22" name="">
            <a:extLst xmlns:a="http://schemas.openxmlformats.org/drawingml/2006/main">
              <a:ext uri="{FF2B5EF4-FFF2-40B4-BE49-F238E27FC236}">
                <a16:creationId xmlns:a16="http://schemas.microsoft.com/office/drawing/2014/main" id="{76F6CF8A-0CD9-4DC6-98C9-F5572506EB2B}"/>
              </a:ext>
            </a:extLst>
          </p:cNvPr>
          <p:cNvSpPr>
            <a:spLocks xmlns:a="http://schemas.openxmlformats.org/drawingml/2006/main" noGrp="1"/>
          </p:cNvSpPr>
          <p:nvPr/>
        </p:nvSpPr>
        <p:spPr>
          <a:xfrm xmlns:a="http://schemas.openxmlformats.org/drawingml/2006/main" rot="0">
            <a:off x="7924800" y="1981200"/>
            <a:ext cx="32194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62B1958-3062-4413-8A1F-52ABE5054B13}"/>
              </a:ext>
            </a:extLst>
          </p:cNvPr>
          <p:cNvSpPr>
            <a:spLocks xmlns:a="http://schemas.openxmlformats.org/drawingml/2006/main" noGrp="1"/>
          </p:cNvSpPr>
          <p:nvPr/>
        </p:nvSpPr>
        <p:spPr>
          <a:xfrm xmlns:a="http://schemas.openxmlformats.org/drawingml/2006/main" rot="0">
            <a:off x="7924800" y="1981200"/>
            <a:ext cx="3219450" cy="47625"/>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4" name="">
            <a:extLst xmlns:a="http://schemas.openxmlformats.org/drawingml/2006/main">
              <a:ext uri="{FF2B5EF4-FFF2-40B4-BE49-F238E27FC236}">
                <a16:creationId xmlns:a16="http://schemas.microsoft.com/office/drawing/2014/main" id="{7765F7A5-B662-4F93-994B-5963325A5611}"/>
              </a:ext>
            </a:extLst>
          </p:cNvPr>
          <p:cNvSpPr>
            <a:spLocks xmlns:a="http://schemas.openxmlformats.org/drawingml/2006/main" noGrp="1"/>
          </p:cNvSpPr>
          <p:nvPr/>
        </p:nvSpPr>
        <p:spPr>
          <a:xfrm xmlns:a="http://schemas.openxmlformats.org/drawingml/2006/main">
            <a:off x="8153400" y="2228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25" name="">
            <a:extLst xmlns:a="http://schemas.openxmlformats.org/drawingml/2006/main">
              <a:ext uri="{FF2B5EF4-FFF2-40B4-BE49-F238E27FC236}">
                <a16:creationId xmlns:a16="http://schemas.microsoft.com/office/drawing/2014/main" id="{5D22FC89-C070-4BCD-95CC-1044551950C2}"/>
              </a:ext>
            </a:extLst>
          </p:cNvPr>
          <p:cNvSpPr>
            <a:spLocks xmlns:a="http://schemas.openxmlformats.org/drawingml/2006/main" noGrp="1"/>
          </p:cNvSpPr>
          <p:nvPr/>
        </p:nvSpPr>
        <p:spPr>
          <a:xfrm xmlns:a="http://schemas.openxmlformats.org/drawingml/2006/main">
            <a:off x="8153400" y="26479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제품 요구사항</a:t>
            </a:r>
          </a:p>
          <a:p xmlns:a="http://schemas.openxmlformats.org/drawingml/2006/main">
            <a:pPr algn="l">
              <a:lnSpc>
                <a:spcPct val="106000"/>
              </a:lnSpc>
              <a:buNone/>
              <a:defRPr sz="1875" b="1">
                <a:solidFill>
                  <a:srgbClr val="191919"/>
                </a:solidFill>
                <a:latin typeface="AppleGothic"/>
                <a:ea typeface="AppleGothic"/>
                <a:cs typeface="AppleGothic"/>
              </a:defRPr>
            </a:pPr>
            <a:r>
              <a:rPr sz="1875" b="1">
                <a:solidFill>
                  <a:srgbClr val="191919"/>
                </a:solidFill>
                <a:latin typeface="AppleGothic"/>
                <a:ea typeface="AppleGothic"/>
                <a:cs typeface="AppleGothic"/>
              </a:rPr>
              <a:t>문서(PRD)</a:t>
            </a:r>
          </a:p>
        </p:txBody>
      </p:sp>
      <p:sp>
        <p:nvSpPr>
          <p:cNvPr id="26" name="">
            <a:extLst xmlns:a="http://schemas.openxmlformats.org/drawingml/2006/main">
              <a:ext uri="{FF2B5EF4-FFF2-40B4-BE49-F238E27FC236}">
                <a16:creationId xmlns:a16="http://schemas.microsoft.com/office/drawing/2014/main" id="{DD30A9E5-35CE-4308-9618-1A991806B364}"/>
              </a:ext>
            </a:extLst>
          </p:cNvPr>
          <p:cNvSpPr>
            <a:spLocks xmlns:a="http://schemas.openxmlformats.org/drawingml/2006/main" noGrp="1"/>
          </p:cNvSpPr>
          <p:nvPr/>
        </p:nvSpPr>
        <p:spPr>
          <a:xfrm xmlns:a="http://schemas.openxmlformats.org/drawingml/2006/main" flipH="0" flipV="0">
            <a:off x="8153400" y="3409950"/>
            <a:ext cx="27622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E4AAF1D9-7C08-406B-8ECE-7921609AA7EE}"/>
              </a:ext>
            </a:extLst>
          </p:cNvPr>
          <p:cNvSpPr>
            <a:spLocks xmlns:a="http://schemas.openxmlformats.org/drawingml/2006/main" noGrp="1"/>
          </p:cNvSpPr>
          <p:nvPr/>
        </p:nvSpPr>
        <p:spPr>
          <a:xfrm xmlns:a="http://schemas.openxmlformats.org/drawingml/2006/main">
            <a:off x="8153400" y="363855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기능·비기능 요구사항</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데이터·권한·위험</a:t>
            </a:r>
          </a:p>
          <a:p xmlns:a="http://schemas.openxmlformats.org/drawingml/2006/main">
            <a:pPr algn="l">
              <a:lnSpc>
                <a:spcPct val="13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수락·승격·중단 기준</a:t>
            </a:r>
          </a:p>
        </p:txBody>
      </p:sp>
      <p:sp>
        <p:nvSpPr>
          <p:cNvPr id="28" name="">
            <a:extLst xmlns:a="http://schemas.openxmlformats.org/drawingml/2006/main">
              <a:ext uri="{FF2B5EF4-FFF2-40B4-BE49-F238E27FC236}">
                <a16:creationId xmlns:a16="http://schemas.microsoft.com/office/drawing/2014/main" id="{7C164F1A-902F-4F08-B49F-6A95BAF9FB5B}"/>
              </a:ext>
            </a:extLst>
          </p:cNvPr>
          <p:cNvSpPr>
            <a:spLocks xmlns:a="http://schemas.openxmlformats.org/drawingml/2006/main" noGrp="1"/>
          </p:cNvSpPr>
          <p:nvPr/>
        </p:nvSpPr>
        <p:spPr>
          <a:xfrm xmlns:a="http://schemas.openxmlformats.org/drawingml/2006/main">
            <a:off x="8153400" y="449580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curriculum/2026-2/web/</a:t>
            </a:r>
          </a:p>
          <a:p xmlns:a="http://schemas.openxmlformats.org/drawingml/2006/main">
            <a:pPr algn="l">
              <a:lnSpc>
                <a:spcPct val="110000"/>
              </a:lnSpc>
              <a:buNone/>
              <a:defRPr sz="1050" b="1">
                <a:solidFill>
                  <a:srgbClr val="191919"/>
                </a:solidFill>
                <a:latin typeface="Menlo"/>
                <a:ea typeface="Menlo"/>
                <a:cs typeface="Menlo"/>
              </a:defRPr>
            </a:pPr>
            <a:r>
              <a:rPr sz="1050" b="1">
                <a:solidFill>
                  <a:srgbClr val="191919"/>
                </a:solidFill>
                <a:latin typeface="Menlo"/>
                <a:ea typeface="Menlo"/>
                <a:cs typeface="Menlo"/>
              </a:rPr>
              <a:t>project-prd.html</a:t>
            </a:r>
          </a:p>
        </p:txBody>
      </p:sp>
      <p:sp>
        <p:nvSpPr>
          <p:cNvPr id="29" name="">
            <a:extLst xmlns:a="http://schemas.openxmlformats.org/drawingml/2006/main">
              <a:ext uri="{FF2B5EF4-FFF2-40B4-BE49-F238E27FC236}">
                <a16:creationId xmlns:a16="http://schemas.microsoft.com/office/drawing/2014/main" id="{B02A1EBE-46F3-4BD7-BDA6-4EE818B51595}"/>
              </a:ext>
            </a:extLst>
          </p:cNvPr>
          <p:cNvSpPr>
            <a:spLocks xmlns:a="http://schemas.openxmlformats.org/drawingml/2006/main" noGrp="1"/>
          </p:cNvSpPr>
          <p:nvPr/>
        </p:nvSpPr>
        <p:spPr>
          <a:xfrm xmlns:a="http://schemas.openxmlformats.org/drawingml/2006/main" rot="0">
            <a:off x="609600" y="5276850"/>
            <a:ext cx="10972800" cy="6667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30" name="">
            <a:extLst xmlns:a="http://schemas.openxmlformats.org/drawingml/2006/main">
              <a:ext uri="{FF2B5EF4-FFF2-40B4-BE49-F238E27FC236}">
                <a16:creationId xmlns:a16="http://schemas.microsoft.com/office/drawing/2014/main" id="{6A8378D8-ED81-467B-8DEC-C00968079F4E}"/>
              </a:ext>
            </a:extLst>
          </p:cNvPr>
          <p:cNvSpPr>
            <a:spLocks xmlns:a="http://schemas.openxmlformats.org/drawingml/2006/main" noGrp="1"/>
          </p:cNvSpPr>
          <p:nvPr/>
        </p:nvSpPr>
        <p:spPr>
          <a:xfrm xmlns:a="http://schemas.openxmlformats.org/drawingml/2006/main">
            <a:off x="838200" y="5410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W08 / ONLINE SUBMISSION</a:t>
            </a:r>
          </a:p>
        </p:txBody>
      </p:sp>
      <p:sp>
        <p:nvSpPr>
          <p:cNvPr id="31" name="">
            <a:extLst xmlns:a="http://schemas.openxmlformats.org/drawingml/2006/main">
              <a:ext uri="{FF2B5EF4-FFF2-40B4-BE49-F238E27FC236}">
                <a16:creationId xmlns:a16="http://schemas.microsoft.com/office/drawing/2014/main" id="{9D6D6240-58F4-4052-A95A-8E6B08ADA131}"/>
              </a:ext>
            </a:extLst>
          </p:cNvPr>
          <p:cNvSpPr>
            <a:spLocks xmlns:a="http://schemas.openxmlformats.org/drawingml/2006/main" noGrp="1"/>
          </p:cNvSpPr>
          <p:nvPr/>
        </p:nvSpPr>
        <p:spPr>
          <a:xfrm xmlns:a="http://schemas.openxmlformats.org/drawingml/2006/main">
            <a:off x="3638550" y="5391150"/>
            <a:ext cx="771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중간고사 없음 · 실시간 수업 없음 · 세 문서와 PPT 요약본의 온라인 제출로 평가</a:t>
            </a:r>
          </a:p>
        </p:txBody>
      </p:sp>
    </p:spTree>
    <p:extLst>
      <p:ext uri="{BB962C8B-B14F-4D97-AF65-F5344CB8AC3E}">
        <p14:creationId xmlns:p14="http://schemas.microsoft.com/office/powerpoint/2010/main" val="1020634878"/>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108310E-0CFE-47A9-A04B-20952A54C8C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20F659F7-5B07-4263-B794-9E693982053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06</a:t>
            </a:r>
          </a:p>
        </p:txBody>
      </p:sp>
      <p:sp>
        <p:nvSpPr>
          <p:cNvPr id="3" name="">
            <a:extLst xmlns:a="http://schemas.openxmlformats.org/drawingml/2006/main">
              <a:ext uri="{FF2B5EF4-FFF2-40B4-BE49-F238E27FC236}">
                <a16:creationId xmlns:a16="http://schemas.microsoft.com/office/drawing/2014/main" id="{F15E06BA-45BF-4FCD-AD23-31FE40C02F0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89DBA4F-9ABA-4EF1-B380-75F3952BEC3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80EB337-2B35-4661-ACE1-6941501F8E0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F5E3E38F-082B-4698-904C-A43989FC904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교수 설계 리뷰와 수정 기록</a:t>
            </a:r>
          </a:p>
        </p:txBody>
      </p:sp>
      <p:sp>
        <p:nvSpPr>
          <p:cNvPr id="7" name="">
            <a:extLst xmlns:a="http://schemas.openxmlformats.org/drawingml/2006/main">
              <a:ext uri="{FF2B5EF4-FFF2-40B4-BE49-F238E27FC236}">
                <a16:creationId xmlns:a16="http://schemas.microsoft.com/office/drawing/2014/main" id="{FF4FAAB1-779D-4B21-B395-8B6F0F34627F}"/>
              </a:ext>
            </a:extLst>
          </p:cNvPr>
          <p:cNvSpPr>
            <a:spLocks xmlns:a="http://schemas.openxmlformats.org/drawingml/2006/main" noGrp="1"/>
          </p:cNvSpPr>
          <p:nvPr/>
        </p:nvSpPr>
        <p:spPr>
          <a:xfrm xmlns:a="http://schemas.openxmlformats.org/drawingml/2006/main">
            <a:off x="609600" y="15240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초안 0.1 · 근거 확인 · 학생 결정 · 수정안 0.2</a:t>
            </a:r>
          </a:p>
        </p:txBody>
      </p:sp>
      <p:sp>
        <p:nvSpPr>
          <p:cNvPr id="8" name="">
            <a:extLst xmlns:a="http://schemas.openxmlformats.org/drawingml/2006/main">
              <a:ext uri="{FF2B5EF4-FFF2-40B4-BE49-F238E27FC236}">
                <a16:creationId xmlns:a16="http://schemas.microsoft.com/office/drawing/2014/main" id="{A6CDBCA7-B094-4A7D-A88D-96EECCF9AC26}"/>
              </a:ext>
            </a:extLst>
          </p:cNvPr>
          <p:cNvSpPr>
            <a:spLocks xmlns:a="http://schemas.openxmlformats.org/drawingml/2006/main" noGrp="1"/>
          </p:cNvSpPr>
          <p:nvPr/>
        </p:nvSpPr>
        <p:spPr>
          <a:xfrm xmlns:a="http://schemas.openxmlformats.org/drawingml/2006/main">
            <a:off x="6096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DRAFT 0.1</a:t>
            </a:r>
          </a:p>
        </p:txBody>
      </p:sp>
      <p:sp>
        <p:nvSpPr>
          <p:cNvPr id="9" name="">
            <a:extLst xmlns:a="http://schemas.openxmlformats.org/drawingml/2006/main">
              <a:ext uri="{FF2B5EF4-FFF2-40B4-BE49-F238E27FC236}">
                <a16:creationId xmlns:a16="http://schemas.microsoft.com/office/drawing/2014/main" id="{1BFB6F1E-4E80-487E-85DD-13FA1B98F527}"/>
              </a:ext>
            </a:extLst>
          </p:cNvPr>
          <p:cNvSpPr>
            <a:spLocks xmlns:a="http://schemas.openxmlformats.org/drawingml/2006/main" noGrp="1"/>
          </p:cNvSpPr>
          <p:nvPr/>
        </p:nvSpPr>
        <p:spPr>
          <a:xfrm xmlns:a="http://schemas.openxmlformats.org/drawingml/2006/main">
            <a:off x="6096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현재 기획</a:t>
            </a:r>
          </a:p>
        </p:txBody>
      </p:sp>
      <p:sp>
        <p:nvSpPr>
          <p:cNvPr id="10" name="">
            <a:extLst xmlns:a="http://schemas.openxmlformats.org/drawingml/2006/main">
              <a:ext uri="{FF2B5EF4-FFF2-40B4-BE49-F238E27FC236}">
                <a16:creationId xmlns:a16="http://schemas.microsoft.com/office/drawing/2014/main" id="{E04D5802-C68B-41A0-87C6-FD640F05C707}"/>
              </a:ext>
            </a:extLst>
          </p:cNvPr>
          <p:cNvSpPr>
            <a:spLocks xmlns:a="http://schemas.openxmlformats.org/drawingml/2006/main" noGrp="1"/>
          </p:cNvSpPr>
          <p:nvPr/>
        </p:nvSpPr>
        <p:spPr>
          <a:xfrm xmlns:a="http://schemas.openxmlformats.org/drawingml/2006/main" flipH="0" flipV="0">
            <a:off x="6096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AF12EEE5-E3BE-4076-AF82-213856B77F2C}"/>
              </a:ext>
            </a:extLst>
          </p:cNvPr>
          <p:cNvSpPr>
            <a:spLocks xmlns:a="http://schemas.openxmlformats.org/drawingml/2006/main" noGrp="1"/>
          </p:cNvSpPr>
          <p:nvPr/>
        </p:nvSpPr>
        <p:spPr>
          <a:xfrm xmlns:a="http://schemas.openxmlformats.org/drawingml/2006/main">
            <a:off x="6096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가정과 선택지</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확인할 질문 1–3개</a:t>
            </a:r>
          </a:p>
        </p:txBody>
      </p:sp>
      <p:sp>
        <p:nvSpPr>
          <p:cNvPr id="12" name="">
            <a:extLst xmlns:a="http://schemas.openxmlformats.org/drawingml/2006/main">
              <a:ext uri="{FF2B5EF4-FFF2-40B4-BE49-F238E27FC236}">
                <a16:creationId xmlns:a16="http://schemas.microsoft.com/office/drawing/2014/main" id="{5D8FE156-36DA-467B-AA47-707E4A076919}"/>
              </a:ext>
            </a:extLst>
          </p:cNvPr>
          <p:cNvSpPr>
            <a:spLocks xmlns:a="http://schemas.openxmlformats.org/drawingml/2006/main" noGrp="1"/>
          </p:cNvSpPr>
          <p:nvPr/>
        </p:nvSpPr>
        <p:spPr>
          <a:xfrm xmlns:a="http://schemas.openxmlformats.org/drawingml/2006/main" flipH="0" flipV="0">
            <a:off x="28765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13" name="">
            <a:extLst xmlns:a="http://schemas.openxmlformats.org/drawingml/2006/main">
              <a:ext uri="{FF2B5EF4-FFF2-40B4-BE49-F238E27FC236}">
                <a16:creationId xmlns:a16="http://schemas.microsoft.com/office/drawing/2014/main" id="{C03B9CD0-2E87-41AF-88CE-ABA30D91879B}"/>
              </a:ext>
            </a:extLst>
          </p:cNvPr>
          <p:cNvSpPr>
            <a:spLocks xmlns:a="http://schemas.openxmlformats.org/drawingml/2006/main" noGrp="1"/>
          </p:cNvSpPr>
          <p:nvPr/>
        </p:nvSpPr>
        <p:spPr>
          <a:xfrm xmlns:a="http://schemas.openxmlformats.org/drawingml/2006/main" rot="0">
            <a:off x="32766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14" name="">
            <a:extLst xmlns:a="http://schemas.openxmlformats.org/drawingml/2006/main">
              <a:ext uri="{FF2B5EF4-FFF2-40B4-BE49-F238E27FC236}">
                <a16:creationId xmlns:a16="http://schemas.microsoft.com/office/drawing/2014/main" id="{FEF3A8D7-7187-42D9-AB05-6B3D21BF3565}"/>
              </a:ext>
            </a:extLst>
          </p:cNvPr>
          <p:cNvSpPr>
            <a:spLocks xmlns:a="http://schemas.openxmlformats.org/drawingml/2006/main" noGrp="1"/>
          </p:cNvSpPr>
          <p:nvPr/>
        </p:nvSpPr>
        <p:spPr>
          <a:xfrm xmlns:a="http://schemas.openxmlformats.org/drawingml/2006/main">
            <a:off x="34290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DESIGN REVIEW</a:t>
            </a:r>
          </a:p>
        </p:txBody>
      </p:sp>
      <p:sp>
        <p:nvSpPr>
          <p:cNvPr id="15" name="">
            <a:extLst xmlns:a="http://schemas.openxmlformats.org/drawingml/2006/main">
              <a:ext uri="{FF2B5EF4-FFF2-40B4-BE49-F238E27FC236}">
                <a16:creationId xmlns:a16="http://schemas.microsoft.com/office/drawing/2014/main" id="{9CFA203D-4D08-402A-8839-284D8738B095}"/>
              </a:ext>
            </a:extLst>
          </p:cNvPr>
          <p:cNvSpPr>
            <a:spLocks xmlns:a="http://schemas.openxmlformats.org/drawingml/2006/main" noGrp="1"/>
          </p:cNvSpPr>
          <p:nvPr/>
        </p:nvSpPr>
        <p:spPr>
          <a:xfrm xmlns:a="http://schemas.openxmlformats.org/drawingml/2006/main">
            <a:off x="34290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교수 질문</a:t>
            </a:r>
          </a:p>
        </p:txBody>
      </p:sp>
      <p:sp>
        <p:nvSpPr>
          <p:cNvPr id="16" name="">
            <a:extLst xmlns:a="http://schemas.openxmlformats.org/drawingml/2006/main">
              <a:ext uri="{FF2B5EF4-FFF2-40B4-BE49-F238E27FC236}">
                <a16:creationId xmlns:a16="http://schemas.microsoft.com/office/drawing/2014/main" id="{2666CD42-A783-4B60-822A-A6FC00F399D3}"/>
              </a:ext>
            </a:extLst>
          </p:cNvPr>
          <p:cNvSpPr>
            <a:spLocks xmlns:a="http://schemas.openxmlformats.org/drawingml/2006/main" noGrp="1"/>
          </p:cNvSpPr>
          <p:nvPr/>
        </p:nvSpPr>
        <p:spPr>
          <a:xfrm xmlns:a="http://schemas.openxmlformats.org/drawingml/2006/main" flipH="0" flipV="0">
            <a:off x="3429000" y="3638550"/>
            <a:ext cx="219075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7" name="">
            <a:extLst xmlns:a="http://schemas.openxmlformats.org/drawingml/2006/main">
              <a:ext uri="{FF2B5EF4-FFF2-40B4-BE49-F238E27FC236}">
                <a16:creationId xmlns:a16="http://schemas.microsoft.com/office/drawing/2014/main" id="{F0C6CAF7-7BF9-4C99-ADC8-23C6A15E9C9B}"/>
              </a:ext>
            </a:extLst>
          </p:cNvPr>
          <p:cNvSpPr>
            <a:spLocks xmlns:a="http://schemas.openxmlformats.org/drawingml/2006/main" noGrp="1"/>
          </p:cNvSpPr>
          <p:nvPr/>
        </p:nvSpPr>
        <p:spPr>
          <a:xfrm xmlns:a="http://schemas.openxmlformats.org/drawingml/2006/main">
            <a:off x="34290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빈 근거와 경계</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반례·추가 확인</a:t>
            </a:r>
          </a:p>
        </p:txBody>
      </p:sp>
      <p:sp>
        <p:nvSpPr>
          <p:cNvPr id="18" name="">
            <a:extLst xmlns:a="http://schemas.openxmlformats.org/drawingml/2006/main">
              <a:ext uri="{FF2B5EF4-FFF2-40B4-BE49-F238E27FC236}">
                <a16:creationId xmlns:a16="http://schemas.microsoft.com/office/drawing/2014/main" id="{AF90DFFF-7FE9-4871-AD16-3C36E4C9008D}"/>
              </a:ext>
            </a:extLst>
          </p:cNvPr>
          <p:cNvSpPr>
            <a:spLocks xmlns:a="http://schemas.openxmlformats.org/drawingml/2006/main" noGrp="1"/>
          </p:cNvSpPr>
          <p:nvPr/>
        </p:nvSpPr>
        <p:spPr>
          <a:xfrm xmlns:a="http://schemas.openxmlformats.org/drawingml/2006/main" flipH="0" flipV="0">
            <a:off x="56959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19" name="">
            <a:extLst xmlns:a="http://schemas.openxmlformats.org/drawingml/2006/main">
              <a:ext uri="{FF2B5EF4-FFF2-40B4-BE49-F238E27FC236}">
                <a16:creationId xmlns:a16="http://schemas.microsoft.com/office/drawing/2014/main" id="{EE3E0D0B-1262-4EF7-8717-1A65B513AB13}"/>
              </a:ext>
            </a:extLst>
          </p:cNvPr>
          <p:cNvSpPr>
            <a:spLocks xmlns:a="http://schemas.openxmlformats.org/drawingml/2006/main" noGrp="1"/>
          </p:cNvSpPr>
          <p:nvPr/>
        </p:nvSpPr>
        <p:spPr>
          <a:xfrm xmlns:a="http://schemas.openxmlformats.org/drawingml/2006/main" rot="0">
            <a:off x="60960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20" name="">
            <a:extLst xmlns:a="http://schemas.openxmlformats.org/drawingml/2006/main">
              <a:ext uri="{FF2B5EF4-FFF2-40B4-BE49-F238E27FC236}">
                <a16:creationId xmlns:a16="http://schemas.microsoft.com/office/drawing/2014/main" id="{61B35EEE-1459-48B6-B6B0-51C2A6CDFC75}"/>
              </a:ext>
            </a:extLst>
          </p:cNvPr>
          <p:cNvSpPr>
            <a:spLocks xmlns:a="http://schemas.openxmlformats.org/drawingml/2006/main" noGrp="1"/>
          </p:cNvSpPr>
          <p:nvPr/>
        </p:nvSpPr>
        <p:spPr>
          <a:xfrm xmlns:a="http://schemas.openxmlformats.org/drawingml/2006/main">
            <a:off x="62484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DECISION</a:t>
            </a:r>
          </a:p>
        </p:txBody>
      </p:sp>
      <p:sp>
        <p:nvSpPr>
          <p:cNvPr id="21" name="">
            <a:extLst xmlns:a="http://schemas.openxmlformats.org/drawingml/2006/main">
              <a:ext uri="{FF2B5EF4-FFF2-40B4-BE49-F238E27FC236}">
                <a16:creationId xmlns:a16="http://schemas.microsoft.com/office/drawing/2014/main" id="{6D0ABFD8-5A98-4E89-95C7-E853077073AB}"/>
              </a:ext>
            </a:extLst>
          </p:cNvPr>
          <p:cNvSpPr>
            <a:spLocks xmlns:a="http://schemas.openxmlformats.org/drawingml/2006/main" noGrp="1"/>
          </p:cNvSpPr>
          <p:nvPr/>
        </p:nvSpPr>
        <p:spPr>
          <a:xfrm xmlns:a="http://schemas.openxmlformats.org/drawingml/2006/main">
            <a:off x="62484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학생 판단</a:t>
            </a:r>
          </a:p>
        </p:txBody>
      </p:sp>
      <p:sp>
        <p:nvSpPr>
          <p:cNvPr id="22" name="">
            <a:extLst xmlns:a="http://schemas.openxmlformats.org/drawingml/2006/main">
              <a:ext uri="{FF2B5EF4-FFF2-40B4-BE49-F238E27FC236}">
                <a16:creationId xmlns:a16="http://schemas.microsoft.com/office/drawing/2014/main" id="{CCB57921-F541-4670-878A-92FC15936328}"/>
              </a:ext>
            </a:extLst>
          </p:cNvPr>
          <p:cNvSpPr>
            <a:spLocks xmlns:a="http://schemas.openxmlformats.org/drawingml/2006/main" noGrp="1"/>
          </p:cNvSpPr>
          <p:nvPr/>
        </p:nvSpPr>
        <p:spPr>
          <a:xfrm xmlns:a="http://schemas.openxmlformats.org/drawingml/2006/main" flipH="0" flipV="0">
            <a:off x="62484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B79AC8FB-1D1C-425D-8F3B-236EF8B2211C}"/>
              </a:ext>
            </a:extLst>
          </p:cNvPr>
          <p:cNvSpPr>
            <a:spLocks xmlns:a="http://schemas.openxmlformats.org/drawingml/2006/main" noGrp="1"/>
          </p:cNvSpPr>
          <p:nvPr/>
        </p:nvSpPr>
        <p:spPr>
          <a:xfrm xmlns:a="http://schemas.openxmlformats.org/drawingml/2006/main">
            <a:off x="62484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채택 · 보류 · 반박</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결정 이유</a:t>
            </a:r>
          </a:p>
        </p:txBody>
      </p:sp>
      <p:sp>
        <p:nvSpPr>
          <p:cNvPr id="24" name="">
            <a:extLst xmlns:a="http://schemas.openxmlformats.org/drawingml/2006/main">
              <a:ext uri="{FF2B5EF4-FFF2-40B4-BE49-F238E27FC236}">
                <a16:creationId xmlns:a16="http://schemas.microsoft.com/office/drawing/2014/main" id="{C492536A-2BCD-4A59-AEDB-B4B94B49D49C}"/>
              </a:ext>
            </a:extLst>
          </p:cNvPr>
          <p:cNvSpPr>
            <a:spLocks xmlns:a="http://schemas.openxmlformats.org/drawingml/2006/main" noGrp="1"/>
          </p:cNvSpPr>
          <p:nvPr/>
        </p:nvSpPr>
        <p:spPr>
          <a:xfrm xmlns:a="http://schemas.openxmlformats.org/drawingml/2006/main" flipH="0" flipV="0">
            <a:off x="8515350" y="3162300"/>
            <a:ext cx="457200" cy="0"/>
          </a:xfrm>
          <a:prstGeom xmlns:a="http://schemas.openxmlformats.org/drawingml/2006/main" prst="line">
            <a:avLst/>
          </a:prstGeom>
          <a:noFill xmlns:a="http://schemas.openxmlformats.org/drawingml/2006/main"/>
          <a:ln xmlns:a="http://schemas.openxmlformats.org/drawingml/2006/main" w="9525">
            <a:solidFill>
              <a:srgbClr val="98A2B3"/>
            </a:solidFill>
            <a:prstDash val="solid"/>
          </a:ln>
        </p:spPr>
      </p:sp>
      <p:sp>
        <p:nvSpPr>
          <p:cNvPr id="25" name="">
            <a:extLst xmlns:a="http://schemas.openxmlformats.org/drawingml/2006/main">
              <a:ext uri="{FF2B5EF4-FFF2-40B4-BE49-F238E27FC236}">
                <a16:creationId xmlns:a16="http://schemas.microsoft.com/office/drawing/2014/main" id="{95A8DB93-8915-443D-B4E5-692A6E5270FD}"/>
              </a:ext>
            </a:extLst>
          </p:cNvPr>
          <p:cNvSpPr>
            <a:spLocks xmlns:a="http://schemas.openxmlformats.org/drawingml/2006/main" noGrp="1"/>
          </p:cNvSpPr>
          <p:nvPr/>
        </p:nvSpPr>
        <p:spPr>
          <a:xfrm xmlns:a="http://schemas.openxmlformats.org/drawingml/2006/main" rot="0">
            <a:off x="8915400" y="3114675"/>
            <a:ext cx="95250" cy="95250"/>
          </a:xfrm>
          <a:prstGeom xmlns:a="http://schemas.openxmlformats.org/drawingml/2006/main" prst="ellipse">
            <a:avLst/>
          </a:prstGeom>
          <a:solidFill xmlns:a="http://schemas.openxmlformats.org/drawingml/2006/main">
            <a:srgbClr val="98A2B3"/>
          </a:solidFill>
          <a:ln xmlns:a="http://schemas.openxmlformats.org/drawingml/2006/main" w="0">
            <a:solidFill>
              <a:srgbClr val="98A2B3"/>
            </a:solidFill>
            <a:prstDash val="solid"/>
          </a:ln>
        </p:spPr>
      </p:sp>
      <p:sp>
        <p:nvSpPr>
          <p:cNvPr id="26" name="">
            <a:extLst xmlns:a="http://schemas.openxmlformats.org/drawingml/2006/main">
              <a:ext uri="{FF2B5EF4-FFF2-40B4-BE49-F238E27FC236}">
                <a16:creationId xmlns:a16="http://schemas.microsoft.com/office/drawing/2014/main" id="{6131F979-4E93-4793-B0D9-D2BF93D7C112}"/>
              </a:ext>
            </a:extLst>
          </p:cNvPr>
          <p:cNvSpPr>
            <a:spLocks xmlns:a="http://schemas.openxmlformats.org/drawingml/2006/main" noGrp="1"/>
          </p:cNvSpPr>
          <p:nvPr/>
        </p:nvSpPr>
        <p:spPr>
          <a:xfrm xmlns:a="http://schemas.openxmlformats.org/drawingml/2006/main">
            <a:off x="9067800" y="2324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REVISION 0.2</a:t>
            </a:r>
          </a:p>
        </p:txBody>
      </p:sp>
      <p:sp>
        <p:nvSpPr>
          <p:cNvPr id="27" name="">
            <a:extLst xmlns:a="http://schemas.openxmlformats.org/drawingml/2006/main">
              <a:ext uri="{FF2B5EF4-FFF2-40B4-BE49-F238E27FC236}">
                <a16:creationId xmlns:a16="http://schemas.microsoft.com/office/drawing/2014/main" id="{134C6BA0-ADF1-4891-94E0-B7A5C3624152}"/>
              </a:ext>
            </a:extLst>
          </p:cNvPr>
          <p:cNvSpPr>
            <a:spLocks xmlns:a="http://schemas.openxmlformats.org/drawingml/2006/main" noGrp="1"/>
          </p:cNvSpPr>
          <p:nvPr/>
        </p:nvSpPr>
        <p:spPr>
          <a:xfrm xmlns:a="http://schemas.openxmlformats.org/drawingml/2006/main">
            <a:off x="9067800" y="2781300"/>
            <a:ext cx="2190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875" b="1">
                <a:solidFill>
                  <a:srgbClr val="FFFFFF"/>
                </a:solidFill>
                <a:latin typeface="AppleGothic"/>
                <a:ea typeface="AppleGothic"/>
                <a:cs typeface="AppleGothic"/>
              </a:defRPr>
            </a:pPr>
            <a:r>
              <a:rPr sz="1875" b="1">
                <a:solidFill>
                  <a:srgbClr val="FFFFFF"/>
                </a:solidFill>
                <a:latin typeface="AppleGothic"/>
                <a:ea typeface="AppleGothic"/>
                <a:cs typeface="AppleGothic"/>
              </a:rPr>
              <a:t>문서 수정</a:t>
            </a:r>
          </a:p>
        </p:txBody>
      </p:sp>
      <p:sp>
        <p:nvSpPr>
          <p:cNvPr id="28" name="">
            <a:extLst xmlns:a="http://schemas.openxmlformats.org/drawingml/2006/main">
              <a:ext uri="{FF2B5EF4-FFF2-40B4-BE49-F238E27FC236}">
                <a16:creationId xmlns:a16="http://schemas.microsoft.com/office/drawing/2014/main" id="{0E0CA0F9-4F28-49C2-B311-92948F99839C}"/>
              </a:ext>
            </a:extLst>
          </p:cNvPr>
          <p:cNvSpPr>
            <a:spLocks xmlns:a="http://schemas.openxmlformats.org/drawingml/2006/main" noGrp="1"/>
          </p:cNvSpPr>
          <p:nvPr/>
        </p:nvSpPr>
        <p:spPr>
          <a:xfrm xmlns:a="http://schemas.openxmlformats.org/drawingml/2006/main" flipH="0" flipV="0">
            <a:off x="9067800" y="3638550"/>
            <a:ext cx="219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9" name="">
            <a:extLst xmlns:a="http://schemas.openxmlformats.org/drawingml/2006/main">
              <a:ext uri="{FF2B5EF4-FFF2-40B4-BE49-F238E27FC236}">
                <a16:creationId xmlns:a16="http://schemas.microsoft.com/office/drawing/2014/main" id="{9FEB8051-765D-44B4-A58F-D8FAAA33AFBB}"/>
              </a:ext>
            </a:extLst>
          </p:cNvPr>
          <p:cNvSpPr>
            <a:spLocks xmlns:a="http://schemas.openxmlformats.org/drawingml/2006/main" noGrp="1"/>
          </p:cNvSpPr>
          <p:nvPr/>
        </p:nvSpPr>
        <p:spPr>
          <a:xfrm xmlns:a="http://schemas.openxmlformats.org/drawingml/2006/main">
            <a:off x="9067800" y="3905250"/>
            <a:ext cx="219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변경 전후와 근거</a:t>
            </a:r>
          </a:p>
          <a:p xmlns:a="http://schemas.openxmlformats.org/drawingml/2006/main">
            <a:pPr algn="l">
              <a:lnSpc>
                <a:spcPct val="125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남은 위험</a:t>
            </a:r>
          </a:p>
        </p:txBody>
      </p:sp>
      <p:sp>
        <p:nvSpPr>
          <p:cNvPr id="30" name="">
            <a:extLst xmlns:a="http://schemas.openxmlformats.org/drawingml/2006/main">
              <a:ext uri="{FF2B5EF4-FFF2-40B4-BE49-F238E27FC236}">
                <a16:creationId xmlns:a16="http://schemas.microsoft.com/office/drawing/2014/main" id="{B23FB03D-194A-4AB9-B956-25CD851CD300}"/>
              </a:ext>
            </a:extLst>
          </p:cNvPr>
          <p:cNvSpPr>
            <a:spLocks xmlns:a="http://schemas.openxmlformats.org/drawingml/2006/main" noGrp="1"/>
          </p:cNvSpPr>
          <p:nvPr/>
        </p:nvSpPr>
        <p:spPr>
          <a:xfrm xmlns:a="http://schemas.openxmlformats.org/drawingml/2006/main">
            <a:off x="609600" y="542925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질의응답은 시험이 아닌 상시 설계 리뷰 · 최종 선택과 책임은 학생에게 귀속</a:t>
            </a:r>
          </a:p>
        </p:txBody>
      </p:sp>
    </p:spTree>
    <p:extLst>
      <p:ext uri="{BB962C8B-B14F-4D97-AF65-F5344CB8AC3E}">
        <p14:creationId xmlns:p14="http://schemas.microsoft.com/office/powerpoint/2010/main" val="2056933178"/>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B2CCBFB-D424-4D42-85FB-A27AC491474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COURSE</a:t>
            </a:r>
          </a:p>
        </p:txBody>
      </p:sp>
      <p:sp>
        <p:nvSpPr>
          <p:cNvPr id="2" name="">
            <a:extLst xmlns:a="http://schemas.openxmlformats.org/drawingml/2006/main">
              <a:ext uri="{FF2B5EF4-FFF2-40B4-BE49-F238E27FC236}">
                <a16:creationId xmlns:a16="http://schemas.microsoft.com/office/drawing/2014/main" id="{252B805D-E0D6-43D0-A9EA-EE4BB908E49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07</a:t>
            </a:r>
          </a:p>
        </p:txBody>
      </p:sp>
      <p:sp>
        <p:nvSpPr>
          <p:cNvPr id="3" name="">
            <a:extLst xmlns:a="http://schemas.openxmlformats.org/drawingml/2006/main">
              <a:ext uri="{FF2B5EF4-FFF2-40B4-BE49-F238E27FC236}">
                <a16:creationId xmlns:a16="http://schemas.microsoft.com/office/drawing/2014/main" id="{91A863F2-375C-4AFD-90AE-2097A2403AF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A10AE85-7C3E-4968-9168-6A600A71270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95734582-DD6B-4D37-8E10-DF977CF390D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D36F36E-90AC-42B1-8B29-DEA5F404E0E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공휴일 주차의 녹화 강의</a:t>
            </a:r>
          </a:p>
        </p:txBody>
      </p:sp>
      <p:sp>
        <p:nvSpPr>
          <p:cNvPr id="7" name="">
            <a:extLst xmlns:a="http://schemas.openxmlformats.org/drawingml/2006/main">
              <a:ext uri="{FF2B5EF4-FFF2-40B4-BE49-F238E27FC236}">
                <a16:creationId xmlns:a16="http://schemas.microsoft.com/office/drawing/2014/main" id="{C4F2EF97-7862-4218-9D54-CF03AFC5D314}"/>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W04 / 2026.09.25 · 추석</a:t>
            </a:r>
          </a:p>
        </p:txBody>
      </p:sp>
      <p:sp>
        <p:nvSpPr>
          <p:cNvPr id="8" name="">
            <a:extLst xmlns:a="http://schemas.openxmlformats.org/drawingml/2006/main">
              <a:ext uri="{FF2B5EF4-FFF2-40B4-BE49-F238E27FC236}">
                <a16:creationId xmlns:a16="http://schemas.microsoft.com/office/drawing/2014/main" id="{9A9F8BE9-1F1B-457B-A159-42346C570C09}"/>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검색 근거 기준</a:t>
            </a:r>
          </a:p>
        </p:txBody>
      </p:sp>
      <p:sp>
        <p:nvSpPr>
          <p:cNvPr id="9" name="">
            <a:extLst xmlns:a="http://schemas.openxmlformats.org/drawingml/2006/main">
              <a:ext uri="{FF2B5EF4-FFF2-40B4-BE49-F238E27FC236}">
                <a16:creationId xmlns:a16="http://schemas.microsoft.com/office/drawing/2014/main" id="{6719F1C4-EE11-44F0-A46F-63712DEA6242}"/>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3AFD2284-441E-41F9-B496-5D85BF99A795}"/>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실시간 온라인 강의 없음</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녹화 강의영상 업로드로 대체</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학습관리시스템 공지에 따른 시청·산출물 제출</a:t>
            </a:r>
          </a:p>
        </p:txBody>
      </p:sp>
      <p:sp>
        <p:nvSpPr>
          <p:cNvPr id="11" name="">
            <a:extLst xmlns:a="http://schemas.openxmlformats.org/drawingml/2006/main">
              <a:ext uri="{FF2B5EF4-FFF2-40B4-BE49-F238E27FC236}">
                <a16:creationId xmlns:a16="http://schemas.microsoft.com/office/drawing/2014/main" id="{6FB74909-F72A-43B5-9271-8B10364AE8DE}"/>
              </a:ext>
            </a:extLst>
          </p:cNvPr>
          <p:cNvSpPr>
            <a:spLocks xmlns:a="http://schemas.openxmlformats.org/drawingml/2006/main" noGrp="1"/>
          </p:cNvSpPr>
          <p:nvPr/>
        </p:nvSpPr>
        <p:spPr>
          <a:xfrm xmlns:a="http://schemas.openxmlformats.org/drawingml/2006/main">
            <a:off x="609600" y="5429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완료 증거 · 데이터 출처·권한·검색 기준선</a:t>
            </a:r>
          </a:p>
        </p:txBody>
      </p:sp>
      <p:sp>
        <p:nvSpPr>
          <p:cNvPr id="12" name="">
            <a:extLst xmlns:a="http://schemas.openxmlformats.org/drawingml/2006/main">
              <a:ext uri="{FF2B5EF4-FFF2-40B4-BE49-F238E27FC236}">
                <a16:creationId xmlns:a16="http://schemas.microsoft.com/office/drawing/2014/main" id="{FF5BBC48-B692-4DD0-B905-E155831D9289}"/>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W06 / 2026.10.09 · 한글날</a:t>
            </a:r>
          </a:p>
        </p:txBody>
      </p:sp>
      <p:sp>
        <p:nvSpPr>
          <p:cNvPr id="13" name="">
            <a:extLst xmlns:a="http://schemas.openxmlformats.org/drawingml/2006/main">
              <a:ext uri="{FF2B5EF4-FFF2-40B4-BE49-F238E27FC236}">
                <a16:creationId xmlns:a16="http://schemas.microsoft.com/office/drawing/2014/main" id="{3634B771-754C-42C4-90B4-3282E2172931}"/>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미세조정과 데이터</a:t>
            </a:r>
          </a:p>
        </p:txBody>
      </p:sp>
      <p:sp>
        <p:nvSpPr>
          <p:cNvPr id="14" name="">
            <a:extLst xmlns:a="http://schemas.openxmlformats.org/drawingml/2006/main">
              <a:ext uri="{FF2B5EF4-FFF2-40B4-BE49-F238E27FC236}">
                <a16:creationId xmlns:a16="http://schemas.microsoft.com/office/drawing/2014/main" id="{EFFF0BF8-545E-4D12-AE9F-E1AC5880FBDA}"/>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1DFA7FA2-1866-4287-A724-BC6C3BC554CC}"/>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실시간 온라인 강의 없음</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녹화 강의영상 업로드로 대체</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학습관리시스템 공지에 따른 시청·산출물 제출</a:t>
            </a:r>
          </a:p>
        </p:txBody>
      </p:sp>
      <p:sp>
        <p:nvSpPr>
          <p:cNvPr id="16" name="">
            <a:extLst xmlns:a="http://schemas.openxmlformats.org/drawingml/2006/main">
              <a:ext uri="{FF2B5EF4-FFF2-40B4-BE49-F238E27FC236}">
                <a16:creationId xmlns:a16="http://schemas.microsoft.com/office/drawing/2014/main" id="{688B119C-1D93-43C4-969C-2FB868EF2D2A}"/>
              </a:ext>
            </a:extLst>
          </p:cNvPr>
          <p:cNvSpPr>
            <a:spLocks xmlns:a="http://schemas.openxmlformats.org/drawingml/2006/main" noGrp="1"/>
          </p:cNvSpPr>
          <p:nvPr/>
        </p:nvSpPr>
        <p:spPr>
          <a:xfrm xmlns:a="http://schemas.openxmlformats.org/drawingml/2006/main">
            <a:off x="6267450" y="5429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완료 증거 · 모델 적응 판단·데이터 제외 기준</a:t>
            </a:r>
          </a:p>
        </p:txBody>
      </p:sp>
      <p:sp>
        <p:nvSpPr>
          <p:cNvPr id="17" name="">
            <a:extLst xmlns:a="http://schemas.openxmlformats.org/drawingml/2006/main">
              <a:ext uri="{FF2B5EF4-FFF2-40B4-BE49-F238E27FC236}">
                <a16:creationId xmlns:a16="http://schemas.microsoft.com/office/drawing/2014/main" id="{7DD8540B-9B22-4DD0-B4DF-D900EE48AC83}"/>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861064169"/>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E6641A6-A8B5-4E5F-B72B-3690A4CC2FD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D7A3F300-7DC6-40D7-95A5-6DDBB7C7964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08</a:t>
            </a:r>
          </a:p>
        </p:txBody>
      </p:sp>
      <p:sp>
        <p:nvSpPr>
          <p:cNvPr id="3" name="">
            <a:extLst xmlns:a="http://schemas.openxmlformats.org/drawingml/2006/main">
              <a:ext uri="{FF2B5EF4-FFF2-40B4-BE49-F238E27FC236}">
                <a16:creationId xmlns:a16="http://schemas.microsoft.com/office/drawing/2014/main" id="{315D4D26-221A-48DB-AD59-BABEF83D108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081EE84-0045-416D-9E75-A61505923B6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0ABE7659-4533-4EA1-A380-58C288C0306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AAAB7137-879E-4FAA-BCF8-74B1782ADBB3}"/>
              </a:ext>
            </a:extLst>
          </p:cNvPr>
          <p:cNvSpPr>
            <a:spLocks xmlns:a="http://schemas.openxmlformats.org/drawingml/2006/main" noGrp="1"/>
          </p:cNvSpPr>
          <p:nvPr/>
        </p:nvSpPr>
        <p:spPr>
          <a:xfrm xmlns:a="http://schemas.openxmlformats.org/drawingml/2006/main">
            <a:off x="838200" y="685800"/>
            <a:ext cx="723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AI 제품과 교육의 운영 경험</a:t>
            </a:r>
          </a:p>
        </p:txBody>
      </p:sp>
      <p:sp>
        <p:nvSpPr>
          <p:cNvPr id="7" name="">
            <a:extLst xmlns:a="http://schemas.openxmlformats.org/drawingml/2006/main">
              <a:ext uri="{FF2B5EF4-FFF2-40B4-BE49-F238E27FC236}">
                <a16:creationId xmlns:a16="http://schemas.microsoft.com/office/drawing/2014/main" id="{40CE72DA-D9D0-4704-98F7-426F6EB3FA32}"/>
              </a:ext>
            </a:extLst>
          </p:cNvPr>
          <p:cNvSpPr>
            <a:spLocks xmlns:a="http://schemas.openxmlformats.org/drawingml/2006/main" noGrp="1"/>
          </p:cNvSpPr>
          <p:nvPr/>
        </p:nvSpPr>
        <p:spPr>
          <a:xfrm xmlns:a="http://schemas.openxmlformats.org/drawingml/2006/main">
            <a:off x="609600" y="173355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450" b="1">
                <a:solidFill>
                  <a:srgbClr val="FFFFFF"/>
                </a:solidFill>
                <a:latin typeface="AppleGothic"/>
                <a:ea typeface="AppleGothic"/>
                <a:cs typeface="AppleGothic"/>
              </a:defRPr>
            </a:pPr>
            <a:r>
              <a:rPr sz="3450" b="1">
                <a:solidFill>
                  <a:srgbClr val="FFFFFF"/>
                </a:solidFill>
                <a:latin typeface="AppleGothic"/>
                <a:ea typeface="AppleGothic"/>
                <a:cs typeface="AppleGothic"/>
              </a:rPr>
              <a:t>차성재</a:t>
            </a:r>
          </a:p>
        </p:txBody>
      </p:sp>
      <p:sp>
        <p:nvSpPr>
          <p:cNvPr id="8" name="">
            <a:extLst xmlns:a="http://schemas.openxmlformats.org/drawingml/2006/main">
              <a:ext uri="{FF2B5EF4-FFF2-40B4-BE49-F238E27FC236}">
                <a16:creationId xmlns:a16="http://schemas.microsoft.com/office/drawing/2014/main" id="{4D2F9E63-0A76-4BB4-8B9D-4965AC0A84D9}"/>
              </a:ext>
            </a:extLst>
          </p:cNvPr>
          <p:cNvSpPr>
            <a:spLocks xmlns:a="http://schemas.openxmlformats.org/drawingml/2006/main" noGrp="1"/>
          </p:cNvSpPr>
          <p:nvPr/>
        </p:nvSpPr>
        <p:spPr>
          <a:xfrm xmlns:a="http://schemas.openxmlformats.org/drawingml/2006/main">
            <a:off x="609600" y="2419350"/>
            <a:ext cx="657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무신사 Core AI PM × AI 대학원 겸임교수</a:t>
            </a:r>
          </a:p>
        </p:txBody>
      </p:sp>
      <p:sp>
        <p:nvSpPr>
          <p:cNvPr id="9" name="">
            <a:extLst xmlns:a="http://schemas.openxmlformats.org/drawingml/2006/main">
              <a:ext uri="{FF2B5EF4-FFF2-40B4-BE49-F238E27FC236}">
                <a16:creationId xmlns:a16="http://schemas.microsoft.com/office/drawing/2014/main" id="{23691548-DE13-4C6B-A353-93EB8F9938F4}"/>
              </a:ext>
            </a:extLst>
          </p:cNvPr>
          <p:cNvSpPr>
            <a:spLocks xmlns:a="http://schemas.openxmlformats.org/drawingml/2006/main" noGrp="1"/>
          </p:cNvSpPr>
          <p:nvPr/>
        </p:nvSpPr>
        <p:spPr>
          <a:xfrm xmlns:a="http://schemas.openxmlformats.org/drawingml/2006/main">
            <a:off x="609600" y="2819400"/>
            <a:ext cx="657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Artificial Intelligence (AI) · Product Manager (PM)</a:t>
            </a:r>
          </a:p>
        </p:txBody>
      </p:sp>
      <p:sp>
        <p:nvSpPr>
          <p:cNvPr id="10" name="">
            <a:extLst xmlns:a="http://schemas.openxmlformats.org/drawingml/2006/main">
              <a:ext uri="{FF2B5EF4-FFF2-40B4-BE49-F238E27FC236}">
                <a16:creationId xmlns:a16="http://schemas.microsoft.com/office/drawing/2014/main" id="{C8AD5C2B-4DDD-45CC-BAF5-88D78EE53FD0}"/>
              </a:ext>
            </a:extLst>
          </p:cNvPr>
          <p:cNvSpPr>
            <a:spLocks xmlns:a="http://schemas.openxmlformats.org/drawingml/2006/main" noGrp="1"/>
          </p:cNvSpPr>
          <p:nvPr/>
        </p:nvSpPr>
        <p:spPr>
          <a:xfrm xmlns:a="http://schemas.openxmlformats.org/drawingml/2006/main">
            <a:off x="609600" y="3333750"/>
            <a:ext cx="621030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금융 · 자동화 머신러닝과 운영</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의료 · 컴퓨터 비전과 데이터 운영</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교육 · 거대 언어 모델 운영과 AI 컨택센터</a:t>
            </a:r>
          </a:p>
          <a:p xmlns:a="http://schemas.openxmlformats.org/drawingml/2006/main">
            <a:pPr algn="l">
              <a:lnSpc>
                <a:spcPct val="138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커머스 · 에이전트형 AI 제품</a:t>
            </a:r>
          </a:p>
        </p:txBody>
      </p:sp>
      <p:sp>
        <p:nvSpPr>
          <p:cNvPr id="11" name="">
            <a:extLst xmlns:a="http://schemas.openxmlformats.org/drawingml/2006/main">
              <a:ext uri="{FF2B5EF4-FFF2-40B4-BE49-F238E27FC236}">
                <a16:creationId xmlns:a16="http://schemas.microsoft.com/office/drawing/2014/main" id="{DDBCE0EA-BC05-4E13-B173-476CD45DA21B}"/>
              </a:ext>
            </a:extLst>
          </p:cNvPr>
          <p:cNvSpPr>
            <a:spLocks xmlns:a="http://schemas.openxmlformats.org/drawingml/2006/main" noGrp="1"/>
          </p:cNvSpPr>
          <p:nvPr/>
        </p:nvSpPr>
        <p:spPr>
          <a:xfrm xmlns:a="http://schemas.openxmlformats.org/drawingml/2006/main">
            <a:off x="609600" y="5391150"/>
            <a:ext cx="638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문제 정의 · 제품 요구사항 · 평가 · 운영 지표의 연결</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0e192466a8e4a54"/>
          <a:stretch xmlns:a="http://schemas.openxmlformats.org/drawingml/2006/main"/>
        </p:blipFill>
        <p:spPr>
          <a:xfrm xmlns:a="http://schemas.openxmlformats.org/drawingml/2006/main">
            <a:off x="7734300" y="1428750"/>
            <a:ext cx="3390900" cy="33909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AB0B82F-00FA-476B-9D1C-AF2ADB01AB21}"/>
              </a:ext>
            </a:extLst>
          </p:cNvPr>
          <p:cNvSpPr>
            <a:spLocks xmlns:a="http://schemas.openxmlformats.org/drawingml/2006/main" noGrp="1"/>
          </p:cNvSpPr>
          <p:nvPr/>
        </p:nvSpPr>
        <p:spPr>
          <a:xfrm xmlns:a="http://schemas.openxmlformats.org/drawingml/2006/main" flipH="0" flipV="0">
            <a:off x="7334250" y="5162550"/>
            <a:ext cx="4248150" cy="0"/>
          </a:xfrm>
          <a:prstGeom xmlns:a="http://schemas.openxmlformats.org/drawingml/2006/main" prst="line">
            <a:avLst/>
          </a:prstGeom>
          <a:noFill xmlns:a="http://schemas.openxmlformats.org/drawingml/2006/main"/>
          <a:ln xmlns:a="http://schemas.openxmlformats.org/drawingml/2006/main" w="19050">
            <a:solidFill>
              <a:srgbClr val="25324A"/>
            </a:solidFill>
            <a:prstDash val="solid"/>
          </a:ln>
        </p:spPr>
      </p:sp>
      <p:sp>
        <p:nvSpPr>
          <p:cNvPr id="14" name="">
            <a:extLst xmlns:a="http://schemas.openxmlformats.org/drawingml/2006/main">
              <a:ext uri="{FF2B5EF4-FFF2-40B4-BE49-F238E27FC236}">
                <a16:creationId xmlns:a16="http://schemas.microsoft.com/office/drawing/2014/main" id="{F9BC0F7B-087F-4DFE-AD29-90E4FEF1C3A3}"/>
              </a:ext>
            </a:extLst>
          </p:cNvPr>
          <p:cNvSpPr>
            <a:spLocks xmlns:a="http://schemas.openxmlformats.org/drawingml/2006/main" noGrp="1"/>
          </p:cNvSpPr>
          <p:nvPr/>
        </p:nvSpPr>
        <p:spPr>
          <a:xfrm xmlns:a="http://schemas.openxmlformats.org/drawingml/2006/main">
            <a:off x="7334250" y="5372100"/>
            <a:ext cx="4248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350" b="1">
                <a:solidFill>
                  <a:srgbClr val="FFFFFF"/>
                </a:solidFill>
                <a:latin typeface="Menlo"/>
                <a:ea typeface="Menlo"/>
                <a:cs typeface="Menlo"/>
              </a:defRPr>
            </a:pPr>
            <a:r>
              <a:rPr sz="1350" b="1">
                <a:solidFill>
                  <a:srgbClr val="FFFFFF"/>
                </a:solidFill>
                <a:latin typeface="Menlo"/>
                <a:ea typeface="Menlo"/>
                <a:cs typeface="Menlo"/>
              </a:rPr>
              <a:t>PRODUCT · EDUCATION · OPERATION</a:t>
            </a:r>
          </a:p>
        </p:txBody>
      </p:sp>
    </p:spTree>
    <p:extLst>
      <p:ext uri="{BB962C8B-B14F-4D97-AF65-F5344CB8AC3E}">
        <p14:creationId xmlns:p14="http://schemas.microsoft.com/office/powerpoint/2010/main" val="1010481387"/>
      </p:ext>
    </p:extLst>
  </p:cSld>
</p:sld>
</file>

<file path=ppt/slides/slide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47F8985-D2E9-4C85-A2CE-3C44A071DF1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E1704107-7D72-4897-8332-C3D0B6A9992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09</a:t>
            </a:r>
          </a:p>
        </p:txBody>
      </p:sp>
      <p:sp>
        <p:nvSpPr>
          <p:cNvPr id="3" name="">
            <a:extLst xmlns:a="http://schemas.openxmlformats.org/drawingml/2006/main">
              <a:ext uri="{FF2B5EF4-FFF2-40B4-BE49-F238E27FC236}">
                <a16:creationId xmlns:a16="http://schemas.microsoft.com/office/drawing/2014/main" id="{F0B2641D-E533-4B3A-BB28-AB3EA6B3BE4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334A469-BA32-4601-AC39-4DAE499BB1E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947314DB-728F-43CF-A389-4534C533C3A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682703D-E0A0-466B-9BA8-4A0A82494BA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정형 데이터에서 생성형 AI까지</a:t>
            </a:r>
          </a:p>
        </p:txBody>
      </p:sp>
      <p:sp>
        <p:nvSpPr>
          <p:cNvPr id="7" name="">
            <a:extLst xmlns:a="http://schemas.openxmlformats.org/drawingml/2006/main">
              <a:ext uri="{FF2B5EF4-FFF2-40B4-BE49-F238E27FC236}">
                <a16:creationId xmlns:a16="http://schemas.microsoft.com/office/drawing/2014/main" id="{215B9B6F-A9B0-4641-B06A-28F61BEDB0B2}"/>
              </a:ext>
            </a:extLst>
          </p:cNvPr>
          <p:cNvSpPr>
            <a:spLocks xmlns:a="http://schemas.openxmlformats.org/drawingml/2006/main" noGrp="1"/>
          </p:cNvSpPr>
          <p:nvPr/>
        </p:nvSpPr>
        <p:spPr>
          <a:xfrm xmlns:a="http://schemas.openxmlformats.org/drawingml/2006/main" flipH="0" flipV="0">
            <a:off x="1562100" y="3429000"/>
            <a:ext cx="90678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265B0B83-1FEB-4C0C-90D3-A3ED93C917C5}"/>
              </a:ext>
            </a:extLst>
          </p:cNvPr>
          <p:cNvSpPr>
            <a:spLocks xmlns:a="http://schemas.openxmlformats.org/drawingml/2006/main" noGrp="1"/>
          </p:cNvSpPr>
          <p:nvPr/>
        </p:nvSpPr>
        <p:spPr>
          <a:xfrm xmlns:a="http://schemas.openxmlformats.org/drawingml/2006/main" rot="0">
            <a:off x="14192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9" name="">
            <a:extLst xmlns:a="http://schemas.openxmlformats.org/drawingml/2006/main">
              <a:ext uri="{FF2B5EF4-FFF2-40B4-BE49-F238E27FC236}">
                <a16:creationId xmlns:a16="http://schemas.microsoft.com/office/drawing/2014/main" id="{3D9AF21B-D51C-4054-A12C-50C222147512}"/>
              </a:ext>
            </a:extLst>
          </p:cNvPr>
          <p:cNvSpPr>
            <a:spLocks xmlns:a="http://schemas.openxmlformats.org/drawingml/2006/main" noGrp="1"/>
          </p:cNvSpPr>
          <p:nvPr/>
        </p:nvSpPr>
        <p:spPr>
          <a:xfrm xmlns:a="http://schemas.openxmlformats.org/drawingml/2006/main">
            <a:off x="6858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금융</a:t>
            </a:r>
          </a:p>
        </p:txBody>
      </p:sp>
      <p:sp>
        <p:nvSpPr>
          <p:cNvPr id="10" name="">
            <a:extLst xmlns:a="http://schemas.openxmlformats.org/drawingml/2006/main">
              <a:ext uri="{FF2B5EF4-FFF2-40B4-BE49-F238E27FC236}">
                <a16:creationId xmlns:a16="http://schemas.microsoft.com/office/drawing/2014/main" id="{F111F27A-4745-426F-AA1E-EDD2C21B954E}"/>
              </a:ext>
            </a:extLst>
          </p:cNvPr>
          <p:cNvSpPr>
            <a:spLocks xmlns:a="http://schemas.openxmlformats.org/drawingml/2006/main" noGrp="1"/>
          </p:cNvSpPr>
          <p:nvPr/>
        </p:nvSpPr>
        <p:spPr>
          <a:xfrm xmlns:a="http://schemas.openxmlformats.org/drawingml/2006/main">
            <a:off x="6096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자동화 머신러닝</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머신러닝 운영</a:t>
            </a:r>
          </a:p>
        </p:txBody>
      </p:sp>
      <p:sp>
        <p:nvSpPr>
          <p:cNvPr id="11" name="">
            <a:extLst xmlns:a="http://schemas.openxmlformats.org/drawingml/2006/main">
              <a:ext uri="{FF2B5EF4-FFF2-40B4-BE49-F238E27FC236}">
                <a16:creationId xmlns:a16="http://schemas.microsoft.com/office/drawing/2014/main" id="{3EA66710-933D-478D-BC14-085360EDDD27}"/>
              </a:ext>
            </a:extLst>
          </p:cNvPr>
          <p:cNvSpPr>
            <a:spLocks xmlns:a="http://schemas.openxmlformats.org/drawingml/2006/main" noGrp="1"/>
          </p:cNvSpPr>
          <p:nvPr/>
        </p:nvSpPr>
        <p:spPr>
          <a:xfrm xmlns:a="http://schemas.openxmlformats.org/drawingml/2006/main" rot="0">
            <a:off x="44418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A197650D-94E4-4677-A287-66A901822E0A}"/>
              </a:ext>
            </a:extLst>
          </p:cNvPr>
          <p:cNvSpPr>
            <a:spLocks xmlns:a="http://schemas.openxmlformats.org/drawingml/2006/main" noGrp="1"/>
          </p:cNvSpPr>
          <p:nvPr/>
        </p:nvSpPr>
        <p:spPr>
          <a:xfrm xmlns:a="http://schemas.openxmlformats.org/drawingml/2006/main">
            <a:off x="370840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의료</a:t>
            </a:r>
          </a:p>
        </p:txBody>
      </p:sp>
      <p:sp>
        <p:nvSpPr>
          <p:cNvPr id="13" name="">
            <a:extLst xmlns:a="http://schemas.openxmlformats.org/drawingml/2006/main">
              <a:ext uri="{FF2B5EF4-FFF2-40B4-BE49-F238E27FC236}">
                <a16:creationId xmlns:a16="http://schemas.microsoft.com/office/drawing/2014/main" id="{601BF1A8-754A-4D37-A67B-645EC60FE0A8}"/>
              </a:ext>
            </a:extLst>
          </p:cNvPr>
          <p:cNvSpPr>
            <a:spLocks xmlns:a="http://schemas.openxmlformats.org/drawingml/2006/main" noGrp="1"/>
          </p:cNvSpPr>
          <p:nvPr/>
        </p:nvSpPr>
        <p:spPr>
          <a:xfrm xmlns:a="http://schemas.openxmlformats.org/drawingml/2006/main">
            <a:off x="363220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컴퓨터 비전</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 운영</a:t>
            </a:r>
          </a:p>
        </p:txBody>
      </p:sp>
      <p:sp>
        <p:nvSpPr>
          <p:cNvPr id="14" name="">
            <a:extLst xmlns:a="http://schemas.openxmlformats.org/drawingml/2006/main">
              <a:ext uri="{FF2B5EF4-FFF2-40B4-BE49-F238E27FC236}">
                <a16:creationId xmlns:a16="http://schemas.microsoft.com/office/drawing/2014/main" id="{8BA4A858-285D-4139-9015-71EDB351CF1E}"/>
              </a:ext>
            </a:extLst>
          </p:cNvPr>
          <p:cNvSpPr>
            <a:spLocks xmlns:a="http://schemas.openxmlformats.org/drawingml/2006/main" noGrp="1"/>
          </p:cNvSpPr>
          <p:nvPr/>
        </p:nvSpPr>
        <p:spPr>
          <a:xfrm xmlns:a="http://schemas.openxmlformats.org/drawingml/2006/main" rot="0">
            <a:off x="74644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662E32D8-7568-44B3-81AA-F6C16F043BAD}"/>
              </a:ext>
            </a:extLst>
          </p:cNvPr>
          <p:cNvSpPr>
            <a:spLocks xmlns:a="http://schemas.openxmlformats.org/drawingml/2006/main" noGrp="1"/>
          </p:cNvSpPr>
          <p:nvPr/>
        </p:nvSpPr>
        <p:spPr>
          <a:xfrm xmlns:a="http://schemas.openxmlformats.org/drawingml/2006/main">
            <a:off x="67310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교육</a:t>
            </a:r>
          </a:p>
        </p:txBody>
      </p:sp>
      <p:sp>
        <p:nvSpPr>
          <p:cNvPr id="16" name="">
            <a:extLst xmlns:a="http://schemas.openxmlformats.org/drawingml/2006/main">
              <a:ext uri="{FF2B5EF4-FFF2-40B4-BE49-F238E27FC236}">
                <a16:creationId xmlns:a16="http://schemas.microsoft.com/office/drawing/2014/main" id="{5D04BA3F-FE7C-4F16-8E14-C3E0366068C7}"/>
              </a:ext>
            </a:extLst>
          </p:cNvPr>
          <p:cNvSpPr>
            <a:spLocks xmlns:a="http://schemas.openxmlformats.org/drawingml/2006/main" noGrp="1"/>
          </p:cNvSpPr>
          <p:nvPr/>
        </p:nvSpPr>
        <p:spPr>
          <a:xfrm xmlns:a="http://schemas.openxmlformats.org/drawingml/2006/main">
            <a:off x="66548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거대 언어 모델 운영</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AI 컨택센터</a:t>
            </a:r>
          </a:p>
        </p:txBody>
      </p:sp>
      <p:sp>
        <p:nvSpPr>
          <p:cNvPr id="17" name="">
            <a:extLst xmlns:a="http://schemas.openxmlformats.org/drawingml/2006/main">
              <a:ext uri="{FF2B5EF4-FFF2-40B4-BE49-F238E27FC236}">
                <a16:creationId xmlns:a16="http://schemas.microsoft.com/office/drawing/2014/main" id="{EF22819B-88F2-426A-A536-B957FD791C93}"/>
              </a:ext>
            </a:extLst>
          </p:cNvPr>
          <p:cNvSpPr>
            <a:spLocks xmlns:a="http://schemas.openxmlformats.org/drawingml/2006/main" noGrp="1"/>
          </p:cNvSpPr>
          <p:nvPr/>
        </p:nvSpPr>
        <p:spPr>
          <a:xfrm xmlns:a="http://schemas.openxmlformats.org/drawingml/2006/main" rot="0">
            <a:off x="10487025" y="3286125"/>
            <a:ext cx="285750" cy="2857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8F60FFB9-0009-4475-A995-0702D52FD504}"/>
              </a:ext>
            </a:extLst>
          </p:cNvPr>
          <p:cNvSpPr>
            <a:spLocks xmlns:a="http://schemas.openxmlformats.org/drawingml/2006/main" noGrp="1"/>
          </p:cNvSpPr>
          <p:nvPr/>
        </p:nvSpPr>
        <p:spPr>
          <a:xfrm xmlns:a="http://schemas.openxmlformats.org/drawingml/2006/main">
            <a:off x="975360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2563EB"/>
                </a:solidFill>
                <a:latin typeface="Menlo"/>
                <a:ea typeface="Menlo"/>
                <a:cs typeface="Menlo"/>
              </a:defRPr>
            </a:pPr>
            <a:r>
              <a:rPr sz="1275" b="1">
                <a:solidFill>
                  <a:srgbClr val="2563EB"/>
                </a:solidFill>
                <a:latin typeface="Menlo"/>
                <a:ea typeface="Menlo"/>
                <a:cs typeface="Menlo"/>
              </a:rPr>
              <a:t>커머스 · 현재</a:t>
            </a:r>
          </a:p>
        </p:txBody>
      </p:sp>
      <p:sp>
        <p:nvSpPr>
          <p:cNvPr id="19" name="">
            <a:extLst xmlns:a="http://schemas.openxmlformats.org/drawingml/2006/main">
              <a:ext uri="{FF2B5EF4-FFF2-40B4-BE49-F238E27FC236}">
                <a16:creationId xmlns:a16="http://schemas.microsoft.com/office/drawing/2014/main" id="{D40310FA-81A4-47B7-884B-766302BA7656}"/>
              </a:ext>
            </a:extLst>
          </p:cNvPr>
          <p:cNvSpPr>
            <a:spLocks xmlns:a="http://schemas.openxmlformats.org/drawingml/2006/main" noGrp="1"/>
          </p:cNvSpPr>
          <p:nvPr/>
        </p:nvSpPr>
        <p:spPr>
          <a:xfrm xmlns:a="http://schemas.openxmlformats.org/drawingml/2006/main">
            <a:off x="967740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에이전트형 AI</a:t>
            </a:r>
          </a:p>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제품 관리</a:t>
            </a:r>
          </a:p>
        </p:txBody>
      </p:sp>
      <p:sp>
        <p:nvSpPr>
          <p:cNvPr id="20" name="">
            <a:extLst xmlns:a="http://schemas.openxmlformats.org/drawingml/2006/main">
              <a:ext uri="{FF2B5EF4-FFF2-40B4-BE49-F238E27FC236}">
                <a16:creationId xmlns:a16="http://schemas.microsoft.com/office/drawing/2014/main" id="{C2355370-FBDB-4FB8-A21B-326761BA609C}"/>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도메인은 달라도 서비스 운영의 질문은 반복</a:t>
            </a:r>
          </a:p>
        </p:txBody>
      </p:sp>
    </p:spTree>
    <p:extLst>
      <p:ext uri="{BB962C8B-B14F-4D97-AF65-F5344CB8AC3E}">
        <p14:creationId xmlns:p14="http://schemas.microsoft.com/office/powerpoint/2010/main" val="1670108377"/>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575DD90-635D-420A-9A2B-25185A43BC0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PROFILE</a:t>
            </a:r>
          </a:p>
        </p:txBody>
      </p:sp>
      <p:sp>
        <p:nvSpPr>
          <p:cNvPr id="2" name="">
            <a:extLst xmlns:a="http://schemas.openxmlformats.org/drawingml/2006/main">
              <a:ext uri="{FF2B5EF4-FFF2-40B4-BE49-F238E27FC236}">
                <a16:creationId xmlns:a16="http://schemas.microsoft.com/office/drawing/2014/main" id="{F4AA8CD2-35C9-4E6A-B066-90D3877786D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10</a:t>
            </a:r>
          </a:p>
        </p:txBody>
      </p:sp>
      <p:sp>
        <p:nvSpPr>
          <p:cNvPr id="3" name="">
            <a:extLst xmlns:a="http://schemas.openxmlformats.org/drawingml/2006/main">
              <a:ext uri="{FF2B5EF4-FFF2-40B4-BE49-F238E27FC236}">
                <a16:creationId xmlns:a16="http://schemas.microsoft.com/office/drawing/2014/main" id="{CFA01F58-245B-49CD-9000-E5F4C5EA078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023A6AA-08C4-4D9F-8C92-DE818011688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5AE5E503-5090-47B1-936E-844DB4CB619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DEBBA5F4-82D5-469A-BBB5-1A89BB5372B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AI 제품 운영의 공통 질문</a:t>
            </a:r>
          </a:p>
        </p:txBody>
      </p:sp>
      <p:sp>
        <p:nvSpPr>
          <p:cNvPr id="7" name="">
            <a:extLst xmlns:a="http://schemas.openxmlformats.org/drawingml/2006/main">
              <a:ext uri="{FF2B5EF4-FFF2-40B4-BE49-F238E27FC236}">
                <a16:creationId xmlns:a16="http://schemas.microsoft.com/office/drawing/2014/main" id="{0ECA671E-4DB6-4B13-9572-D28263BBC2CA}"/>
              </a:ext>
            </a:extLst>
          </p:cNvPr>
          <p:cNvSpPr>
            <a:spLocks xmlns:a="http://schemas.openxmlformats.org/drawingml/2006/main" noGrp="1"/>
          </p:cNvSpPr>
          <p:nvPr/>
        </p:nvSpPr>
        <p:spPr>
          <a:xfrm xmlns:a="http://schemas.openxmlformats.org/drawingml/2006/main">
            <a:off x="609600" y="14859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8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정확도만으로</a:t>
            </a:r>
          </a:p>
          <a:p xmlns:a="http://schemas.openxmlformats.org/drawingml/2006/main">
            <a:pPr algn="l">
              <a:lnSpc>
                <a:spcPct val="118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답할 수 없는 질문</a:t>
            </a:r>
          </a:p>
        </p:txBody>
      </p:sp>
      <p:sp>
        <p:nvSpPr>
          <p:cNvPr id="8" name="">
            <a:extLst xmlns:a="http://schemas.openxmlformats.org/drawingml/2006/main">
              <a:ext uri="{FF2B5EF4-FFF2-40B4-BE49-F238E27FC236}">
                <a16:creationId xmlns:a16="http://schemas.microsoft.com/office/drawing/2014/main" id="{E4FF6E99-6BBB-4AC2-B10B-18E7D0C8C783}"/>
              </a:ext>
            </a:extLst>
          </p:cNvPr>
          <p:cNvSpPr>
            <a:spLocks xmlns:a="http://schemas.openxmlformats.org/drawingml/2006/main" noGrp="1"/>
          </p:cNvSpPr>
          <p:nvPr/>
        </p:nvSpPr>
        <p:spPr>
          <a:xfrm xmlns:a="http://schemas.openxmlformats.org/drawingml/2006/main">
            <a:off x="609600" y="2628900"/>
            <a:ext cx="4000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현업에서는 한 번의 좋은 응답보다 같은 조건의 재실행, 실패의 관찰, 정책 통제와 변경 설명이 필요하다.</a:t>
            </a:r>
          </a:p>
        </p:txBody>
      </p:sp>
      <p:sp>
        <p:nvSpPr>
          <p:cNvPr id="9" name="">
            <a:extLst xmlns:a="http://schemas.openxmlformats.org/drawingml/2006/main">
              <a:ext uri="{FF2B5EF4-FFF2-40B4-BE49-F238E27FC236}">
                <a16:creationId xmlns:a16="http://schemas.microsoft.com/office/drawing/2014/main" id="{D1E82158-B154-4561-8B3C-612760173DBD}"/>
              </a:ext>
            </a:extLst>
          </p:cNvPr>
          <p:cNvSpPr>
            <a:spLocks xmlns:a="http://schemas.openxmlformats.org/drawingml/2006/main" noGrp="1"/>
          </p:cNvSpPr>
          <p:nvPr/>
        </p:nvSpPr>
        <p:spPr>
          <a:xfrm xmlns:a="http://schemas.openxmlformats.org/drawingml/2006/main">
            <a:off x="5219700" y="14859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01</a:t>
            </a:r>
          </a:p>
        </p:txBody>
      </p:sp>
      <p:sp>
        <p:nvSpPr>
          <p:cNvPr id="10" name="">
            <a:extLst xmlns:a="http://schemas.openxmlformats.org/drawingml/2006/main">
              <a:ext uri="{FF2B5EF4-FFF2-40B4-BE49-F238E27FC236}">
                <a16:creationId xmlns:a16="http://schemas.microsoft.com/office/drawing/2014/main" id="{EEA50AEE-6B19-4D87-9170-FAC13DCB1900}"/>
              </a:ext>
            </a:extLst>
          </p:cNvPr>
          <p:cNvSpPr>
            <a:spLocks xmlns:a="http://schemas.openxmlformats.org/drawingml/2006/main" noGrp="1"/>
          </p:cNvSpPr>
          <p:nvPr/>
        </p:nvSpPr>
        <p:spPr>
          <a:xfrm xmlns:a="http://schemas.openxmlformats.org/drawingml/2006/main">
            <a:off x="5924550" y="14478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재현성</a:t>
            </a:r>
          </a:p>
        </p:txBody>
      </p:sp>
      <p:sp>
        <p:nvSpPr>
          <p:cNvPr id="11" name="">
            <a:extLst xmlns:a="http://schemas.openxmlformats.org/drawingml/2006/main">
              <a:ext uri="{FF2B5EF4-FFF2-40B4-BE49-F238E27FC236}">
                <a16:creationId xmlns:a16="http://schemas.microsoft.com/office/drawing/2014/main" id="{731C6DA4-28BA-44FE-8A59-8878171EA571}"/>
              </a:ext>
            </a:extLst>
          </p:cNvPr>
          <p:cNvSpPr>
            <a:spLocks xmlns:a="http://schemas.openxmlformats.org/drawingml/2006/main" noGrp="1"/>
          </p:cNvSpPr>
          <p:nvPr/>
        </p:nvSpPr>
        <p:spPr>
          <a:xfrm xmlns:a="http://schemas.openxmlformats.org/drawingml/2006/main">
            <a:off x="8401050" y="14859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같은 조건의 재실행</a:t>
            </a:r>
          </a:p>
        </p:txBody>
      </p:sp>
      <p:sp>
        <p:nvSpPr>
          <p:cNvPr id="12" name="">
            <a:extLst xmlns:a="http://schemas.openxmlformats.org/drawingml/2006/main">
              <a:ext uri="{FF2B5EF4-FFF2-40B4-BE49-F238E27FC236}">
                <a16:creationId xmlns:a16="http://schemas.microsoft.com/office/drawing/2014/main" id="{80377F81-F20B-4BD4-9FAB-121B67C523A0}"/>
              </a:ext>
            </a:extLst>
          </p:cNvPr>
          <p:cNvSpPr>
            <a:spLocks xmlns:a="http://schemas.openxmlformats.org/drawingml/2006/main" noGrp="1"/>
          </p:cNvSpPr>
          <p:nvPr/>
        </p:nvSpPr>
        <p:spPr>
          <a:xfrm xmlns:a="http://schemas.openxmlformats.org/drawingml/2006/main" flipH="0" flipV="0">
            <a:off x="5924550" y="21145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87CD8163-F102-469E-8641-B0AED4FC3394}"/>
              </a:ext>
            </a:extLst>
          </p:cNvPr>
          <p:cNvSpPr>
            <a:spLocks xmlns:a="http://schemas.openxmlformats.org/drawingml/2006/main" noGrp="1"/>
          </p:cNvSpPr>
          <p:nvPr/>
        </p:nvSpPr>
        <p:spPr>
          <a:xfrm xmlns:a="http://schemas.openxmlformats.org/drawingml/2006/main">
            <a:off x="5219700" y="25527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CA62B6B7-6A3F-40E4-98DE-B4A7BED5935C}"/>
              </a:ext>
            </a:extLst>
          </p:cNvPr>
          <p:cNvSpPr>
            <a:spLocks xmlns:a="http://schemas.openxmlformats.org/drawingml/2006/main" noGrp="1"/>
          </p:cNvSpPr>
          <p:nvPr/>
        </p:nvSpPr>
        <p:spPr>
          <a:xfrm xmlns:a="http://schemas.openxmlformats.org/drawingml/2006/main">
            <a:off x="5924550" y="25146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관찰 가능성</a:t>
            </a:r>
          </a:p>
        </p:txBody>
      </p:sp>
      <p:sp>
        <p:nvSpPr>
          <p:cNvPr id="15" name="">
            <a:extLst xmlns:a="http://schemas.openxmlformats.org/drawingml/2006/main">
              <a:ext uri="{FF2B5EF4-FFF2-40B4-BE49-F238E27FC236}">
                <a16:creationId xmlns:a16="http://schemas.microsoft.com/office/drawing/2014/main" id="{81516E4F-E2DB-434B-A8B1-6603D2E4B293}"/>
              </a:ext>
            </a:extLst>
          </p:cNvPr>
          <p:cNvSpPr>
            <a:spLocks xmlns:a="http://schemas.openxmlformats.org/drawingml/2006/main" noGrp="1"/>
          </p:cNvSpPr>
          <p:nvPr/>
        </p:nvSpPr>
        <p:spPr>
          <a:xfrm xmlns:a="http://schemas.openxmlformats.org/drawingml/2006/main">
            <a:off x="8401050" y="25527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실패 위치와 분포</a:t>
            </a:r>
          </a:p>
        </p:txBody>
      </p:sp>
      <p:sp>
        <p:nvSpPr>
          <p:cNvPr id="16" name="">
            <a:extLst xmlns:a="http://schemas.openxmlformats.org/drawingml/2006/main">
              <a:ext uri="{FF2B5EF4-FFF2-40B4-BE49-F238E27FC236}">
                <a16:creationId xmlns:a16="http://schemas.microsoft.com/office/drawing/2014/main" id="{AFD9EAF5-5B79-4881-BE39-D80369393036}"/>
              </a:ext>
            </a:extLst>
          </p:cNvPr>
          <p:cNvSpPr>
            <a:spLocks xmlns:a="http://schemas.openxmlformats.org/drawingml/2006/main" noGrp="1"/>
          </p:cNvSpPr>
          <p:nvPr/>
        </p:nvSpPr>
        <p:spPr>
          <a:xfrm xmlns:a="http://schemas.openxmlformats.org/drawingml/2006/main" flipH="0" flipV="0">
            <a:off x="5924550" y="31813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36205B6E-DC21-444D-8F3C-88CA0434103D}"/>
              </a:ext>
            </a:extLst>
          </p:cNvPr>
          <p:cNvSpPr>
            <a:spLocks xmlns:a="http://schemas.openxmlformats.org/drawingml/2006/main" noGrp="1"/>
          </p:cNvSpPr>
          <p:nvPr/>
        </p:nvSpPr>
        <p:spPr>
          <a:xfrm xmlns:a="http://schemas.openxmlformats.org/drawingml/2006/main">
            <a:off x="5219700" y="36195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2B95E113-5BFE-4BFA-9FC9-06223B0C80EA}"/>
              </a:ext>
            </a:extLst>
          </p:cNvPr>
          <p:cNvSpPr>
            <a:spLocks xmlns:a="http://schemas.openxmlformats.org/drawingml/2006/main" noGrp="1"/>
          </p:cNvSpPr>
          <p:nvPr/>
        </p:nvSpPr>
        <p:spPr>
          <a:xfrm xmlns:a="http://schemas.openxmlformats.org/drawingml/2006/main">
            <a:off x="5924550" y="35814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통제 가능성</a:t>
            </a:r>
          </a:p>
        </p:txBody>
      </p:sp>
      <p:sp>
        <p:nvSpPr>
          <p:cNvPr id="19" name="">
            <a:extLst xmlns:a="http://schemas.openxmlformats.org/drawingml/2006/main">
              <a:ext uri="{FF2B5EF4-FFF2-40B4-BE49-F238E27FC236}">
                <a16:creationId xmlns:a16="http://schemas.microsoft.com/office/drawing/2014/main" id="{FEF54867-584B-45CA-81AA-68A9F236A2D7}"/>
              </a:ext>
            </a:extLst>
          </p:cNvPr>
          <p:cNvSpPr>
            <a:spLocks xmlns:a="http://schemas.openxmlformats.org/drawingml/2006/main" noGrp="1"/>
          </p:cNvSpPr>
          <p:nvPr/>
        </p:nvSpPr>
        <p:spPr>
          <a:xfrm xmlns:a="http://schemas.openxmlformats.org/drawingml/2006/main">
            <a:off x="8401050" y="36195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권한·정책·대체 경로</a:t>
            </a:r>
          </a:p>
        </p:txBody>
      </p:sp>
      <p:sp>
        <p:nvSpPr>
          <p:cNvPr id="20" name="">
            <a:extLst xmlns:a="http://schemas.openxmlformats.org/drawingml/2006/main">
              <a:ext uri="{FF2B5EF4-FFF2-40B4-BE49-F238E27FC236}">
                <a16:creationId xmlns:a16="http://schemas.microsoft.com/office/drawing/2014/main" id="{422F8E28-9EA7-4A75-9CD2-010CE5D32E46}"/>
              </a:ext>
            </a:extLst>
          </p:cNvPr>
          <p:cNvSpPr>
            <a:spLocks xmlns:a="http://schemas.openxmlformats.org/drawingml/2006/main" noGrp="1"/>
          </p:cNvSpPr>
          <p:nvPr/>
        </p:nvSpPr>
        <p:spPr>
          <a:xfrm xmlns:a="http://schemas.openxmlformats.org/drawingml/2006/main" flipH="0" flipV="0">
            <a:off x="5924550" y="42481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A3F93607-A67B-45CC-BDF0-56A152958D3B}"/>
              </a:ext>
            </a:extLst>
          </p:cNvPr>
          <p:cNvSpPr>
            <a:spLocks xmlns:a="http://schemas.openxmlformats.org/drawingml/2006/main" noGrp="1"/>
          </p:cNvSpPr>
          <p:nvPr/>
        </p:nvSpPr>
        <p:spPr>
          <a:xfrm xmlns:a="http://schemas.openxmlformats.org/drawingml/2006/main">
            <a:off x="5219700" y="4686300"/>
            <a:ext cx="49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04</a:t>
            </a:r>
          </a:p>
        </p:txBody>
      </p:sp>
      <p:sp>
        <p:nvSpPr>
          <p:cNvPr id="22" name="">
            <a:extLst xmlns:a="http://schemas.openxmlformats.org/drawingml/2006/main">
              <a:ext uri="{FF2B5EF4-FFF2-40B4-BE49-F238E27FC236}">
                <a16:creationId xmlns:a16="http://schemas.microsoft.com/office/drawing/2014/main" id="{DB39B3AE-0A86-4294-8DA7-9AB9ACE2D6F1}"/>
              </a:ext>
            </a:extLst>
          </p:cNvPr>
          <p:cNvSpPr>
            <a:spLocks xmlns:a="http://schemas.openxmlformats.org/drawingml/2006/main" noGrp="1"/>
          </p:cNvSpPr>
          <p:nvPr/>
        </p:nvSpPr>
        <p:spPr>
          <a:xfrm xmlns:a="http://schemas.openxmlformats.org/drawingml/2006/main">
            <a:off x="5924550" y="46482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ppleGothic"/>
                <a:ea typeface="AppleGothic"/>
                <a:cs typeface="AppleGothic"/>
              </a:defRPr>
            </a:pPr>
            <a:r>
              <a:rPr sz="1950" b="1">
                <a:solidFill>
                  <a:srgbClr val="FFFFFF"/>
                </a:solidFill>
                <a:latin typeface="AppleGothic"/>
                <a:ea typeface="AppleGothic"/>
                <a:cs typeface="AppleGothic"/>
              </a:rPr>
              <a:t>설명 가능성</a:t>
            </a:r>
          </a:p>
        </p:txBody>
      </p:sp>
      <p:sp>
        <p:nvSpPr>
          <p:cNvPr id="23" name="">
            <a:extLst xmlns:a="http://schemas.openxmlformats.org/drawingml/2006/main">
              <a:ext uri="{FF2B5EF4-FFF2-40B4-BE49-F238E27FC236}">
                <a16:creationId xmlns:a16="http://schemas.microsoft.com/office/drawing/2014/main" id="{C7264F51-131C-45DB-B978-9EB95BFC1980}"/>
              </a:ext>
            </a:extLst>
          </p:cNvPr>
          <p:cNvSpPr>
            <a:spLocks xmlns:a="http://schemas.openxmlformats.org/drawingml/2006/main" noGrp="1"/>
          </p:cNvSpPr>
          <p:nvPr/>
        </p:nvSpPr>
        <p:spPr>
          <a:xfrm xmlns:a="http://schemas.openxmlformats.org/drawingml/2006/main">
            <a:off x="8401050" y="4686300"/>
            <a:ext cx="2800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변경 이유와 의사결정</a:t>
            </a:r>
          </a:p>
        </p:txBody>
      </p:sp>
      <p:sp>
        <p:nvSpPr>
          <p:cNvPr id="24" name="">
            <a:extLst xmlns:a="http://schemas.openxmlformats.org/drawingml/2006/main">
              <a:ext uri="{FF2B5EF4-FFF2-40B4-BE49-F238E27FC236}">
                <a16:creationId xmlns:a16="http://schemas.microsoft.com/office/drawing/2014/main" id="{A05DB4F2-9B5F-4C2E-A9C6-DEB8D7620114}"/>
              </a:ext>
            </a:extLst>
          </p:cNvPr>
          <p:cNvSpPr>
            <a:spLocks xmlns:a="http://schemas.openxmlformats.org/drawingml/2006/main" noGrp="1"/>
          </p:cNvSpPr>
          <p:nvPr/>
        </p:nvSpPr>
        <p:spPr>
          <a:xfrm xmlns:a="http://schemas.openxmlformats.org/drawingml/2006/main" flipH="0" flipV="0">
            <a:off x="5924550" y="5314950"/>
            <a:ext cx="52768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5" name="">
            <a:extLst xmlns:a="http://schemas.openxmlformats.org/drawingml/2006/main">
              <a:ext uri="{FF2B5EF4-FFF2-40B4-BE49-F238E27FC236}">
                <a16:creationId xmlns:a16="http://schemas.microsoft.com/office/drawing/2014/main" id="{4A52959F-6A84-4CD0-9496-04F121C3E850}"/>
              </a:ext>
            </a:extLst>
          </p:cNvPr>
          <p:cNvSpPr>
            <a:spLocks xmlns:a="http://schemas.openxmlformats.org/drawingml/2006/main" noGrp="1"/>
          </p:cNvSpPr>
          <p:nvPr/>
        </p:nvSpPr>
        <p:spPr>
          <a:xfrm xmlns:a="http://schemas.openxmlformats.org/drawingml/2006/main">
            <a:off x="609600" y="5581650"/>
            <a:ext cx="10591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모델 점수 · 서비스 행동 · 운영 증거의 분리</a:t>
            </a:r>
          </a:p>
        </p:txBody>
      </p:sp>
    </p:spTree>
    <p:extLst>
      <p:ext uri="{BB962C8B-B14F-4D97-AF65-F5344CB8AC3E}">
        <p14:creationId xmlns:p14="http://schemas.microsoft.com/office/powerpoint/2010/main" val="2140085567"/>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D712C2D5-52E2-4E81-AD95-8DBA3DFCCFC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D8B82DF1-2ED3-4B78-A231-7686ECFE6F5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11</a:t>
            </a:r>
          </a:p>
        </p:txBody>
      </p:sp>
      <p:sp>
        <p:nvSpPr>
          <p:cNvPr id="3" name="">
            <a:extLst xmlns:a="http://schemas.openxmlformats.org/drawingml/2006/main">
              <a:ext uri="{FF2B5EF4-FFF2-40B4-BE49-F238E27FC236}">
                <a16:creationId xmlns:a16="http://schemas.microsoft.com/office/drawing/2014/main" id="{E392F7A1-2436-4075-9A9E-2BFE1FD3955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DA342B3-8102-43DA-80BA-84AF33BA38C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8DBFC6EE-ABA7-4321-90AC-E0E0EA4C146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D4670FD-6986-4E61-9223-6518D637B4B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두 라이프사이클의 관리 범위</a:t>
            </a:r>
          </a:p>
        </p:txBody>
      </p:sp>
      <p:sp>
        <p:nvSpPr>
          <p:cNvPr id="7" name="">
            <a:extLst xmlns:a="http://schemas.openxmlformats.org/drawingml/2006/main">
              <a:ext uri="{FF2B5EF4-FFF2-40B4-BE49-F238E27FC236}">
                <a16:creationId xmlns:a16="http://schemas.microsoft.com/office/drawing/2014/main" id="{7580733A-E872-4A90-967C-BE0E70532660}"/>
              </a:ext>
            </a:extLst>
          </p:cNvPr>
          <p:cNvSpPr>
            <a:spLocks xmlns:a="http://schemas.openxmlformats.org/drawingml/2006/main" noGrp="1"/>
          </p:cNvSpPr>
          <p:nvPr/>
        </p:nvSpPr>
        <p:spPr>
          <a:xfrm xmlns:a="http://schemas.openxmlformats.org/drawingml/2006/main" rot="0">
            <a:off x="609600" y="1581150"/>
            <a:ext cx="1809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EA382E56-89EF-426C-85C7-799117291F6C}"/>
              </a:ext>
            </a:extLst>
          </p:cNvPr>
          <p:cNvSpPr>
            <a:spLocks xmlns:a="http://schemas.openxmlformats.org/drawingml/2006/main" noGrp="1"/>
          </p:cNvSpPr>
          <p:nvPr/>
        </p:nvSpPr>
        <p:spPr>
          <a:xfrm xmlns:a="http://schemas.openxmlformats.org/drawingml/2006/main">
            <a:off x="742950" y="1581150"/>
            <a:ext cx="1543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비교 축</a:t>
            </a:r>
          </a:p>
        </p:txBody>
      </p:sp>
      <p:sp>
        <p:nvSpPr>
          <p:cNvPr id="9" name="">
            <a:extLst xmlns:a="http://schemas.openxmlformats.org/drawingml/2006/main">
              <a:ext uri="{FF2B5EF4-FFF2-40B4-BE49-F238E27FC236}">
                <a16:creationId xmlns:a16="http://schemas.microsoft.com/office/drawing/2014/main" id="{4E736378-AB2D-469F-8E6A-25F7059B8BB1}"/>
              </a:ext>
            </a:extLst>
          </p:cNvPr>
          <p:cNvSpPr>
            <a:spLocks xmlns:a="http://schemas.openxmlformats.org/drawingml/2006/main" noGrp="1"/>
          </p:cNvSpPr>
          <p:nvPr/>
        </p:nvSpPr>
        <p:spPr>
          <a:xfrm xmlns:a="http://schemas.openxmlformats.org/drawingml/2006/main" rot="0">
            <a:off x="2419350" y="1581150"/>
            <a:ext cx="43434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64A86DC2-679D-4FC1-8A9F-0831BCED5829}"/>
              </a:ext>
            </a:extLst>
          </p:cNvPr>
          <p:cNvSpPr>
            <a:spLocks xmlns:a="http://schemas.openxmlformats.org/drawingml/2006/main" noGrp="1"/>
          </p:cNvSpPr>
          <p:nvPr/>
        </p:nvSpPr>
        <p:spPr>
          <a:xfrm xmlns:a="http://schemas.openxmlformats.org/drawingml/2006/main">
            <a:off x="2552700" y="1581150"/>
            <a:ext cx="4076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모델·시스템 수명주기</a:t>
            </a:r>
          </a:p>
        </p:txBody>
      </p:sp>
      <p:sp>
        <p:nvSpPr>
          <p:cNvPr id="11" name="">
            <a:extLst xmlns:a="http://schemas.openxmlformats.org/drawingml/2006/main">
              <a:ext uri="{FF2B5EF4-FFF2-40B4-BE49-F238E27FC236}">
                <a16:creationId xmlns:a16="http://schemas.microsoft.com/office/drawing/2014/main" id="{58F60850-FDF4-4C52-9296-0C5A2D7498C9}"/>
              </a:ext>
            </a:extLst>
          </p:cNvPr>
          <p:cNvSpPr>
            <a:spLocks xmlns:a="http://schemas.openxmlformats.org/drawingml/2006/main" noGrp="1"/>
          </p:cNvSpPr>
          <p:nvPr/>
        </p:nvSpPr>
        <p:spPr>
          <a:xfrm xmlns:a="http://schemas.openxmlformats.org/drawingml/2006/main" rot="0">
            <a:off x="6762750" y="1581150"/>
            <a:ext cx="48196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70CB443D-E5B6-4810-89CF-2CF21B39EB32}"/>
              </a:ext>
            </a:extLst>
          </p:cNvPr>
          <p:cNvSpPr>
            <a:spLocks xmlns:a="http://schemas.openxmlformats.org/drawingml/2006/main" noGrp="1"/>
          </p:cNvSpPr>
          <p:nvPr/>
        </p:nvSpPr>
        <p:spPr>
          <a:xfrm xmlns:a="http://schemas.openxmlformats.org/drawingml/2006/main">
            <a:off x="6896100" y="1581150"/>
            <a:ext cx="45529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수업의 서비스 개선 사이클</a:t>
            </a:r>
          </a:p>
        </p:txBody>
      </p:sp>
      <p:sp>
        <p:nvSpPr>
          <p:cNvPr id="13" name="">
            <a:extLst xmlns:a="http://schemas.openxmlformats.org/drawingml/2006/main">
              <a:ext uri="{FF2B5EF4-FFF2-40B4-BE49-F238E27FC236}">
                <a16:creationId xmlns:a16="http://schemas.microsoft.com/office/drawing/2014/main" id="{B70DC7C1-8BC5-4576-B275-92C45D999C2A}"/>
              </a:ext>
            </a:extLst>
          </p:cNvPr>
          <p:cNvSpPr>
            <a:spLocks xmlns:a="http://schemas.openxmlformats.org/drawingml/2006/main" noGrp="1"/>
          </p:cNvSpPr>
          <p:nvPr/>
        </p:nvSpPr>
        <p:spPr>
          <a:xfrm xmlns:a="http://schemas.openxmlformats.org/drawingml/2006/main" rot="0">
            <a:off x="609600" y="2095500"/>
            <a:ext cx="18097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CD63572D-8558-42BB-AAFE-D8A752789404}"/>
              </a:ext>
            </a:extLst>
          </p:cNvPr>
          <p:cNvSpPr>
            <a:spLocks xmlns:a="http://schemas.openxmlformats.org/drawingml/2006/main" noGrp="1"/>
          </p:cNvSpPr>
          <p:nvPr/>
        </p:nvSpPr>
        <p:spPr>
          <a:xfrm xmlns:a="http://schemas.openxmlformats.org/drawingml/2006/main">
            <a:off x="742950" y="20955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단계 구조</a:t>
            </a:r>
          </a:p>
        </p:txBody>
      </p:sp>
      <p:sp>
        <p:nvSpPr>
          <p:cNvPr id="15" name="">
            <a:extLst xmlns:a="http://schemas.openxmlformats.org/drawingml/2006/main">
              <a:ext uri="{FF2B5EF4-FFF2-40B4-BE49-F238E27FC236}">
                <a16:creationId xmlns:a16="http://schemas.microsoft.com/office/drawing/2014/main" id="{5F47409A-4D3E-4367-8E66-FCA0A2A23DE4}"/>
              </a:ext>
            </a:extLst>
          </p:cNvPr>
          <p:cNvSpPr>
            <a:spLocks xmlns:a="http://schemas.openxmlformats.org/drawingml/2006/main" noGrp="1"/>
          </p:cNvSpPr>
          <p:nvPr/>
        </p:nvSpPr>
        <p:spPr>
          <a:xfrm xmlns:a="http://schemas.openxmlformats.org/drawingml/2006/main" rot="0">
            <a:off x="2419350" y="2095500"/>
            <a:ext cx="434340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8F06AD95-3F69-4F68-BC69-31433091BBED}"/>
              </a:ext>
            </a:extLst>
          </p:cNvPr>
          <p:cNvSpPr>
            <a:spLocks xmlns:a="http://schemas.openxmlformats.org/drawingml/2006/main" noGrp="1"/>
          </p:cNvSpPr>
          <p:nvPr/>
        </p:nvSpPr>
        <p:spPr>
          <a:xfrm xmlns:a="http://schemas.openxmlformats.org/drawingml/2006/main">
            <a:off x="2552700" y="20955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1. 학습(Training)</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2. 평가(Evaluation)</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3. 배포(Deployment)</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4. 유지(Maintenance)</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5. 종료(Retirement)</a:t>
            </a:r>
          </a:p>
        </p:txBody>
      </p:sp>
      <p:sp>
        <p:nvSpPr>
          <p:cNvPr id="17" name="">
            <a:extLst xmlns:a="http://schemas.openxmlformats.org/drawingml/2006/main">
              <a:ext uri="{FF2B5EF4-FFF2-40B4-BE49-F238E27FC236}">
                <a16:creationId xmlns:a16="http://schemas.microsoft.com/office/drawing/2014/main" id="{5553DFE6-BF12-4B50-8249-8559CAC184A6}"/>
              </a:ext>
            </a:extLst>
          </p:cNvPr>
          <p:cNvSpPr>
            <a:spLocks xmlns:a="http://schemas.openxmlformats.org/drawingml/2006/main" noGrp="1"/>
          </p:cNvSpPr>
          <p:nvPr/>
        </p:nvSpPr>
        <p:spPr>
          <a:xfrm xmlns:a="http://schemas.openxmlformats.org/drawingml/2006/main" rot="0">
            <a:off x="6762750" y="2095500"/>
            <a:ext cx="48196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4A2C5CD2-E2E3-42CA-B1F0-1E6DB672B0BC}"/>
              </a:ext>
            </a:extLst>
          </p:cNvPr>
          <p:cNvSpPr>
            <a:spLocks xmlns:a="http://schemas.openxmlformats.org/drawingml/2006/main" noGrp="1"/>
          </p:cNvSpPr>
          <p:nvPr/>
        </p:nvSpPr>
        <p:spPr>
          <a:xfrm xmlns:a="http://schemas.openxmlformats.org/drawingml/2006/main">
            <a:off x="6896100" y="20955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1. 기획·데이터</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2. 프롬프트·맥락</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3. 실행·배포</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4. 평가·관찰</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5. 개선·버전</a:t>
            </a:r>
          </a:p>
        </p:txBody>
      </p:sp>
      <p:sp>
        <p:nvSpPr>
          <p:cNvPr id="19" name="">
            <a:extLst xmlns:a="http://schemas.openxmlformats.org/drawingml/2006/main">
              <a:ext uri="{FF2B5EF4-FFF2-40B4-BE49-F238E27FC236}">
                <a16:creationId xmlns:a16="http://schemas.microsoft.com/office/drawing/2014/main" id="{17D9516E-60AD-42B8-B6D2-9A524A632072}"/>
              </a:ext>
            </a:extLst>
          </p:cNvPr>
          <p:cNvSpPr>
            <a:spLocks xmlns:a="http://schemas.openxmlformats.org/drawingml/2006/main" noGrp="1"/>
          </p:cNvSpPr>
          <p:nvPr/>
        </p:nvSpPr>
        <p:spPr>
          <a:xfrm xmlns:a="http://schemas.openxmlformats.org/drawingml/2006/main" rot="0">
            <a:off x="609600" y="3276600"/>
            <a:ext cx="180975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D5656BDE-334B-4968-8DA1-9FB6EC8F7871}"/>
              </a:ext>
            </a:extLst>
          </p:cNvPr>
          <p:cNvSpPr>
            <a:spLocks xmlns:a="http://schemas.openxmlformats.org/drawingml/2006/main" noGrp="1"/>
          </p:cNvSpPr>
          <p:nvPr/>
        </p:nvSpPr>
        <p:spPr>
          <a:xfrm xmlns:a="http://schemas.openxmlformats.org/drawingml/2006/main">
            <a:off x="742950" y="32766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관리 단위</a:t>
            </a:r>
          </a:p>
        </p:txBody>
      </p:sp>
      <p:sp>
        <p:nvSpPr>
          <p:cNvPr id="21" name="">
            <a:extLst xmlns:a="http://schemas.openxmlformats.org/drawingml/2006/main">
              <a:ext uri="{FF2B5EF4-FFF2-40B4-BE49-F238E27FC236}">
                <a16:creationId xmlns:a16="http://schemas.microsoft.com/office/drawing/2014/main" id="{C0AA5E27-F8A9-4C2D-BF47-ABCA74316DA8}"/>
              </a:ext>
            </a:extLst>
          </p:cNvPr>
          <p:cNvSpPr>
            <a:spLocks xmlns:a="http://schemas.openxmlformats.org/drawingml/2006/main" noGrp="1"/>
          </p:cNvSpPr>
          <p:nvPr/>
        </p:nvSpPr>
        <p:spPr>
          <a:xfrm xmlns:a="http://schemas.openxmlformats.org/drawingml/2006/main" rot="0">
            <a:off x="2419350" y="3276600"/>
            <a:ext cx="434340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C1E1A910-9A66-4737-9912-EE01D334B93F}"/>
              </a:ext>
            </a:extLst>
          </p:cNvPr>
          <p:cNvSpPr>
            <a:spLocks xmlns:a="http://schemas.openxmlformats.org/drawingml/2006/main" noGrp="1"/>
          </p:cNvSpPr>
          <p:nvPr/>
        </p:nvSpPr>
        <p:spPr>
          <a:xfrm xmlns:a="http://schemas.openxmlformats.org/drawingml/2006/main">
            <a:off x="2552700" y="32766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모델 또는 전체 인공지능 시스템</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생성부터 유지·종료까지의 상태</a:t>
            </a:r>
          </a:p>
        </p:txBody>
      </p:sp>
      <p:sp>
        <p:nvSpPr>
          <p:cNvPr id="23" name="">
            <a:extLst xmlns:a="http://schemas.openxmlformats.org/drawingml/2006/main">
              <a:ext uri="{FF2B5EF4-FFF2-40B4-BE49-F238E27FC236}">
                <a16:creationId xmlns:a16="http://schemas.microsoft.com/office/drawing/2014/main" id="{BBFC947B-2EB6-4AC6-9E4A-54F775608FCB}"/>
              </a:ext>
            </a:extLst>
          </p:cNvPr>
          <p:cNvSpPr>
            <a:spLocks xmlns:a="http://schemas.openxmlformats.org/drawingml/2006/main" noGrp="1"/>
          </p:cNvSpPr>
          <p:nvPr/>
        </p:nvSpPr>
        <p:spPr>
          <a:xfrm xmlns:a="http://schemas.openxmlformats.org/drawingml/2006/main" rot="0">
            <a:off x="6762750" y="3276600"/>
            <a:ext cx="4819650" cy="11811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1DFFE2B1-24BC-4A33-9B1F-2AF359C83F4F}"/>
              </a:ext>
            </a:extLst>
          </p:cNvPr>
          <p:cNvSpPr>
            <a:spLocks xmlns:a="http://schemas.openxmlformats.org/drawingml/2006/main" noGrp="1"/>
          </p:cNvSpPr>
          <p:nvPr/>
        </p:nvSpPr>
        <p:spPr>
          <a:xfrm xmlns:a="http://schemas.openxmlformats.org/drawingml/2006/main">
            <a:off x="6896100" y="32766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프롬프트·맥락·코드·설정·정책</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서비스 행동과 실행 증거</a:t>
            </a:r>
          </a:p>
        </p:txBody>
      </p:sp>
      <p:sp>
        <p:nvSpPr>
          <p:cNvPr id="25" name="">
            <a:extLst xmlns:a="http://schemas.openxmlformats.org/drawingml/2006/main">
              <a:ext uri="{FF2B5EF4-FFF2-40B4-BE49-F238E27FC236}">
                <a16:creationId xmlns:a16="http://schemas.microsoft.com/office/drawing/2014/main" id="{FB3CF858-96BD-4326-BBFB-18638AE29AF2}"/>
              </a:ext>
            </a:extLst>
          </p:cNvPr>
          <p:cNvSpPr>
            <a:spLocks xmlns:a="http://schemas.openxmlformats.org/drawingml/2006/main" noGrp="1"/>
          </p:cNvSpPr>
          <p:nvPr/>
        </p:nvSpPr>
        <p:spPr>
          <a:xfrm xmlns:a="http://schemas.openxmlformats.org/drawingml/2006/main" rot="0">
            <a:off x="609600" y="4457700"/>
            <a:ext cx="18097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19F2C880-2552-46B7-A4F5-12536F05E801}"/>
              </a:ext>
            </a:extLst>
          </p:cNvPr>
          <p:cNvSpPr>
            <a:spLocks xmlns:a="http://schemas.openxmlformats.org/drawingml/2006/main" noGrp="1"/>
          </p:cNvSpPr>
          <p:nvPr/>
        </p:nvSpPr>
        <p:spPr>
          <a:xfrm xmlns:a="http://schemas.openxmlformats.org/drawingml/2006/main">
            <a:off x="742950" y="4457700"/>
            <a:ext cx="15430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1">
                <a:solidFill>
                  <a:srgbClr val="191919"/>
                </a:solidFill>
                <a:latin typeface="AppleGothic"/>
                <a:ea typeface="AppleGothic"/>
                <a:cs typeface="AppleGothic"/>
              </a:defRPr>
            </a:pPr>
            <a:r>
              <a:rPr sz="1200" b="1">
                <a:solidFill>
                  <a:srgbClr val="191919"/>
                </a:solidFill>
                <a:latin typeface="AppleGothic"/>
                <a:ea typeface="AppleGothic"/>
                <a:cs typeface="AppleGothic"/>
              </a:rPr>
              <a:t>수업의 사용</a:t>
            </a:r>
          </a:p>
        </p:txBody>
      </p:sp>
      <p:sp>
        <p:nvSpPr>
          <p:cNvPr id="27" name="">
            <a:extLst xmlns:a="http://schemas.openxmlformats.org/drawingml/2006/main">
              <a:ext uri="{FF2B5EF4-FFF2-40B4-BE49-F238E27FC236}">
                <a16:creationId xmlns:a16="http://schemas.microsoft.com/office/drawing/2014/main" id="{15FA58BA-9594-4AB1-BD72-10E319823E42}"/>
              </a:ext>
            </a:extLst>
          </p:cNvPr>
          <p:cNvSpPr>
            <a:spLocks xmlns:a="http://schemas.openxmlformats.org/drawingml/2006/main" noGrp="1"/>
          </p:cNvSpPr>
          <p:nvPr/>
        </p:nvSpPr>
        <p:spPr>
          <a:xfrm xmlns:a="http://schemas.openxmlformats.org/drawingml/2006/main" rot="0">
            <a:off x="2419350" y="4457700"/>
            <a:ext cx="434340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BF0D2AE3-F9BB-4BB4-9A68-037A60F2AB0C}"/>
              </a:ext>
            </a:extLst>
          </p:cNvPr>
          <p:cNvSpPr>
            <a:spLocks xmlns:a="http://schemas.openxmlformats.org/drawingml/2006/main" noGrp="1"/>
          </p:cNvSpPr>
          <p:nvPr/>
        </p:nvSpPr>
        <p:spPr>
          <a:xfrm xmlns:a="http://schemas.openxmlformats.org/drawingml/2006/main">
            <a:off x="2552700" y="4457700"/>
            <a:ext cx="40767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모델과 시스템의 전체 생애를</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설명할 때 활용 가능한 분류</a:t>
            </a:r>
          </a:p>
        </p:txBody>
      </p:sp>
      <p:sp>
        <p:nvSpPr>
          <p:cNvPr id="29" name="">
            <a:extLst xmlns:a="http://schemas.openxmlformats.org/drawingml/2006/main">
              <a:ext uri="{FF2B5EF4-FFF2-40B4-BE49-F238E27FC236}">
                <a16:creationId xmlns:a16="http://schemas.microsoft.com/office/drawing/2014/main" id="{1A5871D9-6D32-4C51-93BC-55DD8DBAAE52}"/>
              </a:ext>
            </a:extLst>
          </p:cNvPr>
          <p:cNvSpPr>
            <a:spLocks xmlns:a="http://schemas.openxmlformats.org/drawingml/2006/main" noGrp="1"/>
          </p:cNvSpPr>
          <p:nvPr/>
        </p:nvSpPr>
        <p:spPr>
          <a:xfrm xmlns:a="http://schemas.openxmlformats.org/drawingml/2006/main" rot="0">
            <a:off x="6762750" y="4457700"/>
            <a:ext cx="48196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9F16E53D-7216-4253-9B36-DEAE568066F3}"/>
              </a:ext>
            </a:extLst>
          </p:cNvPr>
          <p:cNvSpPr>
            <a:spLocks xmlns:a="http://schemas.openxmlformats.org/drawingml/2006/main" noGrp="1"/>
          </p:cNvSpPr>
          <p:nvPr/>
        </p:nvSpPr>
        <p:spPr>
          <a:xfrm xmlns:a="http://schemas.openxmlformats.org/drawingml/2006/main">
            <a:off x="6896100" y="4457700"/>
            <a:ext cx="45529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매주 실행을 재현·비교·평가하고</a:t>
            </a:r>
          </a:p>
          <a:p xmlns:a="http://schemas.openxmlformats.org/drawingml/2006/main">
            <a:pPr algn="l">
              <a:lnSpc>
                <a:spcPct val="115000"/>
              </a:lnSpc>
              <a:buNone/>
              <a:defRPr sz="1200" b="0">
                <a:solidFill>
                  <a:srgbClr val="191919"/>
                </a:solidFill>
                <a:latin typeface="AppleGothic"/>
                <a:ea typeface="AppleGothic"/>
                <a:cs typeface="AppleGothic"/>
              </a:defRPr>
            </a:pPr>
            <a:r>
              <a:rPr sz="1200" b="0">
                <a:solidFill>
                  <a:srgbClr val="191919"/>
                </a:solidFill>
                <a:latin typeface="AppleGothic"/>
                <a:ea typeface="AppleGothic"/>
                <a:cs typeface="AppleGothic"/>
              </a:rPr>
              <a:t>다음 버전을 설계하는 공통 좌표</a:t>
            </a:r>
          </a:p>
        </p:txBody>
      </p:sp>
    </p:spTree>
    <p:extLst>
      <p:ext uri="{BB962C8B-B14F-4D97-AF65-F5344CB8AC3E}">
        <p14:creationId xmlns:p14="http://schemas.microsoft.com/office/powerpoint/2010/main" val="1710840819"/>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3CDCD5F-EBC2-4B6A-878C-119423675C5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6C720F06-350E-4DA1-99E9-309FE6D570B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12</a:t>
            </a:r>
          </a:p>
        </p:txBody>
      </p:sp>
      <p:sp>
        <p:nvSpPr>
          <p:cNvPr id="3" name="">
            <a:extLst xmlns:a="http://schemas.openxmlformats.org/drawingml/2006/main">
              <a:ext uri="{FF2B5EF4-FFF2-40B4-BE49-F238E27FC236}">
                <a16:creationId xmlns:a16="http://schemas.microsoft.com/office/drawing/2014/main" id="{44CC8CF1-7614-460A-81DE-E5A29A64835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1582BB5E-BA38-4CE4-8910-2071B84B57E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4CAB58E-4EA6-4E21-9BF1-44C5BDB965A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9FD29146-DDFA-4196-98C0-D1AC6446521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수업 운영 프레임: 서비스 개선 사이클</a:t>
            </a:r>
          </a:p>
        </p:txBody>
      </p:sp>
      <p:sp>
        <p:nvSpPr>
          <p:cNvPr id="7" name="">
            <a:extLst xmlns:a="http://schemas.openxmlformats.org/drawingml/2006/main">
              <a:ext uri="{FF2B5EF4-FFF2-40B4-BE49-F238E27FC236}">
                <a16:creationId xmlns:a16="http://schemas.microsoft.com/office/drawing/2014/main" id="{251EB53E-F075-4939-8189-32C8E1B7CD15}"/>
              </a:ext>
            </a:extLst>
          </p:cNvPr>
          <p:cNvSpPr>
            <a:spLocks xmlns:a="http://schemas.openxmlformats.org/drawingml/2006/main" noGrp="1"/>
          </p:cNvSpPr>
          <p:nvPr/>
        </p:nvSpPr>
        <p:spPr>
          <a:xfrm xmlns:a="http://schemas.openxmlformats.org/drawingml/2006/main" flipH="0" flipV="0">
            <a:off x="4315941" y="2192966"/>
            <a:ext cx="769240" cy="55888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8" name="">
            <a:extLst xmlns:a="http://schemas.openxmlformats.org/drawingml/2006/main">
              <a:ext uri="{FF2B5EF4-FFF2-40B4-BE49-F238E27FC236}">
                <a16:creationId xmlns:a16="http://schemas.microsoft.com/office/drawing/2014/main" id="{4192895C-FBC3-4481-B689-B3D77A75C786}"/>
              </a:ext>
            </a:extLst>
          </p:cNvPr>
          <p:cNvSpPr>
            <a:spLocks xmlns:a="http://schemas.openxmlformats.org/drawingml/2006/main" noGrp="1"/>
          </p:cNvSpPr>
          <p:nvPr/>
        </p:nvSpPr>
        <p:spPr>
          <a:xfrm xmlns:a="http://schemas.openxmlformats.org/drawingml/2006/main" flipH="1" flipV="0">
            <a:off x="5068725" y="3605502"/>
            <a:ext cx="293824" cy="90429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9" name="">
            <a:extLst xmlns:a="http://schemas.openxmlformats.org/drawingml/2006/main">
              <a:ext uri="{FF2B5EF4-FFF2-40B4-BE49-F238E27FC236}">
                <a16:creationId xmlns:a16="http://schemas.microsoft.com/office/drawing/2014/main" id="{5E1479A0-2179-4F5A-B480-A75685C5CFF0}"/>
              </a:ext>
            </a:extLst>
          </p:cNvPr>
          <p:cNvSpPr>
            <a:spLocks xmlns:a="http://schemas.openxmlformats.org/drawingml/2006/main" noGrp="1"/>
          </p:cNvSpPr>
          <p:nvPr/>
        </p:nvSpPr>
        <p:spPr>
          <a:xfrm xmlns:a="http://schemas.openxmlformats.org/drawingml/2006/main" flipH="1" flipV="0">
            <a:off x="3391734" y="5037383"/>
            <a:ext cx="950833"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A341DC4B-0E8A-49B9-8DA3-CCAA546CDE4E}"/>
              </a:ext>
            </a:extLst>
          </p:cNvPr>
          <p:cNvSpPr>
            <a:spLocks xmlns:a="http://schemas.openxmlformats.org/drawingml/2006/main" noGrp="1"/>
          </p:cNvSpPr>
          <p:nvPr/>
        </p:nvSpPr>
        <p:spPr>
          <a:xfrm xmlns:a="http://schemas.openxmlformats.org/drawingml/2006/main" flipH="1" flipV="1">
            <a:off x="2371751" y="3605502"/>
            <a:ext cx="293824" cy="90429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88E8C0C4-FDEA-4AF6-A626-7181CE7580C3}"/>
              </a:ext>
            </a:extLst>
          </p:cNvPr>
          <p:cNvSpPr>
            <a:spLocks xmlns:a="http://schemas.openxmlformats.org/drawingml/2006/main" noGrp="1"/>
          </p:cNvSpPr>
          <p:nvPr/>
        </p:nvSpPr>
        <p:spPr>
          <a:xfrm xmlns:a="http://schemas.openxmlformats.org/drawingml/2006/main" flipH="0" flipV="1">
            <a:off x="2649119" y="2192966"/>
            <a:ext cx="769240" cy="55888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6CE5EC30-AE6A-4503-9171-C1361CF9F457}"/>
              </a:ext>
            </a:extLst>
          </p:cNvPr>
          <p:cNvSpPr>
            <a:spLocks xmlns:a="http://schemas.openxmlformats.org/drawingml/2006/main" noGrp="1"/>
          </p:cNvSpPr>
          <p:nvPr/>
        </p:nvSpPr>
        <p:spPr>
          <a:xfrm xmlns:a="http://schemas.openxmlformats.org/drawingml/2006/main" rot="0">
            <a:off x="3333750" y="1333500"/>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1</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기획</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데이터</a:t>
            </a:r>
          </a:p>
        </p:txBody>
      </p:sp>
      <p:sp>
        <p:nvSpPr>
          <p:cNvPr id="13" name="">
            <a:extLst xmlns:a="http://schemas.openxmlformats.org/drawingml/2006/main">
              <a:ext uri="{FF2B5EF4-FFF2-40B4-BE49-F238E27FC236}">
                <a16:creationId xmlns:a16="http://schemas.microsoft.com/office/drawing/2014/main" id="{738963DD-CE88-41B5-ADEE-55366A860BFE}"/>
              </a:ext>
            </a:extLst>
          </p:cNvPr>
          <p:cNvSpPr>
            <a:spLocks xmlns:a="http://schemas.openxmlformats.org/drawingml/2006/main" noGrp="1"/>
          </p:cNvSpPr>
          <p:nvPr/>
        </p:nvSpPr>
        <p:spPr>
          <a:xfrm xmlns:a="http://schemas.openxmlformats.org/drawingml/2006/main" rot="0">
            <a:off x="5000572" y="2544517"/>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2</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프롬프트</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맥락</a:t>
            </a:r>
          </a:p>
        </p:txBody>
      </p:sp>
      <p:sp>
        <p:nvSpPr>
          <p:cNvPr id="14" name="">
            <a:extLst xmlns:a="http://schemas.openxmlformats.org/drawingml/2006/main">
              <a:ext uri="{FF2B5EF4-FFF2-40B4-BE49-F238E27FC236}">
                <a16:creationId xmlns:a16="http://schemas.microsoft.com/office/drawing/2014/main" id="{A0AF3C5A-989D-4828-A47B-81CA7BD951DE}"/>
              </a:ext>
            </a:extLst>
          </p:cNvPr>
          <p:cNvSpPr>
            <a:spLocks xmlns:a="http://schemas.openxmlformats.org/drawingml/2006/main" noGrp="1"/>
          </p:cNvSpPr>
          <p:nvPr/>
        </p:nvSpPr>
        <p:spPr>
          <a:xfrm xmlns:a="http://schemas.openxmlformats.org/drawingml/2006/main" rot="0">
            <a:off x="4363902" y="4503983"/>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3</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실행</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배포</a:t>
            </a:r>
          </a:p>
        </p:txBody>
      </p:sp>
      <p:sp>
        <p:nvSpPr>
          <p:cNvPr id="15" name="">
            <a:extLst xmlns:a="http://schemas.openxmlformats.org/drawingml/2006/main">
              <a:ext uri="{FF2B5EF4-FFF2-40B4-BE49-F238E27FC236}">
                <a16:creationId xmlns:a16="http://schemas.microsoft.com/office/drawing/2014/main" id="{4D1C357F-D9F5-4131-838D-CCDB9A6FA643}"/>
              </a:ext>
            </a:extLst>
          </p:cNvPr>
          <p:cNvSpPr>
            <a:spLocks xmlns:a="http://schemas.openxmlformats.org/drawingml/2006/main" noGrp="1"/>
          </p:cNvSpPr>
          <p:nvPr/>
        </p:nvSpPr>
        <p:spPr>
          <a:xfrm xmlns:a="http://schemas.openxmlformats.org/drawingml/2006/main" rot="0">
            <a:off x="2303598" y="4503983"/>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4</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평가</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관찰</a:t>
            </a:r>
          </a:p>
        </p:txBody>
      </p:sp>
      <p:sp>
        <p:nvSpPr>
          <p:cNvPr id="16" name="">
            <a:extLst xmlns:a="http://schemas.openxmlformats.org/drawingml/2006/main">
              <a:ext uri="{FF2B5EF4-FFF2-40B4-BE49-F238E27FC236}">
                <a16:creationId xmlns:a16="http://schemas.microsoft.com/office/drawing/2014/main" id="{D523B27E-EA89-49D5-A9B9-04888DC67941}"/>
              </a:ext>
            </a:extLst>
          </p:cNvPr>
          <p:cNvSpPr>
            <a:spLocks xmlns:a="http://schemas.openxmlformats.org/drawingml/2006/main" noGrp="1"/>
          </p:cNvSpPr>
          <p:nvPr/>
        </p:nvSpPr>
        <p:spPr>
          <a:xfrm xmlns:a="http://schemas.openxmlformats.org/drawingml/2006/main" rot="0">
            <a:off x="1666928" y="2544517"/>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5</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개선</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B5AE9124-2AE5-4A1F-975F-BA4EBEF6FF94}"/>
              </a:ext>
            </a:extLst>
          </p:cNvPr>
          <p:cNvSpPr>
            <a:spLocks xmlns:a="http://schemas.openxmlformats.org/drawingml/2006/main" noGrp="1"/>
          </p:cNvSpPr>
          <p:nvPr/>
        </p:nvSpPr>
        <p:spPr>
          <a:xfrm xmlns:a="http://schemas.openxmlformats.org/drawingml/2006/main" rot="0">
            <a:off x="3314700" y="3067050"/>
            <a:ext cx="1104900" cy="1104900"/>
          </a:xfrm>
          <a:prstGeom xmlns:a="http://schemas.openxmlformats.org/drawingml/2006/main" prst="ellipse">
            <a:avLst/>
          </a:prstGeom>
          <a:solidFill xmlns:a="http://schemas.openxmlformats.org/drawingml/2006/main">
            <a:srgbClr val="050505"/>
          </a:solidFill>
          <a:ln xmlns:a="http://schemas.openxmlformats.org/drawingml/2006/main" w="28575">
            <a:solidFill>
              <a:srgbClr val="2563EB"/>
            </a:solidFill>
            <a:prstDash val="solid"/>
          </a:ln>
        </p:spPr>
        <p:txBody>
          <a:bodyPr xmlns:a="http://schemas.openxmlformats.org/drawingml/2006/main" lIns="38100" tIns="38100" rIns="38100" bIns="38100" anchor="ctr">
            <a:noAutofit/>
          </a:bodyPr>
          <a:lstStyle xmlns:a="http://schemas.openxmlformats.org/drawingml/2006/main"/>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SERVICE</a:t>
            </a:r>
          </a:p>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LOOP</a:t>
            </a:r>
          </a:p>
        </p:txBody>
      </p:sp>
      <p:sp>
        <p:nvSpPr>
          <p:cNvPr id="18" name="">
            <a:extLst xmlns:a="http://schemas.openxmlformats.org/drawingml/2006/main">
              <a:ext uri="{FF2B5EF4-FFF2-40B4-BE49-F238E27FC236}">
                <a16:creationId xmlns:a16="http://schemas.microsoft.com/office/drawing/2014/main" id="{4F45B2D5-DC1E-41E0-9A95-B5E43FA3CA00}"/>
              </a:ext>
            </a:extLst>
          </p:cNvPr>
          <p:cNvSpPr>
            <a:spLocks xmlns:a="http://schemas.openxmlformats.org/drawingml/2006/main" noGrp="1"/>
          </p:cNvSpPr>
          <p:nvPr/>
        </p:nvSpPr>
        <p:spPr>
          <a:xfrm xmlns:a="http://schemas.openxmlformats.org/drawingml/2006/main">
            <a:off x="7486650" y="17526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COURSE STANDARD</a:t>
            </a:r>
          </a:p>
        </p:txBody>
      </p:sp>
      <p:sp>
        <p:nvSpPr>
          <p:cNvPr id="19" name="">
            <a:extLst xmlns:a="http://schemas.openxmlformats.org/drawingml/2006/main">
              <a:ext uri="{FF2B5EF4-FFF2-40B4-BE49-F238E27FC236}">
                <a16:creationId xmlns:a16="http://schemas.microsoft.com/office/drawing/2014/main" id="{37660955-D9F6-4134-B57B-6BE40A8E4DF9}"/>
              </a:ext>
            </a:extLst>
          </p:cNvPr>
          <p:cNvSpPr>
            <a:spLocks xmlns:a="http://schemas.openxmlformats.org/drawingml/2006/main" noGrp="1"/>
          </p:cNvSpPr>
          <p:nvPr/>
        </p:nvSpPr>
        <p:spPr>
          <a:xfrm xmlns:a="http://schemas.openxmlformats.org/drawingml/2006/main">
            <a:off x="7486650" y="2133600"/>
            <a:ext cx="371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16주 산출물을 연결하는 교육용 운영 좌표계</a:t>
            </a:r>
          </a:p>
        </p:txBody>
      </p:sp>
      <p:sp>
        <p:nvSpPr>
          <p:cNvPr id="20" name="">
            <a:extLst xmlns:a="http://schemas.openxmlformats.org/drawingml/2006/main">
              <a:ext uri="{FF2B5EF4-FFF2-40B4-BE49-F238E27FC236}">
                <a16:creationId xmlns:a16="http://schemas.microsoft.com/office/drawing/2014/main" id="{1D217FD0-560A-4597-A63E-0D15533BB82C}"/>
              </a:ext>
            </a:extLst>
          </p:cNvPr>
          <p:cNvSpPr>
            <a:spLocks xmlns:a="http://schemas.openxmlformats.org/drawingml/2006/main" noGrp="1"/>
          </p:cNvSpPr>
          <p:nvPr/>
        </p:nvSpPr>
        <p:spPr>
          <a:xfrm xmlns:a="http://schemas.openxmlformats.org/drawingml/2006/main" flipH="0" flipV="0">
            <a:off x="7486650" y="3429000"/>
            <a:ext cx="3714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16270366-270B-475E-8284-602A3C85ABB3}"/>
              </a:ext>
            </a:extLst>
          </p:cNvPr>
          <p:cNvSpPr>
            <a:spLocks xmlns:a="http://schemas.openxmlformats.org/drawingml/2006/main" noGrp="1"/>
          </p:cNvSpPr>
          <p:nvPr/>
        </p:nvSpPr>
        <p:spPr>
          <a:xfrm xmlns:a="http://schemas.openxmlformats.org/drawingml/2006/main">
            <a:off x="7486650" y="3733800"/>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업계의 단일 표준을 주장하지 않는다. 이미 학습된 기반 모델을 포함한 서비스를 반복적으로 관찰하고 개선하기 위한 공통 프레임이다.</a:t>
            </a:r>
          </a:p>
        </p:txBody>
      </p:sp>
      <p:sp>
        <p:nvSpPr>
          <p:cNvPr id="22" name="">
            <a:extLst xmlns:a="http://schemas.openxmlformats.org/drawingml/2006/main">
              <a:ext uri="{FF2B5EF4-FFF2-40B4-BE49-F238E27FC236}">
                <a16:creationId xmlns:a16="http://schemas.microsoft.com/office/drawing/2014/main" id="{96A039AF-4DBE-4DD7-9997-C4B203760696}"/>
              </a:ext>
            </a:extLst>
          </p:cNvPr>
          <p:cNvSpPr>
            <a:spLocks xmlns:a="http://schemas.openxmlformats.org/drawingml/2006/main" noGrp="1"/>
          </p:cNvSpPr>
          <p:nvPr/>
        </p:nvSpPr>
        <p:spPr>
          <a:xfrm xmlns:a="http://schemas.openxmlformats.org/drawingml/2006/main">
            <a:off x="7486650" y="53911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AppleGothic"/>
                <a:ea typeface="AppleGothic"/>
                <a:cs typeface="AppleGothic"/>
              </a:defRPr>
            </a:pPr>
            <a:r>
              <a:rPr sz="1200" b="1">
                <a:solidFill>
                  <a:srgbClr val="2563EB"/>
                </a:solidFill>
                <a:latin typeface="AppleGothic"/>
                <a:ea typeface="AppleGothic"/>
                <a:cs typeface="AppleGothic"/>
              </a:rPr>
              <a:t>의사결정 기준</a:t>
            </a:r>
          </a:p>
        </p:txBody>
      </p:sp>
      <p:sp>
        <p:nvSpPr>
          <p:cNvPr id="23" name="">
            <a:extLst xmlns:a="http://schemas.openxmlformats.org/drawingml/2006/main">
              <a:ext uri="{FF2B5EF4-FFF2-40B4-BE49-F238E27FC236}">
                <a16:creationId xmlns:a16="http://schemas.microsoft.com/office/drawing/2014/main" id="{C48A4A3B-DB01-4E5F-8BDF-7A1FFB88AA60}"/>
              </a:ext>
            </a:extLst>
          </p:cNvPr>
          <p:cNvSpPr>
            <a:spLocks xmlns:a="http://schemas.openxmlformats.org/drawingml/2006/main" noGrp="1"/>
          </p:cNvSpPr>
          <p:nvPr/>
        </p:nvSpPr>
        <p:spPr>
          <a:xfrm xmlns:a="http://schemas.openxmlformats.org/drawingml/2006/main">
            <a:off x="8667750" y="5391150"/>
            <a:ext cx="2533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계속 · 교체 · 종료</a:t>
            </a:r>
          </a:p>
        </p:txBody>
      </p:sp>
    </p:spTree>
    <p:extLst>
      <p:ext uri="{BB962C8B-B14F-4D97-AF65-F5344CB8AC3E}">
        <p14:creationId xmlns:p14="http://schemas.microsoft.com/office/powerpoint/2010/main" val="885687901"/>
      </p:ext>
    </p:extLst>
  </p:cSld>
</p:sld>
</file>

<file path=ppt/slides/slide1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8FEA0CA-FE22-422A-BF9F-2B1522873E7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STANDARD</a:t>
            </a:r>
          </a:p>
        </p:txBody>
      </p:sp>
      <p:sp>
        <p:nvSpPr>
          <p:cNvPr id="2" name="">
            <a:extLst xmlns:a="http://schemas.openxmlformats.org/drawingml/2006/main">
              <a:ext uri="{FF2B5EF4-FFF2-40B4-BE49-F238E27FC236}">
                <a16:creationId xmlns:a16="http://schemas.microsoft.com/office/drawing/2014/main" id="{408A0B7E-09AE-4C71-8B78-578306D3291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13</a:t>
            </a:r>
          </a:p>
        </p:txBody>
      </p:sp>
      <p:sp>
        <p:nvSpPr>
          <p:cNvPr id="3" name="">
            <a:extLst xmlns:a="http://schemas.openxmlformats.org/drawingml/2006/main">
              <a:ext uri="{FF2B5EF4-FFF2-40B4-BE49-F238E27FC236}">
                <a16:creationId xmlns:a16="http://schemas.microsoft.com/office/drawing/2014/main" id="{BDEDB1D1-DDD3-4986-98C9-10046228CDA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A42DD0D-AA97-4942-BBD2-2520A423C06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F3CDFFC-5BF1-4972-A094-830311E94C4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49E89F77-2848-43F4-8466-F6812395268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개선 여부를 판단하는 기준</a:t>
            </a:r>
          </a:p>
        </p:txBody>
      </p:sp>
      <p:sp>
        <p:nvSpPr>
          <p:cNvPr id="7" name="">
            <a:extLst xmlns:a="http://schemas.openxmlformats.org/drawingml/2006/main">
              <a:ext uri="{FF2B5EF4-FFF2-40B4-BE49-F238E27FC236}">
                <a16:creationId xmlns:a16="http://schemas.microsoft.com/office/drawing/2014/main" id="{C097B174-FA13-48A5-B23C-86F6D5526B83}"/>
              </a:ext>
            </a:extLst>
          </p:cNvPr>
          <p:cNvSpPr>
            <a:spLocks xmlns:a="http://schemas.openxmlformats.org/drawingml/2006/main" noGrp="1"/>
          </p:cNvSpPr>
          <p:nvPr/>
        </p:nvSpPr>
        <p:spPr>
          <a:xfrm xmlns:a="http://schemas.openxmlformats.org/drawingml/2006/main">
            <a:off x="6096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A5670AFF-C6E3-43E6-A736-802D8E626057}"/>
              </a:ext>
            </a:extLst>
          </p:cNvPr>
          <p:cNvSpPr>
            <a:spLocks xmlns:a="http://schemas.openxmlformats.org/drawingml/2006/main" noGrp="1"/>
          </p:cNvSpPr>
          <p:nvPr/>
        </p:nvSpPr>
        <p:spPr>
          <a:xfrm xmlns:a="http://schemas.openxmlformats.org/drawingml/2006/main">
            <a:off x="6096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기준</a:t>
            </a:r>
          </a:p>
        </p:txBody>
      </p:sp>
      <p:sp>
        <p:nvSpPr>
          <p:cNvPr id="9" name="">
            <a:extLst xmlns:a="http://schemas.openxmlformats.org/drawingml/2006/main">
              <a:ext uri="{FF2B5EF4-FFF2-40B4-BE49-F238E27FC236}">
                <a16:creationId xmlns:a16="http://schemas.microsoft.com/office/drawing/2014/main" id="{8CC5446E-9CDB-4A7C-B5DB-AC4FA042BA45}"/>
              </a:ext>
            </a:extLst>
          </p:cNvPr>
          <p:cNvSpPr>
            <a:spLocks xmlns:a="http://schemas.openxmlformats.org/drawingml/2006/main" noGrp="1"/>
          </p:cNvSpPr>
          <p:nvPr/>
        </p:nvSpPr>
        <p:spPr>
          <a:xfrm xmlns:a="http://schemas.openxmlformats.org/drawingml/2006/main" flipH="0" flipV="0">
            <a:off x="60960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512F2222-D613-456A-93EB-BB2ECCD4DF08}"/>
              </a:ext>
            </a:extLst>
          </p:cNvPr>
          <p:cNvSpPr>
            <a:spLocks xmlns:a="http://schemas.openxmlformats.org/drawingml/2006/main" noGrp="1"/>
          </p:cNvSpPr>
          <p:nvPr/>
        </p:nvSpPr>
        <p:spPr>
          <a:xfrm xmlns:a="http://schemas.openxmlformats.org/drawingml/2006/main">
            <a:off x="6096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성공·금지 조건</a:t>
            </a:r>
          </a:p>
        </p:txBody>
      </p:sp>
      <p:sp>
        <p:nvSpPr>
          <p:cNvPr id="11" name="">
            <a:extLst xmlns:a="http://schemas.openxmlformats.org/drawingml/2006/main">
              <a:ext uri="{FF2B5EF4-FFF2-40B4-BE49-F238E27FC236}">
                <a16:creationId xmlns:a16="http://schemas.microsoft.com/office/drawing/2014/main" id="{253CEC75-095B-4493-963F-F0887C81466E}"/>
              </a:ext>
            </a:extLst>
          </p:cNvPr>
          <p:cNvSpPr>
            <a:spLocks xmlns:a="http://schemas.openxmlformats.org/drawingml/2006/main" noGrp="1"/>
          </p:cNvSpPr>
          <p:nvPr/>
        </p:nvSpPr>
        <p:spPr>
          <a:xfrm xmlns:a="http://schemas.openxmlformats.org/drawingml/2006/main">
            <a:off x="34099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B20614EE-4A53-4F95-9EB7-1A35E96911C9}"/>
              </a:ext>
            </a:extLst>
          </p:cNvPr>
          <p:cNvSpPr>
            <a:spLocks xmlns:a="http://schemas.openxmlformats.org/drawingml/2006/main" noGrp="1"/>
          </p:cNvSpPr>
          <p:nvPr/>
        </p:nvSpPr>
        <p:spPr>
          <a:xfrm xmlns:a="http://schemas.openxmlformats.org/drawingml/2006/main">
            <a:off x="34099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맥락</a:t>
            </a:r>
          </a:p>
        </p:txBody>
      </p:sp>
      <p:sp>
        <p:nvSpPr>
          <p:cNvPr id="13" name="">
            <a:extLst xmlns:a="http://schemas.openxmlformats.org/drawingml/2006/main">
              <a:ext uri="{FF2B5EF4-FFF2-40B4-BE49-F238E27FC236}">
                <a16:creationId xmlns:a16="http://schemas.microsoft.com/office/drawing/2014/main" id="{E53B6F20-B1F1-461F-AA73-B2D9EFA338DF}"/>
              </a:ext>
            </a:extLst>
          </p:cNvPr>
          <p:cNvSpPr>
            <a:spLocks xmlns:a="http://schemas.openxmlformats.org/drawingml/2006/main" noGrp="1"/>
          </p:cNvSpPr>
          <p:nvPr/>
        </p:nvSpPr>
        <p:spPr>
          <a:xfrm xmlns:a="http://schemas.openxmlformats.org/drawingml/2006/main" flipH="0" flipV="0">
            <a:off x="340995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16AB78A4-7535-43C0-ADB7-C1CA2786B9AF}"/>
              </a:ext>
            </a:extLst>
          </p:cNvPr>
          <p:cNvSpPr>
            <a:spLocks xmlns:a="http://schemas.openxmlformats.org/drawingml/2006/main" noGrp="1"/>
          </p:cNvSpPr>
          <p:nvPr/>
        </p:nvSpPr>
        <p:spPr>
          <a:xfrm xmlns:a="http://schemas.openxmlformats.org/drawingml/2006/main">
            <a:off x="34099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사용자·업무·데이터</a:t>
            </a:r>
          </a:p>
        </p:txBody>
      </p:sp>
      <p:sp>
        <p:nvSpPr>
          <p:cNvPr id="15" name="">
            <a:extLst xmlns:a="http://schemas.openxmlformats.org/drawingml/2006/main">
              <a:ext uri="{FF2B5EF4-FFF2-40B4-BE49-F238E27FC236}">
                <a16:creationId xmlns:a16="http://schemas.microsoft.com/office/drawing/2014/main" id="{20778F86-DE38-48BE-BAC9-6974FFBC3EA5}"/>
              </a:ext>
            </a:extLst>
          </p:cNvPr>
          <p:cNvSpPr>
            <a:spLocks xmlns:a="http://schemas.openxmlformats.org/drawingml/2006/main" noGrp="1"/>
          </p:cNvSpPr>
          <p:nvPr/>
        </p:nvSpPr>
        <p:spPr>
          <a:xfrm xmlns:a="http://schemas.openxmlformats.org/drawingml/2006/main">
            <a:off x="62103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93FD01B7-7BAF-423E-877B-4886CFCB1C32}"/>
              </a:ext>
            </a:extLst>
          </p:cNvPr>
          <p:cNvSpPr>
            <a:spLocks xmlns:a="http://schemas.openxmlformats.org/drawingml/2006/main" noGrp="1"/>
          </p:cNvSpPr>
          <p:nvPr/>
        </p:nvSpPr>
        <p:spPr>
          <a:xfrm xmlns:a="http://schemas.openxmlformats.org/drawingml/2006/main">
            <a:off x="62103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6495A175-4A3E-4AB9-8EF2-17837D913A0C}"/>
              </a:ext>
            </a:extLst>
          </p:cNvPr>
          <p:cNvSpPr>
            <a:spLocks xmlns:a="http://schemas.openxmlformats.org/drawingml/2006/main" noGrp="1"/>
          </p:cNvSpPr>
          <p:nvPr/>
        </p:nvSpPr>
        <p:spPr>
          <a:xfrm xmlns:a="http://schemas.openxmlformats.org/drawingml/2006/main" flipH="0" flipV="0">
            <a:off x="621030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8" name="">
            <a:extLst xmlns:a="http://schemas.openxmlformats.org/drawingml/2006/main">
              <a:ext uri="{FF2B5EF4-FFF2-40B4-BE49-F238E27FC236}">
                <a16:creationId xmlns:a16="http://schemas.microsoft.com/office/drawing/2014/main" id="{124D35C8-1233-4E26-9172-2D95D3B51DF1}"/>
              </a:ext>
            </a:extLst>
          </p:cNvPr>
          <p:cNvSpPr>
            <a:spLocks xmlns:a="http://schemas.openxmlformats.org/drawingml/2006/main" noGrp="1"/>
          </p:cNvSpPr>
          <p:nvPr/>
        </p:nvSpPr>
        <p:spPr>
          <a:xfrm xmlns:a="http://schemas.openxmlformats.org/drawingml/2006/main">
            <a:off x="62103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 대상과 이유</a:t>
            </a:r>
          </a:p>
        </p:txBody>
      </p:sp>
      <p:sp>
        <p:nvSpPr>
          <p:cNvPr id="19" name="">
            <a:extLst xmlns:a="http://schemas.openxmlformats.org/drawingml/2006/main">
              <a:ext uri="{FF2B5EF4-FFF2-40B4-BE49-F238E27FC236}">
                <a16:creationId xmlns:a16="http://schemas.microsoft.com/office/drawing/2014/main" id="{442B271F-FFE7-4950-A712-7F162D274947}"/>
              </a:ext>
            </a:extLst>
          </p:cNvPr>
          <p:cNvSpPr>
            <a:spLocks xmlns:a="http://schemas.openxmlformats.org/drawingml/2006/main" noGrp="1"/>
          </p:cNvSpPr>
          <p:nvPr/>
        </p:nvSpPr>
        <p:spPr>
          <a:xfrm xmlns:a="http://schemas.openxmlformats.org/drawingml/2006/main">
            <a:off x="90106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B6757345-9456-49B1-9C11-EAE86A080635}"/>
              </a:ext>
            </a:extLst>
          </p:cNvPr>
          <p:cNvSpPr>
            <a:spLocks xmlns:a="http://schemas.openxmlformats.org/drawingml/2006/main" noGrp="1"/>
          </p:cNvSpPr>
          <p:nvPr/>
        </p:nvSpPr>
        <p:spPr>
          <a:xfrm xmlns:a="http://schemas.openxmlformats.org/drawingml/2006/main">
            <a:off x="90106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평가</a:t>
            </a:r>
          </a:p>
        </p:txBody>
      </p:sp>
      <p:sp>
        <p:nvSpPr>
          <p:cNvPr id="21" name="">
            <a:extLst xmlns:a="http://schemas.openxmlformats.org/drawingml/2006/main">
              <a:ext uri="{FF2B5EF4-FFF2-40B4-BE49-F238E27FC236}">
                <a16:creationId xmlns:a16="http://schemas.microsoft.com/office/drawing/2014/main" id="{8C934E60-9355-44D1-B84D-F2222B04A73C}"/>
              </a:ext>
            </a:extLst>
          </p:cNvPr>
          <p:cNvSpPr>
            <a:spLocks xmlns:a="http://schemas.openxmlformats.org/drawingml/2006/main" noGrp="1"/>
          </p:cNvSpPr>
          <p:nvPr/>
        </p:nvSpPr>
        <p:spPr>
          <a:xfrm xmlns:a="http://schemas.openxmlformats.org/drawingml/2006/main" flipH="0" flipV="0">
            <a:off x="9010650" y="3448050"/>
            <a:ext cx="257175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2" name="">
            <a:extLst xmlns:a="http://schemas.openxmlformats.org/drawingml/2006/main">
              <a:ext uri="{FF2B5EF4-FFF2-40B4-BE49-F238E27FC236}">
                <a16:creationId xmlns:a16="http://schemas.microsoft.com/office/drawing/2014/main" id="{F4B273E0-6F56-47F5-8708-B9FC62C01CD9}"/>
              </a:ext>
            </a:extLst>
          </p:cNvPr>
          <p:cNvSpPr>
            <a:spLocks xmlns:a="http://schemas.openxmlformats.org/drawingml/2006/main" noGrp="1"/>
          </p:cNvSpPr>
          <p:nvPr/>
        </p:nvSpPr>
        <p:spPr>
          <a:xfrm xmlns:a="http://schemas.openxmlformats.org/drawingml/2006/main">
            <a:off x="90106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축의 비교</a:t>
            </a:r>
          </a:p>
        </p:txBody>
      </p:sp>
      <p:sp>
        <p:nvSpPr>
          <p:cNvPr id="23" name="">
            <a:extLst xmlns:a="http://schemas.openxmlformats.org/drawingml/2006/main">
              <a:ext uri="{FF2B5EF4-FFF2-40B4-BE49-F238E27FC236}">
                <a16:creationId xmlns:a16="http://schemas.microsoft.com/office/drawing/2014/main" id="{50AA4116-F61F-4F5C-B4C5-9BFEE8BBDEA6}"/>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다른 사람이 같은 기준으로 다시 확인할 수 있는 운영 조건</a:t>
            </a:r>
          </a:p>
        </p:txBody>
      </p:sp>
    </p:spTree>
    <p:extLst>
      <p:ext uri="{BB962C8B-B14F-4D97-AF65-F5344CB8AC3E}">
        <p14:creationId xmlns:p14="http://schemas.microsoft.com/office/powerpoint/2010/main" val="1025538775"/>
      </p:ext>
    </p:extLst>
  </p:cSld>
</p:sld>
</file>

<file path=ppt/slides/slide1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F15E55A1-136D-486D-8223-0C869AA0895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CONTRACT</a:t>
            </a:r>
          </a:p>
        </p:txBody>
      </p:sp>
      <p:sp>
        <p:nvSpPr>
          <p:cNvPr id="2" name="">
            <a:extLst xmlns:a="http://schemas.openxmlformats.org/drawingml/2006/main">
              <a:ext uri="{FF2B5EF4-FFF2-40B4-BE49-F238E27FC236}">
                <a16:creationId xmlns:a16="http://schemas.microsoft.com/office/drawing/2014/main" id="{CC615D12-7409-4E1F-9DE3-F34301E5FA5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14</a:t>
            </a:r>
          </a:p>
        </p:txBody>
      </p:sp>
      <p:sp>
        <p:nvSpPr>
          <p:cNvPr id="3" name="">
            <a:extLst xmlns:a="http://schemas.openxmlformats.org/drawingml/2006/main">
              <a:ext uri="{FF2B5EF4-FFF2-40B4-BE49-F238E27FC236}">
                <a16:creationId xmlns:a16="http://schemas.microsoft.com/office/drawing/2014/main" id="{0B910AB6-3840-42C6-A76A-FFCB356C5B4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0C9BD57-D9ED-48EC-81E7-6DF253CE25C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995AF338-F2AF-473D-924D-455F650EF73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70902B8-0881-478B-96EA-2A195252F9E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1주차 완료 상태</a:t>
            </a:r>
          </a:p>
        </p:txBody>
      </p:sp>
      <p:sp>
        <p:nvSpPr>
          <p:cNvPr id="7" name="">
            <a:extLst xmlns:a="http://schemas.openxmlformats.org/drawingml/2006/main">
              <a:ext uri="{FF2B5EF4-FFF2-40B4-BE49-F238E27FC236}">
                <a16:creationId xmlns:a16="http://schemas.microsoft.com/office/drawing/2014/main" id="{28682EB7-44C1-48DE-A6EE-B795B47B863C}"/>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1199DC0A-F949-4EA0-83EF-29AF30DDAE27}"/>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29DD4EF4-23C8-464C-A039-31CC72633F15}"/>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서비스</a:t>
            </a:r>
          </a:p>
        </p:txBody>
      </p:sp>
      <p:sp>
        <p:nvSpPr>
          <p:cNvPr id="10" name="">
            <a:extLst xmlns:a="http://schemas.openxmlformats.org/drawingml/2006/main">
              <a:ext uri="{FF2B5EF4-FFF2-40B4-BE49-F238E27FC236}">
                <a16:creationId xmlns:a16="http://schemas.microsoft.com/office/drawing/2014/main" id="{9B30CEA3-81CF-4F30-B7CC-2B69DCBD53B4}"/>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상태 확인과 사용자 화면(User Interface, UI)</a:t>
            </a:r>
          </a:p>
        </p:txBody>
      </p:sp>
      <p:sp>
        <p:nvSpPr>
          <p:cNvPr id="11" name="">
            <a:extLst xmlns:a="http://schemas.openxmlformats.org/drawingml/2006/main">
              <a:ext uri="{FF2B5EF4-FFF2-40B4-BE49-F238E27FC236}">
                <a16:creationId xmlns:a16="http://schemas.microsoft.com/office/drawing/2014/main" id="{028806B1-794B-42F6-903E-79A866D73BFC}"/>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FD565279-9752-4212-B8D5-034F6F188F77}"/>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74FC1F64-FC40-4D9D-9606-FCB181B0CEBB}"/>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EDA8C708-AAB7-4211-A69E-19FBCE0DCFC1}"/>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 추적 두 건</a:t>
            </a:r>
          </a:p>
        </p:txBody>
      </p:sp>
      <p:sp>
        <p:nvSpPr>
          <p:cNvPr id="15" name="">
            <a:extLst xmlns:a="http://schemas.openxmlformats.org/drawingml/2006/main">
              <a:ext uri="{FF2B5EF4-FFF2-40B4-BE49-F238E27FC236}">
                <a16:creationId xmlns:a16="http://schemas.microsoft.com/office/drawing/2014/main" id="{8C5D19FD-CC09-4AD4-A6D0-24A5C9C6CB90}"/>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입력의 기준선과 변형</a:t>
            </a:r>
          </a:p>
        </p:txBody>
      </p:sp>
      <p:sp>
        <p:nvSpPr>
          <p:cNvPr id="16" name="">
            <a:extLst xmlns:a="http://schemas.openxmlformats.org/drawingml/2006/main">
              <a:ext uri="{FF2B5EF4-FFF2-40B4-BE49-F238E27FC236}">
                <a16:creationId xmlns:a16="http://schemas.microsoft.com/office/drawing/2014/main" id="{BCCB0E55-164A-45CE-A936-C99D14BA70EA}"/>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523F9231-F8DA-44CE-BA71-DCD9ED2D058A}"/>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13655864-F781-4E45-8B2A-54F47C284D3F}"/>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53D9CC0A-77C0-46DF-A4F8-4577869D6F82}"/>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2563EB"/>
                </a:solidFill>
                <a:latin typeface="AppleGothic"/>
                <a:ea typeface="AppleGothic"/>
                <a:cs typeface="AppleGothic"/>
              </a:defRPr>
            </a:pPr>
            <a:r>
              <a:rPr sz="1950" b="1">
                <a:solidFill>
                  <a:srgbClr val="2563EB"/>
                </a:solidFill>
                <a:latin typeface="AppleGothic"/>
                <a:ea typeface="AppleGothic"/>
                <a:cs typeface="AppleGothic"/>
              </a:rPr>
              <a:t>단일 변수</a:t>
            </a:r>
          </a:p>
        </p:txBody>
      </p:sp>
      <p:sp>
        <p:nvSpPr>
          <p:cNvPr id="20" name="">
            <a:extLst xmlns:a="http://schemas.openxmlformats.org/drawingml/2006/main">
              <a:ext uri="{FF2B5EF4-FFF2-40B4-BE49-F238E27FC236}">
                <a16:creationId xmlns:a16="http://schemas.microsoft.com/office/drawing/2014/main" id="{3ECF1CCB-EEF1-4E5A-BB8E-BBF4F2C50C9D}"/>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버전 또는 생성 온도</a:t>
            </a:r>
          </a:p>
        </p:txBody>
      </p:sp>
      <p:sp>
        <p:nvSpPr>
          <p:cNvPr id="21" name="">
            <a:extLst xmlns:a="http://schemas.openxmlformats.org/drawingml/2006/main">
              <a:ext uri="{FF2B5EF4-FFF2-40B4-BE49-F238E27FC236}">
                <a16:creationId xmlns:a16="http://schemas.microsoft.com/office/drawing/2014/main" id="{D59A76D2-6A77-4BD1-BDE6-2C3A9D1B3440}"/>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2" name="">
            <a:extLst xmlns:a="http://schemas.openxmlformats.org/drawingml/2006/main">
              <a:ext uri="{FF2B5EF4-FFF2-40B4-BE49-F238E27FC236}">
                <a16:creationId xmlns:a16="http://schemas.microsoft.com/office/drawing/2014/main" id="{347B1E25-A3CE-4E67-A439-E17F8ECD1382}"/>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62315C77-F582-4E8F-9CAC-12EFA5A8DE93}"/>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1A8BB5E9-A66E-4C7B-9115-F6B750F7FCF7}"/>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비교 표</a:t>
            </a:r>
          </a:p>
        </p:txBody>
      </p:sp>
      <p:sp>
        <p:nvSpPr>
          <p:cNvPr id="25" name="">
            <a:extLst xmlns:a="http://schemas.openxmlformats.org/drawingml/2006/main">
              <a:ext uri="{FF2B5EF4-FFF2-40B4-BE49-F238E27FC236}">
                <a16:creationId xmlns:a16="http://schemas.microsoft.com/office/drawing/2014/main" id="{35DFAD62-C423-49C6-B67F-22A9DACB2DC5}"/>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출력·상태·응답 지연·토큰</a:t>
            </a:r>
          </a:p>
        </p:txBody>
      </p:sp>
      <p:sp>
        <p:nvSpPr>
          <p:cNvPr id="26" name="">
            <a:extLst xmlns:a="http://schemas.openxmlformats.org/drawingml/2006/main">
              <a:ext uri="{FF2B5EF4-FFF2-40B4-BE49-F238E27FC236}">
                <a16:creationId xmlns:a16="http://schemas.microsoft.com/office/drawing/2014/main" id="{1CDBFF45-5E81-4186-BA8C-6483E5E5CB60}"/>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2875A616-8996-479B-97B4-50533E35F0F5}"/>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B5D22B5C-CE34-4990-9D69-083B2F45D4D8}"/>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DAC179F8-6EEC-43F6-BBF5-A0D1C93CEB25}"/>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개선 가설</a:t>
            </a:r>
          </a:p>
        </p:txBody>
      </p:sp>
      <p:sp>
        <p:nvSpPr>
          <p:cNvPr id="30" name="">
            <a:extLst xmlns:a="http://schemas.openxmlformats.org/drawingml/2006/main">
              <a:ext uri="{FF2B5EF4-FFF2-40B4-BE49-F238E27FC236}">
                <a16:creationId xmlns:a16="http://schemas.microsoft.com/office/drawing/2014/main" id="{BB21BF86-5977-4FA3-9D87-38B66841B43B}"/>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변경·기대 결과·확인 방법</a:t>
            </a:r>
          </a:p>
        </p:txBody>
      </p:sp>
      <p:sp>
        <p:nvSpPr>
          <p:cNvPr id="31" name="">
            <a:extLst xmlns:a="http://schemas.openxmlformats.org/drawingml/2006/main">
              <a:ext uri="{FF2B5EF4-FFF2-40B4-BE49-F238E27FC236}">
                <a16:creationId xmlns:a16="http://schemas.microsoft.com/office/drawing/2014/main" id="{2BB49893-C506-4253-8299-A8F643F2EC9A}"/>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642949327"/>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F1FAF2C-55AB-40C5-8E90-EDCCEAA5836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CONTRACT</a:t>
            </a:r>
          </a:p>
        </p:txBody>
      </p:sp>
      <p:sp>
        <p:nvSpPr>
          <p:cNvPr id="2" name="">
            <a:extLst xmlns:a="http://schemas.openxmlformats.org/drawingml/2006/main">
              <a:ext uri="{FF2B5EF4-FFF2-40B4-BE49-F238E27FC236}">
                <a16:creationId xmlns:a16="http://schemas.microsoft.com/office/drawing/2014/main" id="{71DA6794-5D6B-4EEC-AF85-E31C0E8F106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15</a:t>
            </a:r>
          </a:p>
        </p:txBody>
      </p:sp>
      <p:sp>
        <p:nvSpPr>
          <p:cNvPr id="3" name="">
            <a:extLst xmlns:a="http://schemas.openxmlformats.org/drawingml/2006/main">
              <a:ext uri="{FF2B5EF4-FFF2-40B4-BE49-F238E27FC236}">
                <a16:creationId xmlns:a16="http://schemas.microsoft.com/office/drawing/2014/main" id="{6B89DDFB-3DE5-4D0F-AA2E-30321C6B401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0164861-247C-49DE-BE45-A1A75194828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3C2B0A7E-488C-46D3-BD17-03391954118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360EEFE-0E7D-49CD-ACB0-7B5F73F4E1D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호출과 실행 추적</a:t>
            </a:r>
          </a:p>
        </p:txBody>
      </p:sp>
      <p:sp>
        <p:nvSpPr>
          <p:cNvPr id="7" name="">
            <a:extLst xmlns:a="http://schemas.openxmlformats.org/drawingml/2006/main">
              <a:ext uri="{FF2B5EF4-FFF2-40B4-BE49-F238E27FC236}">
                <a16:creationId xmlns:a16="http://schemas.microsoft.com/office/drawing/2014/main" id="{F06280D7-AB10-4BBE-8F28-BDB1D8D440AA}"/>
              </a:ext>
            </a:extLst>
          </p:cNvPr>
          <p:cNvSpPr>
            <a:spLocks xmlns:a="http://schemas.openxmlformats.org/drawingml/2006/main" noGrp="1"/>
          </p:cNvSpPr>
          <p:nvPr/>
        </p:nvSpPr>
        <p:spPr>
          <a:xfrm xmlns:a="http://schemas.openxmlformats.org/drawingml/2006/main" rot="0">
            <a:off x="609600"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3F069A3D-D55D-48DD-A11B-F0F87712D0D8}"/>
              </a:ext>
            </a:extLst>
          </p:cNvPr>
          <p:cNvSpPr>
            <a:spLocks xmlns:a="http://schemas.openxmlformats.org/drawingml/2006/main" noGrp="1"/>
          </p:cNvSpPr>
          <p:nvPr/>
        </p:nvSpPr>
        <p:spPr>
          <a:xfrm xmlns:a="http://schemas.openxmlformats.org/drawingml/2006/main">
            <a:off x="742950"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호출</a:t>
            </a:r>
          </a:p>
        </p:txBody>
      </p:sp>
      <p:sp>
        <p:nvSpPr>
          <p:cNvPr id="9" name="">
            <a:extLst xmlns:a="http://schemas.openxmlformats.org/drawingml/2006/main">
              <a:ext uri="{FF2B5EF4-FFF2-40B4-BE49-F238E27FC236}">
                <a16:creationId xmlns:a16="http://schemas.microsoft.com/office/drawing/2014/main" id="{CDED4A6C-C0D2-4D82-807B-6DEACB534048}"/>
              </a:ext>
            </a:extLst>
          </p:cNvPr>
          <p:cNvSpPr>
            <a:spLocks xmlns:a="http://schemas.openxmlformats.org/drawingml/2006/main" noGrp="1"/>
          </p:cNvSpPr>
          <p:nvPr/>
        </p:nvSpPr>
        <p:spPr>
          <a:xfrm xmlns:a="http://schemas.openxmlformats.org/drawingml/2006/main">
            <a:off x="742950"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입력과 설정</a:t>
            </a:r>
          </a:p>
        </p:txBody>
      </p:sp>
      <p:sp>
        <p:nvSpPr>
          <p:cNvPr id="10" name="">
            <a:extLst xmlns:a="http://schemas.openxmlformats.org/drawingml/2006/main">
              <a:ext uri="{FF2B5EF4-FFF2-40B4-BE49-F238E27FC236}">
                <a16:creationId xmlns:a16="http://schemas.microsoft.com/office/drawing/2014/main" id="{78A7AA3B-5313-4F61-BDE8-645F4B139DE9}"/>
              </a:ext>
            </a:extLst>
          </p:cNvPr>
          <p:cNvSpPr>
            <a:spLocks xmlns:a="http://schemas.openxmlformats.org/drawingml/2006/main" noGrp="1"/>
          </p:cNvSpPr>
          <p:nvPr/>
        </p:nvSpPr>
        <p:spPr>
          <a:xfrm xmlns:a="http://schemas.openxmlformats.org/drawingml/2006/main">
            <a:off x="3195638"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25A5916A-C948-45F2-871B-3753EB6379C5}"/>
              </a:ext>
            </a:extLst>
          </p:cNvPr>
          <p:cNvSpPr>
            <a:spLocks xmlns:a="http://schemas.openxmlformats.org/drawingml/2006/main" noGrp="1"/>
          </p:cNvSpPr>
          <p:nvPr/>
        </p:nvSpPr>
        <p:spPr>
          <a:xfrm xmlns:a="http://schemas.openxmlformats.org/drawingml/2006/main" rot="0">
            <a:off x="3405188" y="2381250"/>
            <a:ext cx="2586038"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DC472EEA-6D4E-4212-BDB9-46DF6C0D4B9F}"/>
              </a:ext>
            </a:extLst>
          </p:cNvPr>
          <p:cNvSpPr>
            <a:spLocks xmlns:a="http://schemas.openxmlformats.org/drawingml/2006/main" noGrp="1"/>
          </p:cNvSpPr>
          <p:nvPr/>
        </p:nvSpPr>
        <p:spPr>
          <a:xfrm xmlns:a="http://schemas.openxmlformats.org/drawingml/2006/main">
            <a:off x="3538538"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실행 추적</a:t>
            </a:r>
          </a:p>
        </p:txBody>
      </p:sp>
      <p:sp>
        <p:nvSpPr>
          <p:cNvPr id="13" name="">
            <a:extLst xmlns:a="http://schemas.openxmlformats.org/drawingml/2006/main">
              <a:ext uri="{FF2B5EF4-FFF2-40B4-BE49-F238E27FC236}">
                <a16:creationId xmlns:a16="http://schemas.microsoft.com/office/drawing/2014/main" id="{DF4A0845-5C16-4458-96E9-DCAC8C6F1E2C}"/>
              </a:ext>
            </a:extLst>
          </p:cNvPr>
          <p:cNvSpPr>
            <a:spLocks xmlns:a="http://schemas.openxmlformats.org/drawingml/2006/main" noGrp="1"/>
          </p:cNvSpPr>
          <p:nvPr/>
        </p:nvSpPr>
        <p:spPr>
          <a:xfrm xmlns:a="http://schemas.openxmlformats.org/drawingml/2006/main">
            <a:off x="3538538"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실행 식별 정보</a:t>
            </a:r>
          </a:p>
        </p:txBody>
      </p:sp>
      <p:sp>
        <p:nvSpPr>
          <p:cNvPr id="14" name="">
            <a:extLst xmlns:a="http://schemas.openxmlformats.org/drawingml/2006/main">
              <a:ext uri="{FF2B5EF4-FFF2-40B4-BE49-F238E27FC236}">
                <a16:creationId xmlns:a16="http://schemas.microsoft.com/office/drawing/2014/main" id="{065AE9F0-6070-4948-AD72-965FF93BE413}"/>
              </a:ext>
            </a:extLst>
          </p:cNvPr>
          <p:cNvSpPr>
            <a:spLocks xmlns:a="http://schemas.openxmlformats.org/drawingml/2006/main" noGrp="1"/>
          </p:cNvSpPr>
          <p:nvPr/>
        </p:nvSpPr>
        <p:spPr>
          <a:xfrm xmlns:a="http://schemas.openxmlformats.org/drawingml/2006/main">
            <a:off x="5991225"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49D91841-BCB3-40B3-8EE3-89BD65D98181}"/>
              </a:ext>
            </a:extLst>
          </p:cNvPr>
          <p:cNvSpPr>
            <a:spLocks xmlns:a="http://schemas.openxmlformats.org/drawingml/2006/main" noGrp="1"/>
          </p:cNvSpPr>
          <p:nvPr/>
        </p:nvSpPr>
        <p:spPr>
          <a:xfrm xmlns:a="http://schemas.openxmlformats.org/drawingml/2006/main" rot="0">
            <a:off x="6200775"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89762911-0895-4F43-B424-1C20C87EAB67}"/>
              </a:ext>
            </a:extLst>
          </p:cNvPr>
          <p:cNvSpPr>
            <a:spLocks xmlns:a="http://schemas.openxmlformats.org/drawingml/2006/main" noGrp="1"/>
          </p:cNvSpPr>
          <p:nvPr/>
        </p:nvSpPr>
        <p:spPr>
          <a:xfrm xmlns:a="http://schemas.openxmlformats.org/drawingml/2006/main">
            <a:off x="6334125"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비교</a:t>
            </a:r>
          </a:p>
        </p:txBody>
      </p:sp>
      <p:sp>
        <p:nvSpPr>
          <p:cNvPr id="17" name="">
            <a:extLst xmlns:a="http://schemas.openxmlformats.org/drawingml/2006/main">
              <a:ext uri="{FF2B5EF4-FFF2-40B4-BE49-F238E27FC236}">
                <a16:creationId xmlns:a16="http://schemas.microsoft.com/office/drawing/2014/main" id="{89C81C19-2FA7-4779-A58A-8ED615D77488}"/>
              </a:ext>
            </a:extLst>
          </p:cNvPr>
          <p:cNvSpPr>
            <a:spLocks xmlns:a="http://schemas.openxmlformats.org/drawingml/2006/main" noGrp="1"/>
          </p:cNvSpPr>
          <p:nvPr/>
        </p:nvSpPr>
        <p:spPr>
          <a:xfrm xmlns:a="http://schemas.openxmlformats.org/drawingml/2006/main">
            <a:off x="6334125"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같은 평가축</a:t>
            </a:r>
          </a:p>
        </p:txBody>
      </p:sp>
      <p:sp>
        <p:nvSpPr>
          <p:cNvPr id="18" name="">
            <a:extLst xmlns:a="http://schemas.openxmlformats.org/drawingml/2006/main">
              <a:ext uri="{FF2B5EF4-FFF2-40B4-BE49-F238E27FC236}">
                <a16:creationId xmlns:a16="http://schemas.microsoft.com/office/drawing/2014/main" id="{F0F71582-1BE9-4874-9294-AA4548489C6B}"/>
              </a:ext>
            </a:extLst>
          </p:cNvPr>
          <p:cNvSpPr>
            <a:spLocks xmlns:a="http://schemas.openxmlformats.org/drawingml/2006/main" noGrp="1"/>
          </p:cNvSpPr>
          <p:nvPr/>
        </p:nvSpPr>
        <p:spPr>
          <a:xfrm xmlns:a="http://schemas.openxmlformats.org/drawingml/2006/main">
            <a:off x="8786813"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C8BE8392-C52B-4C60-A544-959EC472F92E}"/>
              </a:ext>
            </a:extLst>
          </p:cNvPr>
          <p:cNvSpPr>
            <a:spLocks xmlns:a="http://schemas.openxmlformats.org/drawingml/2006/main" noGrp="1"/>
          </p:cNvSpPr>
          <p:nvPr/>
        </p:nvSpPr>
        <p:spPr>
          <a:xfrm xmlns:a="http://schemas.openxmlformats.org/drawingml/2006/main" rot="0">
            <a:off x="8996363" y="2381250"/>
            <a:ext cx="2586038"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AF816FA1-27FC-4BC9-A170-4976D2B6C8E4}"/>
              </a:ext>
            </a:extLst>
          </p:cNvPr>
          <p:cNvSpPr>
            <a:spLocks xmlns:a="http://schemas.openxmlformats.org/drawingml/2006/main" noGrp="1"/>
          </p:cNvSpPr>
          <p:nvPr/>
        </p:nvSpPr>
        <p:spPr>
          <a:xfrm xmlns:a="http://schemas.openxmlformats.org/drawingml/2006/main">
            <a:off x="9129713" y="2571750"/>
            <a:ext cx="2319338"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개선</a:t>
            </a:r>
          </a:p>
        </p:txBody>
      </p:sp>
      <p:sp>
        <p:nvSpPr>
          <p:cNvPr id="21" name="">
            <a:extLst xmlns:a="http://schemas.openxmlformats.org/drawingml/2006/main">
              <a:ext uri="{FF2B5EF4-FFF2-40B4-BE49-F238E27FC236}">
                <a16:creationId xmlns:a16="http://schemas.microsoft.com/office/drawing/2014/main" id="{FE9ADBCF-CC97-41A4-B3B6-96EE9433F79B}"/>
              </a:ext>
            </a:extLst>
          </p:cNvPr>
          <p:cNvSpPr>
            <a:spLocks xmlns:a="http://schemas.openxmlformats.org/drawingml/2006/main" noGrp="1"/>
          </p:cNvSpPr>
          <p:nvPr/>
        </p:nvSpPr>
        <p:spPr>
          <a:xfrm xmlns:a="http://schemas.openxmlformats.org/drawingml/2006/main">
            <a:off x="9129713" y="3048000"/>
            <a:ext cx="2319338"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다음 버전</a:t>
            </a:r>
          </a:p>
        </p:txBody>
      </p:sp>
      <p:sp>
        <p:nvSpPr>
          <p:cNvPr id="22" name="">
            <a:extLst xmlns:a="http://schemas.openxmlformats.org/drawingml/2006/main">
              <a:ext uri="{FF2B5EF4-FFF2-40B4-BE49-F238E27FC236}">
                <a16:creationId xmlns:a16="http://schemas.microsoft.com/office/drawing/2014/main" id="{F256C906-647A-43FD-A2D6-DD040E6EFBC2}"/>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한 번의 생성 결과 → 팀이 다시 확인할 수 있는 실험 단위</a:t>
            </a:r>
          </a:p>
        </p:txBody>
      </p:sp>
    </p:spTree>
    <p:extLst>
      <p:ext uri="{BB962C8B-B14F-4D97-AF65-F5344CB8AC3E}">
        <p14:creationId xmlns:p14="http://schemas.microsoft.com/office/powerpoint/2010/main" val="899978194"/>
      </p:ext>
    </p:extLst>
  </p:cSld>
</p:sld>
</file>

<file path=ppt/slides/slide1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128657D-5F4A-469B-A9B5-D54F0FF03EE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CASE</a:t>
            </a:r>
          </a:p>
        </p:txBody>
      </p:sp>
      <p:sp>
        <p:nvSpPr>
          <p:cNvPr id="2" name="">
            <a:extLst xmlns:a="http://schemas.openxmlformats.org/drawingml/2006/main">
              <a:ext uri="{FF2B5EF4-FFF2-40B4-BE49-F238E27FC236}">
                <a16:creationId xmlns:a16="http://schemas.microsoft.com/office/drawing/2014/main" id="{DA1A97F3-DCC9-4AC2-AA7C-8DFBCB563D1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16</a:t>
            </a:r>
          </a:p>
        </p:txBody>
      </p:sp>
      <p:sp>
        <p:nvSpPr>
          <p:cNvPr id="3" name="">
            <a:extLst xmlns:a="http://schemas.openxmlformats.org/drawingml/2006/main">
              <a:ext uri="{FF2B5EF4-FFF2-40B4-BE49-F238E27FC236}">
                <a16:creationId xmlns:a16="http://schemas.microsoft.com/office/drawing/2014/main" id="{FD8ACE56-9D67-43F2-82E9-545C6430033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B1FE0AC8-E88F-466C-975F-647E07275D2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6E483BE-E9D1-4432-9AD7-AA232D8C5B8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194BD353-AA94-4531-BE63-0A11976D749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기준 사례: 고객 피드백 도우미</a:t>
            </a:r>
          </a:p>
        </p:txBody>
      </p:sp>
      <p:sp>
        <p:nvSpPr>
          <p:cNvPr id="7" name="">
            <a:extLst xmlns:a="http://schemas.openxmlformats.org/drawingml/2006/main">
              <a:ext uri="{FF2B5EF4-FFF2-40B4-BE49-F238E27FC236}">
                <a16:creationId xmlns:a16="http://schemas.microsoft.com/office/drawing/2014/main" id="{E909D0B9-BBE8-44C5-BED8-942E588E82EF}"/>
              </a:ext>
            </a:extLst>
          </p:cNvPr>
          <p:cNvSpPr>
            <a:spLocks xmlns:a="http://schemas.openxmlformats.org/drawingml/2006/main" noGrp="1"/>
          </p:cNvSpPr>
          <p:nvPr/>
        </p:nvSpPr>
        <p:spPr>
          <a:xfrm xmlns:a="http://schemas.openxmlformats.org/drawingml/2006/main" rot="0">
            <a:off x="609600" y="1714500"/>
            <a:ext cx="3619500" cy="38100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ECA4E44-6BC2-4C16-BA74-5F6EA5A6BB0A}"/>
              </a:ext>
            </a:extLst>
          </p:cNvPr>
          <p:cNvSpPr>
            <a:spLocks xmlns:a="http://schemas.openxmlformats.org/drawingml/2006/main" noGrp="1"/>
          </p:cNvSpPr>
          <p:nvPr/>
        </p:nvSpPr>
        <p:spPr>
          <a:xfrm xmlns:a="http://schemas.openxmlformats.org/drawingml/2006/main">
            <a:off x="838200" y="196215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INPUT</a:t>
            </a:r>
          </a:p>
        </p:txBody>
      </p:sp>
      <p:sp>
        <p:nvSpPr>
          <p:cNvPr id="9" name="">
            <a:extLst xmlns:a="http://schemas.openxmlformats.org/drawingml/2006/main">
              <a:ext uri="{FF2B5EF4-FFF2-40B4-BE49-F238E27FC236}">
                <a16:creationId xmlns:a16="http://schemas.microsoft.com/office/drawing/2014/main" id="{D678B8CD-E881-4933-8803-FF744F392AB0}"/>
              </a:ext>
            </a:extLst>
          </p:cNvPr>
          <p:cNvSpPr>
            <a:spLocks xmlns:a="http://schemas.openxmlformats.org/drawingml/2006/main" noGrp="1"/>
          </p:cNvSpPr>
          <p:nvPr/>
        </p:nvSpPr>
        <p:spPr>
          <a:xfrm xmlns:a="http://schemas.openxmlformats.org/drawingml/2006/main">
            <a:off x="838200" y="23812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“결제는 빨랐지만 교환 절차를 찾기 어려웠어요. 다음 주문 전에는 개선되면 좋겠어요.”</a:t>
            </a:r>
          </a:p>
        </p:txBody>
      </p:sp>
      <p:sp>
        <p:nvSpPr>
          <p:cNvPr id="10" name="">
            <a:extLst xmlns:a="http://schemas.openxmlformats.org/drawingml/2006/main">
              <a:ext uri="{FF2B5EF4-FFF2-40B4-BE49-F238E27FC236}">
                <a16:creationId xmlns:a16="http://schemas.microsoft.com/office/drawing/2014/main" id="{8CCCE5AB-A60C-473C-9C8B-D1AC3B0F3E76}"/>
              </a:ext>
            </a:extLst>
          </p:cNvPr>
          <p:cNvSpPr>
            <a:spLocks xmlns:a="http://schemas.openxmlformats.org/drawingml/2006/main" noGrp="1"/>
          </p:cNvSpPr>
          <p:nvPr/>
        </p:nvSpPr>
        <p:spPr>
          <a:xfrm xmlns:a="http://schemas.openxmlformats.org/drawingml/2006/main">
            <a:off x="459105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OUTPUT FIELDS</a:t>
            </a:r>
          </a:p>
        </p:txBody>
      </p:sp>
      <p:sp>
        <p:nvSpPr>
          <p:cNvPr id="11" name="">
            <a:extLst xmlns:a="http://schemas.openxmlformats.org/drawingml/2006/main">
              <a:ext uri="{FF2B5EF4-FFF2-40B4-BE49-F238E27FC236}">
                <a16:creationId xmlns:a16="http://schemas.microsoft.com/office/drawing/2014/main" id="{208CACCE-1926-434E-8B2B-8732C5B9016C}"/>
              </a:ext>
            </a:extLst>
          </p:cNvPr>
          <p:cNvSpPr>
            <a:spLocks xmlns:a="http://schemas.openxmlformats.org/drawingml/2006/main" noGrp="1"/>
          </p:cNvSpPr>
          <p:nvPr/>
        </p:nvSpPr>
        <p:spPr>
          <a:xfrm xmlns:a="http://schemas.openxmlformats.org/drawingml/2006/main">
            <a:off x="4591050" y="2362200"/>
            <a:ext cx="438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12" name="">
            <a:extLst xmlns:a="http://schemas.openxmlformats.org/drawingml/2006/main">
              <a:ext uri="{FF2B5EF4-FFF2-40B4-BE49-F238E27FC236}">
                <a16:creationId xmlns:a16="http://schemas.microsoft.com/office/drawing/2014/main" id="{B01062BD-0099-4580-B6E6-D739BEBFFA0F}"/>
              </a:ext>
            </a:extLst>
          </p:cNvPr>
          <p:cNvSpPr>
            <a:spLocks xmlns:a="http://schemas.openxmlformats.org/drawingml/2006/main" noGrp="1"/>
          </p:cNvSpPr>
          <p:nvPr/>
        </p:nvSpPr>
        <p:spPr>
          <a:xfrm xmlns:a="http://schemas.openxmlformats.org/drawingml/2006/main">
            <a:off x="5181600" y="23622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고객 의견 요약</a:t>
            </a:r>
          </a:p>
        </p:txBody>
      </p:sp>
      <p:sp>
        <p:nvSpPr>
          <p:cNvPr id="13" name="">
            <a:extLst xmlns:a="http://schemas.openxmlformats.org/drawingml/2006/main">
              <a:ext uri="{FF2B5EF4-FFF2-40B4-BE49-F238E27FC236}">
                <a16:creationId xmlns:a16="http://schemas.microsoft.com/office/drawing/2014/main" id="{EC29546D-75BA-4DED-BF31-DB473CA906B5}"/>
              </a:ext>
            </a:extLst>
          </p:cNvPr>
          <p:cNvSpPr>
            <a:spLocks xmlns:a="http://schemas.openxmlformats.org/drawingml/2006/main" noGrp="1"/>
          </p:cNvSpPr>
          <p:nvPr/>
        </p:nvSpPr>
        <p:spPr>
          <a:xfrm xmlns:a="http://schemas.openxmlformats.org/drawingml/2006/main" flipH="0" flipV="0">
            <a:off x="5181600" y="304800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EC90D531-9122-43E3-8B54-6A172A34D060}"/>
              </a:ext>
            </a:extLst>
          </p:cNvPr>
          <p:cNvSpPr>
            <a:spLocks xmlns:a="http://schemas.openxmlformats.org/drawingml/2006/main" noGrp="1"/>
          </p:cNvSpPr>
          <p:nvPr/>
        </p:nvSpPr>
        <p:spPr>
          <a:xfrm xmlns:a="http://schemas.openxmlformats.org/drawingml/2006/main">
            <a:off x="4591050" y="3162300"/>
            <a:ext cx="438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02</a:t>
            </a:r>
          </a:p>
        </p:txBody>
      </p:sp>
      <p:sp>
        <p:nvSpPr>
          <p:cNvPr id="15" name="">
            <a:extLst xmlns:a="http://schemas.openxmlformats.org/drawingml/2006/main">
              <a:ext uri="{FF2B5EF4-FFF2-40B4-BE49-F238E27FC236}">
                <a16:creationId xmlns:a16="http://schemas.microsoft.com/office/drawing/2014/main" id="{6FFC264D-2CA8-4A0D-8625-EACF46D9258B}"/>
              </a:ext>
            </a:extLst>
          </p:cNvPr>
          <p:cNvSpPr>
            <a:spLocks xmlns:a="http://schemas.openxmlformats.org/drawingml/2006/main" noGrp="1"/>
          </p:cNvSpPr>
          <p:nvPr/>
        </p:nvSpPr>
        <p:spPr>
          <a:xfrm xmlns:a="http://schemas.openxmlformats.org/drawingml/2006/main">
            <a:off x="5181600" y="31623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불편 사항·발생 구간</a:t>
            </a:r>
          </a:p>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후속 조치</a:t>
            </a:r>
          </a:p>
        </p:txBody>
      </p:sp>
      <p:sp>
        <p:nvSpPr>
          <p:cNvPr id="16" name="">
            <a:extLst xmlns:a="http://schemas.openxmlformats.org/drawingml/2006/main">
              <a:ext uri="{FF2B5EF4-FFF2-40B4-BE49-F238E27FC236}">
                <a16:creationId xmlns:a16="http://schemas.microsoft.com/office/drawing/2014/main" id="{26074C58-1B5E-47CF-8F3B-5E8C3800CFD7}"/>
              </a:ext>
            </a:extLst>
          </p:cNvPr>
          <p:cNvSpPr>
            <a:spLocks xmlns:a="http://schemas.openxmlformats.org/drawingml/2006/main" noGrp="1"/>
          </p:cNvSpPr>
          <p:nvPr/>
        </p:nvSpPr>
        <p:spPr>
          <a:xfrm xmlns:a="http://schemas.openxmlformats.org/drawingml/2006/main" flipH="0" flipV="0">
            <a:off x="5181600" y="400050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0B412471-08A8-49E1-BFF5-6C4718BAA43D}"/>
              </a:ext>
            </a:extLst>
          </p:cNvPr>
          <p:cNvSpPr>
            <a:spLocks xmlns:a="http://schemas.openxmlformats.org/drawingml/2006/main" noGrp="1"/>
          </p:cNvSpPr>
          <p:nvPr/>
        </p:nvSpPr>
        <p:spPr>
          <a:xfrm xmlns:a="http://schemas.openxmlformats.org/drawingml/2006/main">
            <a:off x="4591050" y="4171950"/>
            <a:ext cx="438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725C2126-664C-4D3D-BF01-CC60671AA4AB}"/>
              </a:ext>
            </a:extLst>
          </p:cNvPr>
          <p:cNvSpPr>
            <a:spLocks xmlns:a="http://schemas.openxmlformats.org/drawingml/2006/main" noGrp="1"/>
          </p:cNvSpPr>
          <p:nvPr/>
        </p:nvSpPr>
        <p:spPr>
          <a:xfrm xmlns:a="http://schemas.openxmlformats.org/drawingml/2006/main">
            <a:off x="5181600" y="417195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상담 답변 초안</a:t>
            </a:r>
          </a:p>
        </p:txBody>
      </p:sp>
      <p:sp>
        <p:nvSpPr>
          <p:cNvPr id="19" name="">
            <a:extLst xmlns:a="http://schemas.openxmlformats.org/drawingml/2006/main">
              <a:ext uri="{FF2B5EF4-FFF2-40B4-BE49-F238E27FC236}">
                <a16:creationId xmlns:a16="http://schemas.microsoft.com/office/drawing/2014/main" id="{E8619A56-A4CE-49ED-8AA3-ABCDAC880F96}"/>
              </a:ext>
            </a:extLst>
          </p:cNvPr>
          <p:cNvSpPr>
            <a:spLocks xmlns:a="http://schemas.openxmlformats.org/drawingml/2006/main" noGrp="1"/>
          </p:cNvSpPr>
          <p:nvPr/>
        </p:nvSpPr>
        <p:spPr>
          <a:xfrm xmlns:a="http://schemas.openxmlformats.org/drawingml/2006/main" flipH="0" flipV="0">
            <a:off x="5181600" y="4857750"/>
            <a:ext cx="2857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15765CC-4942-4654-BE46-49BD8CE49D72}"/>
              </a:ext>
            </a:extLst>
          </p:cNvPr>
          <p:cNvSpPr>
            <a:spLocks xmlns:a="http://schemas.openxmlformats.org/drawingml/2006/main" noGrp="1"/>
          </p:cNvSpPr>
          <p:nvPr/>
        </p:nvSpPr>
        <p:spPr>
          <a:xfrm xmlns:a="http://schemas.openxmlformats.org/drawingml/2006/main" rot="0">
            <a:off x="8477250" y="1714500"/>
            <a:ext cx="3105150" cy="38100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1" name="">
            <a:extLst xmlns:a="http://schemas.openxmlformats.org/drawingml/2006/main">
              <a:ext uri="{FF2B5EF4-FFF2-40B4-BE49-F238E27FC236}">
                <a16:creationId xmlns:a16="http://schemas.microsoft.com/office/drawing/2014/main" id="{D8D32026-EB16-4B1B-83BB-21ADCD1A200E}"/>
              </a:ext>
            </a:extLst>
          </p:cNvPr>
          <p:cNvSpPr>
            <a:spLocks xmlns:a="http://schemas.openxmlformats.org/drawingml/2006/main" noGrp="1"/>
          </p:cNvSpPr>
          <p:nvPr/>
        </p:nvSpPr>
        <p:spPr>
          <a:xfrm xmlns:a="http://schemas.openxmlformats.org/drawingml/2006/main">
            <a:off x="8705850" y="19621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TRACE METADATA</a:t>
            </a:r>
          </a:p>
        </p:txBody>
      </p:sp>
      <p:sp>
        <p:nvSpPr>
          <p:cNvPr id="22" name="">
            <a:extLst xmlns:a="http://schemas.openxmlformats.org/drawingml/2006/main">
              <a:ext uri="{FF2B5EF4-FFF2-40B4-BE49-F238E27FC236}">
                <a16:creationId xmlns:a16="http://schemas.microsoft.com/office/drawing/2014/main" id="{9808F2FA-C108-47B5-8BE7-B7DD8471D6BF}"/>
              </a:ext>
            </a:extLst>
          </p:cNvPr>
          <p:cNvSpPr>
            <a:spLocks xmlns:a="http://schemas.openxmlformats.org/drawingml/2006/main" noGrp="1"/>
          </p:cNvSpPr>
          <p:nvPr/>
        </p:nvSpPr>
        <p:spPr>
          <a:xfrm xmlns:a="http://schemas.openxmlformats.org/drawingml/2006/main">
            <a:off x="8705850" y="2438400"/>
            <a:ext cx="26479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trace_id</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prompt_version</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provider / model</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status / latency</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token_estimate</a:t>
            </a:r>
          </a:p>
          <a:p xmlns:a="http://schemas.openxmlformats.org/drawingml/2006/main">
            <a:pPr algn="l">
              <a:lnSpc>
                <a:spcPct val="145000"/>
              </a:lnSpc>
              <a:buNone/>
              <a:defRPr sz="1350" b="1">
                <a:solidFill>
                  <a:srgbClr val="FFFFFF"/>
                </a:solidFill>
                <a:latin typeface="Menlo"/>
                <a:ea typeface="Menlo"/>
                <a:cs typeface="Menlo"/>
              </a:defRPr>
            </a:pPr>
            <a:r>
              <a:rPr sz="1350" b="1">
                <a:solidFill>
                  <a:srgbClr val="FFFFFF"/>
                </a:solidFill>
                <a:latin typeface="Menlo"/>
                <a:ea typeface="Menlo"/>
                <a:cs typeface="Menlo"/>
              </a:rPr>
              <a:t>content_fingerprint</a:t>
            </a:r>
          </a:p>
        </p:txBody>
      </p:sp>
    </p:spTree>
    <p:extLst>
      <p:ext uri="{BB962C8B-B14F-4D97-AF65-F5344CB8AC3E}">
        <p14:creationId xmlns:p14="http://schemas.microsoft.com/office/powerpoint/2010/main" val="870150177"/>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4A2E7E2-5B9B-4387-9BE8-4B17E292194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CASE</a:t>
            </a:r>
          </a:p>
        </p:txBody>
      </p:sp>
      <p:sp>
        <p:nvSpPr>
          <p:cNvPr id="2" name="">
            <a:extLst xmlns:a="http://schemas.openxmlformats.org/drawingml/2006/main">
              <a:ext uri="{FF2B5EF4-FFF2-40B4-BE49-F238E27FC236}">
                <a16:creationId xmlns:a16="http://schemas.microsoft.com/office/drawing/2014/main" id="{6CF99896-67C5-4327-AE28-7284F7F0516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17</a:t>
            </a:r>
          </a:p>
        </p:txBody>
      </p:sp>
      <p:sp>
        <p:nvSpPr>
          <p:cNvPr id="3" name="">
            <a:extLst xmlns:a="http://schemas.openxmlformats.org/drawingml/2006/main">
              <a:ext uri="{FF2B5EF4-FFF2-40B4-BE49-F238E27FC236}">
                <a16:creationId xmlns:a16="http://schemas.microsoft.com/office/drawing/2014/main" id="{2D63F389-F242-436D-9E5D-C8B2FA79890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2C6C767-A62E-4697-B8CF-8FC5DCD356B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E2A0544D-2983-4784-B69E-628C8C96B1B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8D03E2B4-5CC9-4339-9EB0-26A6D0CE1E8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호출과 운영 구성요소</a:t>
            </a:r>
          </a:p>
        </p:txBody>
      </p:sp>
      <p:sp>
        <p:nvSpPr>
          <p:cNvPr id="7" name="">
            <a:extLst xmlns:a="http://schemas.openxmlformats.org/drawingml/2006/main">
              <a:ext uri="{FF2B5EF4-FFF2-40B4-BE49-F238E27FC236}">
                <a16:creationId xmlns:a16="http://schemas.microsoft.com/office/drawing/2014/main" id="{9BB4759D-4ECA-4C18-A73D-D553591AC2AD}"/>
              </a:ext>
            </a:extLst>
          </p:cNvPr>
          <p:cNvSpPr>
            <a:spLocks xmlns:a="http://schemas.openxmlformats.org/drawingml/2006/main" noGrp="1"/>
          </p:cNvSpPr>
          <p:nvPr/>
        </p:nvSpPr>
        <p:spPr>
          <a:xfrm xmlns:a="http://schemas.openxmlformats.org/drawingml/2006/main">
            <a:off x="609600" y="1676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VISIBLE</a:t>
            </a:r>
          </a:p>
        </p:txBody>
      </p:sp>
      <p:sp>
        <p:nvSpPr>
          <p:cNvPr id="8" name="">
            <a:extLst xmlns:a="http://schemas.openxmlformats.org/drawingml/2006/main">
              <a:ext uri="{FF2B5EF4-FFF2-40B4-BE49-F238E27FC236}">
                <a16:creationId xmlns:a16="http://schemas.microsoft.com/office/drawing/2014/main" id="{4B4D5FA6-2CA9-4D60-BABF-1FEE519B9202}"/>
              </a:ext>
            </a:extLst>
          </p:cNvPr>
          <p:cNvSpPr>
            <a:spLocks xmlns:a="http://schemas.openxmlformats.org/drawingml/2006/main" noGrp="1"/>
          </p:cNvSpPr>
          <p:nvPr/>
        </p:nvSpPr>
        <p:spPr>
          <a:xfrm xmlns:a="http://schemas.openxmlformats.org/drawingml/2006/main">
            <a:off x="609600" y="2076450"/>
            <a:ext cx="857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a:solidFill>
                  <a:srgbClr val="FFFFFF"/>
                </a:solidFill>
                <a:latin typeface="Menlo"/>
                <a:ea typeface="Menlo"/>
                <a:cs typeface="Menlo"/>
              </a:defRPr>
            </a:pPr>
            <a:r>
              <a:rPr sz="2550" b="1">
                <a:solidFill>
                  <a:srgbClr val="FFFFFF"/>
                </a:solidFill>
                <a:latin typeface="Menlo"/>
                <a:ea typeface="Menlo"/>
                <a:cs typeface="Menlo"/>
              </a:rPr>
              <a:t>프롬프트 → 모델 → 응답</a:t>
            </a:r>
          </a:p>
        </p:txBody>
      </p:sp>
      <p:sp>
        <p:nvSpPr>
          <p:cNvPr id="9" name="">
            <a:extLst xmlns:a="http://schemas.openxmlformats.org/drawingml/2006/main">
              <a:ext uri="{FF2B5EF4-FFF2-40B4-BE49-F238E27FC236}">
                <a16:creationId xmlns:a16="http://schemas.microsoft.com/office/drawing/2014/main" id="{B7529FBB-F5C2-4AE2-A5F9-1C0358FD8CBC}"/>
              </a:ext>
            </a:extLst>
          </p:cNvPr>
          <p:cNvSpPr>
            <a:spLocks xmlns:a="http://schemas.openxmlformats.org/drawingml/2006/main" noGrp="1"/>
          </p:cNvSpPr>
          <p:nvPr/>
        </p:nvSpPr>
        <p:spPr>
          <a:xfrm xmlns:a="http://schemas.openxmlformats.org/drawingml/2006/main" flipH="0" flipV="0">
            <a:off x="609600" y="2990850"/>
            <a:ext cx="109728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10" name="">
            <a:extLst xmlns:a="http://schemas.openxmlformats.org/drawingml/2006/main">
              <a:ext uri="{FF2B5EF4-FFF2-40B4-BE49-F238E27FC236}">
                <a16:creationId xmlns:a16="http://schemas.microsoft.com/office/drawing/2014/main" id="{69861698-F9F5-47CD-89AA-0F1B07842B3E}"/>
              </a:ext>
            </a:extLst>
          </p:cNvPr>
          <p:cNvSpPr>
            <a:spLocks xmlns:a="http://schemas.openxmlformats.org/drawingml/2006/main" noGrp="1"/>
          </p:cNvSpPr>
          <p:nvPr/>
        </p:nvSpPr>
        <p:spPr>
          <a:xfrm xmlns:a="http://schemas.openxmlformats.org/drawingml/2006/main">
            <a:off x="609600" y="3276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OPERATING SYSTEM</a:t>
            </a:r>
          </a:p>
        </p:txBody>
      </p:sp>
      <p:sp>
        <p:nvSpPr>
          <p:cNvPr id="11" name="">
            <a:extLst xmlns:a="http://schemas.openxmlformats.org/drawingml/2006/main">
              <a:ext uri="{FF2B5EF4-FFF2-40B4-BE49-F238E27FC236}">
                <a16:creationId xmlns:a16="http://schemas.microsoft.com/office/drawing/2014/main" id="{3E7A0885-F674-4750-8715-AC58EEFF8F0B}"/>
              </a:ext>
            </a:extLst>
          </p:cNvPr>
          <p:cNvSpPr>
            <a:spLocks xmlns:a="http://schemas.openxmlformats.org/drawingml/2006/main" noGrp="1"/>
          </p:cNvSpPr>
          <p:nvPr/>
        </p:nvSpPr>
        <p:spPr>
          <a:xfrm xmlns:a="http://schemas.openxmlformats.org/drawingml/2006/main">
            <a:off x="6096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평가 데이터</a:t>
            </a:r>
          </a:p>
        </p:txBody>
      </p:sp>
      <p:sp>
        <p:nvSpPr>
          <p:cNvPr id="12" name="">
            <a:extLst xmlns:a="http://schemas.openxmlformats.org/drawingml/2006/main">
              <a:ext uri="{FF2B5EF4-FFF2-40B4-BE49-F238E27FC236}">
                <a16:creationId xmlns:a16="http://schemas.microsoft.com/office/drawing/2014/main" id="{5BCC8838-8D64-4933-BF87-36762E61CBCB}"/>
              </a:ext>
            </a:extLst>
          </p:cNvPr>
          <p:cNvSpPr>
            <a:spLocks xmlns:a="http://schemas.openxmlformats.org/drawingml/2006/main" noGrp="1"/>
          </p:cNvSpPr>
          <p:nvPr/>
        </p:nvSpPr>
        <p:spPr>
          <a:xfrm xmlns:a="http://schemas.openxmlformats.org/drawingml/2006/main">
            <a:off x="33528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버전</a:t>
            </a:r>
          </a:p>
        </p:txBody>
      </p:sp>
      <p:sp>
        <p:nvSpPr>
          <p:cNvPr id="13" name="">
            <a:extLst xmlns:a="http://schemas.openxmlformats.org/drawingml/2006/main">
              <a:ext uri="{FF2B5EF4-FFF2-40B4-BE49-F238E27FC236}">
                <a16:creationId xmlns:a16="http://schemas.microsoft.com/office/drawing/2014/main" id="{8BC7E49F-A549-40A7-B10E-D66346369CC4}"/>
              </a:ext>
            </a:extLst>
          </p:cNvPr>
          <p:cNvSpPr>
            <a:spLocks xmlns:a="http://schemas.openxmlformats.org/drawingml/2006/main" noGrp="1"/>
          </p:cNvSpPr>
          <p:nvPr/>
        </p:nvSpPr>
        <p:spPr>
          <a:xfrm xmlns:a="http://schemas.openxmlformats.org/drawingml/2006/main">
            <a:off x="60960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평가</a:t>
            </a:r>
          </a:p>
        </p:txBody>
      </p:sp>
      <p:sp>
        <p:nvSpPr>
          <p:cNvPr id="14" name="">
            <a:extLst xmlns:a="http://schemas.openxmlformats.org/drawingml/2006/main">
              <a:ext uri="{FF2B5EF4-FFF2-40B4-BE49-F238E27FC236}">
                <a16:creationId xmlns:a16="http://schemas.microsoft.com/office/drawing/2014/main" id="{8354B436-988C-486F-882E-350DD92D5A5E}"/>
              </a:ext>
            </a:extLst>
          </p:cNvPr>
          <p:cNvSpPr>
            <a:spLocks xmlns:a="http://schemas.openxmlformats.org/drawingml/2006/main" noGrp="1"/>
          </p:cNvSpPr>
          <p:nvPr/>
        </p:nvSpPr>
        <p:spPr>
          <a:xfrm xmlns:a="http://schemas.openxmlformats.org/drawingml/2006/main">
            <a:off x="8839200" y="3810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시간 초과</a:t>
            </a:r>
          </a:p>
        </p:txBody>
      </p:sp>
      <p:sp>
        <p:nvSpPr>
          <p:cNvPr id="15" name="">
            <a:extLst xmlns:a="http://schemas.openxmlformats.org/drawingml/2006/main">
              <a:ext uri="{FF2B5EF4-FFF2-40B4-BE49-F238E27FC236}">
                <a16:creationId xmlns:a16="http://schemas.microsoft.com/office/drawing/2014/main" id="{5A158458-BD3B-43D2-AFB5-B777A9F6DFD0}"/>
              </a:ext>
            </a:extLst>
          </p:cNvPr>
          <p:cNvSpPr>
            <a:spLocks xmlns:a="http://schemas.openxmlformats.org/drawingml/2006/main" noGrp="1"/>
          </p:cNvSpPr>
          <p:nvPr/>
        </p:nvSpPr>
        <p:spPr>
          <a:xfrm xmlns:a="http://schemas.openxmlformats.org/drawingml/2006/main">
            <a:off x="6096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대체 경로</a:t>
            </a:r>
          </a:p>
        </p:txBody>
      </p:sp>
      <p:sp>
        <p:nvSpPr>
          <p:cNvPr id="16" name="">
            <a:extLst xmlns:a="http://schemas.openxmlformats.org/drawingml/2006/main">
              <a:ext uri="{FF2B5EF4-FFF2-40B4-BE49-F238E27FC236}">
                <a16:creationId xmlns:a16="http://schemas.microsoft.com/office/drawing/2014/main" id="{4E3B05E2-1576-4464-B224-AA0530569D2C}"/>
              </a:ext>
            </a:extLst>
          </p:cNvPr>
          <p:cNvSpPr>
            <a:spLocks xmlns:a="http://schemas.openxmlformats.org/drawingml/2006/main" noGrp="1"/>
          </p:cNvSpPr>
          <p:nvPr/>
        </p:nvSpPr>
        <p:spPr>
          <a:xfrm xmlns:a="http://schemas.openxmlformats.org/drawingml/2006/main">
            <a:off x="33528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안전성</a:t>
            </a:r>
          </a:p>
        </p:txBody>
      </p:sp>
      <p:sp>
        <p:nvSpPr>
          <p:cNvPr id="17" name="">
            <a:extLst xmlns:a="http://schemas.openxmlformats.org/drawingml/2006/main">
              <a:ext uri="{FF2B5EF4-FFF2-40B4-BE49-F238E27FC236}">
                <a16:creationId xmlns:a16="http://schemas.microsoft.com/office/drawing/2014/main" id="{B25ACD2B-7BA7-4A11-BDFC-1713195931F1}"/>
              </a:ext>
            </a:extLst>
          </p:cNvPr>
          <p:cNvSpPr>
            <a:spLocks xmlns:a="http://schemas.openxmlformats.org/drawingml/2006/main" noGrp="1"/>
          </p:cNvSpPr>
          <p:nvPr/>
        </p:nvSpPr>
        <p:spPr>
          <a:xfrm xmlns:a="http://schemas.openxmlformats.org/drawingml/2006/main">
            <a:off x="60960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비용</a:t>
            </a:r>
          </a:p>
        </p:txBody>
      </p:sp>
      <p:sp>
        <p:nvSpPr>
          <p:cNvPr id="18" name="">
            <a:extLst xmlns:a="http://schemas.openxmlformats.org/drawingml/2006/main">
              <a:ext uri="{FF2B5EF4-FFF2-40B4-BE49-F238E27FC236}">
                <a16:creationId xmlns:a16="http://schemas.microsoft.com/office/drawing/2014/main" id="{23E52E40-0400-4BF0-8EC6-35A9D108BB75}"/>
              </a:ext>
            </a:extLst>
          </p:cNvPr>
          <p:cNvSpPr>
            <a:spLocks xmlns:a="http://schemas.openxmlformats.org/drawingml/2006/main" noGrp="1"/>
          </p:cNvSpPr>
          <p:nvPr/>
        </p:nvSpPr>
        <p:spPr>
          <a:xfrm xmlns:a="http://schemas.openxmlformats.org/drawingml/2006/main">
            <a:off x="8839200" y="45910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책임자</a:t>
            </a:r>
          </a:p>
        </p:txBody>
      </p:sp>
      <p:sp>
        <p:nvSpPr>
          <p:cNvPr id="19" name="">
            <a:extLst xmlns:a="http://schemas.openxmlformats.org/drawingml/2006/main">
              <a:ext uri="{FF2B5EF4-FFF2-40B4-BE49-F238E27FC236}">
                <a16:creationId xmlns:a16="http://schemas.microsoft.com/office/drawing/2014/main" id="{75B72B84-5A97-4B8C-9398-5408B9F604EE}"/>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배포 결정에는 평가 데이터·버전·오류·비용·책임자 정보가 필요</a:t>
            </a:r>
          </a:p>
        </p:txBody>
      </p:sp>
    </p:spTree>
    <p:extLst>
      <p:ext uri="{BB962C8B-B14F-4D97-AF65-F5344CB8AC3E}">
        <p14:creationId xmlns:p14="http://schemas.microsoft.com/office/powerpoint/2010/main" val="1247262417"/>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1A34AF-64D5-4ACA-AB1C-E76C10827D1E}"/>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01</a:t>
            </a:r>
          </a:p>
        </p:txBody>
      </p:sp>
      <p:sp>
        <p:nvSpPr>
          <p:cNvPr id="2" name="">
            <a:extLst xmlns:a="http://schemas.openxmlformats.org/drawingml/2006/main">
              <a:ext uri="{FF2B5EF4-FFF2-40B4-BE49-F238E27FC236}">
                <a16:creationId xmlns:a16="http://schemas.microsoft.com/office/drawing/2014/main" id="{7DB235BB-392E-423A-B1E1-1E754DAFA4EA}"/>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MODEL PERFORMANCE &amp; SERVICE RELIABILITY</a:t>
            </a:r>
          </a:p>
        </p:txBody>
      </p:sp>
      <p:sp>
        <p:nvSpPr>
          <p:cNvPr id="3" name="">
            <a:extLst xmlns:a="http://schemas.openxmlformats.org/drawingml/2006/main">
              <a:ext uri="{FF2B5EF4-FFF2-40B4-BE49-F238E27FC236}">
                <a16:creationId xmlns:a16="http://schemas.microsoft.com/office/drawing/2014/main" id="{64C32AA4-676C-44E7-A345-A2E2EF39D115}"/>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222504A-DA2C-4C05-92C6-AB401801A3B6}"/>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모델 성능과 서비스 신뢰성의 간극</a:t>
            </a:r>
          </a:p>
        </p:txBody>
      </p:sp>
      <p:sp>
        <p:nvSpPr>
          <p:cNvPr id="5" name="">
            <a:extLst xmlns:a="http://schemas.openxmlformats.org/drawingml/2006/main">
              <a:ext uri="{FF2B5EF4-FFF2-40B4-BE49-F238E27FC236}">
                <a16:creationId xmlns:a16="http://schemas.microsoft.com/office/drawing/2014/main" id="{713D77C8-369B-410C-99B6-E0AEA2A00D4C}"/>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규칙 기반 AI · 머신러닝 · 딥러닝 · 트랜스포머 · 사전학습</a:t>
            </a:r>
          </a:p>
        </p:txBody>
      </p:sp>
      <p:sp>
        <p:nvSpPr>
          <p:cNvPr id="6" name="">
            <a:extLst xmlns:a="http://schemas.openxmlformats.org/drawingml/2006/main">
              <a:ext uri="{FF2B5EF4-FFF2-40B4-BE49-F238E27FC236}">
                <a16:creationId xmlns:a16="http://schemas.microsoft.com/office/drawing/2014/main" id="{6FCFFA15-12A1-45A2-81C7-FB627DCED97E}"/>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18</a:t>
            </a:r>
          </a:p>
        </p:txBody>
      </p:sp>
    </p:spTree>
    <p:extLst>
      <p:ext uri="{BB962C8B-B14F-4D97-AF65-F5344CB8AC3E}">
        <p14:creationId xmlns:p14="http://schemas.microsoft.com/office/powerpoint/2010/main" val="1815871018"/>
      </p:ext>
    </p:extLst>
  </p:cSld>
</p:sld>
</file>

<file path=ppt/slides/slide1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DF6BB0C-08B4-42B9-8233-48F02F519EE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8C987BB0-720E-4655-AAF1-E05A639925F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19</a:t>
            </a:r>
          </a:p>
        </p:txBody>
      </p:sp>
      <p:sp>
        <p:nvSpPr>
          <p:cNvPr id="3" name="">
            <a:extLst xmlns:a="http://schemas.openxmlformats.org/drawingml/2006/main">
              <a:ext uri="{FF2B5EF4-FFF2-40B4-BE49-F238E27FC236}">
                <a16:creationId xmlns:a16="http://schemas.microsoft.com/office/drawing/2014/main" id="{E292677C-92E7-4340-81CD-B637DFBDD1B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580528D-E83C-4693-88BA-C8F909F7980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5F942B9D-6940-44A5-9AC5-5330D9C2FA9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F35AD02-E778-4728-AF0C-C3DAC095DF5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AI 기술의 발전과 운영 과제</a:t>
            </a:r>
          </a:p>
        </p:txBody>
      </p:sp>
      <p:sp>
        <p:nvSpPr>
          <p:cNvPr id="7" name="">
            <a:extLst xmlns:a="http://schemas.openxmlformats.org/drawingml/2006/main">
              <a:ext uri="{FF2B5EF4-FFF2-40B4-BE49-F238E27FC236}">
                <a16:creationId xmlns:a16="http://schemas.microsoft.com/office/drawing/2014/main" id="{214C620D-FE1F-4692-83FB-C9FD9CA5BDDD}"/>
              </a:ext>
            </a:extLst>
          </p:cNvPr>
          <p:cNvSpPr>
            <a:spLocks xmlns:a="http://schemas.openxmlformats.org/drawingml/2006/main" noGrp="1"/>
          </p:cNvSpPr>
          <p:nvPr/>
        </p:nvSpPr>
        <p:spPr>
          <a:xfrm xmlns:a="http://schemas.openxmlformats.org/drawingml/2006/main" flipH="0" flipV="0">
            <a:off x="1562100" y="3429000"/>
            <a:ext cx="90678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FBECD455-98A4-4310-9C9B-CC638E4AC085}"/>
              </a:ext>
            </a:extLst>
          </p:cNvPr>
          <p:cNvSpPr>
            <a:spLocks xmlns:a="http://schemas.openxmlformats.org/drawingml/2006/main" noGrp="1"/>
          </p:cNvSpPr>
          <p:nvPr/>
        </p:nvSpPr>
        <p:spPr>
          <a:xfrm xmlns:a="http://schemas.openxmlformats.org/drawingml/2006/main" rot="0">
            <a:off x="14192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9" name="">
            <a:extLst xmlns:a="http://schemas.openxmlformats.org/drawingml/2006/main">
              <a:ext uri="{FF2B5EF4-FFF2-40B4-BE49-F238E27FC236}">
                <a16:creationId xmlns:a16="http://schemas.microsoft.com/office/drawing/2014/main" id="{A2E5C8A1-FC7F-468F-8E02-E7C3C1E3765D}"/>
              </a:ext>
            </a:extLst>
          </p:cNvPr>
          <p:cNvSpPr>
            <a:spLocks xmlns:a="http://schemas.openxmlformats.org/drawingml/2006/main" noGrp="1"/>
          </p:cNvSpPr>
          <p:nvPr/>
        </p:nvSpPr>
        <p:spPr>
          <a:xfrm xmlns:a="http://schemas.openxmlformats.org/drawingml/2006/main">
            <a:off x="6858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규칙</a:t>
            </a:r>
          </a:p>
        </p:txBody>
      </p:sp>
      <p:sp>
        <p:nvSpPr>
          <p:cNvPr id="10" name="">
            <a:extLst xmlns:a="http://schemas.openxmlformats.org/drawingml/2006/main">
              <a:ext uri="{FF2B5EF4-FFF2-40B4-BE49-F238E27FC236}">
                <a16:creationId xmlns:a16="http://schemas.microsoft.com/office/drawing/2014/main" id="{329D8177-4C28-4F00-B2DF-B9F5B74D0E30}"/>
              </a:ext>
            </a:extLst>
          </p:cNvPr>
          <p:cNvSpPr>
            <a:spLocks xmlns:a="http://schemas.openxmlformats.org/drawingml/2006/main" noGrp="1"/>
          </p:cNvSpPr>
          <p:nvPr/>
        </p:nvSpPr>
        <p:spPr>
          <a:xfrm xmlns:a="http://schemas.openxmlformats.org/drawingml/2006/main">
            <a:off x="6096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사람이 규칙을 작성</a:t>
            </a:r>
          </a:p>
        </p:txBody>
      </p:sp>
      <p:sp>
        <p:nvSpPr>
          <p:cNvPr id="11" name="">
            <a:extLst xmlns:a="http://schemas.openxmlformats.org/drawingml/2006/main">
              <a:ext uri="{FF2B5EF4-FFF2-40B4-BE49-F238E27FC236}">
                <a16:creationId xmlns:a16="http://schemas.microsoft.com/office/drawing/2014/main" id="{B49B37E5-E8A5-4DBF-8ABE-3A923ED7FE47}"/>
              </a:ext>
            </a:extLst>
          </p:cNvPr>
          <p:cNvSpPr>
            <a:spLocks xmlns:a="http://schemas.openxmlformats.org/drawingml/2006/main" noGrp="1"/>
          </p:cNvSpPr>
          <p:nvPr/>
        </p:nvSpPr>
        <p:spPr>
          <a:xfrm xmlns:a="http://schemas.openxmlformats.org/drawingml/2006/main" rot="0">
            <a:off x="368617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2" name="">
            <a:extLst xmlns:a="http://schemas.openxmlformats.org/drawingml/2006/main">
              <a:ext uri="{FF2B5EF4-FFF2-40B4-BE49-F238E27FC236}">
                <a16:creationId xmlns:a16="http://schemas.microsoft.com/office/drawing/2014/main" id="{EB13A407-824B-471D-8257-E8DF3848BD8D}"/>
              </a:ext>
            </a:extLst>
          </p:cNvPr>
          <p:cNvSpPr>
            <a:spLocks xmlns:a="http://schemas.openxmlformats.org/drawingml/2006/main" noGrp="1"/>
          </p:cNvSpPr>
          <p:nvPr/>
        </p:nvSpPr>
        <p:spPr>
          <a:xfrm xmlns:a="http://schemas.openxmlformats.org/drawingml/2006/main">
            <a:off x="295275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학습</a:t>
            </a:r>
          </a:p>
        </p:txBody>
      </p:sp>
      <p:sp>
        <p:nvSpPr>
          <p:cNvPr id="13" name="">
            <a:extLst xmlns:a="http://schemas.openxmlformats.org/drawingml/2006/main">
              <a:ext uri="{FF2B5EF4-FFF2-40B4-BE49-F238E27FC236}">
                <a16:creationId xmlns:a16="http://schemas.microsoft.com/office/drawing/2014/main" id="{79704F84-31AE-413C-BC30-506EA3D0577D}"/>
              </a:ext>
            </a:extLst>
          </p:cNvPr>
          <p:cNvSpPr>
            <a:spLocks xmlns:a="http://schemas.openxmlformats.org/drawingml/2006/main" noGrp="1"/>
          </p:cNvSpPr>
          <p:nvPr/>
        </p:nvSpPr>
        <p:spPr>
          <a:xfrm xmlns:a="http://schemas.openxmlformats.org/drawingml/2006/main">
            <a:off x="287655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데이터에서 패턴 추정</a:t>
            </a:r>
          </a:p>
        </p:txBody>
      </p:sp>
      <p:sp>
        <p:nvSpPr>
          <p:cNvPr id="14" name="">
            <a:extLst xmlns:a="http://schemas.openxmlformats.org/drawingml/2006/main">
              <a:ext uri="{FF2B5EF4-FFF2-40B4-BE49-F238E27FC236}">
                <a16:creationId xmlns:a16="http://schemas.microsoft.com/office/drawing/2014/main" id="{03FFDF25-3831-44AE-A5E8-9889312D7948}"/>
              </a:ext>
            </a:extLst>
          </p:cNvPr>
          <p:cNvSpPr>
            <a:spLocks xmlns:a="http://schemas.openxmlformats.org/drawingml/2006/main" noGrp="1"/>
          </p:cNvSpPr>
          <p:nvPr/>
        </p:nvSpPr>
        <p:spPr>
          <a:xfrm xmlns:a="http://schemas.openxmlformats.org/drawingml/2006/main" rot="0">
            <a:off x="595312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5" name="">
            <a:extLst xmlns:a="http://schemas.openxmlformats.org/drawingml/2006/main">
              <a:ext uri="{FF2B5EF4-FFF2-40B4-BE49-F238E27FC236}">
                <a16:creationId xmlns:a16="http://schemas.microsoft.com/office/drawing/2014/main" id="{30679E47-5092-479F-B0D2-468A59E3465E}"/>
              </a:ext>
            </a:extLst>
          </p:cNvPr>
          <p:cNvSpPr>
            <a:spLocks xmlns:a="http://schemas.openxmlformats.org/drawingml/2006/main" noGrp="1"/>
          </p:cNvSpPr>
          <p:nvPr/>
        </p:nvSpPr>
        <p:spPr>
          <a:xfrm xmlns:a="http://schemas.openxmlformats.org/drawingml/2006/main">
            <a:off x="52197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확장</a:t>
            </a:r>
          </a:p>
        </p:txBody>
      </p:sp>
      <p:sp>
        <p:nvSpPr>
          <p:cNvPr id="16" name="">
            <a:extLst xmlns:a="http://schemas.openxmlformats.org/drawingml/2006/main">
              <a:ext uri="{FF2B5EF4-FFF2-40B4-BE49-F238E27FC236}">
                <a16:creationId xmlns:a16="http://schemas.microsoft.com/office/drawing/2014/main" id="{6D5F5675-192D-4BB3-8A47-017E8298C3F8}"/>
              </a:ext>
            </a:extLst>
          </p:cNvPr>
          <p:cNvSpPr>
            <a:spLocks xmlns:a="http://schemas.openxmlformats.org/drawingml/2006/main" noGrp="1"/>
          </p:cNvSpPr>
          <p:nvPr/>
        </p:nvSpPr>
        <p:spPr>
          <a:xfrm xmlns:a="http://schemas.openxmlformats.org/drawingml/2006/main">
            <a:off x="51435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표현·연산 규모 확장</a:t>
            </a:r>
          </a:p>
        </p:txBody>
      </p:sp>
      <p:sp>
        <p:nvSpPr>
          <p:cNvPr id="17" name="">
            <a:extLst xmlns:a="http://schemas.openxmlformats.org/drawingml/2006/main">
              <a:ext uri="{FF2B5EF4-FFF2-40B4-BE49-F238E27FC236}">
                <a16:creationId xmlns:a16="http://schemas.microsoft.com/office/drawing/2014/main" id="{AA961458-2440-4ABF-98F3-4B24860CFC70}"/>
              </a:ext>
            </a:extLst>
          </p:cNvPr>
          <p:cNvSpPr>
            <a:spLocks xmlns:a="http://schemas.openxmlformats.org/drawingml/2006/main" noGrp="1"/>
          </p:cNvSpPr>
          <p:nvPr/>
        </p:nvSpPr>
        <p:spPr>
          <a:xfrm xmlns:a="http://schemas.openxmlformats.org/drawingml/2006/main" rot="0">
            <a:off x="8220075" y="3286125"/>
            <a:ext cx="285750" cy="285750"/>
          </a:xfrm>
          <a:prstGeom xmlns:a="http://schemas.openxmlformats.org/drawingml/2006/main" prst="ellipse">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B0F4A392-31CC-46A2-B67B-9FB8512F0289}"/>
              </a:ext>
            </a:extLst>
          </p:cNvPr>
          <p:cNvSpPr>
            <a:spLocks xmlns:a="http://schemas.openxmlformats.org/drawingml/2006/main" noGrp="1"/>
          </p:cNvSpPr>
          <p:nvPr/>
        </p:nvSpPr>
        <p:spPr>
          <a:xfrm xmlns:a="http://schemas.openxmlformats.org/drawingml/2006/main">
            <a:off x="7486650" y="38862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생성</a:t>
            </a:r>
          </a:p>
        </p:txBody>
      </p:sp>
      <p:sp>
        <p:nvSpPr>
          <p:cNvPr id="19" name="">
            <a:extLst xmlns:a="http://schemas.openxmlformats.org/drawingml/2006/main">
              <a:ext uri="{FF2B5EF4-FFF2-40B4-BE49-F238E27FC236}">
                <a16:creationId xmlns:a16="http://schemas.microsoft.com/office/drawing/2014/main" id="{07676FC9-C46F-4791-B554-DD0791C4B80E}"/>
              </a:ext>
            </a:extLst>
          </p:cNvPr>
          <p:cNvSpPr>
            <a:spLocks xmlns:a="http://schemas.openxmlformats.org/drawingml/2006/main" noGrp="1"/>
          </p:cNvSpPr>
          <p:nvPr/>
        </p:nvSpPr>
        <p:spPr>
          <a:xfrm xmlns:a="http://schemas.openxmlformats.org/drawingml/2006/main">
            <a:off x="7410450" y="42862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범용 자연어 생성</a:t>
            </a:r>
          </a:p>
        </p:txBody>
      </p:sp>
      <p:sp>
        <p:nvSpPr>
          <p:cNvPr id="20" name="">
            <a:extLst xmlns:a="http://schemas.openxmlformats.org/drawingml/2006/main">
              <a:ext uri="{FF2B5EF4-FFF2-40B4-BE49-F238E27FC236}">
                <a16:creationId xmlns:a16="http://schemas.microsoft.com/office/drawing/2014/main" id="{49B97948-2D7F-4025-B4D0-9AA6CB1632C6}"/>
              </a:ext>
            </a:extLst>
          </p:cNvPr>
          <p:cNvSpPr>
            <a:spLocks xmlns:a="http://schemas.openxmlformats.org/drawingml/2006/main" noGrp="1"/>
          </p:cNvSpPr>
          <p:nvPr/>
        </p:nvSpPr>
        <p:spPr>
          <a:xfrm xmlns:a="http://schemas.openxmlformats.org/drawingml/2006/main" rot="0">
            <a:off x="10487025" y="3286125"/>
            <a:ext cx="285750" cy="2857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1" name="">
            <a:extLst xmlns:a="http://schemas.openxmlformats.org/drawingml/2006/main">
              <a:ext uri="{FF2B5EF4-FFF2-40B4-BE49-F238E27FC236}">
                <a16:creationId xmlns:a16="http://schemas.microsoft.com/office/drawing/2014/main" id="{323C443B-1447-41BF-B7B6-66FEE0322933}"/>
              </a:ext>
            </a:extLst>
          </p:cNvPr>
          <p:cNvSpPr>
            <a:spLocks xmlns:a="http://schemas.openxmlformats.org/drawingml/2006/main" noGrp="1"/>
          </p:cNvSpPr>
          <p:nvPr/>
        </p:nvSpPr>
        <p:spPr>
          <a:xfrm xmlns:a="http://schemas.openxmlformats.org/drawingml/2006/main">
            <a:off x="9753600" y="1943100"/>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2563EB"/>
                </a:solidFill>
                <a:latin typeface="Menlo"/>
                <a:ea typeface="Menlo"/>
                <a:cs typeface="Menlo"/>
              </a:defRPr>
            </a:pPr>
            <a:r>
              <a:rPr sz="1275" b="1">
                <a:solidFill>
                  <a:srgbClr val="2563EB"/>
                </a:solidFill>
                <a:latin typeface="Menlo"/>
                <a:ea typeface="Menlo"/>
                <a:cs typeface="Menlo"/>
              </a:rPr>
              <a:t>운영</a:t>
            </a:r>
          </a:p>
        </p:txBody>
      </p:sp>
      <p:sp>
        <p:nvSpPr>
          <p:cNvPr id="22" name="">
            <a:extLst xmlns:a="http://schemas.openxmlformats.org/drawingml/2006/main">
              <a:ext uri="{FF2B5EF4-FFF2-40B4-BE49-F238E27FC236}">
                <a16:creationId xmlns:a16="http://schemas.microsoft.com/office/drawing/2014/main" id="{34E2532A-C2D5-4BED-88DA-7847A73F2502}"/>
              </a:ext>
            </a:extLst>
          </p:cNvPr>
          <p:cNvSpPr>
            <a:spLocks xmlns:a="http://schemas.openxmlformats.org/drawingml/2006/main" noGrp="1"/>
          </p:cNvSpPr>
          <p:nvPr/>
        </p:nvSpPr>
        <p:spPr>
          <a:xfrm xmlns:a="http://schemas.openxmlformats.org/drawingml/2006/main">
            <a:off x="9677400" y="2343150"/>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품질·비용·안전 통제</a:t>
            </a:r>
          </a:p>
        </p:txBody>
      </p:sp>
      <p:sp>
        <p:nvSpPr>
          <p:cNvPr id="23" name="">
            <a:extLst xmlns:a="http://schemas.openxmlformats.org/drawingml/2006/main">
              <a:ext uri="{FF2B5EF4-FFF2-40B4-BE49-F238E27FC236}">
                <a16:creationId xmlns:a16="http://schemas.microsoft.com/office/drawing/2014/main" id="{95784685-5D9B-4A85-9BAF-0ED52B281E3F}"/>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기술이 발전할수록 관리해야 할 데이터·비용·안전 항목도 증가</a:t>
            </a:r>
          </a:p>
        </p:txBody>
      </p:sp>
    </p:spTree>
    <p:extLst>
      <p:ext uri="{BB962C8B-B14F-4D97-AF65-F5344CB8AC3E}">
        <p14:creationId xmlns:p14="http://schemas.microsoft.com/office/powerpoint/2010/main" val="1660904840"/>
      </p:ext>
    </p:extLst>
  </p:cSld>
</p:sld>
</file>

<file path=ppt/slides/slide2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80D6EC6-B85F-4D5D-9C2D-75877B203D8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378E99D2-CFFC-4DDF-A0DF-4F4C76FBFED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20</a:t>
            </a:r>
          </a:p>
        </p:txBody>
      </p:sp>
      <p:sp>
        <p:nvSpPr>
          <p:cNvPr id="3" name="">
            <a:extLst xmlns:a="http://schemas.openxmlformats.org/drawingml/2006/main">
              <a:ext uri="{FF2B5EF4-FFF2-40B4-BE49-F238E27FC236}">
                <a16:creationId xmlns:a16="http://schemas.microsoft.com/office/drawing/2014/main" id="{3BA59936-9DF6-4EDE-A0B2-1EE99E4E932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26C7728-82B0-46DF-9CC9-EDE6DA57E77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7D966A01-8485-4ECB-BDE5-989A5C4B34C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1CC60E8-A24F-4286-B311-BED3E28D824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규칙 기반 시스템의 장점과 한계</a:t>
            </a:r>
          </a:p>
        </p:txBody>
      </p:sp>
      <p:sp>
        <p:nvSpPr>
          <p:cNvPr id="7" name="">
            <a:extLst xmlns:a="http://schemas.openxmlformats.org/drawingml/2006/main">
              <a:ext uri="{FF2B5EF4-FFF2-40B4-BE49-F238E27FC236}">
                <a16:creationId xmlns:a16="http://schemas.microsoft.com/office/drawing/2014/main" id="{A09802B9-5DD6-43C2-B497-14F544CA31F3}"/>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EXPLICIT RULES</a:t>
            </a:r>
          </a:p>
        </p:txBody>
      </p:sp>
      <p:sp>
        <p:nvSpPr>
          <p:cNvPr id="8" name="">
            <a:extLst xmlns:a="http://schemas.openxmlformats.org/drawingml/2006/main">
              <a:ext uri="{FF2B5EF4-FFF2-40B4-BE49-F238E27FC236}">
                <a16:creationId xmlns:a16="http://schemas.microsoft.com/office/drawing/2014/main" id="{E61FB17B-6814-4672-A87B-EAE85774C8C9}"/>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명확한 규칙과 높은 통제력</a:t>
            </a:r>
          </a:p>
        </p:txBody>
      </p:sp>
      <p:sp>
        <p:nvSpPr>
          <p:cNvPr id="9" name="">
            <a:extLst xmlns:a="http://schemas.openxmlformats.org/drawingml/2006/main">
              <a:ext uri="{FF2B5EF4-FFF2-40B4-BE49-F238E27FC236}">
                <a16:creationId xmlns:a16="http://schemas.microsoft.com/office/drawing/2014/main" id="{ACEBCF49-9842-4E87-AE47-A5C3B9ED0451}"/>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966AC850-A1D3-4A5F-AF73-E841F03F4E6E}"/>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동작을 직접 설명하고 통제하기 쉬움</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작은 범위와 안정된 규칙에 강점</a:t>
            </a:r>
          </a:p>
        </p:txBody>
      </p:sp>
      <p:sp>
        <p:nvSpPr>
          <p:cNvPr id="11" name="">
            <a:extLst xmlns:a="http://schemas.openxmlformats.org/drawingml/2006/main">
              <a:ext uri="{FF2B5EF4-FFF2-40B4-BE49-F238E27FC236}">
                <a16:creationId xmlns:a16="http://schemas.microsoft.com/office/drawing/2014/main" id="{A1CF169E-4D61-4670-B299-90A0306079B1}"/>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EXCEPTION GROWTH</a:t>
            </a:r>
          </a:p>
        </p:txBody>
      </p:sp>
      <p:sp>
        <p:nvSpPr>
          <p:cNvPr id="12" name="">
            <a:extLst xmlns:a="http://schemas.openxmlformats.org/drawingml/2006/main">
              <a:ext uri="{FF2B5EF4-FFF2-40B4-BE49-F238E27FC236}">
                <a16:creationId xmlns:a16="http://schemas.microsoft.com/office/drawing/2014/main" id="{88D220AB-D402-4814-8FDF-CB536A5240A8}"/>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예외 처리 복잡도 증가</a:t>
            </a:r>
          </a:p>
        </p:txBody>
      </p:sp>
      <p:sp>
        <p:nvSpPr>
          <p:cNvPr id="13" name="">
            <a:extLst xmlns:a="http://schemas.openxmlformats.org/drawingml/2006/main">
              <a:ext uri="{FF2B5EF4-FFF2-40B4-BE49-F238E27FC236}">
                <a16:creationId xmlns:a16="http://schemas.microsoft.com/office/drawing/2014/main" id="{915824F2-9488-4877-B62B-8860C32CDA2D}"/>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7AD892AE-7948-47A3-8DC0-05F35F2CE48E}"/>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규칙 수와 상호작용이 빠르게 증가</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모호한 언어·영상·패턴에 취약</a:t>
            </a:r>
          </a:p>
        </p:txBody>
      </p:sp>
      <p:sp>
        <p:nvSpPr>
          <p:cNvPr id="15" name="">
            <a:extLst xmlns:a="http://schemas.openxmlformats.org/drawingml/2006/main">
              <a:ext uri="{FF2B5EF4-FFF2-40B4-BE49-F238E27FC236}">
                <a16:creationId xmlns:a16="http://schemas.microsoft.com/office/drawing/2014/main" id="{50AB0E0E-734C-47E7-90CE-985D24DBD7CB}"/>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73391125"/>
      </p:ext>
    </p:extLst>
  </p:cSld>
</p:sld>
</file>

<file path=ppt/slides/slide2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2C9D43A-2FA6-4AFE-9A84-A680C1DCF12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5A86BDAA-4CB1-4B39-B40B-A237008F709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21</a:t>
            </a:r>
          </a:p>
        </p:txBody>
      </p:sp>
      <p:sp>
        <p:nvSpPr>
          <p:cNvPr id="3" name="">
            <a:extLst xmlns:a="http://schemas.openxmlformats.org/drawingml/2006/main">
              <a:ext uri="{FF2B5EF4-FFF2-40B4-BE49-F238E27FC236}">
                <a16:creationId xmlns:a16="http://schemas.microsoft.com/office/drawing/2014/main" id="{EA832301-24CC-4126-9E59-02A2D087D04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7349C2E-A756-4F43-BB66-1133CEEBE2D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F747BEE-B1C5-4CFF-9FF3-86D4AB2C28B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18E0BAB-DBE6-4AC7-AE50-FB5E12ED8B8D}"/>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규칙 작성과 머신러닝 학습의 차이</a:t>
            </a:r>
          </a:p>
        </p:txBody>
      </p:sp>
      <p:sp>
        <p:nvSpPr>
          <p:cNvPr id="7" name="">
            <a:extLst xmlns:a="http://schemas.openxmlformats.org/drawingml/2006/main">
              <a:ext uri="{FF2B5EF4-FFF2-40B4-BE49-F238E27FC236}">
                <a16:creationId xmlns:a16="http://schemas.microsoft.com/office/drawing/2014/main" id="{C4B41CA1-7B8A-40A7-B754-6C40ECCF8E86}"/>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BEFORE</a:t>
            </a:r>
          </a:p>
        </p:txBody>
      </p:sp>
      <p:sp>
        <p:nvSpPr>
          <p:cNvPr id="8" name="">
            <a:extLst xmlns:a="http://schemas.openxmlformats.org/drawingml/2006/main">
              <a:ext uri="{FF2B5EF4-FFF2-40B4-BE49-F238E27FC236}">
                <a16:creationId xmlns:a16="http://schemas.microsoft.com/office/drawing/2014/main" id="{372D1ECD-A3D8-44D5-B86A-2FBE023A3904}"/>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사람이 규칙을 작성</a:t>
            </a:r>
          </a:p>
        </p:txBody>
      </p:sp>
      <p:sp>
        <p:nvSpPr>
          <p:cNvPr id="9" name="">
            <a:extLst xmlns:a="http://schemas.openxmlformats.org/drawingml/2006/main">
              <a:ext uri="{FF2B5EF4-FFF2-40B4-BE49-F238E27FC236}">
                <a16:creationId xmlns:a16="http://schemas.microsoft.com/office/drawing/2014/main" id="{EC36F4AC-E568-402C-98D6-F6FDA4A07C5C}"/>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B28EFE7F-0152-49F0-A918-8FE051914DD5}"/>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도메인 규칙 → 코드 → 결과</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오류 수정은 규칙의 직접 변경</a:t>
            </a:r>
          </a:p>
        </p:txBody>
      </p:sp>
      <p:sp>
        <p:nvSpPr>
          <p:cNvPr id="11" name="">
            <a:extLst xmlns:a="http://schemas.openxmlformats.org/drawingml/2006/main">
              <a:ext uri="{FF2B5EF4-FFF2-40B4-BE49-F238E27FC236}">
                <a16:creationId xmlns:a16="http://schemas.microsoft.com/office/drawing/2014/main" id="{AC5B7425-4800-4122-BBEA-AC107F2C14BB}"/>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AFTER</a:t>
            </a:r>
          </a:p>
        </p:txBody>
      </p:sp>
      <p:sp>
        <p:nvSpPr>
          <p:cNvPr id="12" name="">
            <a:extLst xmlns:a="http://schemas.openxmlformats.org/drawingml/2006/main">
              <a:ext uri="{FF2B5EF4-FFF2-40B4-BE49-F238E27FC236}">
                <a16:creationId xmlns:a16="http://schemas.microsoft.com/office/drawing/2014/main" id="{F32A677D-EA33-4B32-B412-B4A23ABA880D}"/>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데이터에서 패턴 추정</a:t>
            </a:r>
          </a:p>
        </p:txBody>
      </p:sp>
      <p:sp>
        <p:nvSpPr>
          <p:cNvPr id="13" name="">
            <a:extLst xmlns:a="http://schemas.openxmlformats.org/drawingml/2006/main">
              <a:ext uri="{FF2B5EF4-FFF2-40B4-BE49-F238E27FC236}">
                <a16:creationId xmlns:a16="http://schemas.microsoft.com/office/drawing/2014/main" id="{DB9B2EFB-8F41-40B5-8707-1D6E346EAEAD}"/>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DDA52EB3-F43C-4C6D-B62A-4370D0330620}"/>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데이터 + 목표 → 학습 → 모델</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오류를 줄이려면 데이터·학습 목표·모델 구조를 조정</a:t>
            </a:r>
          </a:p>
        </p:txBody>
      </p:sp>
      <p:sp>
        <p:nvSpPr>
          <p:cNvPr id="15" name="">
            <a:extLst xmlns:a="http://schemas.openxmlformats.org/drawingml/2006/main">
              <a:ext uri="{FF2B5EF4-FFF2-40B4-BE49-F238E27FC236}">
                <a16:creationId xmlns:a16="http://schemas.microsoft.com/office/drawing/2014/main" id="{AD0D7D8D-69AC-480E-8BC9-92C4D82D2692}"/>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559430799"/>
      </p:ext>
    </p:extLst>
  </p:cSld>
</p:sld>
</file>

<file path=ppt/slides/slide2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CE18921-17A1-4BE7-93CD-14944967BD8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34AEF23D-DF76-4730-A56A-3FA8F2BF85A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22</a:t>
            </a:r>
          </a:p>
        </p:txBody>
      </p:sp>
      <p:sp>
        <p:nvSpPr>
          <p:cNvPr id="3" name="">
            <a:extLst xmlns:a="http://schemas.openxmlformats.org/drawingml/2006/main">
              <a:ext uri="{FF2B5EF4-FFF2-40B4-BE49-F238E27FC236}">
                <a16:creationId xmlns:a16="http://schemas.microsoft.com/office/drawing/2014/main" id="{0E60B511-0101-4EFB-AA9B-0A00DF22623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446E0DC-AE36-4E1E-9034-9E271991A32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0FDF4265-1AA3-4847-994A-E32CC3E3FD8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C314A0E-A41F-465D-A95A-A16FF65C48B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딥러닝 확산의 세 가지 기반</a:t>
            </a:r>
          </a:p>
        </p:txBody>
      </p:sp>
      <p:sp>
        <p:nvSpPr>
          <p:cNvPr id="7" name="">
            <a:extLst xmlns:a="http://schemas.openxmlformats.org/drawingml/2006/main">
              <a:ext uri="{FF2B5EF4-FFF2-40B4-BE49-F238E27FC236}">
                <a16:creationId xmlns:a16="http://schemas.microsoft.com/office/drawing/2014/main" id="{D676559F-980A-4C6E-93B3-96E2916ABF1E}"/>
              </a:ext>
            </a:extLst>
          </p:cNvPr>
          <p:cNvSpPr>
            <a:spLocks xmlns:a="http://schemas.openxmlformats.org/drawingml/2006/main" noGrp="1"/>
          </p:cNvSpPr>
          <p:nvPr/>
        </p:nvSpPr>
        <p:spPr>
          <a:xfrm xmlns:a="http://schemas.openxmlformats.org/drawingml/2006/main">
            <a:off x="6096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6CFA0518-C8BC-48D8-B649-6AFC5D0869C5}"/>
              </a:ext>
            </a:extLst>
          </p:cNvPr>
          <p:cNvSpPr>
            <a:spLocks xmlns:a="http://schemas.openxmlformats.org/drawingml/2006/main" noGrp="1"/>
          </p:cNvSpPr>
          <p:nvPr/>
        </p:nvSpPr>
        <p:spPr>
          <a:xfrm xmlns:a="http://schemas.openxmlformats.org/drawingml/2006/main">
            <a:off x="6096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데이터</a:t>
            </a:r>
          </a:p>
        </p:txBody>
      </p:sp>
      <p:sp>
        <p:nvSpPr>
          <p:cNvPr id="9" name="">
            <a:extLst xmlns:a="http://schemas.openxmlformats.org/drawingml/2006/main">
              <a:ext uri="{FF2B5EF4-FFF2-40B4-BE49-F238E27FC236}">
                <a16:creationId xmlns:a16="http://schemas.microsoft.com/office/drawing/2014/main" id="{B29902BC-D9B4-49B6-91A3-FD03DA8B6F00}"/>
              </a:ext>
            </a:extLst>
          </p:cNvPr>
          <p:cNvSpPr>
            <a:spLocks xmlns:a="http://schemas.openxmlformats.org/drawingml/2006/main" noGrp="1"/>
          </p:cNvSpPr>
          <p:nvPr/>
        </p:nvSpPr>
        <p:spPr>
          <a:xfrm xmlns:a="http://schemas.openxmlformats.org/drawingml/2006/main" flipH="0" flipV="0">
            <a:off x="6096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0" name="">
            <a:extLst xmlns:a="http://schemas.openxmlformats.org/drawingml/2006/main">
              <a:ext uri="{FF2B5EF4-FFF2-40B4-BE49-F238E27FC236}">
                <a16:creationId xmlns:a16="http://schemas.microsoft.com/office/drawing/2014/main" id="{E4F70A30-80A9-4F5C-80E6-8CC7FB3D0905}"/>
              </a:ext>
            </a:extLst>
          </p:cNvPr>
          <p:cNvSpPr>
            <a:spLocks xmlns:a="http://schemas.openxmlformats.org/drawingml/2006/main" noGrp="1"/>
          </p:cNvSpPr>
          <p:nvPr/>
        </p:nvSpPr>
        <p:spPr>
          <a:xfrm xmlns:a="http://schemas.openxmlformats.org/drawingml/2006/main">
            <a:off x="7620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다양한 학습 신호와 충분한 규모</a:t>
            </a:r>
          </a:p>
        </p:txBody>
      </p:sp>
      <p:sp>
        <p:nvSpPr>
          <p:cNvPr id="11" name="">
            <a:extLst xmlns:a="http://schemas.openxmlformats.org/drawingml/2006/main">
              <a:ext uri="{FF2B5EF4-FFF2-40B4-BE49-F238E27FC236}">
                <a16:creationId xmlns:a16="http://schemas.microsoft.com/office/drawing/2014/main" id="{8EFE826A-C038-4E33-A09F-FFB2B842146D}"/>
              </a:ext>
            </a:extLst>
          </p:cNvPr>
          <p:cNvSpPr>
            <a:spLocks xmlns:a="http://schemas.openxmlformats.org/drawingml/2006/main" noGrp="1"/>
          </p:cNvSpPr>
          <p:nvPr/>
        </p:nvSpPr>
        <p:spPr>
          <a:xfrm xmlns:a="http://schemas.openxmlformats.org/drawingml/2006/main">
            <a:off x="43561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EFAE3FCB-E0F2-4835-AFE4-BBCED717D2A6}"/>
              </a:ext>
            </a:extLst>
          </p:cNvPr>
          <p:cNvSpPr>
            <a:spLocks xmlns:a="http://schemas.openxmlformats.org/drawingml/2006/main" noGrp="1"/>
          </p:cNvSpPr>
          <p:nvPr/>
        </p:nvSpPr>
        <p:spPr>
          <a:xfrm xmlns:a="http://schemas.openxmlformats.org/drawingml/2006/main">
            <a:off x="43561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그래픽 처리 장치</a:t>
            </a:r>
          </a:p>
        </p:txBody>
      </p:sp>
      <p:sp>
        <p:nvSpPr>
          <p:cNvPr id="13" name="">
            <a:extLst xmlns:a="http://schemas.openxmlformats.org/drawingml/2006/main">
              <a:ext uri="{FF2B5EF4-FFF2-40B4-BE49-F238E27FC236}">
                <a16:creationId xmlns:a16="http://schemas.microsoft.com/office/drawing/2014/main" id="{0B408630-26D5-4BE5-B27E-425A138A2818}"/>
              </a:ext>
            </a:extLst>
          </p:cNvPr>
          <p:cNvSpPr>
            <a:spLocks xmlns:a="http://schemas.openxmlformats.org/drawingml/2006/main" noGrp="1"/>
          </p:cNvSpPr>
          <p:nvPr/>
        </p:nvSpPr>
        <p:spPr>
          <a:xfrm xmlns:a="http://schemas.openxmlformats.org/drawingml/2006/main" flipH="0" flipV="0">
            <a:off x="43561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4" name="">
            <a:extLst xmlns:a="http://schemas.openxmlformats.org/drawingml/2006/main">
              <a:ext uri="{FF2B5EF4-FFF2-40B4-BE49-F238E27FC236}">
                <a16:creationId xmlns:a16="http://schemas.microsoft.com/office/drawing/2014/main" id="{EC46E3E9-46BF-42D0-A2D0-3AC334D8B23F}"/>
              </a:ext>
            </a:extLst>
          </p:cNvPr>
          <p:cNvSpPr>
            <a:spLocks xmlns:a="http://schemas.openxmlformats.org/drawingml/2006/main" noGrp="1"/>
          </p:cNvSpPr>
          <p:nvPr/>
        </p:nvSpPr>
        <p:spPr>
          <a:xfrm xmlns:a="http://schemas.openxmlformats.org/drawingml/2006/main">
            <a:off x="45085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Graphics Processing Unit (GPU) 기반 병렬 연산</a:t>
            </a:r>
          </a:p>
        </p:txBody>
      </p:sp>
      <p:sp>
        <p:nvSpPr>
          <p:cNvPr id="15" name="">
            <a:extLst xmlns:a="http://schemas.openxmlformats.org/drawingml/2006/main">
              <a:ext uri="{FF2B5EF4-FFF2-40B4-BE49-F238E27FC236}">
                <a16:creationId xmlns:a16="http://schemas.microsoft.com/office/drawing/2014/main" id="{FD8FD713-2110-4BAE-AE06-3FEBDB88B0C7}"/>
              </a:ext>
            </a:extLst>
          </p:cNvPr>
          <p:cNvSpPr>
            <a:spLocks xmlns:a="http://schemas.openxmlformats.org/drawingml/2006/main" noGrp="1"/>
          </p:cNvSpPr>
          <p:nvPr/>
        </p:nvSpPr>
        <p:spPr>
          <a:xfrm xmlns:a="http://schemas.openxmlformats.org/drawingml/2006/main">
            <a:off x="8102600" y="1809750"/>
            <a:ext cx="3479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850" b="1">
                <a:solidFill>
                  <a:srgbClr val="98A2B3"/>
                </a:solidFill>
                <a:latin typeface="Menlo"/>
                <a:ea typeface="Menlo"/>
                <a:cs typeface="Menlo"/>
              </a:defRPr>
            </a:pPr>
            <a:r>
              <a:rPr sz="28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406CC1C0-32F1-436F-9B3F-348ADEAE4B01}"/>
              </a:ext>
            </a:extLst>
          </p:cNvPr>
          <p:cNvSpPr>
            <a:spLocks xmlns:a="http://schemas.openxmlformats.org/drawingml/2006/main" noGrp="1"/>
          </p:cNvSpPr>
          <p:nvPr/>
        </p:nvSpPr>
        <p:spPr>
          <a:xfrm xmlns:a="http://schemas.openxmlformats.org/drawingml/2006/main">
            <a:off x="8102600" y="2609850"/>
            <a:ext cx="3479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0000"/>
              </a:lnSpc>
              <a:buNone/>
              <a:defRPr sz="2025" b="1">
                <a:solidFill>
                  <a:srgbClr val="FFFFFF"/>
                </a:solidFill>
                <a:latin typeface="AppleGothic"/>
                <a:ea typeface="AppleGothic"/>
                <a:cs typeface="AppleGothic"/>
              </a:defRPr>
            </a:pPr>
            <a:r>
              <a:rPr sz="2025" b="1">
                <a:solidFill>
                  <a:srgbClr val="FFFFFF"/>
                </a:solidFill>
                <a:latin typeface="AppleGothic"/>
                <a:ea typeface="AppleGothic"/>
                <a:cs typeface="AppleGothic"/>
              </a:rPr>
              <a:t>학습 알고리즘</a:t>
            </a:r>
          </a:p>
        </p:txBody>
      </p:sp>
      <p:sp>
        <p:nvSpPr>
          <p:cNvPr id="17" name="">
            <a:extLst xmlns:a="http://schemas.openxmlformats.org/drawingml/2006/main">
              <a:ext uri="{FF2B5EF4-FFF2-40B4-BE49-F238E27FC236}">
                <a16:creationId xmlns:a16="http://schemas.microsoft.com/office/drawing/2014/main" id="{9866DC1A-4394-42ED-999F-6CAE506D99F5}"/>
              </a:ext>
            </a:extLst>
          </p:cNvPr>
          <p:cNvSpPr>
            <a:spLocks xmlns:a="http://schemas.openxmlformats.org/drawingml/2006/main" noGrp="1"/>
          </p:cNvSpPr>
          <p:nvPr/>
        </p:nvSpPr>
        <p:spPr>
          <a:xfrm xmlns:a="http://schemas.openxmlformats.org/drawingml/2006/main" flipH="0" flipV="0">
            <a:off x="8102600" y="3486150"/>
            <a:ext cx="34798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351AB175-2CE9-42E7-981E-CAA7B810B585}"/>
              </a:ext>
            </a:extLst>
          </p:cNvPr>
          <p:cNvSpPr>
            <a:spLocks xmlns:a="http://schemas.openxmlformats.org/drawingml/2006/main" noGrp="1"/>
          </p:cNvSpPr>
          <p:nvPr/>
        </p:nvSpPr>
        <p:spPr>
          <a:xfrm xmlns:a="http://schemas.openxmlformats.org/drawingml/2006/main">
            <a:off x="8255000" y="3829050"/>
            <a:ext cx="317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역전파·아키텍처·최적화</a:t>
            </a:r>
          </a:p>
        </p:txBody>
      </p:sp>
      <p:sp>
        <p:nvSpPr>
          <p:cNvPr id="19" name="">
            <a:extLst xmlns:a="http://schemas.openxmlformats.org/drawingml/2006/main">
              <a:ext uri="{FF2B5EF4-FFF2-40B4-BE49-F238E27FC236}">
                <a16:creationId xmlns:a16="http://schemas.microsoft.com/office/drawing/2014/main" id="{8B73D922-2FE0-4F75-8140-49EB8D5C6153}"/>
              </a:ext>
            </a:extLst>
          </p:cNvPr>
          <p:cNvSpPr>
            <a:spLocks xmlns:a="http://schemas.openxmlformats.org/drawingml/2006/main" noGrp="1"/>
          </p:cNvSpPr>
          <p:nvPr/>
        </p:nvSpPr>
        <p:spPr>
          <a:xfrm xmlns:a="http://schemas.openxmlformats.org/drawingml/2006/main">
            <a:off x="609600" y="5353050"/>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데이터 · GPU 병렬 연산 · 학습 알고리즘</a:t>
            </a:r>
          </a:p>
        </p:txBody>
      </p:sp>
    </p:spTree>
    <p:extLst>
      <p:ext uri="{BB962C8B-B14F-4D97-AF65-F5344CB8AC3E}">
        <p14:creationId xmlns:p14="http://schemas.microsoft.com/office/powerpoint/2010/main" val="264890197"/>
      </p:ext>
    </p:extLst>
  </p:cSld>
</p:sld>
</file>

<file path=ppt/slides/slide2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E90AE2A-85F9-4873-8E05-87FF2ECC8E1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54D782E0-2A70-4B8C-BB33-CBFF62882F30}"/>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23</a:t>
            </a:r>
          </a:p>
        </p:txBody>
      </p:sp>
      <p:sp>
        <p:nvSpPr>
          <p:cNvPr id="3" name="">
            <a:extLst xmlns:a="http://schemas.openxmlformats.org/drawingml/2006/main">
              <a:ext uri="{FF2B5EF4-FFF2-40B4-BE49-F238E27FC236}">
                <a16:creationId xmlns:a16="http://schemas.microsoft.com/office/drawing/2014/main" id="{FF69B14F-B3C6-4029-A396-79399650CD4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DF5D971-7474-4FE6-A316-A7142664870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E2281C80-30C4-41CB-B6DA-DCB5809E7E0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99585E3-B2AE-49AA-87E8-E8E5F8FA07B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특징 공학과 표현 학습</a:t>
            </a:r>
          </a:p>
        </p:txBody>
      </p:sp>
      <p:sp>
        <p:nvSpPr>
          <p:cNvPr id="7" name="">
            <a:extLst xmlns:a="http://schemas.openxmlformats.org/drawingml/2006/main">
              <a:ext uri="{FF2B5EF4-FFF2-40B4-BE49-F238E27FC236}">
                <a16:creationId xmlns:a16="http://schemas.microsoft.com/office/drawing/2014/main" id="{47F94A33-712E-4F45-ACD7-BE586B6032E0}"/>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HAND-CRAFTED FEATURE</a:t>
            </a:r>
          </a:p>
        </p:txBody>
      </p:sp>
      <p:sp>
        <p:nvSpPr>
          <p:cNvPr id="8" name="">
            <a:extLst xmlns:a="http://schemas.openxmlformats.org/drawingml/2006/main">
              <a:ext uri="{FF2B5EF4-FFF2-40B4-BE49-F238E27FC236}">
                <a16:creationId xmlns:a16="http://schemas.microsoft.com/office/drawing/2014/main" id="{FCCD608F-6DA9-4A9C-8B52-D76AAA1A2AA4}"/>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수작업 특징 공학</a:t>
            </a:r>
          </a:p>
        </p:txBody>
      </p:sp>
      <p:sp>
        <p:nvSpPr>
          <p:cNvPr id="9" name="">
            <a:extLst xmlns:a="http://schemas.openxmlformats.org/drawingml/2006/main">
              <a:ext uri="{FF2B5EF4-FFF2-40B4-BE49-F238E27FC236}">
                <a16:creationId xmlns:a16="http://schemas.microsoft.com/office/drawing/2014/main" id="{3B75BFAA-395A-4FDC-9EB9-C9F48332FA36}"/>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E87961AA-2402-45CC-A99C-E6F214B81FE5}"/>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원시 데이터 → 특징 추출 → 모델</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도메인 전문가의 특징 설계가 성능을 좌우</a:t>
            </a:r>
          </a:p>
        </p:txBody>
      </p:sp>
      <p:sp>
        <p:nvSpPr>
          <p:cNvPr id="11" name="">
            <a:extLst xmlns:a="http://schemas.openxmlformats.org/drawingml/2006/main">
              <a:ext uri="{FF2B5EF4-FFF2-40B4-BE49-F238E27FC236}">
                <a16:creationId xmlns:a16="http://schemas.microsoft.com/office/drawing/2014/main" id="{1D0BFDFE-AA25-4392-B906-54EB2879B770}"/>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REPRESENTATION LEARNING</a:t>
            </a:r>
          </a:p>
        </p:txBody>
      </p:sp>
      <p:sp>
        <p:nvSpPr>
          <p:cNvPr id="12" name="">
            <a:extLst xmlns:a="http://schemas.openxmlformats.org/drawingml/2006/main">
              <a:ext uri="{FF2B5EF4-FFF2-40B4-BE49-F238E27FC236}">
                <a16:creationId xmlns:a16="http://schemas.microsoft.com/office/drawing/2014/main" id="{F78CE65A-53F0-49BA-888A-8A1E047B16BF}"/>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학습된 표현</a:t>
            </a:r>
          </a:p>
        </p:txBody>
      </p:sp>
      <p:sp>
        <p:nvSpPr>
          <p:cNvPr id="13" name="">
            <a:extLst xmlns:a="http://schemas.openxmlformats.org/drawingml/2006/main">
              <a:ext uri="{FF2B5EF4-FFF2-40B4-BE49-F238E27FC236}">
                <a16:creationId xmlns:a16="http://schemas.microsoft.com/office/drawing/2014/main" id="{6F68ECCB-7860-4BB4-A477-824B74684A2F}"/>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D51725AE-FE0E-40CE-BD95-C8661A38EB6D}"/>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원시 데이터 → 계층 표현 → 출력</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데이터 품질과 학습 목표가 성능을 좌우</a:t>
            </a:r>
          </a:p>
        </p:txBody>
      </p:sp>
      <p:sp>
        <p:nvSpPr>
          <p:cNvPr id="15" name="">
            <a:extLst xmlns:a="http://schemas.openxmlformats.org/drawingml/2006/main">
              <a:ext uri="{FF2B5EF4-FFF2-40B4-BE49-F238E27FC236}">
                <a16:creationId xmlns:a16="http://schemas.microsoft.com/office/drawing/2014/main" id="{D6719A8F-7BD2-4706-BD00-0CB6CB56C1BD}"/>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064941347"/>
      </p:ext>
    </p:extLst>
  </p:cSld>
</p:sld>
</file>

<file path=ppt/slides/slide2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98E3F20-ED11-409A-8067-03F5230A6D0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A84B9309-72A7-4765-AECA-4DE2D0C4677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24</a:t>
            </a:r>
          </a:p>
        </p:txBody>
      </p:sp>
      <p:sp>
        <p:nvSpPr>
          <p:cNvPr id="3" name="">
            <a:extLst xmlns:a="http://schemas.openxmlformats.org/drawingml/2006/main">
              <a:ext uri="{FF2B5EF4-FFF2-40B4-BE49-F238E27FC236}">
                <a16:creationId xmlns:a16="http://schemas.microsoft.com/office/drawing/2014/main" id="{641A4B52-F5A0-45E9-93A6-47713F5D27E8}"/>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58BA64F6-FE89-4C73-A4DD-55894072357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3700D2B-A853-4D30-AE3D-D88E98A4393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9AB882F-964B-47D9-A909-FFE55D26E85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순환 신경망(RNN)의 순차 처리 한계</a:t>
            </a:r>
          </a:p>
        </p:txBody>
      </p:sp>
      <p:sp>
        <p:nvSpPr>
          <p:cNvPr id="7" name="">
            <a:extLst xmlns:a="http://schemas.openxmlformats.org/drawingml/2006/main">
              <a:ext uri="{FF2B5EF4-FFF2-40B4-BE49-F238E27FC236}">
                <a16:creationId xmlns:a16="http://schemas.microsoft.com/office/drawing/2014/main" id="{01E991A6-7282-480D-B4C2-F7CF3288E9A5}"/>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2F5BC3EB-4A11-4708-B8C4-A4A81F15B02C}"/>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1</a:t>
            </a:r>
          </a:p>
        </p:txBody>
      </p:sp>
      <p:sp>
        <p:nvSpPr>
          <p:cNvPr id="9" name="">
            <a:extLst xmlns:a="http://schemas.openxmlformats.org/drawingml/2006/main">
              <a:ext uri="{FF2B5EF4-FFF2-40B4-BE49-F238E27FC236}">
                <a16:creationId xmlns:a16="http://schemas.microsoft.com/office/drawing/2014/main" id="{B43924A0-C034-42D1-87E4-2745E7822DCF}"/>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1</a:t>
            </a:r>
          </a:p>
        </p:txBody>
      </p:sp>
      <p:sp>
        <p:nvSpPr>
          <p:cNvPr id="10" name="">
            <a:extLst xmlns:a="http://schemas.openxmlformats.org/drawingml/2006/main">
              <a:ext uri="{FF2B5EF4-FFF2-40B4-BE49-F238E27FC236}">
                <a16:creationId xmlns:a16="http://schemas.microsoft.com/office/drawing/2014/main" id="{A8208E93-4A95-4D65-83FB-88BED25A8DA2}"/>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3C8B790F-A8F0-440E-B8B5-DC8B4C2D73C2}"/>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911F6EB0-FD6F-4F02-B02A-AE55340FD6B1}"/>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2</a:t>
            </a:r>
          </a:p>
        </p:txBody>
      </p:sp>
      <p:sp>
        <p:nvSpPr>
          <p:cNvPr id="13" name="">
            <a:extLst xmlns:a="http://schemas.openxmlformats.org/drawingml/2006/main">
              <a:ext uri="{FF2B5EF4-FFF2-40B4-BE49-F238E27FC236}">
                <a16:creationId xmlns:a16="http://schemas.microsoft.com/office/drawing/2014/main" id="{BF15A46A-2B0B-4982-A263-E1D04282822A}"/>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2</a:t>
            </a:r>
          </a:p>
        </p:txBody>
      </p:sp>
      <p:sp>
        <p:nvSpPr>
          <p:cNvPr id="14" name="">
            <a:extLst xmlns:a="http://schemas.openxmlformats.org/drawingml/2006/main">
              <a:ext uri="{FF2B5EF4-FFF2-40B4-BE49-F238E27FC236}">
                <a16:creationId xmlns:a16="http://schemas.microsoft.com/office/drawing/2014/main" id="{444F906F-B8BF-477E-9E29-BC3F1959CB04}"/>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E00AA50D-9F9A-4C0B-A02D-D5B4F132B42B}"/>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972C90E0-6B9E-4276-9AD6-7DBB3382835E}"/>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3</a:t>
            </a:r>
          </a:p>
        </p:txBody>
      </p:sp>
      <p:sp>
        <p:nvSpPr>
          <p:cNvPr id="17" name="">
            <a:extLst xmlns:a="http://schemas.openxmlformats.org/drawingml/2006/main">
              <a:ext uri="{FF2B5EF4-FFF2-40B4-BE49-F238E27FC236}">
                <a16:creationId xmlns:a16="http://schemas.microsoft.com/office/drawing/2014/main" id="{476B5C66-0CCA-491B-B41B-B33BDE292F46}"/>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state 3</a:t>
            </a:r>
          </a:p>
        </p:txBody>
      </p:sp>
      <p:sp>
        <p:nvSpPr>
          <p:cNvPr id="18" name="">
            <a:extLst xmlns:a="http://schemas.openxmlformats.org/drawingml/2006/main">
              <a:ext uri="{FF2B5EF4-FFF2-40B4-BE49-F238E27FC236}">
                <a16:creationId xmlns:a16="http://schemas.microsoft.com/office/drawing/2014/main" id="{AA605D1F-60E9-4449-BBCC-0D6C58B81940}"/>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A0FBC604-B8A4-47FA-BAA7-EAEF6512CA1B}"/>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1642B0E8-6D0F-481E-B509-CA2C5ABD07C1}"/>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a:t>
            </a:r>
          </a:p>
        </p:txBody>
      </p:sp>
      <p:sp>
        <p:nvSpPr>
          <p:cNvPr id="21" name="">
            <a:extLst xmlns:a="http://schemas.openxmlformats.org/drawingml/2006/main">
              <a:ext uri="{FF2B5EF4-FFF2-40B4-BE49-F238E27FC236}">
                <a16:creationId xmlns:a16="http://schemas.microsoft.com/office/drawing/2014/main" id="{C6BE110A-7CBB-42A7-9B08-ED6A94996362}"/>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긴 경로</a:t>
            </a:r>
          </a:p>
        </p:txBody>
      </p:sp>
      <p:sp>
        <p:nvSpPr>
          <p:cNvPr id="22" name="">
            <a:extLst xmlns:a="http://schemas.openxmlformats.org/drawingml/2006/main">
              <a:ext uri="{FF2B5EF4-FFF2-40B4-BE49-F238E27FC236}">
                <a16:creationId xmlns:a16="http://schemas.microsoft.com/office/drawing/2014/main" id="{777040F0-D3EC-405A-B93F-DDEA11C5B40F}"/>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F36CBE8A-CCD9-4044-8451-932848DD633A}"/>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4" name="">
            <a:extLst xmlns:a="http://schemas.openxmlformats.org/drawingml/2006/main">
              <a:ext uri="{FF2B5EF4-FFF2-40B4-BE49-F238E27FC236}">
                <a16:creationId xmlns:a16="http://schemas.microsoft.com/office/drawing/2014/main" id="{A3B99B92-FBBE-4E3E-B662-0F678F8639E2}"/>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TOKEN N</a:t>
            </a:r>
          </a:p>
        </p:txBody>
      </p:sp>
      <p:sp>
        <p:nvSpPr>
          <p:cNvPr id="25" name="">
            <a:extLst xmlns:a="http://schemas.openxmlformats.org/drawingml/2006/main">
              <a:ext uri="{FF2B5EF4-FFF2-40B4-BE49-F238E27FC236}">
                <a16:creationId xmlns:a16="http://schemas.microsoft.com/office/drawing/2014/main" id="{70C163BD-9739-4D88-81B8-609974E70D2D}"/>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먼 관계</a:t>
            </a:r>
          </a:p>
        </p:txBody>
      </p:sp>
      <p:sp>
        <p:nvSpPr>
          <p:cNvPr id="26" name="">
            <a:extLst xmlns:a="http://schemas.openxmlformats.org/drawingml/2006/main">
              <a:ext uri="{FF2B5EF4-FFF2-40B4-BE49-F238E27FC236}">
                <a16:creationId xmlns:a16="http://schemas.microsoft.com/office/drawing/2014/main" id="{4E084325-DAAC-475B-AFB5-3684983CF283}"/>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토큰을 순서대로 처리하므로 병렬화가 어렵고 장거리 의존성 학습에 제약</a:t>
            </a:r>
          </a:p>
        </p:txBody>
      </p:sp>
    </p:spTree>
    <p:extLst>
      <p:ext uri="{BB962C8B-B14F-4D97-AF65-F5344CB8AC3E}">
        <p14:creationId xmlns:p14="http://schemas.microsoft.com/office/powerpoint/2010/main" val="531413085"/>
      </p:ext>
    </p:extLst>
  </p:cSld>
</p:sld>
</file>

<file path=ppt/slides/slide2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5D734122-2ADF-406E-BA8C-9511E9CB73F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933EFF33-C192-4D2A-BCD5-A007CF798CD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25</a:t>
            </a:r>
          </a:p>
        </p:txBody>
      </p:sp>
      <p:sp>
        <p:nvSpPr>
          <p:cNvPr id="3" name="">
            <a:extLst xmlns:a="http://schemas.openxmlformats.org/drawingml/2006/main">
              <a:ext uri="{FF2B5EF4-FFF2-40B4-BE49-F238E27FC236}">
                <a16:creationId xmlns:a16="http://schemas.microsoft.com/office/drawing/2014/main" id="{D06BB073-8524-4270-B838-147182CFA8D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80CB008-3749-4F3F-A34E-DADF201A728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55733047-E45E-4F8D-AD95-B202AF296A5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A79BFD26-2651-4D7C-AB81-3DA019BD920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셀프 어텐션(Self-Attention)의 문맥 계산</a:t>
            </a:r>
          </a:p>
        </p:txBody>
      </p:sp>
      <p:sp>
        <p:nvSpPr>
          <p:cNvPr id="7" name="">
            <a:extLst xmlns:a="http://schemas.openxmlformats.org/drawingml/2006/main">
              <a:ext uri="{FF2B5EF4-FFF2-40B4-BE49-F238E27FC236}">
                <a16:creationId xmlns:a16="http://schemas.microsoft.com/office/drawing/2014/main" id="{405ADB93-89EC-4CA2-8B1F-E8FBDF61BDFE}"/>
              </a:ext>
            </a:extLst>
          </p:cNvPr>
          <p:cNvSpPr>
            <a:spLocks xmlns:a="http://schemas.openxmlformats.org/drawingml/2006/main" noGrp="1"/>
          </p:cNvSpPr>
          <p:nvPr/>
        </p:nvSpPr>
        <p:spPr>
          <a:xfrm xmlns:a="http://schemas.openxmlformats.org/drawingml/2006/main">
            <a:off x="609600" y="16002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입력 토큰</a:t>
            </a:r>
          </a:p>
        </p:txBody>
      </p:sp>
      <p:sp>
        <p:nvSpPr>
          <p:cNvPr id="8" name="">
            <a:extLst xmlns:a="http://schemas.openxmlformats.org/drawingml/2006/main">
              <a:ext uri="{FF2B5EF4-FFF2-40B4-BE49-F238E27FC236}">
                <a16:creationId xmlns:a16="http://schemas.microsoft.com/office/drawing/2014/main" id="{BD0F9975-80D3-49DC-B37E-5FBA6FFBB3D4}"/>
              </a:ext>
            </a:extLst>
          </p:cNvPr>
          <p:cNvSpPr>
            <a:spLocks xmlns:a="http://schemas.openxmlformats.org/drawingml/2006/main" noGrp="1"/>
          </p:cNvSpPr>
          <p:nvPr/>
        </p:nvSpPr>
        <p:spPr>
          <a:xfrm xmlns:a="http://schemas.openxmlformats.org/drawingml/2006/main" rot="0">
            <a:off x="60960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7E5F026F-655D-4D95-8AD7-84B81AE83A5A}"/>
              </a:ext>
            </a:extLst>
          </p:cNvPr>
          <p:cNvSpPr>
            <a:spLocks xmlns:a="http://schemas.openxmlformats.org/drawingml/2006/main" noGrp="1"/>
          </p:cNvSpPr>
          <p:nvPr/>
        </p:nvSpPr>
        <p:spPr>
          <a:xfrm xmlns:a="http://schemas.openxmlformats.org/drawingml/2006/main">
            <a:off x="6096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고객</a:t>
            </a:r>
          </a:p>
        </p:txBody>
      </p:sp>
      <p:sp>
        <p:nvSpPr>
          <p:cNvPr id="10" name="">
            <a:extLst xmlns:a="http://schemas.openxmlformats.org/drawingml/2006/main">
              <a:ext uri="{FF2B5EF4-FFF2-40B4-BE49-F238E27FC236}">
                <a16:creationId xmlns:a16="http://schemas.microsoft.com/office/drawing/2014/main" id="{8BB7DAA2-2C98-40F8-9DCB-083501C035E9}"/>
              </a:ext>
            </a:extLst>
          </p:cNvPr>
          <p:cNvSpPr>
            <a:spLocks xmlns:a="http://schemas.openxmlformats.org/drawingml/2006/main" noGrp="1"/>
          </p:cNvSpPr>
          <p:nvPr/>
        </p:nvSpPr>
        <p:spPr>
          <a:xfrm xmlns:a="http://schemas.openxmlformats.org/drawingml/2006/main" rot="0">
            <a:off x="283845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1" name="">
            <a:extLst xmlns:a="http://schemas.openxmlformats.org/drawingml/2006/main">
              <a:ext uri="{FF2B5EF4-FFF2-40B4-BE49-F238E27FC236}">
                <a16:creationId xmlns:a16="http://schemas.microsoft.com/office/drawing/2014/main" id="{70C59CA4-C751-4A98-BB17-F70EF38442A1}"/>
              </a:ext>
            </a:extLst>
          </p:cNvPr>
          <p:cNvSpPr>
            <a:spLocks xmlns:a="http://schemas.openxmlformats.org/drawingml/2006/main" noGrp="1"/>
          </p:cNvSpPr>
          <p:nvPr/>
        </p:nvSpPr>
        <p:spPr>
          <a:xfrm xmlns:a="http://schemas.openxmlformats.org/drawingml/2006/main">
            <a:off x="283845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은</a:t>
            </a:r>
          </a:p>
        </p:txBody>
      </p:sp>
      <p:sp>
        <p:nvSpPr>
          <p:cNvPr id="12" name="">
            <a:extLst xmlns:a="http://schemas.openxmlformats.org/drawingml/2006/main">
              <a:ext uri="{FF2B5EF4-FFF2-40B4-BE49-F238E27FC236}">
                <a16:creationId xmlns:a16="http://schemas.microsoft.com/office/drawing/2014/main" id="{2601F75E-3B80-4E75-9FDC-24AB28061BB7}"/>
              </a:ext>
            </a:extLst>
          </p:cNvPr>
          <p:cNvSpPr>
            <a:spLocks xmlns:a="http://schemas.openxmlformats.org/drawingml/2006/main" noGrp="1"/>
          </p:cNvSpPr>
          <p:nvPr/>
        </p:nvSpPr>
        <p:spPr>
          <a:xfrm xmlns:a="http://schemas.openxmlformats.org/drawingml/2006/main" rot="0">
            <a:off x="506730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48DEB6D4-0617-48D9-9CB9-5A73A3AFE9C8}"/>
              </a:ext>
            </a:extLst>
          </p:cNvPr>
          <p:cNvSpPr>
            <a:spLocks xmlns:a="http://schemas.openxmlformats.org/drawingml/2006/main" noGrp="1"/>
          </p:cNvSpPr>
          <p:nvPr/>
        </p:nvSpPr>
        <p:spPr>
          <a:xfrm xmlns:a="http://schemas.openxmlformats.org/drawingml/2006/main">
            <a:off x="50673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교환</a:t>
            </a:r>
          </a:p>
        </p:txBody>
      </p:sp>
      <p:sp>
        <p:nvSpPr>
          <p:cNvPr id="14" name="">
            <a:extLst xmlns:a="http://schemas.openxmlformats.org/drawingml/2006/main">
              <a:ext uri="{FF2B5EF4-FFF2-40B4-BE49-F238E27FC236}">
                <a16:creationId xmlns:a16="http://schemas.microsoft.com/office/drawing/2014/main" id="{EC099D52-D058-44A6-BA77-C9FC6636C581}"/>
              </a:ext>
            </a:extLst>
          </p:cNvPr>
          <p:cNvSpPr>
            <a:spLocks xmlns:a="http://schemas.openxmlformats.org/drawingml/2006/main" noGrp="1"/>
          </p:cNvSpPr>
          <p:nvPr/>
        </p:nvSpPr>
        <p:spPr>
          <a:xfrm xmlns:a="http://schemas.openxmlformats.org/drawingml/2006/main" rot="0">
            <a:off x="7296150" y="1962150"/>
            <a:ext cx="20574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8C764C30-46F7-43A0-82DC-1E0A2C20E708}"/>
              </a:ext>
            </a:extLst>
          </p:cNvPr>
          <p:cNvSpPr>
            <a:spLocks xmlns:a="http://schemas.openxmlformats.org/drawingml/2006/main" noGrp="1"/>
          </p:cNvSpPr>
          <p:nvPr/>
        </p:nvSpPr>
        <p:spPr>
          <a:xfrm xmlns:a="http://schemas.openxmlformats.org/drawingml/2006/main">
            <a:off x="729615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절차</a:t>
            </a:r>
          </a:p>
        </p:txBody>
      </p:sp>
      <p:sp>
        <p:nvSpPr>
          <p:cNvPr id="16" name="">
            <a:extLst xmlns:a="http://schemas.openxmlformats.org/drawingml/2006/main">
              <a:ext uri="{FF2B5EF4-FFF2-40B4-BE49-F238E27FC236}">
                <a16:creationId xmlns:a16="http://schemas.microsoft.com/office/drawing/2014/main" id="{D8EC978E-550C-4BDA-BD31-26149A121233}"/>
              </a:ext>
            </a:extLst>
          </p:cNvPr>
          <p:cNvSpPr>
            <a:spLocks xmlns:a="http://schemas.openxmlformats.org/drawingml/2006/main" noGrp="1"/>
          </p:cNvSpPr>
          <p:nvPr/>
        </p:nvSpPr>
        <p:spPr>
          <a:xfrm xmlns:a="http://schemas.openxmlformats.org/drawingml/2006/main" rot="0">
            <a:off x="9525000" y="1962150"/>
            <a:ext cx="2057400" cy="628650"/>
          </a:xfrm>
          <a:prstGeom xmlns:a="http://schemas.openxmlformats.org/drawingml/2006/main" prst="rect">
            <a:avLst/>
          </a:prstGeom>
          <a:solidFill xmlns:a="http://schemas.openxmlformats.org/drawingml/2006/main">
            <a:srgbClr val="0B1F3A"/>
          </a:solidFill>
          <a:ln xmlns:a="http://schemas.openxmlformats.org/drawingml/2006/main" w="28575">
            <a:solidFill>
              <a:srgbClr val="2563EB"/>
            </a:solidFill>
            <a:prstDash val="solid"/>
          </a:ln>
        </p:spPr>
      </p:sp>
      <p:sp>
        <p:nvSpPr>
          <p:cNvPr id="17" name="">
            <a:extLst xmlns:a="http://schemas.openxmlformats.org/drawingml/2006/main">
              <a:ext uri="{FF2B5EF4-FFF2-40B4-BE49-F238E27FC236}">
                <a16:creationId xmlns:a16="http://schemas.microsoft.com/office/drawing/2014/main" id="{D0A755D9-DCAD-4D85-A90D-45DF055BEFC9}"/>
              </a:ext>
            </a:extLst>
          </p:cNvPr>
          <p:cNvSpPr>
            <a:spLocks xmlns:a="http://schemas.openxmlformats.org/drawingml/2006/main" noGrp="1"/>
          </p:cNvSpPr>
          <p:nvPr/>
        </p:nvSpPr>
        <p:spPr>
          <a:xfrm xmlns:a="http://schemas.openxmlformats.org/drawingml/2006/main">
            <a:off x="9525000" y="1962150"/>
            <a:ext cx="2057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불편</a:t>
            </a:r>
          </a:p>
        </p:txBody>
      </p:sp>
      <p:sp>
        <p:nvSpPr>
          <p:cNvPr id="18" name="">
            <a:extLst xmlns:a="http://schemas.openxmlformats.org/drawingml/2006/main">
              <a:ext uri="{FF2B5EF4-FFF2-40B4-BE49-F238E27FC236}">
                <a16:creationId xmlns:a16="http://schemas.microsoft.com/office/drawing/2014/main" id="{B5E5390C-A017-4F2F-8531-B64F0CD100DF}"/>
              </a:ext>
            </a:extLst>
          </p:cNvPr>
          <p:cNvSpPr>
            <a:spLocks xmlns:a="http://schemas.openxmlformats.org/drawingml/2006/main" noGrp="1"/>
          </p:cNvSpPr>
          <p:nvPr/>
        </p:nvSpPr>
        <p:spPr>
          <a:xfrm xmlns:a="http://schemas.openxmlformats.org/drawingml/2006/main">
            <a:off x="609600" y="31813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현재 해석 위치</a:t>
            </a:r>
          </a:p>
        </p:txBody>
      </p:sp>
      <p:sp>
        <p:nvSpPr>
          <p:cNvPr id="19" name="">
            <a:extLst xmlns:a="http://schemas.openxmlformats.org/drawingml/2006/main">
              <a:ext uri="{FF2B5EF4-FFF2-40B4-BE49-F238E27FC236}">
                <a16:creationId xmlns:a16="http://schemas.microsoft.com/office/drawing/2014/main" id="{53596872-C59C-482B-9406-DD2703214C7B}"/>
              </a:ext>
            </a:extLst>
          </p:cNvPr>
          <p:cNvSpPr>
            <a:spLocks xmlns:a="http://schemas.openxmlformats.org/drawingml/2006/main" noGrp="1"/>
          </p:cNvSpPr>
          <p:nvPr/>
        </p:nvSpPr>
        <p:spPr>
          <a:xfrm xmlns:a="http://schemas.openxmlformats.org/drawingml/2006/main" rot="0">
            <a:off x="609600" y="3600450"/>
            <a:ext cx="2343150" cy="13525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0" name="">
            <a:extLst xmlns:a="http://schemas.openxmlformats.org/drawingml/2006/main">
              <a:ext uri="{FF2B5EF4-FFF2-40B4-BE49-F238E27FC236}">
                <a16:creationId xmlns:a16="http://schemas.microsoft.com/office/drawing/2014/main" id="{A4213B2C-96D5-4104-95EF-888C85854D93}"/>
              </a:ext>
            </a:extLst>
          </p:cNvPr>
          <p:cNvSpPr>
            <a:spLocks xmlns:a="http://schemas.openxmlformats.org/drawingml/2006/main" noGrp="1"/>
          </p:cNvSpPr>
          <p:nvPr/>
        </p:nvSpPr>
        <p:spPr>
          <a:xfrm xmlns:a="http://schemas.openxmlformats.org/drawingml/2006/main">
            <a:off x="819150" y="3600450"/>
            <a:ext cx="19240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2400" b="1">
                <a:solidFill>
                  <a:srgbClr val="FFFFFF"/>
                </a:solidFill>
                <a:latin typeface="AppleGothic"/>
                <a:ea typeface="AppleGothic"/>
                <a:cs typeface="AppleGothic"/>
              </a:defRPr>
            </a:pPr>
            <a:r>
              <a:rPr sz="2400" b="1">
                <a:solidFill>
                  <a:srgbClr val="FFFFFF"/>
                </a:solidFill>
                <a:latin typeface="AppleGothic"/>
                <a:ea typeface="AppleGothic"/>
                <a:cs typeface="AppleGothic"/>
              </a:rPr>
              <a:t>불편</a:t>
            </a:r>
          </a:p>
        </p:txBody>
      </p:sp>
      <p:sp>
        <p:nvSpPr>
          <p:cNvPr id="21" name="">
            <a:extLst xmlns:a="http://schemas.openxmlformats.org/drawingml/2006/main">
              <a:ext uri="{FF2B5EF4-FFF2-40B4-BE49-F238E27FC236}">
                <a16:creationId xmlns:a16="http://schemas.microsoft.com/office/drawing/2014/main" id="{92C1345F-F375-4101-BA86-9F3EA7C87421}"/>
              </a:ext>
            </a:extLst>
          </p:cNvPr>
          <p:cNvSpPr>
            <a:spLocks xmlns:a="http://schemas.openxmlformats.org/drawingml/2006/main" noGrp="1"/>
          </p:cNvSpPr>
          <p:nvPr/>
        </p:nvSpPr>
        <p:spPr>
          <a:xfrm xmlns:a="http://schemas.openxmlformats.org/drawingml/2006/main">
            <a:off x="340995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01</a:t>
            </a:r>
          </a:p>
        </p:txBody>
      </p:sp>
      <p:sp>
        <p:nvSpPr>
          <p:cNvPr id="22" name="">
            <a:extLst xmlns:a="http://schemas.openxmlformats.org/drawingml/2006/main">
              <a:ext uri="{FF2B5EF4-FFF2-40B4-BE49-F238E27FC236}">
                <a16:creationId xmlns:a16="http://schemas.microsoft.com/office/drawing/2014/main" id="{D335D22B-A090-4B78-8C74-2510364C427C}"/>
              </a:ext>
            </a:extLst>
          </p:cNvPr>
          <p:cNvSpPr>
            <a:spLocks xmlns:a="http://schemas.openxmlformats.org/drawingml/2006/main" noGrp="1"/>
          </p:cNvSpPr>
          <p:nvPr/>
        </p:nvSpPr>
        <p:spPr>
          <a:xfrm xmlns:a="http://schemas.openxmlformats.org/drawingml/2006/main" rot="0">
            <a:off x="340995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FE8A2825-A714-4765-947F-0BB1D05944FF}"/>
              </a:ext>
            </a:extLst>
          </p:cNvPr>
          <p:cNvSpPr>
            <a:spLocks xmlns:a="http://schemas.openxmlformats.org/drawingml/2006/main" noGrp="1"/>
          </p:cNvSpPr>
          <p:nvPr/>
        </p:nvSpPr>
        <p:spPr>
          <a:xfrm xmlns:a="http://schemas.openxmlformats.org/drawingml/2006/main">
            <a:off x="356235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질의(Query)</a:t>
            </a:r>
          </a:p>
        </p:txBody>
      </p:sp>
      <p:sp>
        <p:nvSpPr>
          <p:cNvPr id="24" name="">
            <a:extLst xmlns:a="http://schemas.openxmlformats.org/drawingml/2006/main">
              <a:ext uri="{FF2B5EF4-FFF2-40B4-BE49-F238E27FC236}">
                <a16:creationId xmlns:a16="http://schemas.microsoft.com/office/drawing/2014/main" id="{021D207A-6882-42EE-BE51-4464B4D3C19D}"/>
              </a:ext>
            </a:extLst>
          </p:cNvPr>
          <p:cNvSpPr>
            <a:spLocks xmlns:a="http://schemas.openxmlformats.org/drawingml/2006/main" noGrp="1"/>
          </p:cNvSpPr>
          <p:nvPr/>
        </p:nvSpPr>
        <p:spPr>
          <a:xfrm xmlns:a="http://schemas.openxmlformats.org/drawingml/2006/main">
            <a:off x="356235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현재 위치가</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찾는 관계</a:t>
            </a:r>
          </a:p>
        </p:txBody>
      </p:sp>
      <p:sp>
        <p:nvSpPr>
          <p:cNvPr id="25" name="">
            <a:extLst xmlns:a="http://schemas.openxmlformats.org/drawingml/2006/main">
              <a:ext uri="{FF2B5EF4-FFF2-40B4-BE49-F238E27FC236}">
                <a16:creationId xmlns:a16="http://schemas.microsoft.com/office/drawing/2014/main" id="{3638C098-6E30-4960-B89F-9E8EDF93162E}"/>
              </a:ext>
            </a:extLst>
          </p:cNvPr>
          <p:cNvSpPr>
            <a:spLocks xmlns:a="http://schemas.openxmlformats.org/drawingml/2006/main" noGrp="1"/>
          </p:cNvSpPr>
          <p:nvPr/>
        </p:nvSpPr>
        <p:spPr>
          <a:xfrm xmlns:a="http://schemas.openxmlformats.org/drawingml/2006/main">
            <a:off x="613410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02</a:t>
            </a:r>
          </a:p>
        </p:txBody>
      </p:sp>
      <p:sp>
        <p:nvSpPr>
          <p:cNvPr id="26" name="">
            <a:extLst xmlns:a="http://schemas.openxmlformats.org/drawingml/2006/main">
              <a:ext uri="{FF2B5EF4-FFF2-40B4-BE49-F238E27FC236}">
                <a16:creationId xmlns:a16="http://schemas.microsoft.com/office/drawing/2014/main" id="{58F87DD2-33FE-4FDB-9296-CBBBB9F83759}"/>
              </a:ext>
            </a:extLst>
          </p:cNvPr>
          <p:cNvSpPr>
            <a:spLocks xmlns:a="http://schemas.openxmlformats.org/drawingml/2006/main" noGrp="1"/>
          </p:cNvSpPr>
          <p:nvPr/>
        </p:nvSpPr>
        <p:spPr>
          <a:xfrm xmlns:a="http://schemas.openxmlformats.org/drawingml/2006/main" rot="0">
            <a:off x="613410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F24CF665-49A9-4CDC-A105-B5397F2E9721}"/>
              </a:ext>
            </a:extLst>
          </p:cNvPr>
          <p:cNvSpPr>
            <a:spLocks xmlns:a="http://schemas.openxmlformats.org/drawingml/2006/main" noGrp="1"/>
          </p:cNvSpPr>
          <p:nvPr/>
        </p:nvSpPr>
        <p:spPr>
          <a:xfrm xmlns:a="http://schemas.openxmlformats.org/drawingml/2006/main">
            <a:off x="628650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키(Key)</a:t>
            </a:r>
          </a:p>
        </p:txBody>
      </p:sp>
      <p:sp>
        <p:nvSpPr>
          <p:cNvPr id="28" name="">
            <a:extLst xmlns:a="http://schemas.openxmlformats.org/drawingml/2006/main">
              <a:ext uri="{FF2B5EF4-FFF2-40B4-BE49-F238E27FC236}">
                <a16:creationId xmlns:a16="http://schemas.microsoft.com/office/drawing/2014/main" id="{B040F16F-0A3F-4FE1-8094-F9F95305B9C1}"/>
              </a:ext>
            </a:extLst>
          </p:cNvPr>
          <p:cNvSpPr>
            <a:spLocks xmlns:a="http://schemas.openxmlformats.org/drawingml/2006/main" noGrp="1"/>
          </p:cNvSpPr>
          <p:nvPr/>
        </p:nvSpPr>
        <p:spPr>
          <a:xfrm xmlns:a="http://schemas.openxmlformats.org/drawingml/2006/main">
            <a:off x="628650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각 토큰의</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비교 단서</a:t>
            </a:r>
          </a:p>
        </p:txBody>
      </p:sp>
      <p:sp>
        <p:nvSpPr>
          <p:cNvPr id="29" name="">
            <a:extLst xmlns:a="http://schemas.openxmlformats.org/drawingml/2006/main">
              <a:ext uri="{FF2B5EF4-FFF2-40B4-BE49-F238E27FC236}">
                <a16:creationId xmlns:a16="http://schemas.microsoft.com/office/drawing/2014/main" id="{956AE1B3-AA56-4245-A3DF-A80C657A5BBD}"/>
              </a:ext>
            </a:extLst>
          </p:cNvPr>
          <p:cNvSpPr>
            <a:spLocks xmlns:a="http://schemas.openxmlformats.org/drawingml/2006/main" noGrp="1"/>
          </p:cNvSpPr>
          <p:nvPr/>
        </p:nvSpPr>
        <p:spPr>
          <a:xfrm xmlns:a="http://schemas.openxmlformats.org/drawingml/2006/main">
            <a:off x="8858250" y="3429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03</a:t>
            </a:r>
          </a:p>
        </p:txBody>
      </p:sp>
      <p:sp>
        <p:nvSpPr>
          <p:cNvPr id="30" name="">
            <a:extLst xmlns:a="http://schemas.openxmlformats.org/drawingml/2006/main">
              <a:ext uri="{FF2B5EF4-FFF2-40B4-BE49-F238E27FC236}">
                <a16:creationId xmlns:a16="http://schemas.microsoft.com/office/drawing/2014/main" id="{212EF5FB-1A0C-413E-B693-62DFC3DA4FB0}"/>
              </a:ext>
            </a:extLst>
          </p:cNvPr>
          <p:cNvSpPr>
            <a:spLocks xmlns:a="http://schemas.openxmlformats.org/drawingml/2006/main" noGrp="1"/>
          </p:cNvSpPr>
          <p:nvPr/>
        </p:nvSpPr>
        <p:spPr>
          <a:xfrm xmlns:a="http://schemas.openxmlformats.org/drawingml/2006/main" rot="0">
            <a:off x="8858250" y="3829050"/>
            <a:ext cx="23241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1" name="">
            <a:extLst xmlns:a="http://schemas.openxmlformats.org/drawingml/2006/main">
              <a:ext uri="{FF2B5EF4-FFF2-40B4-BE49-F238E27FC236}">
                <a16:creationId xmlns:a16="http://schemas.microsoft.com/office/drawing/2014/main" id="{34DD7683-38D9-488D-B9F9-72DE287EAAF4}"/>
              </a:ext>
            </a:extLst>
          </p:cNvPr>
          <p:cNvSpPr>
            <a:spLocks xmlns:a="http://schemas.openxmlformats.org/drawingml/2006/main" noGrp="1"/>
          </p:cNvSpPr>
          <p:nvPr/>
        </p:nvSpPr>
        <p:spPr>
          <a:xfrm xmlns:a="http://schemas.openxmlformats.org/drawingml/2006/main">
            <a:off x="9010650" y="3981450"/>
            <a:ext cx="2019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값(Value)</a:t>
            </a:r>
          </a:p>
        </p:txBody>
      </p:sp>
      <p:sp>
        <p:nvSpPr>
          <p:cNvPr id="32" name="">
            <a:extLst xmlns:a="http://schemas.openxmlformats.org/drawingml/2006/main">
              <a:ext uri="{FF2B5EF4-FFF2-40B4-BE49-F238E27FC236}">
                <a16:creationId xmlns:a16="http://schemas.microsoft.com/office/drawing/2014/main" id="{14EB5E45-3A24-47BD-A1EB-224323EF7B2F}"/>
              </a:ext>
            </a:extLst>
          </p:cNvPr>
          <p:cNvSpPr>
            <a:spLocks xmlns:a="http://schemas.openxmlformats.org/drawingml/2006/main" noGrp="1"/>
          </p:cNvSpPr>
          <p:nvPr/>
        </p:nvSpPr>
        <p:spPr>
          <a:xfrm xmlns:a="http://schemas.openxmlformats.org/drawingml/2006/main">
            <a:off x="9010650" y="4381500"/>
            <a:ext cx="2019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선택된 정보의</a:t>
            </a:r>
          </a:p>
          <a:p xmlns:a="http://schemas.openxmlformats.org/drawingml/2006/main">
            <a:pPr algn="l">
              <a:lnSpc>
                <a:spcPct val="11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전달 내용</a:t>
            </a:r>
          </a:p>
        </p:txBody>
      </p:sp>
      <p:sp>
        <p:nvSpPr>
          <p:cNvPr id="33" name="">
            <a:extLst xmlns:a="http://schemas.openxmlformats.org/drawingml/2006/main">
              <a:ext uri="{FF2B5EF4-FFF2-40B4-BE49-F238E27FC236}">
                <a16:creationId xmlns:a16="http://schemas.microsoft.com/office/drawing/2014/main" id="{3E262246-4E7B-410F-AF66-303BB4FD44B5}"/>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현재 토큰이 다른 토큰을 얼마나 참고할지 계산</a:t>
            </a:r>
          </a:p>
        </p:txBody>
      </p:sp>
    </p:spTree>
    <p:extLst>
      <p:ext uri="{BB962C8B-B14F-4D97-AF65-F5344CB8AC3E}">
        <p14:creationId xmlns:p14="http://schemas.microsoft.com/office/powerpoint/2010/main" val="1515522036"/>
      </p:ext>
    </p:extLst>
  </p:cSld>
</p:sld>
</file>

<file path=ppt/slides/slide2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69" name="">
            <a:extLst xmlns:a="http://schemas.openxmlformats.org/drawingml/2006/main">
              <a:ext uri="{FF2B5EF4-FFF2-40B4-BE49-F238E27FC236}">
                <a16:creationId xmlns:a16="http://schemas.microsoft.com/office/drawing/2014/main" id="{9AB423DE-66B5-41D0-8F45-66170091590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0AAF6010-7F44-4E1D-BBFF-EEF92184E31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26</a:t>
            </a:r>
          </a:p>
        </p:txBody>
      </p:sp>
      <p:sp>
        <p:nvSpPr>
          <p:cNvPr id="3" name="">
            <a:extLst xmlns:a="http://schemas.openxmlformats.org/drawingml/2006/main">
              <a:ext uri="{FF2B5EF4-FFF2-40B4-BE49-F238E27FC236}">
                <a16:creationId xmlns:a16="http://schemas.microsoft.com/office/drawing/2014/main" id="{58EEF548-541B-45A5-AEEA-AAF48AF7523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38782B21-96B1-4A85-B12B-B20B5E8ACB2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D947037-89B5-4DB8-8E9E-8B4472AF8E9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DFD64DA-EB0B-41F8-8D44-58B17DF6EEE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토큰 간 어텐션 가중치</a:t>
            </a:r>
          </a:p>
        </p:txBody>
      </p:sp>
      <p:sp>
        <p:nvSpPr>
          <p:cNvPr id="7" name="">
            <a:extLst xmlns:a="http://schemas.openxmlformats.org/drawingml/2006/main">
              <a:ext uri="{FF2B5EF4-FFF2-40B4-BE49-F238E27FC236}">
                <a16:creationId xmlns:a16="http://schemas.microsoft.com/office/drawing/2014/main" id="{8C48F58D-26DB-474B-AE18-E3513AF4C23E}"/>
              </a:ext>
            </a:extLst>
          </p:cNvPr>
          <p:cNvSpPr>
            <a:spLocks xmlns:a="http://schemas.openxmlformats.org/drawingml/2006/main" noGrp="1"/>
          </p:cNvSpPr>
          <p:nvPr/>
        </p:nvSpPr>
        <p:spPr>
          <a:xfrm xmlns:a="http://schemas.openxmlformats.org/drawingml/2006/main">
            <a:off x="23241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고객</a:t>
            </a:r>
          </a:p>
        </p:txBody>
      </p:sp>
      <p:sp>
        <p:nvSpPr>
          <p:cNvPr id="8" name="">
            <a:extLst xmlns:a="http://schemas.openxmlformats.org/drawingml/2006/main">
              <a:ext uri="{FF2B5EF4-FFF2-40B4-BE49-F238E27FC236}">
                <a16:creationId xmlns:a16="http://schemas.microsoft.com/office/drawing/2014/main" id="{C76DD6C8-9D88-454C-A472-3690B7C27293}"/>
              </a:ext>
            </a:extLst>
          </p:cNvPr>
          <p:cNvSpPr>
            <a:spLocks xmlns:a="http://schemas.openxmlformats.org/drawingml/2006/main" noGrp="1"/>
          </p:cNvSpPr>
          <p:nvPr/>
        </p:nvSpPr>
        <p:spPr>
          <a:xfrm xmlns:a="http://schemas.openxmlformats.org/drawingml/2006/main">
            <a:off x="1085850" y="19621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고객</a:t>
            </a:r>
          </a:p>
        </p:txBody>
      </p:sp>
      <p:sp>
        <p:nvSpPr>
          <p:cNvPr id="9" name="">
            <a:extLst xmlns:a="http://schemas.openxmlformats.org/drawingml/2006/main">
              <a:ext uri="{FF2B5EF4-FFF2-40B4-BE49-F238E27FC236}">
                <a16:creationId xmlns:a16="http://schemas.microsoft.com/office/drawing/2014/main" id="{92A9E462-43AC-469B-A0CC-CE3BE2850788}"/>
              </a:ext>
            </a:extLst>
          </p:cNvPr>
          <p:cNvSpPr>
            <a:spLocks xmlns:a="http://schemas.openxmlformats.org/drawingml/2006/main" noGrp="1"/>
          </p:cNvSpPr>
          <p:nvPr/>
        </p:nvSpPr>
        <p:spPr>
          <a:xfrm xmlns:a="http://schemas.openxmlformats.org/drawingml/2006/main">
            <a:off x="30099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교환</a:t>
            </a:r>
          </a:p>
        </p:txBody>
      </p:sp>
      <p:sp>
        <p:nvSpPr>
          <p:cNvPr id="10" name="">
            <a:extLst xmlns:a="http://schemas.openxmlformats.org/drawingml/2006/main">
              <a:ext uri="{FF2B5EF4-FFF2-40B4-BE49-F238E27FC236}">
                <a16:creationId xmlns:a16="http://schemas.microsoft.com/office/drawing/2014/main" id="{4A7D161D-19DE-419E-9580-ACC04A6B19A0}"/>
              </a:ext>
            </a:extLst>
          </p:cNvPr>
          <p:cNvSpPr>
            <a:spLocks xmlns:a="http://schemas.openxmlformats.org/drawingml/2006/main" noGrp="1"/>
          </p:cNvSpPr>
          <p:nvPr/>
        </p:nvSpPr>
        <p:spPr>
          <a:xfrm xmlns:a="http://schemas.openxmlformats.org/drawingml/2006/main">
            <a:off x="1085850" y="26479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교환</a:t>
            </a:r>
          </a:p>
        </p:txBody>
      </p:sp>
      <p:sp>
        <p:nvSpPr>
          <p:cNvPr id="11" name="">
            <a:extLst xmlns:a="http://schemas.openxmlformats.org/drawingml/2006/main">
              <a:ext uri="{FF2B5EF4-FFF2-40B4-BE49-F238E27FC236}">
                <a16:creationId xmlns:a16="http://schemas.microsoft.com/office/drawing/2014/main" id="{B61482A9-B604-4EA4-9998-0BAFE77F75D4}"/>
              </a:ext>
            </a:extLst>
          </p:cNvPr>
          <p:cNvSpPr>
            <a:spLocks xmlns:a="http://schemas.openxmlformats.org/drawingml/2006/main" noGrp="1"/>
          </p:cNvSpPr>
          <p:nvPr/>
        </p:nvSpPr>
        <p:spPr>
          <a:xfrm xmlns:a="http://schemas.openxmlformats.org/drawingml/2006/main">
            <a:off x="36957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절차</a:t>
            </a:r>
          </a:p>
        </p:txBody>
      </p:sp>
      <p:sp>
        <p:nvSpPr>
          <p:cNvPr id="12" name="">
            <a:extLst xmlns:a="http://schemas.openxmlformats.org/drawingml/2006/main">
              <a:ext uri="{FF2B5EF4-FFF2-40B4-BE49-F238E27FC236}">
                <a16:creationId xmlns:a16="http://schemas.microsoft.com/office/drawing/2014/main" id="{E2BD0A30-8202-4886-BF4C-285EFFB05F6F}"/>
              </a:ext>
            </a:extLst>
          </p:cNvPr>
          <p:cNvSpPr>
            <a:spLocks xmlns:a="http://schemas.openxmlformats.org/drawingml/2006/main" noGrp="1"/>
          </p:cNvSpPr>
          <p:nvPr/>
        </p:nvSpPr>
        <p:spPr>
          <a:xfrm xmlns:a="http://schemas.openxmlformats.org/drawingml/2006/main">
            <a:off x="1085850" y="33337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절차</a:t>
            </a:r>
          </a:p>
        </p:txBody>
      </p:sp>
      <p:sp>
        <p:nvSpPr>
          <p:cNvPr id="13" name="">
            <a:extLst xmlns:a="http://schemas.openxmlformats.org/drawingml/2006/main">
              <a:ext uri="{FF2B5EF4-FFF2-40B4-BE49-F238E27FC236}">
                <a16:creationId xmlns:a16="http://schemas.microsoft.com/office/drawing/2014/main" id="{5C5942E1-865E-48D1-8A83-B94C1D17DD40}"/>
              </a:ext>
            </a:extLst>
          </p:cNvPr>
          <p:cNvSpPr>
            <a:spLocks xmlns:a="http://schemas.openxmlformats.org/drawingml/2006/main" noGrp="1"/>
          </p:cNvSpPr>
          <p:nvPr/>
        </p:nvSpPr>
        <p:spPr>
          <a:xfrm xmlns:a="http://schemas.openxmlformats.org/drawingml/2006/main">
            <a:off x="43815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불편</a:t>
            </a:r>
          </a:p>
        </p:txBody>
      </p:sp>
      <p:sp>
        <p:nvSpPr>
          <p:cNvPr id="14" name="">
            <a:extLst xmlns:a="http://schemas.openxmlformats.org/drawingml/2006/main">
              <a:ext uri="{FF2B5EF4-FFF2-40B4-BE49-F238E27FC236}">
                <a16:creationId xmlns:a16="http://schemas.microsoft.com/office/drawing/2014/main" id="{2B4EC683-C13C-4D0E-BE8E-46ED85E79653}"/>
              </a:ext>
            </a:extLst>
          </p:cNvPr>
          <p:cNvSpPr>
            <a:spLocks xmlns:a="http://schemas.openxmlformats.org/drawingml/2006/main" noGrp="1"/>
          </p:cNvSpPr>
          <p:nvPr/>
        </p:nvSpPr>
        <p:spPr>
          <a:xfrm xmlns:a="http://schemas.openxmlformats.org/drawingml/2006/main">
            <a:off x="1085850" y="40195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불편</a:t>
            </a:r>
          </a:p>
        </p:txBody>
      </p:sp>
      <p:sp>
        <p:nvSpPr>
          <p:cNvPr id="15" name="">
            <a:extLst xmlns:a="http://schemas.openxmlformats.org/drawingml/2006/main">
              <a:ext uri="{FF2B5EF4-FFF2-40B4-BE49-F238E27FC236}">
                <a16:creationId xmlns:a16="http://schemas.microsoft.com/office/drawing/2014/main" id="{F0EC34CE-4FA4-4D64-836B-B75A00F8BB21}"/>
              </a:ext>
            </a:extLst>
          </p:cNvPr>
          <p:cNvSpPr>
            <a:spLocks xmlns:a="http://schemas.openxmlformats.org/drawingml/2006/main" noGrp="1"/>
          </p:cNvSpPr>
          <p:nvPr/>
        </p:nvSpPr>
        <p:spPr>
          <a:xfrm xmlns:a="http://schemas.openxmlformats.org/drawingml/2006/main">
            <a:off x="5067300" y="1428750"/>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개선</a:t>
            </a:r>
          </a:p>
        </p:txBody>
      </p:sp>
      <p:sp>
        <p:nvSpPr>
          <p:cNvPr id="16" name="">
            <a:extLst xmlns:a="http://schemas.openxmlformats.org/drawingml/2006/main">
              <a:ext uri="{FF2B5EF4-FFF2-40B4-BE49-F238E27FC236}">
                <a16:creationId xmlns:a16="http://schemas.microsoft.com/office/drawing/2014/main" id="{A166385D-5C07-4AD1-A072-1E171D5AE8FF}"/>
              </a:ext>
            </a:extLst>
          </p:cNvPr>
          <p:cNvSpPr>
            <a:spLocks xmlns:a="http://schemas.openxmlformats.org/drawingml/2006/main" noGrp="1"/>
          </p:cNvSpPr>
          <p:nvPr/>
        </p:nvSpPr>
        <p:spPr>
          <a:xfrm xmlns:a="http://schemas.openxmlformats.org/drawingml/2006/main">
            <a:off x="1085850" y="47053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개선</a:t>
            </a:r>
          </a:p>
        </p:txBody>
      </p:sp>
      <p:sp>
        <p:nvSpPr>
          <p:cNvPr id="17" name="">
            <a:extLst xmlns:a="http://schemas.openxmlformats.org/drawingml/2006/main">
              <a:ext uri="{FF2B5EF4-FFF2-40B4-BE49-F238E27FC236}">
                <a16:creationId xmlns:a16="http://schemas.microsoft.com/office/drawing/2014/main" id="{CA6FA5F0-4700-4073-9C64-75AEBA75989A}"/>
              </a:ext>
            </a:extLst>
          </p:cNvPr>
          <p:cNvSpPr>
            <a:spLocks xmlns:a="http://schemas.openxmlformats.org/drawingml/2006/main" noGrp="1"/>
          </p:cNvSpPr>
          <p:nvPr/>
        </p:nvSpPr>
        <p:spPr>
          <a:xfrm xmlns:a="http://schemas.openxmlformats.org/drawingml/2006/main" rot="0">
            <a:off x="2324100" y="17526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8" name="">
            <a:extLst xmlns:a="http://schemas.openxmlformats.org/drawingml/2006/main">
              <a:ext uri="{FF2B5EF4-FFF2-40B4-BE49-F238E27FC236}">
                <a16:creationId xmlns:a16="http://schemas.microsoft.com/office/drawing/2014/main" id="{C567B744-8CC8-49C3-B23C-5CDFB34DD460}"/>
              </a:ext>
            </a:extLst>
          </p:cNvPr>
          <p:cNvSpPr>
            <a:spLocks xmlns:a="http://schemas.openxmlformats.org/drawingml/2006/main" noGrp="1"/>
          </p:cNvSpPr>
          <p:nvPr/>
        </p:nvSpPr>
        <p:spPr>
          <a:xfrm xmlns:a="http://schemas.openxmlformats.org/drawingml/2006/main">
            <a:off x="23241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19" name="">
            <a:extLst xmlns:a="http://schemas.openxmlformats.org/drawingml/2006/main">
              <a:ext uri="{FF2B5EF4-FFF2-40B4-BE49-F238E27FC236}">
                <a16:creationId xmlns:a16="http://schemas.microsoft.com/office/drawing/2014/main" id="{0E3226C8-CB75-44EC-9184-5B6ABC8B61B3}"/>
              </a:ext>
            </a:extLst>
          </p:cNvPr>
          <p:cNvSpPr>
            <a:spLocks xmlns:a="http://schemas.openxmlformats.org/drawingml/2006/main" noGrp="1"/>
          </p:cNvSpPr>
          <p:nvPr/>
        </p:nvSpPr>
        <p:spPr>
          <a:xfrm xmlns:a="http://schemas.openxmlformats.org/drawingml/2006/main" rot="0">
            <a:off x="3009900" y="17526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0" name="">
            <a:extLst xmlns:a="http://schemas.openxmlformats.org/drawingml/2006/main">
              <a:ext uri="{FF2B5EF4-FFF2-40B4-BE49-F238E27FC236}">
                <a16:creationId xmlns:a16="http://schemas.microsoft.com/office/drawing/2014/main" id="{BB67BFEB-8CE1-4C02-A6E8-F6EDDC0DF949}"/>
              </a:ext>
            </a:extLst>
          </p:cNvPr>
          <p:cNvSpPr>
            <a:spLocks xmlns:a="http://schemas.openxmlformats.org/drawingml/2006/main" noGrp="1"/>
          </p:cNvSpPr>
          <p:nvPr/>
        </p:nvSpPr>
        <p:spPr>
          <a:xfrm xmlns:a="http://schemas.openxmlformats.org/drawingml/2006/main">
            <a:off x="30099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1" name="">
            <a:extLst xmlns:a="http://schemas.openxmlformats.org/drawingml/2006/main">
              <a:ext uri="{FF2B5EF4-FFF2-40B4-BE49-F238E27FC236}">
                <a16:creationId xmlns:a16="http://schemas.microsoft.com/office/drawing/2014/main" id="{48F7A015-5ED3-499E-B698-95F2C877E6D8}"/>
              </a:ext>
            </a:extLst>
          </p:cNvPr>
          <p:cNvSpPr>
            <a:spLocks xmlns:a="http://schemas.openxmlformats.org/drawingml/2006/main" noGrp="1"/>
          </p:cNvSpPr>
          <p:nvPr/>
        </p:nvSpPr>
        <p:spPr>
          <a:xfrm xmlns:a="http://schemas.openxmlformats.org/drawingml/2006/main" rot="0">
            <a:off x="3695700" y="17526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22" name="">
            <a:extLst xmlns:a="http://schemas.openxmlformats.org/drawingml/2006/main">
              <a:ext uri="{FF2B5EF4-FFF2-40B4-BE49-F238E27FC236}">
                <a16:creationId xmlns:a16="http://schemas.microsoft.com/office/drawing/2014/main" id="{2DD2D305-F0D4-48AB-BE78-07D90D61224B}"/>
              </a:ext>
            </a:extLst>
          </p:cNvPr>
          <p:cNvSpPr>
            <a:spLocks xmlns:a="http://schemas.openxmlformats.org/drawingml/2006/main" noGrp="1"/>
          </p:cNvSpPr>
          <p:nvPr/>
        </p:nvSpPr>
        <p:spPr>
          <a:xfrm xmlns:a="http://schemas.openxmlformats.org/drawingml/2006/main">
            <a:off x="36957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23" name="">
            <a:extLst xmlns:a="http://schemas.openxmlformats.org/drawingml/2006/main">
              <a:ext uri="{FF2B5EF4-FFF2-40B4-BE49-F238E27FC236}">
                <a16:creationId xmlns:a16="http://schemas.microsoft.com/office/drawing/2014/main" id="{0FEF114A-7A4D-4E9F-B1DF-6247B468A18D}"/>
              </a:ext>
            </a:extLst>
          </p:cNvPr>
          <p:cNvSpPr>
            <a:spLocks xmlns:a="http://schemas.openxmlformats.org/drawingml/2006/main" noGrp="1"/>
          </p:cNvSpPr>
          <p:nvPr/>
        </p:nvSpPr>
        <p:spPr>
          <a:xfrm xmlns:a="http://schemas.openxmlformats.org/drawingml/2006/main" rot="0">
            <a:off x="4381500" y="17526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4" name="">
            <a:extLst xmlns:a="http://schemas.openxmlformats.org/drawingml/2006/main">
              <a:ext uri="{FF2B5EF4-FFF2-40B4-BE49-F238E27FC236}">
                <a16:creationId xmlns:a16="http://schemas.microsoft.com/office/drawing/2014/main" id="{201EDE52-7903-4F90-95E5-A712506D871B}"/>
              </a:ext>
            </a:extLst>
          </p:cNvPr>
          <p:cNvSpPr>
            <a:spLocks xmlns:a="http://schemas.openxmlformats.org/drawingml/2006/main" noGrp="1"/>
          </p:cNvSpPr>
          <p:nvPr/>
        </p:nvSpPr>
        <p:spPr>
          <a:xfrm xmlns:a="http://schemas.openxmlformats.org/drawingml/2006/main">
            <a:off x="43815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5" name="">
            <a:extLst xmlns:a="http://schemas.openxmlformats.org/drawingml/2006/main">
              <a:ext uri="{FF2B5EF4-FFF2-40B4-BE49-F238E27FC236}">
                <a16:creationId xmlns:a16="http://schemas.microsoft.com/office/drawing/2014/main" id="{E3FF88EC-2941-4136-B078-9251C9762CB8}"/>
              </a:ext>
            </a:extLst>
          </p:cNvPr>
          <p:cNvSpPr>
            <a:spLocks xmlns:a="http://schemas.openxmlformats.org/drawingml/2006/main" noGrp="1"/>
          </p:cNvSpPr>
          <p:nvPr/>
        </p:nvSpPr>
        <p:spPr>
          <a:xfrm xmlns:a="http://schemas.openxmlformats.org/drawingml/2006/main" rot="0">
            <a:off x="5067300" y="17526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26" name="">
            <a:extLst xmlns:a="http://schemas.openxmlformats.org/drawingml/2006/main">
              <a:ext uri="{FF2B5EF4-FFF2-40B4-BE49-F238E27FC236}">
                <a16:creationId xmlns:a16="http://schemas.microsoft.com/office/drawing/2014/main" id="{08044807-05DC-4300-9545-DA8C175A5883}"/>
              </a:ext>
            </a:extLst>
          </p:cNvPr>
          <p:cNvSpPr>
            <a:spLocks xmlns:a="http://schemas.openxmlformats.org/drawingml/2006/main" noGrp="1"/>
          </p:cNvSpPr>
          <p:nvPr/>
        </p:nvSpPr>
        <p:spPr>
          <a:xfrm xmlns:a="http://schemas.openxmlformats.org/drawingml/2006/main">
            <a:off x="5067300" y="17526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27" name="">
            <a:extLst xmlns:a="http://schemas.openxmlformats.org/drawingml/2006/main">
              <a:ext uri="{FF2B5EF4-FFF2-40B4-BE49-F238E27FC236}">
                <a16:creationId xmlns:a16="http://schemas.microsoft.com/office/drawing/2014/main" id="{50C9EC12-5765-42E8-B59D-48B71D6D2A67}"/>
              </a:ext>
            </a:extLst>
          </p:cNvPr>
          <p:cNvSpPr>
            <a:spLocks xmlns:a="http://schemas.openxmlformats.org/drawingml/2006/main" noGrp="1"/>
          </p:cNvSpPr>
          <p:nvPr/>
        </p:nvSpPr>
        <p:spPr>
          <a:xfrm xmlns:a="http://schemas.openxmlformats.org/drawingml/2006/main" rot="0">
            <a:off x="23241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28" name="">
            <a:extLst xmlns:a="http://schemas.openxmlformats.org/drawingml/2006/main">
              <a:ext uri="{FF2B5EF4-FFF2-40B4-BE49-F238E27FC236}">
                <a16:creationId xmlns:a16="http://schemas.microsoft.com/office/drawing/2014/main" id="{4716DCBA-11DC-4B48-8582-9EE159D171C3}"/>
              </a:ext>
            </a:extLst>
          </p:cNvPr>
          <p:cNvSpPr>
            <a:spLocks xmlns:a="http://schemas.openxmlformats.org/drawingml/2006/main" noGrp="1"/>
          </p:cNvSpPr>
          <p:nvPr/>
        </p:nvSpPr>
        <p:spPr>
          <a:xfrm xmlns:a="http://schemas.openxmlformats.org/drawingml/2006/main">
            <a:off x="23241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29" name="">
            <a:extLst xmlns:a="http://schemas.openxmlformats.org/drawingml/2006/main">
              <a:ext uri="{FF2B5EF4-FFF2-40B4-BE49-F238E27FC236}">
                <a16:creationId xmlns:a16="http://schemas.microsoft.com/office/drawing/2014/main" id="{DA045929-702E-45D2-9346-70FD17F68D75}"/>
              </a:ext>
            </a:extLst>
          </p:cNvPr>
          <p:cNvSpPr>
            <a:spLocks xmlns:a="http://schemas.openxmlformats.org/drawingml/2006/main" noGrp="1"/>
          </p:cNvSpPr>
          <p:nvPr/>
        </p:nvSpPr>
        <p:spPr>
          <a:xfrm xmlns:a="http://schemas.openxmlformats.org/drawingml/2006/main" rot="0">
            <a:off x="3009900" y="24384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30" name="">
            <a:extLst xmlns:a="http://schemas.openxmlformats.org/drawingml/2006/main">
              <a:ext uri="{FF2B5EF4-FFF2-40B4-BE49-F238E27FC236}">
                <a16:creationId xmlns:a16="http://schemas.microsoft.com/office/drawing/2014/main" id="{6FF6F1AD-40BC-4AB2-8C8A-7B622912F9F6}"/>
              </a:ext>
            </a:extLst>
          </p:cNvPr>
          <p:cNvSpPr>
            <a:spLocks xmlns:a="http://schemas.openxmlformats.org/drawingml/2006/main" noGrp="1"/>
          </p:cNvSpPr>
          <p:nvPr/>
        </p:nvSpPr>
        <p:spPr>
          <a:xfrm xmlns:a="http://schemas.openxmlformats.org/drawingml/2006/main">
            <a:off x="30099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31" name="">
            <a:extLst xmlns:a="http://schemas.openxmlformats.org/drawingml/2006/main">
              <a:ext uri="{FF2B5EF4-FFF2-40B4-BE49-F238E27FC236}">
                <a16:creationId xmlns:a16="http://schemas.microsoft.com/office/drawing/2014/main" id="{5B488AA2-2D0D-4F7A-90B7-EE49A4BA5B28}"/>
              </a:ext>
            </a:extLst>
          </p:cNvPr>
          <p:cNvSpPr>
            <a:spLocks xmlns:a="http://schemas.openxmlformats.org/drawingml/2006/main" noGrp="1"/>
          </p:cNvSpPr>
          <p:nvPr/>
        </p:nvSpPr>
        <p:spPr>
          <a:xfrm xmlns:a="http://schemas.openxmlformats.org/drawingml/2006/main" rot="0">
            <a:off x="3695700" y="24384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32" name="">
            <a:extLst xmlns:a="http://schemas.openxmlformats.org/drawingml/2006/main">
              <a:ext uri="{FF2B5EF4-FFF2-40B4-BE49-F238E27FC236}">
                <a16:creationId xmlns:a16="http://schemas.microsoft.com/office/drawing/2014/main" id="{25054050-D829-4856-9B94-4E3E48CDD88E}"/>
              </a:ext>
            </a:extLst>
          </p:cNvPr>
          <p:cNvSpPr>
            <a:spLocks xmlns:a="http://schemas.openxmlformats.org/drawingml/2006/main" noGrp="1"/>
          </p:cNvSpPr>
          <p:nvPr/>
        </p:nvSpPr>
        <p:spPr>
          <a:xfrm xmlns:a="http://schemas.openxmlformats.org/drawingml/2006/main">
            <a:off x="36957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0.6</a:t>
            </a:r>
          </a:p>
        </p:txBody>
      </p:sp>
      <p:sp>
        <p:nvSpPr>
          <p:cNvPr id="33" name="">
            <a:extLst xmlns:a="http://schemas.openxmlformats.org/drawingml/2006/main">
              <a:ext uri="{FF2B5EF4-FFF2-40B4-BE49-F238E27FC236}">
                <a16:creationId xmlns:a16="http://schemas.microsoft.com/office/drawing/2014/main" id="{F00BE25F-7CA3-4C07-9A29-BEF4A6B1B5FC}"/>
              </a:ext>
            </a:extLst>
          </p:cNvPr>
          <p:cNvSpPr>
            <a:spLocks xmlns:a="http://schemas.openxmlformats.org/drawingml/2006/main" noGrp="1"/>
          </p:cNvSpPr>
          <p:nvPr/>
        </p:nvSpPr>
        <p:spPr>
          <a:xfrm xmlns:a="http://schemas.openxmlformats.org/drawingml/2006/main" rot="0">
            <a:off x="43815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34" name="">
            <a:extLst xmlns:a="http://schemas.openxmlformats.org/drawingml/2006/main">
              <a:ext uri="{FF2B5EF4-FFF2-40B4-BE49-F238E27FC236}">
                <a16:creationId xmlns:a16="http://schemas.microsoft.com/office/drawing/2014/main" id="{59F6BD83-2C4B-4F9A-861F-FBE10257B1AB}"/>
              </a:ext>
            </a:extLst>
          </p:cNvPr>
          <p:cNvSpPr>
            <a:spLocks xmlns:a="http://schemas.openxmlformats.org/drawingml/2006/main" noGrp="1"/>
          </p:cNvSpPr>
          <p:nvPr/>
        </p:nvSpPr>
        <p:spPr>
          <a:xfrm xmlns:a="http://schemas.openxmlformats.org/drawingml/2006/main">
            <a:off x="43815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35" name="">
            <a:extLst xmlns:a="http://schemas.openxmlformats.org/drawingml/2006/main">
              <a:ext uri="{FF2B5EF4-FFF2-40B4-BE49-F238E27FC236}">
                <a16:creationId xmlns:a16="http://schemas.microsoft.com/office/drawing/2014/main" id="{65B0B382-5C49-4D37-A193-4A2F92EED383}"/>
              </a:ext>
            </a:extLst>
          </p:cNvPr>
          <p:cNvSpPr>
            <a:spLocks xmlns:a="http://schemas.openxmlformats.org/drawingml/2006/main" noGrp="1"/>
          </p:cNvSpPr>
          <p:nvPr/>
        </p:nvSpPr>
        <p:spPr>
          <a:xfrm xmlns:a="http://schemas.openxmlformats.org/drawingml/2006/main" rot="0">
            <a:off x="5067300" y="24384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36" name="">
            <a:extLst xmlns:a="http://schemas.openxmlformats.org/drawingml/2006/main">
              <a:ext uri="{FF2B5EF4-FFF2-40B4-BE49-F238E27FC236}">
                <a16:creationId xmlns:a16="http://schemas.microsoft.com/office/drawing/2014/main" id="{793E1F13-CC86-49E7-A90F-67A462FBF5D4}"/>
              </a:ext>
            </a:extLst>
          </p:cNvPr>
          <p:cNvSpPr>
            <a:spLocks xmlns:a="http://schemas.openxmlformats.org/drawingml/2006/main" noGrp="1"/>
          </p:cNvSpPr>
          <p:nvPr/>
        </p:nvSpPr>
        <p:spPr>
          <a:xfrm xmlns:a="http://schemas.openxmlformats.org/drawingml/2006/main">
            <a:off x="5067300" y="24384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37" name="">
            <a:extLst xmlns:a="http://schemas.openxmlformats.org/drawingml/2006/main">
              <a:ext uri="{FF2B5EF4-FFF2-40B4-BE49-F238E27FC236}">
                <a16:creationId xmlns:a16="http://schemas.microsoft.com/office/drawing/2014/main" id="{BF0E3427-E375-4F9A-B20D-5BAB088801D5}"/>
              </a:ext>
            </a:extLst>
          </p:cNvPr>
          <p:cNvSpPr>
            <a:spLocks xmlns:a="http://schemas.openxmlformats.org/drawingml/2006/main" noGrp="1"/>
          </p:cNvSpPr>
          <p:nvPr/>
        </p:nvSpPr>
        <p:spPr>
          <a:xfrm xmlns:a="http://schemas.openxmlformats.org/drawingml/2006/main" rot="0">
            <a:off x="2324100" y="31242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38" name="">
            <a:extLst xmlns:a="http://schemas.openxmlformats.org/drawingml/2006/main">
              <a:ext uri="{FF2B5EF4-FFF2-40B4-BE49-F238E27FC236}">
                <a16:creationId xmlns:a16="http://schemas.microsoft.com/office/drawing/2014/main" id="{512E3543-4E36-4009-BAC5-721E7746F2B8}"/>
              </a:ext>
            </a:extLst>
          </p:cNvPr>
          <p:cNvSpPr>
            <a:spLocks xmlns:a="http://schemas.openxmlformats.org/drawingml/2006/main" noGrp="1"/>
          </p:cNvSpPr>
          <p:nvPr/>
        </p:nvSpPr>
        <p:spPr>
          <a:xfrm xmlns:a="http://schemas.openxmlformats.org/drawingml/2006/main">
            <a:off x="23241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39" name="">
            <a:extLst xmlns:a="http://schemas.openxmlformats.org/drawingml/2006/main">
              <a:ext uri="{FF2B5EF4-FFF2-40B4-BE49-F238E27FC236}">
                <a16:creationId xmlns:a16="http://schemas.microsoft.com/office/drawing/2014/main" id="{733E4EE3-ED62-43E9-9171-528216CAE08D}"/>
              </a:ext>
            </a:extLst>
          </p:cNvPr>
          <p:cNvSpPr>
            <a:spLocks xmlns:a="http://schemas.openxmlformats.org/drawingml/2006/main" noGrp="1"/>
          </p:cNvSpPr>
          <p:nvPr/>
        </p:nvSpPr>
        <p:spPr>
          <a:xfrm xmlns:a="http://schemas.openxmlformats.org/drawingml/2006/main" rot="0">
            <a:off x="3009900" y="31242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40" name="">
            <a:extLst xmlns:a="http://schemas.openxmlformats.org/drawingml/2006/main">
              <a:ext uri="{FF2B5EF4-FFF2-40B4-BE49-F238E27FC236}">
                <a16:creationId xmlns:a16="http://schemas.microsoft.com/office/drawing/2014/main" id="{E42229D9-D536-46EB-9EB7-7908D09EA30F}"/>
              </a:ext>
            </a:extLst>
          </p:cNvPr>
          <p:cNvSpPr>
            <a:spLocks xmlns:a="http://schemas.openxmlformats.org/drawingml/2006/main" noGrp="1"/>
          </p:cNvSpPr>
          <p:nvPr/>
        </p:nvSpPr>
        <p:spPr>
          <a:xfrm xmlns:a="http://schemas.openxmlformats.org/drawingml/2006/main">
            <a:off x="30099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0.7</a:t>
            </a:r>
          </a:p>
        </p:txBody>
      </p:sp>
      <p:sp>
        <p:nvSpPr>
          <p:cNvPr id="41" name="">
            <a:extLst xmlns:a="http://schemas.openxmlformats.org/drawingml/2006/main">
              <a:ext uri="{FF2B5EF4-FFF2-40B4-BE49-F238E27FC236}">
                <a16:creationId xmlns:a16="http://schemas.microsoft.com/office/drawing/2014/main" id="{4CEED3A8-4A2F-4A4A-8623-06A5BC2590E6}"/>
              </a:ext>
            </a:extLst>
          </p:cNvPr>
          <p:cNvSpPr>
            <a:spLocks xmlns:a="http://schemas.openxmlformats.org/drawingml/2006/main" noGrp="1"/>
          </p:cNvSpPr>
          <p:nvPr/>
        </p:nvSpPr>
        <p:spPr>
          <a:xfrm xmlns:a="http://schemas.openxmlformats.org/drawingml/2006/main" rot="0">
            <a:off x="3695700" y="31242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42" name="">
            <a:extLst xmlns:a="http://schemas.openxmlformats.org/drawingml/2006/main">
              <a:ext uri="{FF2B5EF4-FFF2-40B4-BE49-F238E27FC236}">
                <a16:creationId xmlns:a16="http://schemas.microsoft.com/office/drawing/2014/main" id="{2AED09DE-729A-4385-A628-A9599CF9F98D}"/>
              </a:ext>
            </a:extLst>
          </p:cNvPr>
          <p:cNvSpPr>
            <a:spLocks xmlns:a="http://schemas.openxmlformats.org/drawingml/2006/main" noGrp="1"/>
          </p:cNvSpPr>
          <p:nvPr/>
        </p:nvSpPr>
        <p:spPr>
          <a:xfrm xmlns:a="http://schemas.openxmlformats.org/drawingml/2006/main">
            <a:off x="36957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43" name="">
            <a:extLst xmlns:a="http://schemas.openxmlformats.org/drawingml/2006/main">
              <a:ext uri="{FF2B5EF4-FFF2-40B4-BE49-F238E27FC236}">
                <a16:creationId xmlns:a16="http://schemas.microsoft.com/office/drawing/2014/main" id="{4165D788-440C-4361-80EB-7C496B18CC05}"/>
              </a:ext>
            </a:extLst>
          </p:cNvPr>
          <p:cNvSpPr>
            <a:spLocks xmlns:a="http://schemas.openxmlformats.org/drawingml/2006/main" noGrp="1"/>
          </p:cNvSpPr>
          <p:nvPr/>
        </p:nvSpPr>
        <p:spPr>
          <a:xfrm xmlns:a="http://schemas.openxmlformats.org/drawingml/2006/main" rot="0">
            <a:off x="4381500" y="31242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44" name="">
            <a:extLst xmlns:a="http://schemas.openxmlformats.org/drawingml/2006/main">
              <a:ext uri="{FF2B5EF4-FFF2-40B4-BE49-F238E27FC236}">
                <a16:creationId xmlns:a16="http://schemas.microsoft.com/office/drawing/2014/main" id="{0CEEC67E-1C7C-4E51-90A3-37FC10A836B4}"/>
              </a:ext>
            </a:extLst>
          </p:cNvPr>
          <p:cNvSpPr>
            <a:spLocks xmlns:a="http://schemas.openxmlformats.org/drawingml/2006/main" noGrp="1"/>
          </p:cNvSpPr>
          <p:nvPr/>
        </p:nvSpPr>
        <p:spPr>
          <a:xfrm xmlns:a="http://schemas.openxmlformats.org/drawingml/2006/main">
            <a:off x="43815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0.8</a:t>
            </a:r>
          </a:p>
        </p:txBody>
      </p:sp>
      <p:sp>
        <p:nvSpPr>
          <p:cNvPr id="45" name="">
            <a:extLst xmlns:a="http://schemas.openxmlformats.org/drawingml/2006/main">
              <a:ext uri="{FF2B5EF4-FFF2-40B4-BE49-F238E27FC236}">
                <a16:creationId xmlns:a16="http://schemas.microsoft.com/office/drawing/2014/main" id="{C7913ECD-9147-472F-B1C6-49E92DAA835A}"/>
              </a:ext>
            </a:extLst>
          </p:cNvPr>
          <p:cNvSpPr>
            <a:spLocks xmlns:a="http://schemas.openxmlformats.org/drawingml/2006/main" noGrp="1"/>
          </p:cNvSpPr>
          <p:nvPr/>
        </p:nvSpPr>
        <p:spPr>
          <a:xfrm xmlns:a="http://schemas.openxmlformats.org/drawingml/2006/main" rot="0">
            <a:off x="5067300" y="31242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46" name="">
            <a:extLst xmlns:a="http://schemas.openxmlformats.org/drawingml/2006/main">
              <a:ext uri="{FF2B5EF4-FFF2-40B4-BE49-F238E27FC236}">
                <a16:creationId xmlns:a16="http://schemas.microsoft.com/office/drawing/2014/main" id="{CCE01065-F0EE-4091-9CA6-824D8D07826B}"/>
              </a:ext>
            </a:extLst>
          </p:cNvPr>
          <p:cNvSpPr>
            <a:spLocks xmlns:a="http://schemas.openxmlformats.org/drawingml/2006/main" noGrp="1"/>
          </p:cNvSpPr>
          <p:nvPr/>
        </p:nvSpPr>
        <p:spPr>
          <a:xfrm xmlns:a="http://schemas.openxmlformats.org/drawingml/2006/main">
            <a:off x="5067300" y="31242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0.4</a:t>
            </a:r>
          </a:p>
        </p:txBody>
      </p:sp>
      <p:sp>
        <p:nvSpPr>
          <p:cNvPr id="47" name="">
            <a:extLst xmlns:a="http://schemas.openxmlformats.org/drawingml/2006/main">
              <a:ext uri="{FF2B5EF4-FFF2-40B4-BE49-F238E27FC236}">
                <a16:creationId xmlns:a16="http://schemas.microsoft.com/office/drawing/2014/main" id="{0B4567E0-7E07-4566-A3D9-5E8989750627}"/>
              </a:ext>
            </a:extLst>
          </p:cNvPr>
          <p:cNvSpPr>
            <a:spLocks xmlns:a="http://schemas.openxmlformats.org/drawingml/2006/main" noGrp="1"/>
          </p:cNvSpPr>
          <p:nvPr/>
        </p:nvSpPr>
        <p:spPr>
          <a:xfrm xmlns:a="http://schemas.openxmlformats.org/drawingml/2006/main" rot="0">
            <a:off x="2324100" y="38100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48" name="">
            <a:extLst xmlns:a="http://schemas.openxmlformats.org/drawingml/2006/main">
              <a:ext uri="{FF2B5EF4-FFF2-40B4-BE49-F238E27FC236}">
                <a16:creationId xmlns:a16="http://schemas.microsoft.com/office/drawing/2014/main" id="{41394B79-9110-47BB-84F2-F55684684C68}"/>
              </a:ext>
            </a:extLst>
          </p:cNvPr>
          <p:cNvSpPr>
            <a:spLocks xmlns:a="http://schemas.openxmlformats.org/drawingml/2006/main" noGrp="1"/>
          </p:cNvSpPr>
          <p:nvPr/>
        </p:nvSpPr>
        <p:spPr>
          <a:xfrm xmlns:a="http://schemas.openxmlformats.org/drawingml/2006/main">
            <a:off x="23241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49" name="">
            <a:extLst xmlns:a="http://schemas.openxmlformats.org/drawingml/2006/main">
              <a:ext uri="{FF2B5EF4-FFF2-40B4-BE49-F238E27FC236}">
                <a16:creationId xmlns:a16="http://schemas.microsoft.com/office/drawing/2014/main" id="{FE3C3B6E-EBA1-4568-894C-E5467D04C345}"/>
              </a:ext>
            </a:extLst>
          </p:cNvPr>
          <p:cNvSpPr>
            <a:spLocks xmlns:a="http://schemas.openxmlformats.org/drawingml/2006/main" noGrp="1"/>
          </p:cNvSpPr>
          <p:nvPr/>
        </p:nvSpPr>
        <p:spPr>
          <a:xfrm xmlns:a="http://schemas.openxmlformats.org/drawingml/2006/main" rot="0">
            <a:off x="3009900" y="38100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50" name="">
            <a:extLst xmlns:a="http://schemas.openxmlformats.org/drawingml/2006/main">
              <a:ext uri="{FF2B5EF4-FFF2-40B4-BE49-F238E27FC236}">
                <a16:creationId xmlns:a16="http://schemas.microsoft.com/office/drawing/2014/main" id="{E54ED65C-4079-4621-A016-0910E3DE89EE}"/>
              </a:ext>
            </a:extLst>
          </p:cNvPr>
          <p:cNvSpPr>
            <a:spLocks xmlns:a="http://schemas.openxmlformats.org/drawingml/2006/main" noGrp="1"/>
          </p:cNvSpPr>
          <p:nvPr/>
        </p:nvSpPr>
        <p:spPr>
          <a:xfrm xmlns:a="http://schemas.openxmlformats.org/drawingml/2006/main">
            <a:off x="30099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0.2</a:t>
            </a:r>
          </a:p>
        </p:txBody>
      </p:sp>
      <p:sp>
        <p:nvSpPr>
          <p:cNvPr id="51" name="">
            <a:extLst xmlns:a="http://schemas.openxmlformats.org/drawingml/2006/main">
              <a:ext uri="{FF2B5EF4-FFF2-40B4-BE49-F238E27FC236}">
                <a16:creationId xmlns:a16="http://schemas.microsoft.com/office/drawing/2014/main" id="{924294BF-5C77-48EB-8717-16F1B4E6A42F}"/>
              </a:ext>
            </a:extLst>
          </p:cNvPr>
          <p:cNvSpPr>
            <a:spLocks xmlns:a="http://schemas.openxmlformats.org/drawingml/2006/main" noGrp="1"/>
          </p:cNvSpPr>
          <p:nvPr/>
        </p:nvSpPr>
        <p:spPr>
          <a:xfrm xmlns:a="http://schemas.openxmlformats.org/drawingml/2006/main" rot="0">
            <a:off x="3695700" y="38100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52" name="">
            <a:extLst xmlns:a="http://schemas.openxmlformats.org/drawingml/2006/main">
              <a:ext uri="{FF2B5EF4-FFF2-40B4-BE49-F238E27FC236}">
                <a16:creationId xmlns:a16="http://schemas.microsoft.com/office/drawing/2014/main" id="{4308A765-FCB4-41FA-8A61-3EF991DD7B38}"/>
              </a:ext>
            </a:extLst>
          </p:cNvPr>
          <p:cNvSpPr>
            <a:spLocks xmlns:a="http://schemas.openxmlformats.org/drawingml/2006/main" noGrp="1"/>
          </p:cNvSpPr>
          <p:nvPr/>
        </p:nvSpPr>
        <p:spPr>
          <a:xfrm xmlns:a="http://schemas.openxmlformats.org/drawingml/2006/main">
            <a:off x="36957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0.8</a:t>
            </a:r>
          </a:p>
        </p:txBody>
      </p:sp>
      <p:sp>
        <p:nvSpPr>
          <p:cNvPr id="53" name="">
            <a:extLst xmlns:a="http://schemas.openxmlformats.org/drawingml/2006/main">
              <a:ext uri="{FF2B5EF4-FFF2-40B4-BE49-F238E27FC236}">
                <a16:creationId xmlns:a16="http://schemas.microsoft.com/office/drawing/2014/main" id="{E4C600FC-D39F-434A-A4D5-37CBAB8E97ED}"/>
              </a:ext>
            </a:extLst>
          </p:cNvPr>
          <p:cNvSpPr>
            <a:spLocks xmlns:a="http://schemas.openxmlformats.org/drawingml/2006/main" noGrp="1"/>
          </p:cNvSpPr>
          <p:nvPr/>
        </p:nvSpPr>
        <p:spPr>
          <a:xfrm xmlns:a="http://schemas.openxmlformats.org/drawingml/2006/main" rot="0">
            <a:off x="4381500" y="38100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54" name="">
            <a:extLst xmlns:a="http://schemas.openxmlformats.org/drawingml/2006/main">
              <a:ext uri="{FF2B5EF4-FFF2-40B4-BE49-F238E27FC236}">
                <a16:creationId xmlns:a16="http://schemas.microsoft.com/office/drawing/2014/main" id="{0E588742-F6B9-488F-825F-2850F37495CE}"/>
              </a:ext>
            </a:extLst>
          </p:cNvPr>
          <p:cNvSpPr>
            <a:spLocks xmlns:a="http://schemas.openxmlformats.org/drawingml/2006/main" noGrp="1"/>
          </p:cNvSpPr>
          <p:nvPr/>
        </p:nvSpPr>
        <p:spPr>
          <a:xfrm xmlns:a="http://schemas.openxmlformats.org/drawingml/2006/main">
            <a:off x="43815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55" name="">
            <a:extLst xmlns:a="http://schemas.openxmlformats.org/drawingml/2006/main">
              <a:ext uri="{FF2B5EF4-FFF2-40B4-BE49-F238E27FC236}">
                <a16:creationId xmlns:a16="http://schemas.microsoft.com/office/drawing/2014/main" id="{973AE85D-64F1-4FD2-865D-7E2987D1B6BB}"/>
              </a:ext>
            </a:extLst>
          </p:cNvPr>
          <p:cNvSpPr>
            <a:spLocks xmlns:a="http://schemas.openxmlformats.org/drawingml/2006/main" noGrp="1"/>
          </p:cNvSpPr>
          <p:nvPr/>
        </p:nvSpPr>
        <p:spPr>
          <a:xfrm xmlns:a="http://schemas.openxmlformats.org/drawingml/2006/main" rot="0">
            <a:off x="5067300" y="38100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56" name="">
            <a:extLst xmlns:a="http://schemas.openxmlformats.org/drawingml/2006/main">
              <a:ext uri="{FF2B5EF4-FFF2-40B4-BE49-F238E27FC236}">
                <a16:creationId xmlns:a16="http://schemas.microsoft.com/office/drawing/2014/main" id="{DF7A6434-04F7-4F21-8489-17E1A03839FC}"/>
              </a:ext>
            </a:extLst>
          </p:cNvPr>
          <p:cNvSpPr>
            <a:spLocks xmlns:a="http://schemas.openxmlformats.org/drawingml/2006/main" noGrp="1"/>
          </p:cNvSpPr>
          <p:nvPr/>
        </p:nvSpPr>
        <p:spPr>
          <a:xfrm xmlns:a="http://schemas.openxmlformats.org/drawingml/2006/main">
            <a:off x="5067300" y="38100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0.6</a:t>
            </a:r>
          </a:p>
        </p:txBody>
      </p:sp>
      <p:sp>
        <p:nvSpPr>
          <p:cNvPr id="57" name="">
            <a:extLst xmlns:a="http://schemas.openxmlformats.org/drawingml/2006/main">
              <a:ext uri="{FF2B5EF4-FFF2-40B4-BE49-F238E27FC236}">
                <a16:creationId xmlns:a16="http://schemas.microsoft.com/office/drawing/2014/main" id="{794119B8-92CC-42E3-8321-D31CD5216678}"/>
              </a:ext>
            </a:extLst>
          </p:cNvPr>
          <p:cNvSpPr>
            <a:spLocks xmlns:a="http://schemas.openxmlformats.org/drawingml/2006/main" noGrp="1"/>
          </p:cNvSpPr>
          <p:nvPr/>
        </p:nvSpPr>
        <p:spPr>
          <a:xfrm xmlns:a="http://schemas.openxmlformats.org/drawingml/2006/main" rot="0">
            <a:off x="2324100" y="4495800"/>
            <a:ext cx="647700" cy="647700"/>
          </a:xfrm>
          <a:prstGeom xmlns:a="http://schemas.openxmlformats.org/drawingml/2006/main" prst="rect">
            <a:avLst/>
          </a:prstGeom>
          <a:solidFill xmlns:a="http://schemas.openxmlformats.org/drawingml/2006/main">
            <a:srgbClr val="E0F0FE"/>
          </a:solidFill>
          <a:ln xmlns:a="http://schemas.openxmlformats.org/drawingml/2006/main" w="0">
            <a:solidFill>
              <a:srgbClr val="E0F0FE"/>
            </a:solidFill>
            <a:prstDash val="solid"/>
          </a:ln>
        </p:spPr>
      </p:sp>
      <p:sp>
        <p:nvSpPr>
          <p:cNvPr id="58" name="">
            <a:extLst xmlns:a="http://schemas.openxmlformats.org/drawingml/2006/main">
              <a:ext uri="{FF2B5EF4-FFF2-40B4-BE49-F238E27FC236}">
                <a16:creationId xmlns:a16="http://schemas.microsoft.com/office/drawing/2014/main" id="{B80EC8AE-722C-4997-AE82-6159BCFFAA5A}"/>
              </a:ext>
            </a:extLst>
          </p:cNvPr>
          <p:cNvSpPr>
            <a:spLocks xmlns:a="http://schemas.openxmlformats.org/drawingml/2006/main" noGrp="1"/>
          </p:cNvSpPr>
          <p:nvPr/>
        </p:nvSpPr>
        <p:spPr>
          <a:xfrm xmlns:a="http://schemas.openxmlformats.org/drawingml/2006/main">
            <a:off x="23241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0.1</a:t>
            </a:r>
          </a:p>
        </p:txBody>
      </p:sp>
      <p:sp>
        <p:nvSpPr>
          <p:cNvPr id="59" name="">
            <a:extLst xmlns:a="http://schemas.openxmlformats.org/drawingml/2006/main">
              <a:ext uri="{FF2B5EF4-FFF2-40B4-BE49-F238E27FC236}">
                <a16:creationId xmlns:a16="http://schemas.microsoft.com/office/drawing/2014/main" id="{5EDBC95E-52EA-4C03-8A82-76F02BAA4E8B}"/>
              </a:ext>
            </a:extLst>
          </p:cNvPr>
          <p:cNvSpPr>
            <a:spLocks xmlns:a="http://schemas.openxmlformats.org/drawingml/2006/main" noGrp="1"/>
          </p:cNvSpPr>
          <p:nvPr/>
        </p:nvSpPr>
        <p:spPr>
          <a:xfrm xmlns:a="http://schemas.openxmlformats.org/drawingml/2006/main" rot="0">
            <a:off x="3009900" y="4495800"/>
            <a:ext cx="647700" cy="647700"/>
          </a:xfrm>
          <a:prstGeom xmlns:a="http://schemas.openxmlformats.org/drawingml/2006/main" prst="rect">
            <a:avLst/>
          </a:prstGeom>
          <a:solidFill xmlns:a="http://schemas.openxmlformats.org/drawingml/2006/main">
            <a:srgbClr val="A9C6F8"/>
          </a:solidFill>
          <a:ln xmlns:a="http://schemas.openxmlformats.org/drawingml/2006/main" w="0">
            <a:solidFill>
              <a:srgbClr val="A9C6F8"/>
            </a:solidFill>
            <a:prstDash val="solid"/>
          </a:ln>
        </p:spPr>
      </p:sp>
      <p:sp>
        <p:nvSpPr>
          <p:cNvPr id="60" name="">
            <a:extLst xmlns:a="http://schemas.openxmlformats.org/drawingml/2006/main">
              <a:ext uri="{FF2B5EF4-FFF2-40B4-BE49-F238E27FC236}">
                <a16:creationId xmlns:a16="http://schemas.microsoft.com/office/drawing/2014/main" id="{6B72DB43-889C-49B0-84C3-BE900D8AE7E5}"/>
              </a:ext>
            </a:extLst>
          </p:cNvPr>
          <p:cNvSpPr>
            <a:spLocks xmlns:a="http://schemas.openxmlformats.org/drawingml/2006/main" noGrp="1"/>
          </p:cNvSpPr>
          <p:nvPr/>
        </p:nvSpPr>
        <p:spPr>
          <a:xfrm xmlns:a="http://schemas.openxmlformats.org/drawingml/2006/main">
            <a:off x="30099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191919"/>
                </a:solidFill>
                <a:latin typeface="Menlo"/>
                <a:ea typeface="Menlo"/>
                <a:cs typeface="Menlo"/>
              </a:defRPr>
            </a:pPr>
            <a:r>
              <a:rPr sz="1125" b="1">
                <a:solidFill>
                  <a:srgbClr val="191919"/>
                </a:solidFill>
                <a:latin typeface="Menlo"/>
                <a:ea typeface="Menlo"/>
                <a:cs typeface="Menlo"/>
              </a:rPr>
              <a:t>0.3</a:t>
            </a:r>
          </a:p>
        </p:txBody>
      </p:sp>
      <p:sp>
        <p:nvSpPr>
          <p:cNvPr id="61" name="">
            <a:extLst xmlns:a="http://schemas.openxmlformats.org/drawingml/2006/main">
              <a:ext uri="{FF2B5EF4-FFF2-40B4-BE49-F238E27FC236}">
                <a16:creationId xmlns:a16="http://schemas.microsoft.com/office/drawing/2014/main" id="{27F261A5-C867-43A7-A7CC-90A8E988B12D}"/>
              </a:ext>
            </a:extLst>
          </p:cNvPr>
          <p:cNvSpPr>
            <a:spLocks xmlns:a="http://schemas.openxmlformats.org/drawingml/2006/main" noGrp="1"/>
          </p:cNvSpPr>
          <p:nvPr/>
        </p:nvSpPr>
        <p:spPr>
          <a:xfrm xmlns:a="http://schemas.openxmlformats.org/drawingml/2006/main" rot="0">
            <a:off x="3695700" y="44958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62" name="">
            <a:extLst xmlns:a="http://schemas.openxmlformats.org/drawingml/2006/main">
              <a:ext uri="{FF2B5EF4-FFF2-40B4-BE49-F238E27FC236}">
                <a16:creationId xmlns:a16="http://schemas.microsoft.com/office/drawing/2014/main" id="{07ED79BA-FA25-4E11-9172-724F1C67FC94}"/>
              </a:ext>
            </a:extLst>
          </p:cNvPr>
          <p:cNvSpPr>
            <a:spLocks xmlns:a="http://schemas.openxmlformats.org/drawingml/2006/main" noGrp="1"/>
          </p:cNvSpPr>
          <p:nvPr/>
        </p:nvSpPr>
        <p:spPr>
          <a:xfrm xmlns:a="http://schemas.openxmlformats.org/drawingml/2006/main">
            <a:off x="36957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0.5</a:t>
            </a:r>
          </a:p>
        </p:txBody>
      </p:sp>
      <p:sp>
        <p:nvSpPr>
          <p:cNvPr id="63" name="">
            <a:extLst xmlns:a="http://schemas.openxmlformats.org/drawingml/2006/main">
              <a:ext uri="{FF2B5EF4-FFF2-40B4-BE49-F238E27FC236}">
                <a16:creationId xmlns:a16="http://schemas.microsoft.com/office/drawing/2014/main" id="{53823A7A-686E-4D51-B4E8-0DC34746440F}"/>
              </a:ext>
            </a:extLst>
          </p:cNvPr>
          <p:cNvSpPr>
            <a:spLocks xmlns:a="http://schemas.openxmlformats.org/drawingml/2006/main" noGrp="1"/>
          </p:cNvSpPr>
          <p:nvPr/>
        </p:nvSpPr>
        <p:spPr>
          <a:xfrm xmlns:a="http://schemas.openxmlformats.org/drawingml/2006/main" rot="0">
            <a:off x="4381500" y="4495800"/>
            <a:ext cx="647700" cy="6477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64" name="">
            <a:extLst xmlns:a="http://schemas.openxmlformats.org/drawingml/2006/main">
              <a:ext uri="{FF2B5EF4-FFF2-40B4-BE49-F238E27FC236}">
                <a16:creationId xmlns:a16="http://schemas.microsoft.com/office/drawing/2014/main" id="{AFA0237F-6217-4C93-9C2A-D39242FD6223}"/>
              </a:ext>
            </a:extLst>
          </p:cNvPr>
          <p:cNvSpPr>
            <a:spLocks xmlns:a="http://schemas.openxmlformats.org/drawingml/2006/main" noGrp="1"/>
          </p:cNvSpPr>
          <p:nvPr/>
        </p:nvSpPr>
        <p:spPr>
          <a:xfrm xmlns:a="http://schemas.openxmlformats.org/drawingml/2006/main">
            <a:off x="43815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0.7</a:t>
            </a:r>
          </a:p>
        </p:txBody>
      </p:sp>
      <p:sp>
        <p:nvSpPr>
          <p:cNvPr id="65" name="">
            <a:extLst xmlns:a="http://schemas.openxmlformats.org/drawingml/2006/main">
              <a:ext uri="{FF2B5EF4-FFF2-40B4-BE49-F238E27FC236}">
                <a16:creationId xmlns:a16="http://schemas.microsoft.com/office/drawing/2014/main" id="{5AC855AF-A0A8-424E-AB2F-C08A56449E78}"/>
              </a:ext>
            </a:extLst>
          </p:cNvPr>
          <p:cNvSpPr>
            <a:spLocks xmlns:a="http://schemas.openxmlformats.org/drawingml/2006/main" noGrp="1"/>
          </p:cNvSpPr>
          <p:nvPr/>
        </p:nvSpPr>
        <p:spPr>
          <a:xfrm xmlns:a="http://schemas.openxmlformats.org/drawingml/2006/main" rot="0">
            <a:off x="5067300" y="4495800"/>
            <a:ext cx="647700" cy="647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66" name="">
            <a:extLst xmlns:a="http://schemas.openxmlformats.org/drawingml/2006/main">
              <a:ext uri="{FF2B5EF4-FFF2-40B4-BE49-F238E27FC236}">
                <a16:creationId xmlns:a16="http://schemas.microsoft.com/office/drawing/2014/main" id="{3123FB16-553E-453F-93C7-580BB15231E3}"/>
              </a:ext>
            </a:extLst>
          </p:cNvPr>
          <p:cNvSpPr>
            <a:spLocks xmlns:a="http://schemas.openxmlformats.org/drawingml/2006/main" noGrp="1"/>
          </p:cNvSpPr>
          <p:nvPr/>
        </p:nvSpPr>
        <p:spPr>
          <a:xfrm xmlns:a="http://schemas.openxmlformats.org/drawingml/2006/main">
            <a:off x="5067300" y="4495800"/>
            <a:ext cx="64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125" b="1">
                <a:solidFill>
                  <a:srgbClr val="FFFFFF"/>
                </a:solidFill>
                <a:latin typeface="Menlo"/>
                <a:ea typeface="Menlo"/>
                <a:cs typeface="Menlo"/>
              </a:defRPr>
            </a:pPr>
            <a:r>
              <a:rPr sz="1125" b="1">
                <a:solidFill>
                  <a:srgbClr val="FFFFFF"/>
                </a:solidFill>
                <a:latin typeface="Menlo"/>
                <a:ea typeface="Menlo"/>
                <a:cs typeface="Menlo"/>
              </a:rPr>
              <a:t>0.9</a:t>
            </a:r>
          </a:p>
        </p:txBody>
      </p:sp>
      <p:sp>
        <p:nvSpPr>
          <p:cNvPr id="67" name="">
            <a:extLst xmlns:a="http://schemas.openxmlformats.org/drawingml/2006/main">
              <a:ext uri="{FF2B5EF4-FFF2-40B4-BE49-F238E27FC236}">
                <a16:creationId xmlns:a16="http://schemas.microsoft.com/office/drawing/2014/main" id="{1F9BF0BD-CEE5-4E60-BDFC-14305EFDCD5D}"/>
              </a:ext>
            </a:extLst>
          </p:cNvPr>
          <p:cNvSpPr>
            <a:spLocks xmlns:a="http://schemas.openxmlformats.org/drawingml/2006/main" noGrp="1"/>
          </p:cNvSpPr>
          <p:nvPr/>
        </p:nvSpPr>
        <p:spPr>
          <a:xfrm xmlns:a="http://schemas.openxmlformats.org/drawingml/2006/main">
            <a:off x="7734300" y="2000250"/>
            <a:ext cx="3390900" cy="2057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색이 진할수록</a:t>
            </a:r>
          </a:p>
          <a:p xmlns:a="http://schemas.openxmlformats.org/drawingml/2006/main">
            <a:pPr algn="l">
              <a:lnSpc>
                <a:spcPct val="125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해당 토큰을 더 크게 참고</a:t>
            </a:r>
          </a:p>
        </p:txBody>
      </p:sp>
      <p:sp>
        <p:nvSpPr>
          <p:cNvPr id="68" name="">
            <a:extLst xmlns:a="http://schemas.openxmlformats.org/drawingml/2006/main">
              <a:ext uri="{FF2B5EF4-FFF2-40B4-BE49-F238E27FC236}">
                <a16:creationId xmlns:a16="http://schemas.microsoft.com/office/drawing/2014/main" id="{63224B0D-2E84-44CE-A72D-7DFC290D4A28}"/>
              </a:ext>
            </a:extLst>
          </p:cNvPr>
          <p:cNvSpPr>
            <a:spLocks xmlns:a="http://schemas.openxmlformats.org/drawingml/2006/main" noGrp="1"/>
          </p:cNvSpPr>
          <p:nvPr/>
        </p:nvSpPr>
        <p:spPr>
          <a:xfrm xmlns:a="http://schemas.openxmlformats.org/drawingml/2006/main">
            <a:off x="7734300" y="4495800"/>
            <a:ext cx="3390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5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설명용 예시이며 실제 모델의 어텐션 값이나 인과 설명이 아님</a:t>
            </a:r>
          </a:p>
        </p:txBody>
      </p:sp>
    </p:spTree>
    <p:extLst>
      <p:ext uri="{BB962C8B-B14F-4D97-AF65-F5344CB8AC3E}">
        <p14:creationId xmlns:p14="http://schemas.microsoft.com/office/powerpoint/2010/main" val="2069882236"/>
      </p:ext>
    </p:extLst>
  </p:cSld>
</p:sld>
</file>

<file path=ppt/slides/slide2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11DEBCC-7D6A-4448-A5ED-085B43F5A6C0}"/>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2FD1500A-5D6C-49E7-84A0-48AC79304FE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27</a:t>
            </a:r>
          </a:p>
        </p:txBody>
      </p:sp>
      <p:sp>
        <p:nvSpPr>
          <p:cNvPr id="3" name="">
            <a:extLst xmlns:a="http://schemas.openxmlformats.org/drawingml/2006/main">
              <a:ext uri="{FF2B5EF4-FFF2-40B4-BE49-F238E27FC236}">
                <a16:creationId xmlns:a16="http://schemas.microsoft.com/office/drawing/2014/main" id="{B941877E-B3CA-4F75-B754-DA359BD859B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BD23279-E796-42F4-AF6E-890A09E7CA9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BC37AAF1-881A-4B1F-B8A4-1502F70FE68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F2E7001-0C16-4D4E-AA5C-8AAA5FBE891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트랜스포머의 문맥 처리 흐름</a:t>
            </a:r>
          </a:p>
        </p:txBody>
      </p:sp>
      <p:sp>
        <p:nvSpPr>
          <p:cNvPr id="7" name="">
            <a:extLst xmlns:a="http://schemas.openxmlformats.org/drawingml/2006/main">
              <a:ext uri="{FF2B5EF4-FFF2-40B4-BE49-F238E27FC236}">
                <a16:creationId xmlns:a16="http://schemas.microsoft.com/office/drawing/2014/main" id="{303CE0E4-AAFF-474D-BCBA-DEBEFBB937F9}"/>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6475F152-0C5D-42AC-870B-2D1F2FD22261}"/>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토큰</a:t>
            </a:r>
          </a:p>
        </p:txBody>
      </p:sp>
      <p:sp>
        <p:nvSpPr>
          <p:cNvPr id="9" name="">
            <a:extLst xmlns:a="http://schemas.openxmlformats.org/drawingml/2006/main">
              <a:ext uri="{FF2B5EF4-FFF2-40B4-BE49-F238E27FC236}">
                <a16:creationId xmlns:a16="http://schemas.microsoft.com/office/drawing/2014/main" id="{2AEF4A83-35E6-4E2C-B7E4-20CA9C25FD88}"/>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입력 위치</a:t>
            </a:r>
          </a:p>
        </p:txBody>
      </p:sp>
      <p:sp>
        <p:nvSpPr>
          <p:cNvPr id="10" name="">
            <a:extLst xmlns:a="http://schemas.openxmlformats.org/drawingml/2006/main">
              <a:ext uri="{FF2B5EF4-FFF2-40B4-BE49-F238E27FC236}">
                <a16:creationId xmlns:a16="http://schemas.microsoft.com/office/drawing/2014/main" id="{059CAF81-6A08-481F-9AE9-02322AC3ED5F}"/>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30977D61-8502-411A-8EED-FDDD13EC2FA1}"/>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EC6D8F75-8AFE-498C-92AB-52044C1682F1}"/>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Q · K · V</a:t>
            </a:r>
          </a:p>
        </p:txBody>
      </p:sp>
      <p:sp>
        <p:nvSpPr>
          <p:cNvPr id="13" name="">
            <a:extLst xmlns:a="http://schemas.openxmlformats.org/drawingml/2006/main">
              <a:ext uri="{FF2B5EF4-FFF2-40B4-BE49-F238E27FC236}">
                <a16:creationId xmlns:a16="http://schemas.microsoft.com/office/drawing/2014/main" id="{7264CB64-2415-4C24-8BBA-A071BB40F21D}"/>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Query·Key·Value 투영</a:t>
            </a:r>
          </a:p>
        </p:txBody>
      </p:sp>
      <p:sp>
        <p:nvSpPr>
          <p:cNvPr id="14" name="">
            <a:extLst xmlns:a="http://schemas.openxmlformats.org/drawingml/2006/main">
              <a:ext uri="{FF2B5EF4-FFF2-40B4-BE49-F238E27FC236}">
                <a16:creationId xmlns:a16="http://schemas.microsoft.com/office/drawing/2014/main" id="{C346349B-30BF-45E8-B82D-12448E932B09}"/>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57863830-04EB-4C8F-8DC2-2334FFD3EC29}"/>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142EC88B-CCC4-4AE9-934C-4BF47D8F8422}"/>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셀프 어텐션</a:t>
            </a:r>
          </a:p>
        </p:txBody>
      </p:sp>
      <p:sp>
        <p:nvSpPr>
          <p:cNvPr id="17" name="">
            <a:extLst xmlns:a="http://schemas.openxmlformats.org/drawingml/2006/main">
              <a:ext uri="{FF2B5EF4-FFF2-40B4-BE49-F238E27FC236}">
                <a16:creationId xmlns:a16="http://schemas.microsoft.com/office/drawing/2014/main" id="{78BCF531-F216-40D6-A6FD-5532D70A5A1E}"/>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관계 가중 합</a:t>
            </a:r>
          </a:p>
        </p:txBody>
      </p:sp>
      <p:sp>
        <p:nvSpPr>
          <p:cNvPr id="18" name="">
            <a:extLst xmlns:a="http://schemas.openxmlformats.org/drawingml/2006/main">
              <a:ext uri="{FF2B5EF4-FFF2-40B4-BE49-F238E27FC236}">
                <a16:creationId xmlns:a16="http://schemas.microsoft.com/office/drawing/2014/main" id="{250B1E93-ED6D-4754-905F-7A1314104ED5}"/>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B262D732-116E-43CF-A105-7F11E0C6F523}"/>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01C2B85-ED77-4F6D-A7EA-C29499595D77}"/>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FFN</a:t>
            </a:r>
          </a:p>
        </p:txBody>
      </p:sp>
      <p:sp>
        <p:nvSpPr>
          <p:cNvPr id="21" name="">
            <a:extLst xmlns:a="http://schemas.openxmlformats.org/drawingml/2006/main">
              <a:ext uri="{FF2B5EF4-FFF2-40B4-BE49-F238E27FC236}">
                <a16:creationId xmlns:a16="http://schemas.microsoft.com/office/drawing/2014/main" id="{A5DCD4B4-EC5F-4F3D-8A15-EF1A86BE977A}"/>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위치별 변환</a:t>
            </a:r>
          </a:p>
        </p:txBody>
      </p:sp>
      <p:sp>
        <p:nvSpPr>
          <p:cNvPr id="22" name="">
            <a:extLst xmlns:a="http://schemas.openxmlformats.org/drawingml/2006/main">
              <a:ext uri="{FF2B5EF4-FFF2-40B4-BE49-F238E27FC236}">
                <a16:creationId xmlns:a16="http://schemas.microsoft.com/office/drawing/2014/main" id="{62C937B2-E47B-40B1-8E21-4940C600D4F4}"/>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0C2DCB89-CAD2-4393-BF4B-66CE135FB017}"/>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4AF1C527-1C2A-4BB1-A204-90F61EB4272B}"/>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맥락</a:t>
            </a:r>
          </a:p>
        </p:txBody>
      </p:sp>
      <p:sp>
        <p:nvSpPr>
          <p:cNvPr id="25" name="">
            <a:extLst xmlns:a="http://schemas.openxmlformats.org/drawingml/2006/main">
              <a:ext uri="{FF2B5EF4-FFF2-40B4-BE49-F238E27FC236}">
                <a16:creationId xmlns:a16="http://schemas.microsoft.com/office/drawing/2014/main" id="{3A13DA29-109B-42C4-A887-A06535E67D86}"/>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문맥이 반영된 토큰 표현</a:t>
            </a:r>
          </a:p>
        </p:txBody>
      </p:sp>
      <p:sp>
        <p:nvSpPr>
          <p:cNvPr id="26" name="">
            <a:extLst xmlns:a="http://schemas.openxmlformats.org/drawingml/2006/main">
              <a:ext uri="{FF2B5EF4-FFF2-40B4-BE49-F238E27FC236}">
                <a16:creationId xmlns:a16="http://schemas.microsoft.com/office/drawing/2014/main" id="{014D25D6-311F-44E4-8EEC-FCA8AA457048}"/>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Q=Query · K=Key · V=Value · FFN=Feed-Forward Network</a:t>
            </a:r>
          </a:p>
        </p:txBody>
      </p:sp>
    </p:spTree>
    <p:extLst>
      <p:ext uri="{BB962C8B-B14F-4D97-AF65-F5344CB8AC3E}">
        <p14:creationId xmlns:p14="http://schemas.microsoft.com/office/powerpoint/2010/main" val="1874373276"/>
      </p:ext>
    </p:extLst>
  </p:cSld>
</p:sld>
</file>

<file path=ppt/slides/slide2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551F95D-E0E2-4605-8DF3-76F4E80187F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2E89738B-F5BD-4BC8-9074-4B0240D7FDD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28</a:t>
            </a:r>
          </a:p>
        </p:txBody>
      </p:sp>
      <p:sp>
        <p:nvSpPr>
          <p:cNvPr id="3" name="">
            <a:extLst xmlns:a="http://schemas.openxmlformats.org/drawingml/2006/main">
              <a:ext uri="{FF2B5EF4-FFF2-40B4-BE49-F238E27FC236}">
                <a16:creationId xmlns:a16="http://schemas.microsoft.com/office/drawing/2014/main" id="{E2A12E86-D759-41F6-BFA8-95B394CF15A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E75286E6-37B3-4EA3-ACCF-B4AC72B09FF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3D88A99D-B870-4AA4-829E-8588FE9236C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934CC0D-B0E6-48AC-8E25-4C1B9C8C151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다음 토큰 예측 기반 사전학습</a:t>
            </a:r>
          </a:p>
        </p:txBody>
      </p:sp>
      <p:sp>
        <p:nvSpPr>
          <p:cNvPr id="7" name="">
            <a:extLst xmlns:a="http://schemas.openxmlformats.org/drawingml/2006/main">
              <a:ext uri="{FF2B5EF4-FFF2-40B4-BE49-F238E27FC236}">
                <a16:creationId xmlns:a16="http://schemas.microsoft.com/office/drawing/2014/main" id="{6FD8EF2C-14A2-483D-9C92-5354E4CB45B9}"/>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E2B8A3BB-6168-4B92-B9B7-C6F9784122ED}"/>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대규모 텍스트</a:t>
            </a:r>
          </a:p>
        </p:txBody>
      </p:sp>
      <p:sp>
        <p:nvSpPr>
          <p:cNvPr id="9" name="">
            <a:extLst xmlns:a="http://schemas.openxmlformats.org/drawingml/2006/main">
              <a:ext uri="{FF2B5EF4-FFF2-40B4-BE49-F238E27FC236}">
                <a16:creationId xmlns:a16="http://schemas.microsoft.com/office/drawing/2014/main" id="{85D773A6-4472-4E41-8252-846DE2A42610}"/>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학습 말뭉치</a:t>
            </a:r>
          </a:p>
        </p:txBody>
      </p:sp>
      <p:sp>
        <p:nvSpPr>
          <p:cNvPr id="10" name="">
            <a:extLst xmlns:a="http://schemas.openxmlformats.org/drawingml/2006/main">
              <a:ext uri="{FF2B5EF4-FFF2-40B4-BE49-F238E27FC236}">
                <a16:creationId xmlns:a16="http://schemas.microsoft.com/office/drawing/2014/main" id="{2441FEF2-CA99-4237-A171-F197C8B83ECF}"/>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9B48F6DB-3DF5-421B-A84F-85285B3B259B}"/>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F05CFFAC-BF48-491D-BBA3-151F621334C0}"/>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문맥</a:t>
            </a:r>
          </a:p>
        </p:txBody>
      </p:sp>
      <p:sp>
        <p:nvSpPr>
          <p:cNvPr id="13" name="">
            <a:extLst xmlns:a="http://schemas.openxmlformats.org/drawingml/2006/main">
              <a:ext uri="{FF2B5EF4-FFF2-40B4-BE49-F238E27FC236}">
                <a16:creationId xmlns:a16="http://schemas.microsoft.com/office/drawing/2014/main" id="{B4BCC28D-1565-4E78-970F-8EFC579055C6}"/>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토큰 시퀀스</a:t>
            </a:r>
          </a:p>
        </p:txBody>
      </p:sp>
      <p:sp>
        <p:nvSpPr>
          <p:cNvPr id="14" name="">
            <a:extLst xmlns:a="http://schemas.openxmlformats.org/drawingml/2006/main">
              <a:ext uri="{FF2B5EF4-FFF2-40B4-BE49-F238E27FC236}">
                <a16:creationId xmlns:a16="http://schemas.microsoft.com/office/drawing/2014/main" id="{F14EC9A9-EEFD-4284-BD1B-BC512C500076}"/>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D8CBB7A6-9B60-4005-882F-38492CD9D675}"/>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6" name="">
            <a:extLst xmlns:a="http://schemas.openxmlformats.org/drawingml/2006/main">
              <a:ext uri="{FF2B5EF4-FFF2-40B4-BE49-F238E27FC236}">
                <a16:creationId xmlns:a16="http://schemas.microsoft.com/office/drawing/2014/main" id="{84B48DAE-842E-48CA-978A-D655F25E588E}"/>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확률 분포</a:t>
            </a:r>
          </a:p>
        </p:txBody>
      </p:sp>
      <p:sp>
        <p:nvSpPr>
          <p:cNvPr id="17" name="">
            <a:extLst xmlns:a="http://schemas.openxmlformats.org/drawingml/2006/main">
              <a:ext uri="{FF2B5EF4-FFF2-40B4-BE49-F238E27FC236}">
                <a16:creationId xmlns:a16="http://schemas.microsoft.com/office/drawing/2014/main" id="{EEDEAAB1-B758-441D-926E-1049504A52F6}"/>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다음 토큰</a:t>
            </a:r>
          </a:p>
        </p:txBody>
      </p:sp>
      <p:sp>
        <p:nvSpPr>
          <p:cNvPr id="18" name="">
            <a:extLst xmlns:a="http://schemas.openxmlformats.org/drawingml/2006/main">
              <a:ext uri="{FF2B5EF4-FFF2-40B4-BE49-F238E27FC236}">
                <a16:creationId xmlns:a16="http://schemas.microsoft.com/office/drawing/2014/main" id="{4E502065-7C20-461A-AFC7-4D0400892ED2}"/>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AEA24655-C4E6-455B-9E14-E9AA0C194289}"/>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079E64BE-17BA-45BA-BD9C-E66CB384E5E2}"/>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손실 계산</a:t>
            </a:r>
          </a:p>
        </p:txBody>
      </p:sp>
      <p:sp>
        <p:nvSpPr>
          <p:cNvPr id="21" name="">
            <a:extLst xmlns:a="http://schemas.openxmlformats.org/drawingml/2006/main">
              <a:ext uri="{FF2B5EF4-FFF2-40B4-BE49-F238E27FC236}">
                <a16:creationId xmlns:a16="http://schemas.microsoft.com/office/drawing/2014/main" id="{FB671C8F-7171-4E4C-892A-A13BE835792D}"/>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예측 오차</a:t>
            </a:r>
          </a:p>
        </p:txBody>
      </p:sp>
      <p:sp>
        <p:nvSpPr>
          <p:cNvPr id="22" name="">
            <a:extLst xmlns:a="http://schemas.openxmlformats.org/drawingml/2006/main">
              <a:ext uri="{FF2B5EF4-FFF2-40B4-BE49-F238E27FC236}">
                <a16:creationId xmlns:a16="http://schemas.microsoft.com/office/drawing/2014/main" id="{38D5AFFF-C04C-4D92-A7D1-91F4DD48AF58}"/>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3FD77511-465D-40D7-BA8A-EF223F11C845}"/>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4FA593A8-505C-4B00-922B-C9E787457F80}"/>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가중치 업데이트</a:t>
            </a:r>
          </a:p>
        </p:txBody>
      </p:sp>
      <p:sp>
        <p:nvSpPr>
          <p:cNvPr id="25" name="">
            <a:extLst xmlns:a="http://schemas.openxmlformats.org/drawingml/2006/main">
              <a:ext uri="{FF2B5EF4-FFF2-40B4-BE49-F238E27FC236}">
                <a16:creationId xmlns:a16="http://schemas.microsoft.com/office/drawing/2014/main" id="{7A5D0668-8F2F-4E36-A843-B9267246E3DE}"/>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반복 학습</a:t>
            </a:r>
          </a:p>
        </p:txBody>
      </p:sp>
      <p:sp>
        <p:nvSpPr>
          <p:cNvPr id="26" name="">
            <a:extLst xmlns:a="http://schemas.openxmlformats.org/drawingml/2006/main">
              <a:ext uri="{FF2B5EF4-FFF2-40B4-BE49-F238E27FC236}">
                <a16:creationId xmlns:a16="http://schemas.microsoft.com/office/drawing/2014/main" id="{993CAFF7-590A-4EB4-A32F-4991B15EB130}"/>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디코더 기반(Decoder-only) LLM의 대표 사전학습 방식</a:t>
            </a:r>
          </a:p>
        </p:txBody>
      </p:sp>
    </p:spTree>
    <p:extLst>
      <p:ext uri="{BB962C8B-B14F-4D97-AF65-F5344CB8AC3E}">
        <p14:creationId xmlns:p14="http://schemas.microsoft.com/office/powerpoint/2010/main" val="750948975"/>
      </p:ext>
    </p:extLst>
  </p:cSld>
</p:sld>
</file>

<file path=ppt/slides/slide2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D5856AF4-A9AE-45BD-A61A-3ACA1020905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F04632B4-A7E5-4C7B-B715-A2949767E47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29</a:t>
            </a:r>
          </a:p>
        </p:txBody>
      </p:sp>
      <p:sp>
        <p:nvSpPr>
          <p:cNvPr id="3" name="">
            <a:extLst xmlns:a="http://schemas.openxmlformats.org/drawingml/2006/main">
              <a:ext uri="{FF2B5EF4-FFF2-40B4-BE49-F238E27FC236}">
                <a16:creationId xmlns:a16="http://schemas.microsoft.com/office/drawing/2014/main" id="{BC148E46-5BDB-4203-9547-D78CD4124E6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D896E09-7FAA-4F27-BAE7-BB71D8EF6D0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2762EFE8-2D32-450C-8DCA-A1E6BB99424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D09D5D4-4E33-49D0-8559-909065A8E38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LLM의 대표 활용 과업</a:t>
            </a:r>
          </a:p>
        </p:txBody>
      </p:sp>
      <p:sp>
        <p:nvSpPr>
          <p:cNvPr id="7" name="">
            <a:extLst xmlns:a="http://schemas.openxmlformats.org/drawingml/2006/main">
              <a:ext uri="{FF2B5EF4-FFF2-40B4-BE49-F238E27FC236}">
                <a16:creationId xmlns:a16="http://schemas.microsoft.com/office/drawing/2014/main" id="{1F0B499C-241B-4264-8792-967641ABCD78}"/>
              </a:ext>
            </a:extLst>
          </p:cNvPr>
          <p:cNvSpPr>
            <a:spLocks xmlns:a="http://schemas.openxmlformats.org/drawingml/2006/main" noGrp="1"/>
          </p:cNvSpPr>
          <p:nvPr/>
        </p:nvSpPr>
        <p:spPr>
          <a:xfrm xmlns:a="http://schemas.openxmlformats.org/drawingml/2006/main">
            <a:off x="60960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8A9A3C0D-8448-4C8B-8F77-97A08FE6742C}"/>
              </a:ext>
            </a:extLst>
          </p:cNvPr>
          <p:cNvSpPr>
            <a:spLocks xmlns:a="http://schemas.openxmlformats.org/drawingml/2006/main" noGrp="1"/>
          </p:cNvSpPr>
          <p:nvPr/>
        </p:nvSpPr>
        <p:spPr>
          <a:xfrm xmlns:a="http://schemas.openxmlformats.org/drawingml/2006/main">
            <a:off x="60960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생성</a:t>
            </a:r>
          </a:p>
        </p:txBody>
      </p:sp>
      <p:sp>
        <p:nvSpPr>
          <p:cNvPr id="9" name="">
            <a:extLst xmlns:a="http://schemas.openxmlformats.org/drawingml/2006/main">
              <a:ext uri="{FF2B5EF4-FFF2-40B4-BE49-F238E27FC236}">
                <a16:creationId xmlns:a16="http://schemas.microsoft.com/office/drawing/2014/main" id="{D975B058-B21B-43BA-891B-49AA21CCC003}"/>
              </a:ext>
            </a:extLst>
          </p:cNvPr>
          <p:cNvSpPr>
            <a:spLocks xmlns:a="http://schemas.openxmlformats.org/drawingml/2006/main" noGrp="1"/>
          </p:cNvSpPr>
          <p:nvPr/>
        </p:nvSpPr>
        <p:spPr>
          <a:xfrm xmlns:a="http://schemas.openxmlformats.org/drawingml/2006/main" flipH="0" flipV="0">
            <a:off x="60960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1A91B042-E962-42F7-8F06-0D31C5E9A0DC}"/>
              </a:ext>
            </a:extLst>
          </p:cNvPr>
          <p:cNvSpPr>
            <a:spLocks xmlns:a="http://schemas.openxmlformats.org/drawingml/2006/main" noGrp="1"/>
          </p:cNvSpPr>
          <p:nvPr/>
        </p:nvSpPr>
        <p:spPr>
          <a:xfrm xmlns:a="http://schemas.openxmlformats.org/drawingml/2006/main">
            <a:off x="60960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초안·아이디어</a:t>
            </a:r>
          </a:p>
        </p:txBody>
      </p:sp>
      <p:sp>
        <p:nvSpPr>
          <p:cNvPr id="11" name="">
            <a:extLst xmlns:a="http://schemas.openxmlformats.org/drawingml/2006/main">
              <a:ext uri="{FF2B5EF4-FFF2-40B4-BE49-F238E27FC236}">
                <a16:creationId xmlns:a16="http://schemas.microsoft.com/office/drawing/2014/main" id="{CD563ED9-A5BA-4B93-82B9-EC0CA394E132}"/>
              </a:ext>
            </a:extLst>
          </p:cNvPr>
          <p:cNvSpPr>
            <a:spLocks xmlns:a="http://schemas.openxmlformats.org/drawingml/2006/main" noGrp="1"/>
          </p:cNvSpPr>
          <p:nvPr/>
        </p:nvSpPr>
        <p:spPr>
          <a:xfrm xmlns:a="http://schemas.openxmlformats.org/drawingml/2006/main">
            <a:off x="284988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5098E641-3A74-4A08-831D-14FDB0B2850C}"/>
              </a:ext>
            </a:extLst>
          </p:cNvPr>
          <p:cNvSpPr>
            <a:spLocks xmlns:a="http://schemas.openxmlformats.org/drawingml/2006/main" noGrp="1"/>
          </p:cNvSpPr>
          <p:nvPr/>
        </p:nvSpPr>
        <p:spPr>
          <a:xfrm xmlns:a="http://schemas.openxmlformats.org/drawingml/2006/main">
            <a:off x="284988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요약</a:t>
            </a:r>
          </a:p>
        </p:txBody>
      </p:sp>
      <p:sp>
        <p:nvSpPr>
          <p:cNvPr id="13" name="">
            <a:extLst xmlns:a="http://schemas.openxmlformats.org/drawingml/2006/main">
              <a:ext uri="{FF2B5EF4-FFF2-40B4-BE49-F238E27FC236}">
                <a16:creationId xmlns:a16="http://schemas.microsoft.com/office/drawing/2014/main" id="{ABF25C61-2D5F-4405-8A9C-04986F36775F}"/>
              </a:ext>
            </a:extLst>
          </p:cNvPr>
          <p:cNvSpPr>
            <a:spLocks xmlns:a="http://schemas.openxmlformats.org/drawingml/2006/main" noGrp="1"/>
          </p:cNvSpPr>
          <p:nvPr/>
        </p:nvSpPr>
        <p:spPr>
          <a:xfrm xmlns:a="http://schemas.openxmlformats.org/drawingml/2006/main" flipH="0" flipV="0">
            <a:off x="284988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AA87CD4A-DE17-42C2-B2E2-F3073645B433}"/>
              </a:ext>
            </a:extLst>
          </p:cNvPr>
          <p:cNvSpPr>
            <a:spLocks xmlns:a="http://schemas.openxmlformats.org/drawingml/2006/main" noGrp="1"/>
          </p:cNvSpPr>
          <p:nvPr/>
        </p:nvSpPr>
        <p:spPr>
          <a:xfrm xmlns:a="http://schemas.openxmlformats.org/drawingml/2006/main">
            <a:off x="284988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압축·핵심</a:t>
            </a:r>
          </a:p>
        </p:txBody>
      </p:sp>
      <p:sp>
        <p:nvSpPr>
          <p:cNvPr id="15" name="">
            <a:extLst xmlns:a="http://schemas.openxmlformats.org/drawingml/2006/main">
              <a:ext uri="{FF2B5EF4-FFF2-40B4-BE49-F238E27FC236}">
                <a16:creationId xmlns:a16="http://schemas.microsoft.com/office/drawing/2014/main" id="{B64DDC10-D64A-4A88-AC3C-FC30C425D9FC}"/>
              </a:ext>
            </a:extLst>
          </p:cNvPr>
          <p:cNvSpPr>
            <a:spLocks xmlns:a="http://schemas.openxmlformats.org/drawingml/2006/main" noGrp="1"/>
          </p:cNvSpPr>
          <p:nvPr/>
        </p:nvSpPr>
        <p:spPr>
          <a:xfrm xmlns:a="http://schemas.openxmlformats.org/drawingml/2006/main">
            <a:off x="509016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D89A0F63-7031-483F-8699-DC3DA0410AAD}"/>
              </a:ext>
            </a:extLst>
          </p:cNvPr>
          <p:cNvSpPr>
            <a:spLocks xmlns:a="http://schemas.openxmlformats.org/drawingml/2006/main" noGrp="1"/>
          </p:cNvSpPr>
          <p:nvPr/>
        </p:nvSpPr>
        <p:spPr>
          <a:xfrm xmlns:a="http://schemas.openxmlformats.org/drawingml/2006/main">
            <a:off x="509016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변환</a:t>
            </a:r>
          </a:p>
        </p:txBody>
      </p:sp>
      <p:sp>
        <p:nvSpPr>
          <p:cNvPr id="17" name="">
            <a:extLst xmlns:a="http://schemas.openxmlformats.org/drawingml/2006/main">
              <a:ext uri="{FF2B5EF4-FFF2-40B4-BE49-F238E27FC236}">
                <a16:creationId xmlns:a16="http://schemas.microsoft.com/office/drawing/2014/main" id="{AFC05E98-98C9-448D-A62F-4D16E5958191}"/>
              </a:ext>
            </a:extLst>
          </p:cNvPr>
          <p:cNvSpPr>
            <a:spLocks xmlns:a="http://schemas.openxmlformats.org/drawingml/2006/main" noGrp="1"/>
          </p:cNvSpPr>
          <p:nvPr/>
        </p:nvSpPr>
        <p:spPr>
          <a:xfrm xmlns:a="http://schemas.openxmlformats.org/drawingml/2006/main" flipH="0" flipV="0">
            <a:off x="509016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8" name="">
            <a:extLst xmlns:a="http://schemas.openxmlformats.org/drawingml/2006/main">
              <a:ext uri="{FF2B5EF4-FFF2-40B4-BE49-F238E27FC236}">
                <a16:creationId xmlns:a16="http://schemas.microsoft.com/office/drawing/2014/main" id="{E616BA7B-C275-46C6-803A-66EFE9B547DD}"/>
              </a:ext>
            </a:extLst>
          </p:cNvPr>
          <p:cNvSpPr>
            <a:spLocks xmlns:a="http://schemas.openxmlformats.org/drawingml/2006/main" noGrp="1"/>
          </p:cNvSpPr>
          <p:nvPr/>
        </p:nvSpPr>
        <p:spPr>
          <a:xfrm xmlns:a="http://schemas.openxmlformats.org/drawingml/2006/main">
            <a:off x="509016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문체·형식</a:t>
            </a:r>
          </a:p>
        </p:txBody>
      </p:sp>
      <p:sp>
        <p:nvSpPr>
          <p:cNvPr id="19" name="">
            <a:extLst xmlns:a="http://schemas.openxmlformats.org/drawingml/2006/main">
              <a:ext uri="{FF2B5EF4-FFF2-40B4-BE49-F238E27FC236}">
                <a16:creationId xmlns:a16="http://schemas.microsoft.com/office/drawing/2014/main" id="{C01A9750-8E87-4074-9551-DC71057EA86C}"/>
              </a:ext>
            </a:extLst>
          </p:cNvPr>
          <p:cNvSpPr>
            <a:spLocks xmlns:a="http://schemas.openxmlformats.org/drawingml/2006/main" noGrp="1"/>
          </p:cNvSpPr>
          <p:nvPr/>
        </p:nvSpPr>
        <p:spPr>
          <a:xfrm xmlns:a="http://schemas.openxmlformats.org/drawingml/2006/main">
            <a:off x="733044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3CBE0314-77E4-462D-ACAC-06179E25BD0E}"/>
              </a:ext>
            </a:extLst>
          </p:cNvPr>
          <p:cNvSpPr>
            <a:spLocks xmlns:a="http://schemas.openxmlformats.org/drawingml/2006/main" noGrp="1"/>
          </p:cNvSpPr>
          <p:nvPr/>
        </p:nvSpPr>
        <p:spPr>
          <a:xfrm xmlns:a="http://schemas.openxmlformats.org/drawingml/2006/main">
            <a:off x="733044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분류</a:t>
            </a:r>
          </a:p>
        </p:txBody>
      </p:sp>
      <p:sp>
        <p:nvSpPr>
          <p:cNvPr id="21" name="">
            <a:extLst xmlns:a="http://schemas.openxmlformats.org/drawingml/2006/main">
              <a:ext uri="{FF2B5EF4-FFF2-40B4-BE49-F238E27FC236}">
                <a16:creationId xmlns:a16="http://schemas.microsoft.com/office/drawing/2014/main" id="{6562AFE0-9E78-484F-99EE-1ADB0CB8EA65}"/>
              </a:ext>
            </a:extLst>
          </p:cNvPr>
          <p:cNvSpPr>
            <a:spLocks xmlns:a="http://schemas.openxmlformats.org/drawingml/2006/main" noGrp="1"/>
          </p:cNvSpPr>
          <p:nvPr/>
        </p:nvSpPr>
        <p:spPr>
          <a:xfrm xmlns:a="http://schemas.openxmlformats.org/drawingml/2006/main" flipH="0" flipV="0">
            <a:off x="733044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2" name="">
            <a:extLst xmlns:a="http://schemas.openxmlformats.org/drawingml/2006/main">
              <a:ext uri="{FF2B5EF4-FFF2-40B4-BE49-F238E27FC236}">
                <a16:creationId xmlns:a16="http://schemas.microsoft.com/office/drawing/2014/main" id="{96421C9B-849B-4814-B601-8CC3DDBD1025}"/>
              </a:ext>
            </a:extLst>
          </p:cNvPr>
          <p:cNvSpPr>
            <a:spLocks xmlns:a="http://schemas.openxmlformats.org/drawingml/2006/main" noGrp="1"/>
          </p:cNvSpPr>
          <p:nvPr/>
        </p:nvSpPr>
        <p:spPr>
          <a:xfrm xmlns:a="http://schemas.openxmlformats.org/drawingml/2006/main">
            <a:off x="733044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레이블·경로</a:t>
            </a:r>
          </a:p>
        </p:txBody>
      </p:sp>
      <p:sp>
        <p:nvSpPr>
          <p:cNvPr id="23" name="">
            <a:extLst xmlns:a="http://schemas.openxmlformats.org/drawingml/2006/main">
              <a:ext uri="{FF2B5EF4-FFF2-40B4-BE49-F238E27FC236}">
                <a16:creationId xmlns:a16="http://schemas.microsoft.com/office/drawing/2014/main" id="{3AE3607E-4C6D-4D5A-8C61-6C6FFFD65E4A}"/>
              </a:ext>
            </a:extLst>
          </p:cNvPr>
          <p:cNvSpPr>
            <a:spLocks xmlns:a="http://schemas.openxmlformats.org/drawingml/2006/main" noGrp="1"/>
          </p:cNvSpPr>
          <p:nvPr/>
        </p:nvSpPr>
        <p:spPr>
          <a:xfrm xmlns:a="http://schemas.openxmlformats.org/drawingml/2006/main">
            <a:off x="9570720" y="2076450"/>
            <a:ext cx="201168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05</a:t>
            </a:r>
          </a:p>
        </p:txBody>
      </p:sp>
      <p:sp>
        <p:nvSpPr>
          <p:cNvPr id="24" name="">
            <a:extLst xmlns:a="http://schemas.openxmlformats.org/drawingml/2006/main">
              <a:ext uri="{FF2B5EF4-FFF2-40B4-BE49-F238E27FC236}">
                <a16:creationId xmlns:a16="http://schemas.microsoft.com/office/drawing/2014/main" id="{595FA3AE-5514-40B9-8D4D-316AE8895114}"/>
              </a:ext>
            </a:extLst>
          </p:cNvPr>
          <p:cNvSpPr>
            <a:spLocks xmlns:a="http://schemas.openxmlformats.org/drawingml/2006/main" noGrp="1"/>
          </p:cNvSpPr>
          <p:nvPr/>
        </p:nvSpPr>
        <p:spPr>
          <a:xfrm xmlns:a="http://schemas.openxmlformats.org/drawingml/2006/main">
            <a:off x="9570720" y="2667000"/>
            <a:ext cx="201168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191919"/>
                </a:solidFill>
                <a:latin typeface="AppleGothic"/>
                <a:ea typeface="AppleGothic"/>
                <a:cs typeface="AppleGothic"/>
              </a:defRPr>
            </a:pPr>
            <a:r>
              <a:rPr sz="2100" b="1">
                <a:solidFill>
                  <a:srgbClr val="191919"/>
                </a:solidFill>
                <a:latin typeface="AppleGothic"/>
                <a:ea typeface="AppleGothic"/>
                <a:cs typeface="AppleGothic"/>
              </a:rPr>
              <a:t>코드</a:t>
            </a:r>
          </a:p>
        </p:txBody>
      </p:sp>
      <p:sp>
        <p:nvSpPr>
          <p:cNvPr id="25" name="">
            <a:extLst xmlns:a="http://schemas.openxmlformats.org/drawingml/2006/main">
              <a:ext uri="{FF2B5EF4-FFF2-40B4-BE49-F238E27FC236}">
                <a16:creationId xmlns:a16="http://schemas.microsoft.com/office/drawing/2014/main" id="{DB287566-404C-4C8A-BBE5-170108FF8FD5}"/>
              </a:ext>
            </a:extLst>
          </p:cNvPr>
          <p:cNvSpPr>
            <a:spLocks xmlns:a="http://schemas.openxmlformats.org/drawingml/2006/main" noGrp="1"/>
          </p:cNvSpPr>
          <p:nvPr/>
        </p:nvSpPr>
        <p:spPr>
          <a:xfrm xmlns:a="http://schemas.openxmlformats.org/drawingml/2006/main" flipH="0" flipV="0">
            <a:off x="9570720" y="3448050"/>
            <a:ext cx="201168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26" name="">
            <a:extLst xmlns:a="http://schemas.openxmlformats.org/drawingml/2006/main">
              <a:ext uri="{FF2B5EF4-FFF2-40B4-BE49-F238E27FC236}">
                <a16:creationId xmlns:a16="http://schemas.microsoft.com/office/drawing/2014/main" id="{5AD20C9D-DBFF-4F0F-8C66-4034661DD18A}"/>
              </a:ext>
            </a:extLst>
          </p:cNvPr>
          <p:cNvSpPr>
            <a:spLocks xmlns:a="http://schemas.openxmlformats.org/drawingml/2006/main" noGrp="1"/>
          </p:cNvSpPr>
          <p:nvPr/>
        </p:nvSpPr>
        <p:spPr>
          <a:xfrm xmlns:a="http://schemas.openxmlformats.org/drawingml/2006/main">
            <a:off x="9570720" y="3790950"/>
            <a:ext cx="201168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생성·해석</a:t>
            </a:r>
          </a:p>
        </p:txBody>
      </p:sp>
      <p:sp>
        <p:nvSpPr>
          <p:cNvPr id="27" name="">
            <a:extLst xmlns:a="http://schemas.openxmlformats.org/drawingml/2006/main">
              <a:ext uri="{FF2B5EF4-FFF2-40B4-BE49-F238E27FC236}">
                <a16:creationId xmlns:a16="http://schemas.microsoft.com/office/drawing/2014/main" id="{5022889D-18BD-44E3-A4CD-678111ECA017}"/>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여러 과업을 처리할 수 있어도 업무별 입력 형식과 평가 기준은 별도 관리</a:t>
            </a:r>
          </a:p>
        </p:txBody>
      </p:sp>
    </p:spTree>
    <p:extLst>
      <p:ext uri="{BB962C8B-B14F-4D97-AF65-F5344CB8AC3E}">
        <p14:creationId xmlns:p14="http://schemas.microsoft.com/office/powerpoint/2010/main" val="281088679"/>
      </p:ext>
    </p:extLst>
  </p:cSld>
</p:sld>
</file>

<file path=ppt/slides/slide3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0A457C1-788A-433D-8FB9-2EDE1B415F2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D6A94ADC-0996-455E-A75B-0AF3A12C215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30</a:t>
            </a:r>
          </a:p>
        </p:txBody>
      </p:sp>
      <p:sp>
        <p:nvSpPr>
          <p:cNvPr id="3" name="">
            <a:extLst xmlns:a="http://schemas.openxmlformats.org/drawingml/2006/main">
              <a:ext uri="{FF2B5EF4-FFF2-40B4-BE49-F238E27FC236}">
                <a16:creationId xmlns:a16="http://schemas.microsoft.com/office/drawing/2014/main" id="{1B23E4E1-3BEE-4000-9F3F-47110AC40F7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011F9D75-C8D4-492C-B0E7-FF569CFF049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E3123286-6941-46CA-BAC4-EDB2FD90C2E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24B271A0-778A-4622-9BFC-94968C41DB5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성능과 서비스 운영 요구사항</a:t>
            </a:r>
          </a:p>
        </p:txBody>
      </p:sp>
      <p:sp>
        <p:nvSpPr>
          <p:cNvPr id="7" name="">
            <a:extLst xmlns:a="http://schemas.openxmlformats.org/drawingml/2006/main">
              <a:ext uri="{FF2B5EF4-FFF2-40B4-BE49-F238E27FC236}">
                <a16:creationId xmlns:a16="http://schemas.microsoft.com/office/drawing/2014/main" id="{E04324A6-6E81-43D5-A470-617553101E6F}"/>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모델 성능 · MODEL PERFORMANCE</a:t>
            </a:r>
          </a:p>
        </p:txBody>
      </p:sp>
      <p:sp>
        <p:nvSpPr>
          <p:cNvPr id="8" name="">
            <a:extLst xmlns:a="http://schemas.openxmlformats.org/drawingml/2006/main">
              <a:ext uri="{FF2B5EF4-FFF2-40B4-BE49-F238E27FC236}">
                <a16:creationId xmlns:a16="http://schemas.microsoft.com/office/drawing/2014/main" id="{9FC73CFD-F8E7-4B29-BEAE-BBF9AC0F78C9}"/>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모델이 처리할 수 있는 과업</a:t>
            </a:r>
          </a:p>
        </p:txBody>
      </p:sp>
      <p:sp>
        <p:nvSpPr>
          <p:cNvPr id="9" name="">
            <a:extLst xmlns:a="http://schemas.openxmlformats.org/drawingml/2006/main">
              <a:ext uri="{FF2B5EF4-FFF2-40B4-BE49-F238E27FC236}">
                <a16:creationId xmlns:a16="http://schemas.microsoft.com/office/drawing/2014/main" id="{1B8C7808-8CD4-4A66-B9FA-4F86801F4476}"/>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1AA1A4BA-D37B-4485-A130-459641F2F3CD}"/>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요약 · 번역 · 질의응답 · 코드 · 멀티모달</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평가 데이터에서 확인한 과업 성능</a:t>
            </a:r>
          </a:p>
        </p:txBody>
      </p:sp>
      <p:sp>
        <p:nvSpPr>
          <p:cNvPr id="11" name="">
            <a:extLst xmlns:a="http://schemas.openxmlformats.org/drawingml/2006/main">
              <a:ext uri="{FF2B5EF4-FFF2-40B4-BE49-F238E27FC236}">
                <a16:creationId xmlns:a16="http://schemas.microsoft.com/office/drawing/2014/main" id="{9D97D2DF-B66C-4126-98D3-5657D438F608}"/>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서비스 운영 · SERVICE OPERATIONS</a:t>
            </a:r>
          </a:p>
        </p:txBody>
      </p:sp>
      <p:sp>
        <p:nvSpPr>
          <p:cNvPr id="12" name="">
            <a:extLst xmlns:a="http://schemas.openxmlformats.org/drawingml/2006/main">
              <a:ext uri="{FF2B5EF4-FFF2-40B4-BE49-F238E27FC236}">
                <a16:creationId xmlns:a16="http://schemas.microsoft.com/office/drawing/2014/main" id="{B624C75D-70D4-499A-8647-C8F986F28EE4}"/>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서비스가 지켜야 할 기준</a:t>
            </a:r>
          </a:p>
        </p:txBody>
      </p:sp>
      <p:sp>
        <p:nvSpPr>
          <p:cNvPr id="13" name="">
            <a:extLst xmlns:a="http://schemas.openxmlformats.org/drawingml/2006/main">
              <a:ext uri="{FF2B5EF4-FFF2-40B4-BE49-F238E27FC236}">
                <a16:creationId xmlns:a16="http://schemas.microsoft.com/office/drawing/2014/main" id="{F79F4852-D880-4A19-B6CC-1BA98C78E46A}"/>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B5E9D800-4F95-4EA6-A11F-D6D31AC38AB9}"/>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사실성 · 최신성 · 권한 · 지연 · 비용 · 안전</a:t>
            </a:r>
          </a:p>
          <a:p xmlns:a="http://schemas.openxmlformats.org/drawingml/2006/main">
            <a:r>
              <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운영 환경의 품질·보안·비용 기준</a:t>
            </a:r>
          </a:p>
        </p:txBody>
      </p:sp>
      <p:sp>
        <p:nvSpPr>
          <p:cNvPr id="15" name="">
            <a:extLst xmlns:a="http://schemas.openxmlformats.org/drawingml/2006/main">
              <a:ext uri="{FF2B5EF4-FFF2-40B4-BE49-F238E27FC236}">
                <a16:creationId xmlns:a16="http://schemas.microsoft.com/office/drawing/2014/main" id="{14C63595-8408-45D2-9856-ED57F0DD90B0}"/>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627184690"/>
      </p:ext>
    </p:extLst>
  </p:cSld>
</p:sld>
</file>

<file path=ppt/slides/slide3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714C07A-F500-4A47-9065-92363418D11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E065984E-5464-49AD-B44C-C34252E4397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31</a:t>
            </a:r>
          </a:p>
        </p:txBody>
      </p:sp>
      <p:sp>
        <p:nvSpPr>
          <p:cNvPr id="3" name="">
            <a:extLst xmlns:a="http://schemas.openxmlformats.org/drawingml/2006/main">
              <a:ext uri="{FF2B5EF4-FFF2-40B4-BE49-F238E27FC236}">
                <a16:creationId xmlns:a16="http://schemas.microsoft.com/office/drawing/2014/main" id="{3C2F9AAF-3055-4754-AFE8-14594684F89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281CF6DD-47CC-40FB-A0EB-3EED12C811E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181EFD0-17DD-4BE9-B148-EFD5FD19A15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DC40E519-D2CC-40A2-A368-D1D1EC5F4FE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같은 코드에서도 결과가 달라지는 이유</a:t>
            </a:r>
          </a:p>
        </p:txBody>
      </p:sp>
      <p:sp>
        <p:nvSpPr>
          <p:cNvPr id="7" name="">
            <a:extLst xmlns:a="http://schemas.openxmlformats.org/drawingml/2006/main">
              <a:ext uri="{FF2B5EF4-FFF2-40B4-BE49-F238E27FC236}">
                <a16:creationId xmlns:a16="http://schemas.microsoft.com/office/drawing/2014/main" id="{0DB8AED5-780E-4F0F-A39D-3A33722AD787}"/>
              </a:ext>
            </a:extLst>
          </p:cNvPr>
          <p:cNvSpPr>
            <a:spLocks xmlns:a="http://schemas.openxmlformats.org/drawingml/2006/main" noGrp="1"/>
          </p:cNvSpPr>
          <p:nvPr/>
        </p:nvSpPr>
        <p:spPr>
          <a:xfrm xmlns:a="http://schemas.openxmlformats.org/drawingml/2006/main">
            <a:off x="609600" y="15049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같은 코드라도 모델·프롬프트·검색 결과·생성 설정이 바뀌면 다른 결과</a:t>
            </a:r>
          </a:p>
        </p:txBody>
      </p:sp>
      <p:sp>
        <p:nvSpPr>
          <p:cNvPr id="8" name="">
            <a:extLst xmlns:a="http://schemas.openxmlformats.org/drawingml/2006/main">
              <a:ext uri="{FF2B5EF4-FFF2-40B4-BE49-F238E27FC236}">
                <a16:creationId xmlns:a16="http://schemas.microsoft.com/office/drawing/2014/main" id="{51F8284F-83FE-4750-BE7A-48DF35B6C4DE}"/>
              </a:ext>
            </a:extLst>
          </p:cNvPr>
          <p:cNvSpPr>
            <a:spLocks xmlns:a="http://schemas.openxmlformats.org/drawingml/2006/main" noGrp="1"/>
          </p:cNvSpPr>
          <p:nvPr/>
        </p:nvSpPr>
        <p:spPr>
          <a:xfrm xmlns:a="http://schemas.openxmlformats.org/drawingml/2006/main">
            <a:off x="60960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모델</a:t>
            </a:r>
          </a:p>
        </p:txBody>
      </p:sp>
      <p:sp>
        <p:nvSpPr>
          <p:cNvPr id="9" name="">
            <a:extLst xmlns:a="http://schemas.openxmlformats.org/drawingml/2006/main">
              <a:ext uri="{FF2B5EF4-FFF2-40B4-BE49-F238E27FC236}">
                <a16:creationId xmlns:a16="http://schemas.microsoft.com/office/drawing/2014/main" id="{C7957A7F-E367-47A7-8C12-AC18363324CC}"/>
              </a:ext>
            </a:extLst>
          </p:cNvPr>
          <p:cNvSpPr>
            <a:spLocks xmlns:a="http://schemas.openxmlformats.org/drawingml/2006/main" noGrp="1"/>
          </p:cNvSpPr>
          <p:nvPr/>
        </p:nvSpPr>
        <p:spPr>
          <a:xfrm xmlns:a="http://schemas.openxmlformats.org/drawingml/2006/main" flipH="0" flipV="0">
            <a:off x="60960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0" name="">
            <a:extLst xmlns:a="http://schemas.openxmlformats.org/drawingml/2006/main">
              <a:ext uri="{FF2B5EF4-FFF2-40B4-BE49-F238E27FC236}">
                <a16:creationId xmlns:a16="http://schemas.microsoft.com/office/drawing/2014/main" id="{A744F061-FF81-4410-BD78-00C278217210}"/>
              </a:ext>
            </a:extLst>
          </p:cNvPr>
          <p:cNvSpPr>
            <a:spLocks xmlns:a="http://schemas.openxmlformats.org/drawingml/2006/main" noGrp="1"/>
          </p:cNvSpPr>
          <p:nvPr/>
        </p:nvSpPr>
        <p:spPr>
          <a:xfrm xmlns:a="http://schemas.openxmlformats.org/drawingml/2006/main">
            <a:off x="60960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provider · tag · revision</a:t>
            </a:r>
          </a:p>
        </p:txBody>
      </p:sp>
      <p:sp>
        <p:nvSpPr>
          <p:cNvPr id="11" name="">
            <a:extLst xmlns:a="http://schemas.openxmlformats.org/drawingml/2006/main">
              <a:ext uri="{FF2B5EF4-FFF2-40B4-BE49-F238E27FC236}">
                <a16:creationId xmlns:a16="http://schemas.microsoft.com/office/drawing/2014/main" id="{C976D388-DB18-4D64-95D7-865AA5C3E766}"/>
              </a:ext>
            </a:extLst>
          </p:cNvPr>
          <p:cNvSpPr>
            <a:spLocks xmlns:a="http://schemas.openxmlformats.org/drawingml/2006/main" noGrp="1"/>
          </p:cNvSpPr>
          <p:nvPr/>
        </p:nvSpPr>
        <p:spPr>
          <a:xfrm xmlns:a="http://schemas.openxmlformats.org/drawingml/2006/main">
            <a:off x="70485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제공자·모델 태그·개정</a:t>
            </a:r>
          </a:p>
        </p:txBody>
      </p:sp>
      <p:sp>
        <p:nvSpPr>
          <p:cNvPr id="12" name="">
            <a:extLst xmlns:a="http://schemas.openxmlformats.org/drawingml/2006/main">
              <a:ext uri="{FF2B5EF4-FFF2-40B4-BE49-F238E27FC236}">
                <a16:creationId xmlns:a16="http://schemas.microsoft.com/office/drawing/2014/main" id="{4D8C3AD8-CC9D-4555-B31A-585F094DFD42}"/>
              </a:ext>
            </a:extLst>
          </p:cNvPr>
          <p:cNvSpPr>
            <a:spLocks xmlns:a="http://schemas.openxmlformats.org/drawingml/2006/main" noGrp="1"/>
          </p:cNvSpPr>
          <p:nvPr/>
        </p:nvSpPr>
        <p:spPr>
          <a:xfrm xmlns:a="http://schemas.openxmlformats.org/drawingml/2006/main">
            <a:off x="340995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외부 맥락</a:t>
            </a:r>
          </a:p>
        </p:txBody>
      </p:sp>
      <p:sp>
        <p:nvSpPr>
          <p:cNvPr id="13" name="">
            <a:extLst xmlns:a="http://schemas.openxmlformats.org/drawingml/2006/main">
              <a:ext uri="{FF2B5EF4-FFF2-40B4-BE49-F238E27FC236}">
                <a16:creationId xmlns:a16="http://schemas.microsoft.com/office/drawing/2014/main" id="{D7C15434-9F30-4F3E-BA28-0D8C88A60E58}"/>
              </a:ext>
            </a:extLst>
          </p:cNvPr>
          <p:cNvSpPr>
            <a:spLocks xmlns:a="http://schemas.openxmlformats.org/drawingml/2006/main" noGrp="1"/>
          </p:cNvSpPr>
          <p:nvPr/>
        </p:nvSpPr>
        <p:spPr>
          <a:xfrm xmlns:a="http://schemas.openxmlformats.org/drawingml/2006/main" flipH="0" flipV="0">
            <a:off x="340995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4" name="">
            <a:extLst xmlns:a="http://schemas.openxmlformats.org/drawingml/2006/main">
              <a:ext uri="{FF2B5EF4-FFF2-40B4-BE49-F238E27FC236}">
                <a16:creationId xmlns:a16="http://schemas.microsoft.com/office/drawing/2014/main" id="{8F51D6CE-8632-41F9-959A-7824DB59A1A3}"/>
              </a:ext>
            </a:extLst>
          </p:cNvPr>
          <p:cNvSpPr>
            <a:spLocks xmlns:a="http://schemas.openxmlformats.org/drawingml/2006/main" noGrp="1"/>
          </p:cNvSpPr>
          <p:nvPr/>
        </p:nvSpPr>
        <p:spPr>
          <a:xfrm xmlns:a="http://schemas.openxmlformats.org/drawingml/2006/main">
            <a:off x="340995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retrieval · tool result</a:t>
            </a:r>
          </a:p>
        </p:txBody>
      </p:sp>
      <p:sp>
        <p:nvSpPr>
          <p:cNvPr id="15" name="">
            <a:extLst xmlns:a="http://schemas.openxmlformats.org/drawingml/2006/main">
              <a:ext uri="{FF2B5EF4-FFF2-40B4-BE49-F238E27FC236}">
                <a16:creationId xmlns:a16="http://schemas.microsoft.com/office/drawing/2014/main" id="{3BE9F321-8F46-4191-9B12-D304D269B8E9}"/>
              </a:ext>
            </a:extLst>
          </p:cNvPr>
          <p:cNvSpPr>
            <a:spLocks xmlns:a="http://schemas.openxmlformats.org/drawingml/2006/main" noGrp="1"/>
          </p:cNvSpPr>
          <p:nvPr/>
        </p:nvSpPr>
        <p:spPr>
          <a:xfrm xmlns:a="http://schemas.openxmlformats.org/drawingml/2006/main">
            <a:off x="350520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결과·도구 반환값</a:t>
            </a:r>
          </a:p>
        </p:txBody>
      </p:sp>
      <p:sp>
        <p:nvSpPr>
          <p:cNvPr id="16" name="">
            <a:extLst xmlns:a="http://schemas.openxmlformats.org/drawingml/2006/main">
              <a:ext uri="{FF2B5EF4-FFF2-40B4-BE49-F238E27FC236}">
                <a16:creationId xmlns:a16="http://schemas.microsoft.com/office/drawing/2014/main" id="{A69F961C-B526-4D15-A725-15BEF654EF6A}"/>
              </a:ext>
            </a:extLst>
          </p:cNvPr>
          <p:cNvSpPr>
            <a:spLocks xmlns:a="http://schemas.openxmlformats.org/drawingml/2006/main" noGrp="1"/>
          </p:cNvSpPr>
          <p:nvPr/>
        </p:nvSpPr>
        <p:spPr>
          <a:xfrm xmlns:a="http://schemas.openxmlformats.org/drawingml/2006/main">
            <a:off x="621030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생성 설정</a:t>
            </a:r>
          </a:p>
        </p:txBody>
      </p:sp>
      <p:sp>
        <p:nvSpPr>
          <p:cNvPr id="17" name="">
            <a:extLst xmlns:a="http://schemas.openxmlformats.org/drawingml/2006/main">
              <a:ext uri="{FF2B5EF4-FFF2-40B4-BE49-F238E27FC236}">
                <a16:creationId xmlns:a16="http://schemas.microsoft.com/office/drawing/2014/main" id="{C2124147-0A61-4875-A953-E396991207CA}"/>
              </a:ext>
            </a:extLst>
          </p:cNvPr>
          <p:cNvSpPr>
            <a:spLocks xmlns:a="http://schemas.openxmlformats.org/drawingml/2006/main" noGrp="1"/>
          </p:cNvSpPr>
          <p:nvPr/>
        </p:nvSpPr>
        <p:spPr>
          <a:xfrm xmlns:a="http://schemas.openxmlformats.org/drawingml/2006/main" flipH="0" flipV="0">
            <a:off x="621030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8" name="">
            <a:extLst xmlns:a="http://schemas.openxmlformats.org/drawingml/2006/main">
              <a:ext uri="{FF2B5EF4-FFF2-40B4-BE49-F238E27FC236}">
                <a16:creationId xmlns:a16="http://schemas.microsoft.com/office/drawing/2014/main" id="{743D65E3-51F3-423B-9D45-2FB0C35BAFCC}"/>
              </a:ext>
            </a:extLst>
          </p:cNvPr>
          <p:cNvSpPr>
            <a:spLocks xmlns:a="http://schemas.openxmlformats.org/drawingml/2006/main" noGrp="1"/>
          </p:cNvSpPr>
          <p:nvPr/>
        </p:nvSpPr>
        <p:spPr>
          <a:xfrm xmlns:a="http://schemas.openxmlformats.org/drawingml/2006/main">
            <a:off x="621030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temperature · seed</a:t>
            </a:r>
          </a:p>
        </p:txBody>
      </p:sp>
      <p:sp>
        <p:nvSpPr>
          <p:cNvPr id="19" name="">
            <a:extLst xmlns:a="http://schemas.openxmlformats.org/drawingml/2006/main">
              <a:ext uri="{FF2B5EF4-FFF2-40B4-BE49-F238E27FC236}">
                <a16:creationId xmlns:a16="http://schemas.microsoft.com/office/drawing/2014/main" id="{8AD61BB2-0348-42D1-A1C7-C9A779934113}"/>
              </a:ext>
            </a:extLst>
          </p:cNvPr>
          <p:cNvSpPr>
            <a:spLocks xmlns:a="http://schemas.openxmlformats.org/drawingml/2006/main" noGrp="1"/>
          </p:cNvSpPr>
          <p:nvPr/>
        </p:nvSpPr>
        <p:spPr>
          <a:xfrm xmlns:a="http://schemas.openxmlformats.org/drawingml/2006/main">
            <a:off x="630555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온도·난수 시드</a:t>
            </a:r>
          </a:p>
        </p:txBody>
      </p:sp>
      <p:sp>
        <p:nvSpPr>
          <p:cNvPr id="20" name="">
            <a:extLst xmlns:a="http://schemas.openxmlformats.org/drawingml/2006/main">
              <a:ext uri="{FF2B5EF4-FFF2-40B4-BE49-F238E27FC236}">
                <a16:creationId xmlns:a16="http://schemas.microsoft.com/office/drawing/2014/main" id="{9E3A6AFD-9626-47E1-8F14-07BC3AC86D3B}"/>
              </a:ext>
            </a:extLst>
          </p:cNvPr>
          <p:cNvSpPr>
            <a:spLocks xmlns:a="http://schemas.openxmlformats.org/drawingml/2006/main" noGrp="1"/>
          </p:cNvSpPr>
          <p:nvPr/>
        </p:nvSpPr>
        <p:spPr>
          <a:xfrm xmlns:a="http://schemas.openxmlformats.org/drawingml/2006/main">
            <a:off x="9010650" y="22098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프롬프트</a:t>
            </a:r>
          </a:p>
        </p:txBody>
      </p:sp>
      <p:sp>
        <p:nvSpPr>
          <p:cNvPr id="21" name="">
            <a:extLst xmlns:a="http://schemas.openxmlformats.org/drawingml/2006/main">
              <a:ext uri="{FF2B5EF4-FFF2-40B4-BE49-F238E27FC236}">
                <a16:creationId xmlns:a16="http://schemas.microsoft.com/office/drawing/2014/main" id="{89736126-F07D-470C-B3EC-DD24FA8F31A4}"/>
              </a:ext>
            </a:extLst>
          </p:cNvPr>
          <p:cNvSpPr>
            <a:spLocks xmlns:a="http://schemas.openxmlformats.org/drawingml/2006/main" noGrp="1"/>
          </p:cNvSpPr>
          <p:nvPr/>
        </p:nvSpPr>
        <p:spPr>
          <a:xfrm xmlns:a="http://schemas.openxmlformats.org/drawingml/2006/main" flipH="0" flipV="0">
            <a:off x="9010650" y="2971800"/>
            <a:ext cx="257175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22" name="">
            <a:extLst xmlns:a="http://schemas.openxmlformats.org/drawingml/2006/main">
              <a:ext uri="{FF2B5EF4-FFF2-40B4-BE49-F238E27FC236}">
                <a16:creationId xmlns:a16="http://schemas.microsoft.com/office/drawing/2014/main" id="{F643ED7F-CAEF-45C1-A914-4DD7B152B1D9}"/>
              </a:ext>
            </a:extLst>
          </p:cNvPr>
          <p:cNvSpPr>
            <a:spLocks xmlns:a="http://schemas.openxmlformats.org/drawingml/2006/main" noGrp="1"/>
          </p:cNvSpPr>
          <p:nvPr/>
        </p:nvSpPr>
        <p:spPr>
          <a:xfrm xmlns:a="http://schemas.openxmlformats.org/drawingml/2006/main">
            <a:off x="9010650" y="32575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template · example</a:t>
            </a:r>
          </a:p>
        </p:txBody>
      </p:sp>
      <p:sp>
        <p:nvSpPr>
          <p:cNvPr id="23" name="">
            <a:extLst xmlns:a="http://schemas.openxmlformats.org/drawingml/2006/main">
              <a:ext uri="{FF2B5EF4-FFF2-40B4-BE49-F238E27FC236}">
                <a16:creationId xmlns:a16="http://schemas.microsoft.com/office/drawing/2014/main" id="{2724C6FC-3850-4645-9910-0B15FB858C3A}"/>
              </a:ext>
            </a:extLst>
          </p:cNvPr>
          <p:cNvSpPr>
            <a:spLocks xmlns:a="http://schemas.openxmlformats.org/drawingml/2006/main" noGrp="1"/>
          </p:cNvSpPr>
          <p:nvPr/>
        </p:nvSpPr>
        <p:spPr>
          <a:xfrm xmlns:a="http://schemas.openxmlformats.org/drawingml/2006/main">
            <a:off x="9105900" y="3905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템플릿·예시·정책</a:t>
            </a:r>
          </a:p>
        </p:txBody>
      </p:sp>
      <p:sp>
        <p:nvSpPr>
          <p:cNvPr id="24" name="">
            <a:extLst xmlns:a="http://schemas.openxmlformats.org/drawingml/2006/main">
              <a:ext uri="{FF2B5EF4-FFF2-40B4-BE49-F238E27FC236}">
                <a16:creationId xmlns:a16="http://schemas.microsoft.com/office/drawing/2014/main" id="{727C59C7-AA98-4659-AC4B-225876EA49EA}"/>
              </a:ext>
            </a:extLst>
          </p:cNvPr>
          <p:cNvSpPr>
            <a:spLocks xmlns:a="http://schemas.openxmlformats.org/drawingml/2006/main" noGrp="1"/>
          </p:cNvSpPr>
          <p:nvPr/>
        </p:nvSpPr>
        <p:spPr>
          <a:xfrm xmlns:a="http://schemas.openxmlformats.org/drawingml/2006/main">
            <a:off x="609600" y="5467350"/>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모델·프롬프트·맥락·생성 설정을 한 실행 추적에 함께 기록</a:t>
            </a:r>
          </a:p>
        </p:txBody>
      </p:sp>
    </p:spTree>
    <p:extLst>
      <p:ext uri="{BB962C8B-B14F-4D97-AF65-F5344CB8AC3E}">
        <p14:creationId xmlns:p14="http://schemas.microsoft.com/office/powerpoint/2010/main" val="1920502926"/>
      </p:ext>
    </p:extLst>
  </p:cSld>
</p:sld>
</file>

<file path=ppt/slides/slide3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F3AAF02-A740-428E-8EA5-0DA6DAAFD82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FOUNDATION</a:t>
            </a:r>
          </a:p>
        </p:txBody>
      </p:sp>
      <p:sp>
        <p:nvSpPr>
          <p:cNvPr id="2" name="">
            <a:extLst xmlns:a="http://schemas.openxmlformats.org/drawingml/2006/main">
              <a:ext uri="{FF2B5EF4-FFF2-40B4-BE49-F238E27FC236}">
                <a16:creationId xmlns:a16="http://schemas.microsoft.com/office/drawing/2014/main" id="{12913DF6-84C4-4446-8F4A-5D1EDCD4138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32</a:t>
            </a:r>
          </a:p>
        </p:txBody>
      </p:sp>
      <p:sp>
        <p:nvSpPr>
          <p:cNvPr id="3" name="">
            <a:extLst xmlns:a="http://schemas.openxmlformats.org/drawingml/2006/main">
              <a:ext uri="{FF2B5EF4-FFF2-40B4-BE49-F238E27FC236}">
                <a16:creationId xmlns:a16="http://schemas.microsoft.com/office/drawing/2014/main" id="{214A8DA7-FC69-4E29-85F5-10CE0430C76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83BE69C-F7B1-4D75-8F21-66420491313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46C75319-6850-40CB-A956-D97E0D2DA58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4EA56B5-0BCB-4288-BD7A-4727891E019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제품·운영팀이 정할 서비스 기준</a:t>
            </a:r>
          </a:p>
        </p:txBody>
      </p:sp>
      <p:sp>
        <p:nvSpPr>
          <p:cNvPr id="7" name="">
            <a:extLst xmlns:a="http://schemas.openxmlformats.org/drawingml/2006/main">
              <a:ext uri="{FF2B5EF4-FFF2-40B4-BE49-F238E27FC236}">
                <a16:creationId xmlns:a16="http://schemas.microsoft.com/office/drawing/2014/main" id="{42BFC67C-8EF9-4960-BF58-506A1D89B584}"/>
              </a:ext>
            </a:extLst>
          </p:cNvPr>
          <p:cNvSpPr>
            <a:spLocks xmlns:a="http://schemas.openxmlformats.org/drawingml/2006/main" noGrp="1"/>
          </p:cNvSpPr>
          <p:nvPr/>
        </p:nvSpPr>
        <p:spPr>
          <a:xfrm xmlns:a="http://schemas.openxmlformats.org/drawingml/2006/main">
            <a:off x="609600" y="1962150"/>
            <a:ext cx="109728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3300" b="1">
                <a:solidFill>
                  <a:srgbClr val="2563EB"/>
                </a:solidFill>
                <a:latin typeface="Menlo"/>
                <a:ea typeface="Menlo"/>
                <a:cs typeface="Menlo"/>
              </a:defRPr>
            </a:pPr>
            <a:r>
              <a:rPr sz="3300" b="1">
                <a:solidFill>
                  <a:srgbClr val="2563EB"/>
                </a:solidFill>
                <a:latin typeface="Menlo"/>
                <a:ea typeface="Menlo"/>
                <a:cs typeface="Menlo"/>
              </a:rPr>
              <a:t>모델 성능  ≠  서비스 신뢰성</a:t>
            </a:r>
          </a:p>
        </p:txBody>
      </p:sp>
      <p:sp>
        <p:nvSpPr>
          <p:cNvPr id="8" name="">
            <a:extLst xmlns:a="http://schemas.openxmlformats.org/drawingml/2006/main">
              <a:ext uri="{FF2B5EF4-FFF2-40B4-BE49-F238E27FC236}">
                <a16:creationId xmlns:a16="http://schemas.microsoft.com/office/drawing/2014/main" id="{F8DD0288-45AC-4F76-888B-047DBC7958DE}"/>
              </a:ext>
            </a:extLst>
          </p:cNvPr>
          <p:cNvSpPr>
            <a:spLocks xmlns:a="http://schemas.openxmlformats.org/drawingml/2006/main" noGrp="1"/>
          </p:cNvSpPr>
          <p:nvPr/>
        </p:nvSpPr>
        <p:spPr>
          <a:xfrm xmlns:a="http://schemas.openxmlformats.org/drawingml/2006/main" flipH="0" flipV="0">
            <a:off x="1733550" y="3371850"/>
            <a:ext cx="8724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B16F04A2-7685-4593-A845-75FF2E26F010}"/>
              </a:ext>
            </a:extLst>
          </p:cNvPr>
          <p:cNvSpPr>
            <a:spLocks xmlns:a="http://schemas.openxmlformats.org/drawingml/2006/main" noGrp="1"/>
          </p:cNvSpPr>
          <p:nvPr/>
        </p:nvSpPr>
        <p:spPr>
          <a:xfrm xmlns:a="http://schemas.openxmlformats.org/drawingml/2006/main">
            <a:off x="1733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사용자</a:t>
            </a:r>
          </a:p>
        </p:txBody>
      </p:sp>
      <p:sp>
        <p:nvSpPr>
          <p:cNvPr id="10" name="">
            <a:extLst xmlns:a="http://schemas.openxmlformats.org/drawingml/2006/main">
              <a:ext uri="{FF2B5EF4-FFF2-40B4-BE49-F238E27FC236}">
                <a16:creationId xmlns:a16="http://schemas.microsoft.com/office/drawing/2014/main" id="{3D89A284-1AF2-4A36-9C31-E67F64265607}"/>
              </a:ext>
            </a:extLst>
          </p:cNvPr>
          <p:cNvSpPr>
            <a:spLocks xmlns:a="http://schemas.openxmlformats.org/drawingml/2006/main" noGrp="1"/>
          </p:cNvSpPr>
          <p:nvPr/>
        </p:nvSpPr>
        <p:spPr>
          <a:xfrm xmlns:a="http://schemas.openxmlformats.org/drawingml/2006/main">
            <a:off x="1733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지원할 사용자와 업무</a:t>
            </a:r>
          </a:p>
        </p:txBody>
      </p:sp>
      <p:sp>
        <p:nvSpPr>
          <p:cNvPr id="11" name="">
            <a:extLst xmlns:a="http://schemas.openxmlformats.org/drawingml/2006/main">
              <a:ext uri="{FF2B5EF4-FFF2-40B4-BE49-F238E27FC236}">
                <a16:creationId xmlns:a16="http://schemas.microsoft.com/office/drawing/2014/main" id="{B8BA3C66-F2D9-4F1A-B367-D85843148C2D}"/>
              </a:ext>
            </a:extLst>
          </p:cNvPr>
          <p:cNvSpPr>
            <a:spLocks xmlns:a="http://schemas.openxmlformats.org/drawingml/2006/main" noGrp="1"/>
          </p:cNvSpPr>
          <p:nvPr/>
        </p:nvSpPr>
        <p:spPr>
          <a:xfrm xmlns:a="http://schemas.openxmlformats.org/drawingml/2006/main">
            <a:off x="4019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맥락</a:t>
            </a:r>
          </a:p>
        </p:txBody>
      </p:sp>
      <p:sp>
        <p:nvSpPr>
          <p:cNvPr id="12" name="">
            <a:extLst xmlns:a="http://schemas.openxmlformats.org/drawingml/2006/main">
              <a:ext uri="{FF2B5EF4-FFF2-40B4-BE49-F238E27FC236}">
                <a16:creationId xmlns:a16="http://schemas.microsoft.com/office/drawing/2014/main" id="{F38A88E7-DDF5-437F-9C19-098A82730A20}"/>
              </a:ext>
            </a:extLst>
          </p:cNvPr>
          <p:cNvSpPr>
            <a:spLocks xmlns:a="http://schemas.openxmlformats.org/drawingml/2006/main" noGrp="1"/>
          </p:cNvSpPr>
          <p:nvPr/>
        </p:nvSpPr>
        <p:spPr>
          <a:xfrm xmlns:a="http://schemas.openxmlformats.org/drawingml/2006/main">
            <a:off x="4019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사용 상황과 참조 데이터</a:t>
            </a:r>
          </a:p>
        </p:txBody>
      </p:sp>
      <p:sp>
        <p:nvSpPr>
          <p:cNvPr id="13" name="">
            <a:extLst xmlns:a="http://schemas.openxmlformats.org/drawingml/2006/main">
              <a:ext uri="{FF2B5EF4-FFF2-40B4-BE49-F238E27FC236}">
                <a16:creationId xmlns:a16="http://schemas.microsoft.com/office/drawing/2014/main" id="{D1586E43-F1C1-403B-9594-94F8EC6D023F}"/>
              </a:ext>
            </a:extLst>
          </p:cNvPr>
          <p:cNvSpPr>
            <a:spLocks xmlns:a="http://schemas.openxmlformats.org/drawingml/2006/main" noGrp="1"/>
          </p:cNvSpPr>
          <p:nvPr/>
        </p:nvSpPr>
        <p:spPr>
          <a:xfrm xmlns:a="http://schemas.openxmlformats.org/drawingml/2006/main">
            <a:off x="6305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성공</a:t>
            </a:r>
          </a:p>
        </p:txBody>
      </p:sp>
      <p:sp>
        <p:nvSpPr>
          <p:cNvPr id="14" name="">
            <a:extLst xmlns:a="http://schemas.openxmlformats.org/drawingml/2006/main">
              <a:ext uri="{FF2B5EF4-FFF2-40B4-BE49-F238E27FC236}">
                <a16:creationId xmlns:a16="http://schemas.microsoft.com/office/drawing/2014/main" id="{8B3BD83C-9C01-419F-8151-DB3D1669E0AB}"/>
              </a:ext>
            </a:extLst>
          </p:cNvPr>
          <p:cNvSpPr>
            <a:spLocks xmlns:a="http://schemas.openxmlformats.org/drawingml/2006/main" noGrp="1"/>
          </p:cNvSpPr>
          <p:nvPr/>
        </p:nvSpPr>
        <p:spPr>
          <a:xfrm xmlns:a="http://schemas.openxmlformats.org/drawingml/2006/main">
            <a:off x="6305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품질·지연·비용 목표</a:t>
            </a:r>
          </a:p>
        </p:txBody>
      </p:sp>
      <p:sp>
        <p:nvSpPr>
          <p:cNvPr id="15" name="">
            <a:extLst xmlns:a="http://schemas.openxmlformats.org/drawingml/2006/main">
              <a:ext uri="{FF2B5EF4-FFF2-40B4-BE49-F238E27FC236}">
                <a16:creationId xmlns:a16="http://schemas.microsoft.com/office/drawing/2014/main" id="{F58B84C0-883F-47BE-BC6B-1DDC219BD761}"/>
              </a:ext>
            </a:extLst>
          </p:cNvPr>
          <p:cNvSpPr>
            <a:spLocks xmlns:a="http://schemas.openxmlformats.org/drawingml/2006/main" noGrp="1"/>
          </p:cNvSpPr>
          <p:nvPr/>
        </p:nvSpPr>
        <p:spPr>
          <a:xfrm xmlns:a="http://schemas.openxmlformats.org/drawingml/2006/main">
            <a:off x="8591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경계</a:t>
            </a:r>
          </a:p>
        </p:txBody>
      </p:sp>
      <p:sp>
        <p:nvSpPr>
          <p:cNvPr id="16" name="">
            <a:extLst xmlns:a="http://schemas.openxmlformats.org/drawingml/2006/main">
              <a:ext uri="{FF2B5EF4-FFF2-40B4-BE49-F238E27FC236}">
                <a16:creationId xmlns:a16="http://schemas.microsoft.com/office/drawing/2014/main" id="{89F04385-A26D-461D-9132-6A4BFA1DFC96}"/>
              </a:ext>
            </a:extLst>
          </p:cNvPr>
          <p:cNvSpPr>
            <a:spLocks xmlns:a="http://schemas.openxmlformats.org/drawingml/2006/main" noGrp="1"/>
          </p:cNvSpPr>
          <p:nvPr/>
        </p:nvSpPr>
        <p:spPr>
          <a:xfrm xmlns:a="http://schemas.openxmlformats.org/drawingml/2006/main">
            <a:off x="8591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금지 행동·승인·책임</a:t>
            </a:r>
          </a:p>
        </p:txBody>
      </p:sp>
      <p:sp>
        <p:nvSpPr>
          <p:cNvPr id="17" name="">
            <a:extLst xmlns:a="http://schemas.openxmlformats.org/drawingml/2006/main">
              <a:ext uri="{FF2B5EF4-FFF2-40B4-BE49-F238E27FC236}">
                <a16:creationId xmlns:a16="http://schemas.microsoft.com/office/drawing/2014/main" id="{060A9419-7CB5-4AC7-A02D-D699292D9194}"/>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제품·운영팀이 성공 기준과 운영 경계를 정의</a:t>
            </a:r>
          </a:p>
        </p:txBody>
      </p:sp>
    </p:spTree>
    <p:extLst>
      <p:ext uri="{BB962C8B-B14F-4D97-AF65-F5344CB8AC3E}">
        <p14:creationId xmlns:p14="http://schemas.microsoft.com/office/powerpoint/2010/main" val="245543859"/>
      </p:ext>
    </p:extLst>
  </p:cSld>
</p:sld>
</file>

<file path=ppt/slides/slide33.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BC74F2-F97A-471D-96AE-08A2B03E47AF}"/>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02</a:t>
            </a:r>
          </a:p>
        </p:txBody>
      </p:sp>
      <p:sp>
        <p:nvSpPr>
          <p:cNvPr id="2" name="">
            <a:extLst xmlns:a="http://schemas.openxmlformats.org/drawingml/2006/main">
              <a:ext uri="{FF2B5EF4-FFF2-40B4-BE49-F238E27FC236}">
                <a16:creationId xmlns:a16="http://schemas.microsoft.com/office/drawing/2014/main" id="{383297D3-B16D-4A26-A1E4-7DFBC49A8E95}"/>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SERVICE INTERVENTION OPTIONS</a:t>
            </a:r>
          </a:p>
        </p:txBody>
      </p:sp>
      <p:sp>
        <p:nvSpPr>
          <p:cNvPr id="3" name="">
            <a:extLst xmlns:a="http://schemas.openxmlformats.org/drawingml/2006/main">
              <a:ext uri="{FF2B5EF4-FFF2-40B4-BE49-F238E27FC236}">
                <a16:creationId xmlns:a16="http://schemas.microsoft.com/office/drawing/2014/main" id="{EEB7C1DB-8ADE-4D67-A45F-B5691E3AB1E5}"/>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5942A98-F7D7-4C49-8D37-0F422EEE97DC}"/>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LLM 서비스 동작을 바꾸는 방법</a:t>
            </a:r>
          </a:p>
        </p:txBody>
      </p:sp>
      <p:sp>
        <p:nvSpPr>
          <p:cNvPr id="5" name="">
            <a:extLst xmlns:a="http://schemas.openxmlformats.org/drawingml/2006/main">
              <a:ext uri="{FF2B5EF4-FFF2-40B4-BE49-F238E27FC236}">
                <a16:creationId xmlns:a16="http://schemas.microsoft.com/office/drawing/2014/main" id="{B8707FAB-AD87-47DD-860D-F1256E83BF2E}"/>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프롬프트 · 검색 · 도구 · 모델 선택 · 사후학습</a:t>
            </a:r>
          </a:p>
        </p:txBody>
      </p:sp>
      <p:sp>
        <p:nvSpPr>
          <p:cNvPr id="6" name="">
            <a:extLst xmlns:a="http://schemas.openxmlformats.org/drawingml/2006/main">
              <a:ext uri="{FF2B5EF4-FFF2-40B4-BE49-F238E27FC236}">
                <a16:creationId xmlns:a16="http://schemas.microsoft.com/office/drawing/2014/main" id="{FE9D6C03-9A1E-4DDC-9BDD-8EFDE7295170}"/>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33</a:t>
            </a:r>
          </a:p>
        </p:txBody>
      </p:sp>
    </p:spTree>
    <p:extLst>
      <p:ext uri="{BB962C8B-B14F-4D97-AF65-F5344CB8AC3E}">
        <p14:creationId xmlns:p14="http://schemas.microsoft.com/office/powerpoint/2010/main" val="230011874"/>
      </p:ext>
    </p:extLst>
  </p:cSld>
</p:sld>
</file>

<file path=ppt/slides/slide3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8DE3C6-361C-4F85-AE52-FA55AC078F5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40FBF201-D547-4C46-90BE-28A50AE075C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34</a:t>
            </a:r>
          </a:p>
        </p:txBody>
      </p:sp>
      <p:sp>
        <p:nvSpPr>
          <p:cNvPr id="3" name="">
            <a:extLst xmlns:a="http://schemas.openxmlformats.org/drawingml/2006/main">
              <a:ext uri="{FF2B5EF4-FFF2-40B4-BE49-F238E27FC236}">
                <a16:creationId xmlns:a16="http://schemas.microsoft.com/office/drawing/2014/main" id="{7EBDCCE6-31B7-4B1A-997D-562E36D9DAF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DF5603A-BC7A-4A5F-A97D-55315C695FA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26781CE0-C184-4846-9FFA-64571232A1B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CA0C5AF5-9189-4728-A967-1AA18F38C0C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변경 수단별 비용과 롤백 난이도</a:t>
            </a:r>
          </a:p>
        </p:txBody>
      </p:sp>
      <p:sp>
        <p:nvSpPr>
          <p:cNvPr id="7" name="">
            <a:extLst xmlns:a="http://schemas.openxmlformats.org/drawingml/2006/main">
              <a:ext uri="{FF2B5EF4-FFF2-40B4-BE49-F238E27FC236}">
                <a16:creationId xmlns:a16="http://schemas.microsoft.com/office/drawing/2014/main" id="{2B37FFB7-DC75-43A1-86F8-A3A971F6B2A3}"/>
              </a:ext>
            </a:extLst>
          </p:cNvPr>
          <p:cNvSpPr>
            <a:spLocks xmlns:a="http://schemas.openxmlformats.org/drawingml/2006/main" noGrp="1"/>
          </p:cNvSpPr>
          <p:nvPr/>
        </p:nvSpPr>
        <p:spPr>
          <a:xfrm xmlns:a="http://schemas.openxmlformats.org/drawingml/2006/main">
            <a:off x="609600" y="16764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비용·시간</a:t>
            </a:r>
          </a:p>
        </p:txBody>
      </p:sp>
      <p:sp>
        <p:nvSpPr>
          <p:cNvPr id="8" name="">
            <a:extLst xmlns:a="http://schemas.openxmlformats.org/drawingml/2006/main">
              <a:ext uri="{FF2B5EF4-FFF2-40B4-BE49-F238E27FC236}">
                <a16:creationId xmlns:a16="http://schemas.microsoft.com/office/drawing/2014/main" id="{69384176-3A20-4AF6-A65D-E836D56626E4}"/>
              </a:ext>
            </a:extLst>
          </p:cNvPr>
          <p:cNvSpPr>
            <a:spLocks xmlns:a="http://schemas.openxmlformats.org/drawingml/2006/main" noGrp="1"/>
          </p:cNvSpPr>
          <p:nvPr/>
        </p:nvSpPr>
        <p:spPr>
          <a:xfrm xmlns:a="http://schemas.openxmlformats.org/drawingml/2006/main" flipH="0" flipV="1">
            <a:off x="952500" y="2286000"/>
            <a:ext cx="0" cy="295275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9" name="">
            <a:extLst xmlns:a="http://schemas.openxmlformats.org/drawingml/2006/main">
              <a:ext uri="{FF2B5EF4-FFF2-40B4-BE49-F238E27FC236}">
                <a16:creationId xmlns:a16="http://schemas.microsoft.com/office/drawing/2014/main" id="{0C1AF0F6-9650-4353-BE92-C8A78194ADD6}"/>
              </a:ext>
            </a:extLst>
          </p:cNvPr>
          <p:cNvSpPr>
            <a:spLocks xmlns:a="http://schemas.openxmlformats.org/drawingml/2006/main" noGrp="1"/>
          </p:cNvSpPr>
          <p:nvPr/>
        </p:nvSpPr>
        <p:spPr>
          <a:xfrm xmlns:a="http://schemas.openxmlformats.org/drawingml/2006/main" flipH="0" flipV="0">
            <a:off x="952500" y="5238750"/>
            <a:ext cx="1000125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10" name="">
            <a:extLst xmlns:a="http://schemas.openxmlformats.org/drawingml/2006/main">
              <a:ext uri="{FF2B5EF4-FFF2-40B4-BE49-F238E27FC236}">
                <a16:creationId xmlns:a16="http://schemas.microsoft.com/office/drawing/2014/main" id="{C687FE5D-A25F-4A84-A1A4-D0360869CE7C}"/>
              </a:ext>
            </a:extLst>
          </p:cNvPr>
          <p:cNvSpPr>
            <a:spLocks xmlns:a="http://schemas.openxmlformats.org/drawingml/2006/main" noGrp="1"/>
          </p:cNvSpPr>
          <p:nvPr/>
        </p:nvSpPr>
        <p:spPr>
          <a:xfrm xmlns:a="http://schemas.openxmlformats.org/drawingml/2006/main">
            <a:off x="9296400" y="5467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되돌리기 어려움</a:t>
            </a:r>
          </a:p>
        </p:txBody>
      </p:sp>
      <p:sp>
        <p:nvSpPr>
          <p:cNvPr id="11" name="">
            <a:extLst xmlns:a="http://schemas.openxmlformats.org/drawingml/2006/main">
              <a:ext uri="{FF2B5EF4-FFF2-40B4-BE49-F238E27FC236}">
                <a16:creationId xmlns:a16="http://schemas.microsoft.com/office/drawing/2014/main" id="{0CE534A3-03EF-4F24-BFE3-7A8328A2AE6D}"/>
              </a:ext>
            </a:extLst>
          </p:cNvPr>
          <p:cNvSpPr>
            <a:spLocks xmlns:a="http://schemas.openxmlformats.org/drawingml/2006/main" noGrp="1"/>
          </p:cNvSpPr>
          <p:nvPr/>
        </p:nvSpPr>
        <p:spPr>
          <a:xfrm xmlns:a="http://schemas.openxmlformats.org/drawingml/2006/main" rot="0">
            <a:off x="1866900" y="4604385"/>
            <a:ext cx="895350" cy="89535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프롬프트</a:t>
            </a:r>
          </a:p>
        </p:txBody>
      </p:sp>
      <p:sp>
        <p:nvSpPr>
          <p:cNvPr id="12" name="">
            <a:extLst xmlns:a="http://schemas.openxmlformats.org/drawingml/2006/main">
              <a:ext uri="{FF2B5EF4-FFF2-40B4-BE49-F238E27FC236}">
                <a16:creationId xmlns:a16="http://schemas.microsoft.com/office/drawing/2014/main" id="{A652EBFA-76B8-4DBA-97D4-409E7279AFB7}"/>
              </a:ext>
            </a:extLst>
          </p:cNvPr>
          <p:cNvSpPr>
            <a:spLocks xmlns:a="http://schemas.openxmlformats.org/drawingml/2006/main" noGrp="1"/>
          </p:cNvSpPr>
          <p:nvPr/>
        </p:nvSpPr>
        <p:spPr>
          <a:xfrm xmlns:a="http://schemas.openxmlformats.org/drawingml/2006/main" rot="0">
            <a:off x="3857625" y="4090035"/>
            <a:ext cx="990600" cy="99060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검색 증강</a:t>
            </a:r>
          </a:p>
        </p:txBody>
      </p:sp>
      <p:sp>
        <p:nvSpPr>
          <p:cNvPr id="13" name="">
            <a:extLst xmlns:a="http://schemas.openxmlformats.org/drawingml/2006/main">
              <a:ext uri="{FF2B5EF4-FFF2-40B4-BE49-F238E27FC236}">
                <a16:creationId xmlns:a16="http://schemas.microsoft.com/office/drawing/2014/main" id="{FEC82614-89BC-49F3-914E-3CF53604E3D8}"/>
              </a:ext>
            </a:extLst>
          </p:cNvPr>
          <p:cNvSpPr>
            <a:spLocks xmlns:a="http://schemas.openxmlformats.org/drawingml/2006/main" noGrp="1"/>
          </p:cNvSpPr>
          <p:nvPr/>
        </p:nvSpPr>
        <p:spPr>
          <a:xfrm xmlns:a="http://schemas.openxmlformats.org/drawingml/2006/main" rot="0">
            <a:off x="5938838" y="3729990"/>
            <a:ext cx="971550" cy="97155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모델 선택</a:t>
            </a:r>
          </a:p>
        </p:txBody>
      </p:sp>
      <p:sp>
        <p:nvSpPr>
          <p:cNvPr id="14" name="">
            <a:extLst xmlns:a="http://schemas.openxmlformats.org/drawingml/2006/main">
              <a:ext uri="{FF2B5EF4-FFF2-40B4-BE49-F238E27FC236}">
                <a16:creationId xmlns:a16="http://schemas.microsoft.com/office/drawing/2014/main" id="{93213A85-8936-43C0-A021-0D4BC1155959}"/>
              </a:ext>
            </a:extLst>
          </p:cNvPr>
          <p:cNvSpPr>
            <a:spLocks xmlns:a="http://schemas.openxmlformats.org/drawingml/2006/main" noGrp="1"/>
          </p:cNvSpPr>
          <p:nvPr/>
        </p:nvSpPr>
        <p:spPr>
          <a:xfrm xmlns:a="http://schemas.openxmlformats.org/drawingml/2006/main" rot="0">
            <a:off x="8201025" y="2958465"/>
            <a:ext cx="1123950" cy="1123950"/>
          </a:xfrm>
          <a:prstGeom xmlns:a="http://schemas.openxmlformats.org/drawingml/2006/main" prst="ellipse">
            <a:avLst/>
          </a:prstGeom>
          <a:solidFill xmlns:a="http://schemas.openxmlformats.org/drawingml/2006/main">
            <a:srgbClr val="0B1F3A"/>
          </a:solidFill>
          <a:ln xmlns:a="http://schemas.openxmlformats.org/drawingml/2006/main" w="0">
            <a:solidFill>
              <a:srgbClr val="0B1F3A"/>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미세조정</a:t>
            </a:r>
          </a:p>
        </p:txBody>
      </p:sp>
      <p:sp>
        <p:nvSpPr>
          <p:cNvPr id="15" name="">
            <a:extLst xmlns:a="http://schemas.openxmlformats.org/drawingml/2006/main">
              <a:ext uri="{FF2B5EF4-FFF2-40B4-BE49-F238E27FC236}">
                <a16:creationId xmlns:a16="http://schemas.microsoft.com/office/drawing/2014/main" id="{094CCAF2-9FF6-49AB-B076-6C12EE316CC3}"/>
              </a:ext>
            </a:extLst>
          </p:cNvPr>
          <p:cNvSpPr>
            <a:spLocks xmlns:a="http://schemas.openxmlformats.org/drawingml/2006/main" noGrp="1"/>
          </p:cNvSpPr>
          <p:nvPr/>
        </p:nvSpPr>
        <p:spPr>
          <a:xfrm xmlns:a="http://schemas.openxmlformats.org/drawingml/2006/main">
            <a:off x="2266950" y="1752600"/>
            <a:ext cx="809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파랑 = 이번 가설을 가장 싸고 빠르게 검증할 첫 변경점</a:t>
            </a:r>
          </a:p>
        </p:txBody>
      </p:sp>
    </p:spTree>
    <p:extLst>
      <p:ext uri="{BB962C8B-B14F-4D97-AF65-F5344CB8AC3E}">
        <p14:creationId xmlns:p14="http://schemas.microsoft.com/office/powerpoint/2010/main" val="1853813721"/>
      </p:ext>
    </p:extLst>
  </p:cSld>
</p:sld>
</file>

<file path=ppt/slides/slide3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1C49803-4832-4051-AAD9-45CEBDE1C2E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12BCAD6F-711C-4EE4-AFEF-B19DD9F8FD87}"/>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35</a:t>
            </a:r>
          </a:p>
        </p:txBody>
      </p:sp>
      <p:sp>
        <p:nvSpPr>
          <p:cNvPr id="3" name="">
            <a:extLst xmlns:a="http://schemas.openxmlformats.org/drawingml/2006/main">
              <a:ext uri="{FF2B5EF4-FFF2-40B4-BE49-F238E27FC236}">
                <a16:creationId xmlns:a16="http://schemas.microsoft.com/office/drawing/2014/main" id="{98242653-7D76-4231-A755-D7DCC8BAC88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F89352C-720F-47AC-A9C0-1F283AC8462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52305652-2330-4903-B4CB-3802B96D48D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2B87920-1AA3-44E2-9D82-BBFB762F976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프롬프트의 통제 범위</a:t>
            </a:r>
          </a:p>
        </p:txBody>
      </p:sp>
      <p:sp>
        <p:nvSpPr>
          <p:cNvPr id="7" name="">
            <a:extLst xmlns:a="http://schemas.openxmlformats.org/drawingml/2006/main">
              <a:ext uri="{FF2B5EF4-FFF2-40B4-BE49-F238E27FC236}">
                <a16:creationId xmlns:a16="http://schemas.microsoft.com/office/drawing/2014/main" id="{A13F3A79-31B9-4ADD-A86D-17B9F5B51827}"/>
              </a:ext>
            </a:extLst>
          </p:cNvPr>
          <p:cNvSpPr>
            <a:spLocks xmlns:a="http://schemas.openxmlformats.org/drawingml/2006/main" noGrp="1"/>
          </p:cNvSpPr>
          <p:nvPr/>
        </p:nvSpPr>
        <p:spPr>
          <a:xfrm xmlns:a="http://schemas.openxmlformats.org/drawingml/2006/main" rot="0">
            <a:off x="609600" y="1790700"/>
            <a:ext cx="10096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0F805403-4F14-4E85-8DD2-67527CD8883E}"/>
              </a:ext>
            </a:extLst>
          </p:cNvPr>
          <p:cNvSpPr>
            <a:spLocks xmlns:a="http://schemas.openxmlformats.org/drawingml/2006/main" noGrp="1"/>
          </p:cNvSpPr>
          <p:nvPr/>
        </p:nvSpPr>
        <p:spPr>
          <a:xfrm xmlns:a="http://schemas.openxmlformats.org/drawingml/2006/main">
            <a:off x="781050" y="17907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역할</a:t>
            </a:r>
          </a:p>
        </p:txBody>
      </p:sp>
      <p:sp>
        <p:nvSpPr>
          <p:cNvPr id="9" name="">
            <a:extLst xmlns:a="http://schemas.openxmlformats.org/drawingml/2006/main">
              <a:ext uri="{FF2B5EF4-FFF2-40B4-BE49-F238E27FC236}">
                <a16:creationId xmlns:a16="http://schemas.microsoft.com/office/drawing/2014/main" id="{B411DD04-AF9D-4C7B-BE76-2D796CE7CBC9}"/>
              </a:ext>
            </a:extLst>
          </p:cNvPr>
          <p:cNvSpPr>
            <a:spLocks xmlns:a="http://schemas.openxmlformats.org/drawingml/2006/main" noGrp="1"/>
          </p:cNvSpPr>
          <p:nvPr/>
        </p:nvSpPr>
        <p:spPr>
          <a:xfrm xmlns:a="http://schemas.openxmlformats.org/drawingml/2006/main">
            <a:off x="3638550" y="1790700"/>
            <a:ext cx="6877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응답 관점과 책임</a:t>
            </a:r>
          </a:p>
        </p:txBody>
      </p:sp>
      <p:sp>
        <p:nvSpPr>
          <p:cNvPr id="10" name="">
            <a:extLst xmlns:a="http://schemas.openxmlformats.org/drawingml/2006/main">
              <a:ext uri="{FF2B5EF4-FFF2-40B4-BE49-F238E27FC236}">
                <a16:creationId xmlns:a16="http://schemas.microsoft.com/office/drawing/2014/main" id="{7289A68F-668A-4FF2-B329-C3A5C3758953}"/>
              </a:ext>
            </a:extLst>
          </p:cNvPr>
          <p:cNvSpPr>
            <a:spLocks xmlns:a="http://schemas.openxmlformats.org/drawingml/2006/main" noGrp="1"/>
          </p:cNvSpPr>
          <p:nvPr/>
        </p:nvSpPr>
        <p:spPr>
          <a:xfrm xmlns:a="http://schemas.openxmlformats.org/drawingml/2006/main" rot="0">
            <a:off x="1181100" y="2628900"/>
            <a:ext cx="8953500" cy="62865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1" name="">
            <a:extLst xmlns:a="http://schemas.openxmlformats.org/drawingml/2006/main">
              <a:ext uri="{FF2B5EF4-FFF2-40B4-BE49-F238E27FC236}">
                <a16:creationId xmlns:a16="http://schemas.microsoft.com/office/drawing/2014/main" id="{8FD315FF-7BD9-4AB5-B5B0-F1CF97CE7C03}"/>
              </a:ext>
            </a:extLst>
          </p:cNvPr>
          <p:cNvSpPr>
            <a:spLocks xmlns:a="http://schemas.openxmlformats.org/drawingml/2006/main" noGrp="1"/>
          </p:cNvSpPr>
          <p:nvPr/>
        </p:nvSpPr>
        <p:spPr>
          <a:xfrm xmlns:a="http://schemas.openxmlformats.org/drawingml/2006/main">
            <a:off x="1352550" y="26289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지시</a:t>
            </a:r>
          </a:p>
        </p:txBody>
      </p:sp>
      <p:sp>
        <p:nvSpPr>
          <p:cNvPr id="12" name="">
            <a:extLst xmlns:a="http://schemas.openxmlformats.org/drawingml/2006/main">
              <a:ext uri="{FF2B5EF4-FFF2-40B4-BE49-F238E27FC236}">
                <a16:creationId xmlns:a16="http://schemas.microsoft.com/office/drawing/2014/main" id="{3FBA55B6-70C6-4C7C-805F-6E1CA3D87589}"/>
              </a:ext>
            </a:extLst>
          </p:cNvPr>
          <p:cNvSpPr>
            <a:spLocks xmlns:a="http://schemas.openxmlformats.org/drawingml/2006/main" noGrp="1"/>
          </p:cNvSpPr>
          <p:nvPr/>
        </p:nvSpPr>
        <p:spPr>
          <a:xfrm xmlns:a="http://schemas.openxmlformats.org/drawingml/2006/main">
            <a:off x="4210050" y="2628900"/>
            <a:ext cx="5734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해야 할 일과 금지 행동</a:t>
            </a:r>
          </a:p>
        </p:txBody>
      </p:sp>
      <p:sp>
        <p:nvSpPr>
          <p:cNvPr id="13" name="">
            <a:extLst xmlns:a="http://schemas.openxmlformats.org/drawingml/2006/main">
              <a:ext uri="{FF2B5EF4-FFF2-40B4-BE49-F238E27FC236}">
                <a16:creationId xmlns:a16="http://schemas.microsoft.com/office/drawing/2014/main" id="{384D5955-D5A2-4ABD-9C2D-81AF2907A770}"/>
              </a:ext>
            </a:extLst>
          </p:cNvPr>
          <p:cNvSpPr>
            <a:spLocks xmlns:a="http://schemas.openxmlformats.org/drawingml/2006/main" noGrp="1"/>
          </p:cNvSpPr>
          <p:nvPr/>
        </p:nvSpPr>
        <p:spPr>
          <a:xfrm xmlns:a="http://schemas.openxmlformats.org/drawingml/2006/main" rot="0">
            <a:off x="1752600" y="3467100"/>
            <a:ext cx="7810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5F8C0C4F-6B35-42E0-806B-0E0839C07080}"/>
              </a:ext>
            </a:extLst>
          </p:cNvPr>
          <p:cNvSpPr>
            <a:spLocks xmlns:a="http://schemas.openxmlformats.org/drawingml/2006/main" noGrp="1"/>
          </p:cNvSpPr>
          <p:nvPr/>
        </p:nvSpPr>
        <p:spPr>
          <a:xfrm xmlns:a="http://schemas.openxmlformats.org/drawingml/2006/main">
            <a:off x="1924050" y="34671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예시</a:t>
            </a:r>
          </a:p>
        </p:txBody>
      </p:sp>
      <p:sp>
        <p:nvSpPr>
          <p:cNvPr id="15" name="">
            <a:extLst xmlns:a="http://schemas.openxmlformats.org/drawingml/2006/main">
              <a:ext uri="{FF2B5EF4-FFF2-40B4-BE49-F238E27FC236}">
                <a16:creationId xmlns:a16="http://schemas.microsoft.com/office/drawing/2014/main" id="{73FCCC6A-8221-41DF-B883-F46ACE13FEDC}"/>
              </a:ext>
            </a:extLst>
          </p:cNvPr>
          <p:cNvSpPr>
            <a:spLocks xmlns:a="http://schemas.openxmlformats.org/drawingml/2006/main" noGrp="1"/>
          </p:cNvSpPr>
          <p:nvPr/>
        </p:nvSpPr>
        <p:spPr>
          <a:xfrm xmlns:a="http://schemas.openxmlformats.org/drawingml/2006/main">
            <a:off x="4781550" y="3467100"/>
            <a:ext cx="459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입력·출력 패턴</a:t>
            </a:r>
          </a:p>
        </p:txBody>
      </p:sp>
      <p:sp>
        <p:nvSpPr>
          <p:cNvPr id="16" name="">
            <a:extLst xmlns:a="http://schemas.openxmlformats.org/drawingml/2006/main">
              <a:ext uri="{FF2B5EF4-FFF2-40B4-BE49-F238E27FC236}">
                <a16:creationId xmlns:a16="http://schemas.microsoft.com/office/drawing/2014/main" id="{79B1E295-D2A6-4857-AC12-082B8E05C4A7}"/>
              </a:ext>
            </a:extLst>
          </p:cNvPr>
          <p:cNvSpPr>
            <a:spLocks xmlns:a="http://schemas.openxmlformats.org/drawingml/2006/main" noGrp="1"/>
          </p:cNvSpPr>
          <p:nvPr/>
        </p:nvSpPr>
        <p:spPr>
          <a:xfrm xmlns:a="http://schemas.openxmlformats.org/drawingml/2006/main" rot="0">
            <a:off x="2324100" y="4305300"/>
            <a:ext cx="6667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0ADC66E-1ED1-4000-9A33-EB5CAB57D671}"/>
              </a:ext>
            </a:extLst>
          </p:cNvPr>
          <p:cNvSpPr>
            <a:spLocks xmlns:a="http://schemas.openxmlformats.org/drawingml/2006/main" noGrp="1"/>
          </p:cNvSpPr>
          <p:nvPr/>
        </p:nvSpPr>
        <p:spPr>
          <a:xfrm xmlns:a="http://schemas.openxmlformats.org/drawingml/2006/main">
            <a:off x="2495550" y="4305300"/>
            <a:ext cx="266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출력 스키마</a:t>
            </a:r>
          </a:p>
        </p:txBody>
      </p:sp>
      <p:sp>
        <p:nvSpPr>
          <p:cNvPr id="18" name="">
            <a:extLst xmlns:a="http://schemas.openxmlformats.org/drawingml/2006/main">
              <a:ext uri="{FF2B5EF4-FFF2-40B4-BE49-F238E27FC236}">
                <a16:creationId xmlns:a16="http://schemas.microsoft.com/office/drawing/2014/main" id="{06A5C97A-5BFF-4510-9434-B46560A1AC68}"/>
              </a:ext>
            </a:extLst>
          </p:cNvPr>
          <p:cNvSpPr>
            <a:spLocks xmlns:a="http://schemas.openxmlformats.org/drawingml/2006/main" noGrp="1"/>
          </p:cNvSpPr>
          <p:nvPr/>
        </p:nvSpPr>
        <p:spPr>
          <a:xfrm xmlns:a="http://schemas.openxmlformats.org/drawingml/2006/main">
            <a:off x="5353050" y="4305300"/>
            <a:ext cx="3448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형식·필드·길이</a:t>
            </a:r>
          </a:p>
        </p:txBody>
      </p:sp>
      <p:sp>
        <p:nvSpPr>
          <p:cNvPr id="19" name="">
            <a:extLst xmlns:a="http://schemas.openxmlformats.org/drawingml/2006/main">
              <a:ext uri="{FF2B5EF4-FFF2-40B4-BE49-F238E27FC236}">
                <a16:creationId xmlns:a16="http://schemas.microsoft.com/office/drawing/2014/main" id="{FA930742-2FE8-47A4-8D8F-CF4983A282B1}"/>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모델 가중치를 바꾸지 않고 빠르게 수정·버전 관리·롤백 가능한 제어 지점</a:t>
            </a:r>
          </a:p>
        </p:txBody>
      </p:sp>
    </p:spTree>
    <p:extLst>
      <p:ext uri="{BB962C8B-B14F-4D97-AF65-F5344CB8AC3E}">
        <p14:creationId xmlns:p14="http://schemas.microsoft.com/office/powerpoint/2010/main" val="563666564"/>
      </p:ext>
    </p:extLst>
  </p:cSld>
</p:sld>
</file>

<file path=ppt/slides/slide3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2CB7782-391A-4B64-A0C0-4F82BD52E01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8BE324C9-DC90-4C2C-BD9D-3D8DDF9B5FE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36</a:t>
            </a:r>
          </a:p>
        </p:txBody>
      </p:sp>
      <p:sp>
        <p:nvSpPr>
          <p:cNvPr id="3" name="">
            <a:extLst xmlns:a="http://schemas.openxmlformats.org/drawingml/2006/main">
              <a:ext uri="{FF2B5EF4-FFF2-40B4-BE49-F238E27FC236}">
                <a16:creationId xmlns:a16="http://schemas.microsoft.com/office/drawing/2014/main" id="{58005C2C-D8BB-45C4-8C9E-24F5D8A22A6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775DB23E-F9EE-46F6-BBC0-7C82FF5AC2D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000D0832-7C7E-4307-B4BF-FCAEE043F79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B0FFDF7E-571C-4F9F-9E46-CF1E3FB7981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검색 증강 생성의 외부 근거</a:t>
            </a:r>
          </a:p>
        </p:txBody>
      </p:sp>
      <p:sp>
        <p:nvSpPr>
          <p:cNvPr id="7" name="">
            <a:extLst xmlns:a="http://schemas.openxmlformats.org/drawingml/2006/main">
              <a:ext uri="{FF2B5EF4-FFF2-40B4-BE49-F238E27FC236}">
                <a16:creationId xmlns:a16="http://schemas.microsoft.com/office/drawing/2014/main" id="{B6049B86-BF63-4AE7-8191-C3120704FAD2}"/>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1DA987DB-C70D-4D1F-AF35-F4E716C19E3B}"/>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질의</a:t>
            </a:r>
          </a:p>
        </p:txBody>
      </p:sp>
      <p:sp>
        <p:nvSpPr>
          <p:cNvPr id="9" name="">
            <a:extLst xmlns:a="http://schemas.openxmlformats.org/drawingml/2006/main">
              <a:ext uri="{FF2B5EF4-FFF2-40B4-BE49-F238E27FC236}">
                <a16:creationId xmlns:a16="http://schemas.microsoft.com/office/drawing/2014/main" id="{85077DAC-915A-4640-A9E7-4ED03426E29C}"/>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사용자 질문</a:t>
            </a:r>
          </a:p>
        </p:txBody>
      </p:sp>
      <p:sp>
        <p:nvSpPr>
          <p:cNvPr id="10" name="">
            <a:extLst xmlns:a="http://schemas.openxmlformats.org/drawingml/2006/main">
              <a:ext uri="{FF2B5EF4-FFF2-40B4-BE49-F238E27FC236}">
                <a16:creationId xmlns:a16="http://schemas.microsoft.com/office/drawing/2014/main" id="{A99CF926-F1C4-41D8-9280-9C4FCCDD0140}"/>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D528F6F7-13AB-4B10-A794-CC7E9D05DF2B}"/>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103C4125-CD38-4035-A4C9-C1486BD6907A}"/>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검색</a:t>
            </a:r>
          </a:p>
        </p:txBody>
      </p:sp>
      <p:sp>
        <p:nvSpPr>
          <p:cNvPr id="13" name="">
            <a:extLst xmlns:a="http://schemas.openxmlformats.org/drawingml/2006/main">
              <a:ext uri="{FF2B5EF4-FFF2-40B4-BE49-F238E27FC236}">
                <a16:creationId xmlns:a16="http://schemas.microsoft.com/office/drawing/2014/main" id="{A6F9C417-3EF5-4589-AD0F-929064A2193D}"/>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색인·필터</a:t>
            </a:r>
          </a:p>
        </p:txBody>
      </p:sp>
      <p:sp>
        <p:nvSpPr>
          <p:cNvPr id="14" name="">
            <a:extLst xmlns:a="http://schemas.openxmlformats.org/drawingml/2006/main">
              <a:ext uri="{FF2B5EF4-FFF2-40B4-BE49-F238E27FC236}">
                <a16:creationId xmlns:a16="http://schemas.microsoft.com/office/drawing/2014/main" id="{E69DB9E8-9350-4817-B64D-B8E5049F5054}"/>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D62DE36C-8FE2-469F-A874-FADF23AE6084}"/>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9E2958E2-2B45-4FE7-B56E-719C8CD04629}"/>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근거</a:t>
            </a:r>
          </a:p>
        </p:txBody>
      </p:sp>
      <p:sp>
        <p:nvSpPr>
          <p:cNvPr id="17" name="">
            <a:extLst xmlns:a="http://schemas.openxmlformats.org/drawingml/2006/main">
              <a:ext uri="{FF2B5EF4-FFF2-40B4-BE49-F238E27FC236}">
                <a16:creationId xmlns:a16="http://schemas.microsoft.com/office/drawing/2014/main" id="{1D832DBE-9DC2-4A38-A7BC-48ED65252DE2}"/>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상위 검색 문서</a:t>
            </a:r>
          </a:p>
        </p:txBody>
      </p:sp>
      <p:sp>
        <p:nvSpPr>
          <p:cNvPr id="18" name="">
            <a:extLst xmlns:a="http://schemas.openxmlformats.org/drawingml/2006/main">
              <a:ext uri="{FF2B5EF4-FFF2-40B4-BE49-F238E27FC236}">
                <a16:creationId xmlns:a16="http://schemas.microsoft.com/office/drawing/2014/main" id="{4D8B4BFD-45FA-40E0-882F-0754116432CA}"/>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1E99BB96-FE0B-4EB5-B679-7C711E874222}"/>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394AAEC7-7769-4B78-BAF1-A93CBE83EE4A}"/>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맥락</a:t>
            </a:r>
          </a:p>
        </p:txBody>
      </p:sp>
      <p:sp>
        <p:nvSpPr>
          <p:cNvPr id="21" name="">
            <a:extLst xmlns:a="http://schemas.openxmlformats.org/drawingml/2006/main">
              <a:ext uri="{FF2B5EF4-FFF2-40B4-BE49-F238E27FC236}">
                <a16:creationId xmlns:a16="http://schemas.microsoft.com/office/drawing/2014/main" id="{297D1E2F-64FA-400A-A3A6-3A0C1FF80938}"/>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프롬프트 보강</a:t>
            </a:r>
          </a:p>
        </p:txBody>
      </p:sp>
      <p:sp>
        <p:nvSpPr>
          <p:cNvPr id="22" name="">
            <a:extLst xmlns:a="http://schemas.openxmlformats.org/drawingml/2006/main">
              <a:ext uri="{FF2B5EF4-FFF2-40B4-BE49-F238E27FC236}">
                <a16:creationId xmlns:a16="http://schemas.microsoft.com/office/drawing/2014/main" id="{62E74B8D-A189-4DC8-BF1E-195CADE10FEB}"/>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44A97619-34B0-4645-9BAF-7340543FE78D}"/>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E6EEB8A8-1118-4584-9C99-95E2F0B360AB}"/>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응답</a:t>
            </a:r>
          </a:p>
        </p:txBody>
      </p:sp>
      <p:sp>
        <p:nvSpPr>
          <p:cNvPr id="25" name="">
            <a:extLst xmlns:a="http://schemas.openxmlformats.org/drawingml/2006/main">
              <a:ext uri="{FF2B5EF4-FFF2-40B4-BE49-F238E27FC236}">
                <a16:creationId xmlns:a16="http://schemas.microsoft.com/office/drawing/2014/main" id="{BECAB856-1CE5-4858-916A-01A4F5C4C06F}"/>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근거 기반 생성</a:t>
            </a:r>
          </a:p>
        </p:txBody>
      </p:sp>
      <p:sp>
        <p:nvSpPr>
          <p:cNvPr id="26" name="">
            <a:extLst xmlns:a="http://schemas.openxmlformats.org/drawingml/2006/main">
              <a:ext uri="{FF2B5EF4-FFF2-40B4-BE49-F238E27FC236}">
                <a16:creationId xmlns:a16="http://schemas.microsoft.com/office/drawing/2014/main" id="{AB6592C2-4336-4697-B832-1DEF20B77C94}"/>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검색 증강 생성(Retrieval-Augmented Generation, RAG)의 근거·최신성·권한 기준</a:t>
            </a:r>
          </a:p>
        </p:txBody>
      </p:sp>
    </p:spTree>
    <p:extLst>
      <p:ext uri="{BB962C8B-B14F-4D97-AF65-F5344CB8AC3E}">
        <p14:creationId xmlns:p14="http://schemas.microsoft.com/office/powerpoint/2010/main" val="2001905008"/>
      </p:ext>
    </p:extLst>
  </p:cSld>
</p:sld>
</file>

<file path=ppt/slides/slide3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575B02E-A46C-4F99-88BE-B0996BC838C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8D7E85B6-8737-4F6E-BB61-1DAC46798D0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37</a:t>
            </a:r>
          </a:p>
        </p:txBody>
      </p:sp>
      <p:sp>
        <p:nvSpPr>
          <p:cNvPr id="3" name="">
            <a:extLst xmlns:a="http://schemas.openxmlformats.org/drawingml/2006/main">
              <a:ext uri="{FF2B5EF4-FFF2-40B4-BE49-F238E27FC236}">
                <a16:creationId xmlns:a16="http://schemas.microsoft.com/office/drawing/2014/main" id="{BB7B241C-23AE-479C-A054-D030A79FBD3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4BF0527-E728-4D03-99F3-1D0ADC81BF8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D73C2F84-D297-4ACB-B420-66F6C7BEFBC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693B2D4-41C8-45ED-A60D-C6ADF4CF7CA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모델의 도구 요청과 실제 실행의 분리</a:t>
            </a:r>
          </a:p>
        </p:txBody>
      </p:sp>
      <p:sp>
        <p:nvSpPr>
          <p:cNvPr id="7" name="">
            <a:extLst xmlns:a="http://schemas.openxmlformats.org/drawingml/2006/main">
              <a:ext uri="{FF2B5EF4-FFF2-40B4-BE49-F238E27FC236}">
                <a16:creationId xmlns:a16="http://schemas.microsoft.com/office/drawing/2014/main" id="{A411CF13-86A7-4142-8BBD-A792E01D6E8E}"/>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모델 · MODEL</a:t>
            </a:r>
          </a:p>
        </p:txBody>
      </p:sp>
      <p:sp>
        <p:nvSpPr>
          <p:cNvPr id="8" name="">
            <a:extLst xmlns:a="http://schemas.openxmlformats.org/drawingml/2006/main">
              <a:ext uri="{FF2B5EF4-FFF2-40B4-BE49-F238E27FC236}">
                <a16:creationId xmlns:a16="http://schemas.microsoft.com/office/drawing/2014/main" id="{A8E87C63-8B94-4DEA-8759-6CE610FE02C1}"/>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도구 호출 요청 생성</a:t>
            </a:r>
          </a:p>
        </p:txBody>
      </p:sp>
      <p:sp>
        <p:nvSpPr>
          <p:cNvPr id="9" name="">
            <a:extLst xmlns:a="http://schemas.openxmlformats.org/drawingml/2006/main">
              <a:ext uri="{FF2B5EF4-FFF2-40B4-BE49-F238E27FC236}">
                <a16:creationId xmlns:a16="http://schemas.microsoft.com/office/drawing/2014/main" id="{F0230B70-A200-4A8F-BBD7-BAF5741C250D}"/>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0" name="">
            <a:extLst xmlns:a="http://schemas.openxmlformats.org/drawingml/2006/main">
              <a:ext uri="{FF2B5EF4-FFF2-40B4-BE49-F238E27FC236}">
                <a16:creationId xmlns:a16="http://schemas.microsoft.com/office/drawing/2014/main" id="{193D3DD9-FADD-4318-A308-E5721FA77FA1}"/>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도구 이름과 인수를 생성</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확률적 판단 · 외부 변경 없음</a:t>
            </a:r>
          </a:p>
        </p:txBody>
      </p:sp>
      <p:sp>
        <p:nvSpPr>
          <p:cNvPr id="11" name="">
            <a:extLst xmlns:a="http://schemas.openxmlformats.org/drawingml/2006/main">
              <a:ext uri="{FF2B5EF4-FFF2-40B4-BE49-F238E27FC236}">
                <a16:creationId xmlns:a16="http://schemas.microsoft.com/office/drawing/2014/main" id="{445CBF37-C19A-4103-A30E-79DDC2491E72}"/>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실행 환경 · RUNTIME</a:t>
            </a:r>
          </a:p>
        </p:txBody>
      </p:sp>
      <p:sp>
        <p:nvSpPr>
          <p:cNvPr id="12" name="">
            <a:extLst xmlns:a="http://schemas.openxmlformats.org/drawingml/2006/main">
              <a:ext uri="{FF2B5EF4-FFF2-40B4-BE49-F238E27FC236}">
                <a16:creationId xmlns:a16="http://schemas.microsoft.com/office/drawing/2014/main" id="{D8A7B4F7-E062-4997-BA66-0F3CA5DD7488}"/>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검증 후 실제 실행</a:t>
            </a:r>
          </a:p>
        </p:txBody>
      </p:sp>
      <p:sp>
        <p:nvSpPr>
          <p:cNvPr id="13" name="">
            <a:extLst xmlns:a="http://schemas.openxmlformats.org/drawingml/2006/main">
              <a:ext uri="{FF2B5EF4-FFF2-40B4-BE49-F238E27FC236}">
                <a16:creationId xmlns:a16="http://schemas.microsoft.com/office/drawing/2014/main" id="{23EB7B57-DD56-4AE3-8BC1-DEC91F785546}"/>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44660F10-0783-4A20-848A-6F48D399A13D}"/>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스키마 검증 · 승인 · 실제 응용 프로그래밍 인터페이스 호출</a:t>
            </a:r>
          </a:p>
          <a:p xmlns:a="http://schemas.openxmlformats.org/drawingml/2006/main">
            <a:r>
              <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시간 초과 · 감사 · 멱등성</a:t>
            </a:r>
          </a:p>
        </p:txBody>
      </p:sp>
      <p:sp>
        <p:nvSpPr>
          <p:cNvPr id="15" name="">
            <a:extLst xmlns:a="http://schemas.openxmlformats.org/drawingml/2006/main">
              <a:ext uri="{FF2B5EF4-FFF2-40B4-BE49-F238E27FC236}">
                <a16:creationId xmlns:a16="http://schemas.microsoft.com/office/drawing/2014/main" id="{F3D42960-268A-462B-A13B-67904EC7E3CB}"/>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711026681"/>
      </p:ext>
    </p:extLst>
  </p:cSld>
</p:sld>
</file>

<file path=ppt/slides/slide3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04B7AB91-E1F7-4A67-B662-00B9A930CBE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INTERVENTION</a:t>
            </a:r>
          </a:p>
        </p:txBody>
      </p:sp>
      <p:sp>
        <p:nvSpPr>
          <p:cNvPr id="2" name="">
            <a:extLst xmlns:a="http://schemas.openxmlformats.org/drawingml/2006/main">
              <a:ext uri="{FF2B5EF4-FFF2-40B4-BE49-F238E27FC236}">
                <a16:creationId xmlns:a16="http://schemas.microsoft.com/office/drawing/2014/main" id="{7F53ADFB-F4E0-4383-87D8-27F36CD4A29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38</a:t>
            </a:r>
          </a:p>
        </p:txBody>
      </p:sp>
      <p:sp>
        <p:nvSpPr>
          <p:cNvPr id="3" name="">
            <a:extLst xmlns:a="http://schemas.openxmlformats.org/drawingml/2006/main">
              <a:ext uri="{FF2B5EF4-FFF2-40B4-BE49-F238E27FC236}">
                <a16:creationId xmlns:a16="http://schemas.microsoft.com/office/drawing/2014/main" id="{D65CD668-43BF-4B37-A596-27581B32D48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76894135-2F2B-4175-AED3-A88A71771C6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4C90E4FB-AEB0-40DB-974B-48EA6501ACA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0DCEEAA-00A6-4241-B533-FD137E75824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모델 라우팅의 선택 축</a:t>
            </a:r>
          </a:p>
        </p:txBody>
      </p:sp>
      <p:sp>
        <p:nvSpPr>
          <p:cNvPr id="7" name="">
            <a:extLst xmlns:a="http://schemas.openxmlformats.org/drawingml/2006/main">
              <a:ext uri="{FF2B5EF4-FFF2-40B4-BE49-F238E27FC236}">
                <a16:creationId xmlns:a16="http://schemas.microsoft.com/office/drawing/2014/main" id="{85B94E6F-4FE2-43E8-999F-C205BC51F69B}"/>
              </a:ext>
            </a:extLst>
          </p:cNvPr>
          <p:cNvSpPr>
            <a:spLocks xmlns:a="http://schemas.openxmlformats.org/drawingml/2006/main" noGrp="1"/>
          </p:cNvSpPr>
          <p:nvPr/>
        </p:nvSpPr>
        <p:spPr>
          <a:xfrm xmlns:a="http://schemas.openxmlformats.org/drawingml/2006/main" rot="0">
            <a:off x="609600" y="1847850"/>
            <a:ext cx="27622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1EF6B688-05BA-4136-B16A-FDC6353DF829}"/>
              </a:ext>
            </a:extLst>
          </p:cNvPr>
          <p:cNvSpPr>
            <a:spLocks xmlns:a="http://schemas.openxmlformats.org/drawingml/2006/main" noGrp="1"/>
          </p:cNvSpPr>
          <p:nvPr/>
        </p:nvSpPr>
        <p:spPr>
          <a:xfrm xmlns:a="http://schemas.openxmlformats.org/drawingml/2006/main">
            <a:off x="742950" y="1847850"/>
            <a:ext cx="2495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요청 유형</a:t>
            </a:r>
          </a:p>
        </p:txBody>
      </p:sp>
      <p:sp>
        <p:nvSpPr>
          <p:cNvPr id="9" name="">
            <a:extLst xmlns:a="http://schemas.openxmlformats.org/drawingml/2006/main">
              <a:ext uri="{FF2B5EF4-FFF2-40B4-BE49-F238E27FC236}">
                <a16:creationId xmlns:a16="http://schemas.microsoft.com/office/drawing/2014/main" id="{6AFF170F-74D6-46B5-A953-F9AA17FFF9C6}"/>
              </a:ext>
            </a:extLst>
          </p:cNvPr>
          <p:cNvSpPr>
            <a:spLocks xmlns:a="http://schemas.openxmlformats.org/drawingml/2006/main" noGrp="1"/>
          </p:cNvSpPr>
          <p:nvPr/>
        </p:nvSpPr>
        <p:spPr>
          <a:xfrm xmlns:a="http://schemas.openxmlformats.org/drawingml/2006/main" rot="0">
            <a:off x="3371850" y="1847850"/>
            <a:ext cx="28575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BD0BEB21-9265-4D6E-BAF8-EDC5D85BF363}"/>
              </a:ext>
            </a:extLst>
          </p:cNvPr>
          <p:cNvSpPr>
            <a:spLocks xmlns:a="http://schemas.openxmlformats.org/drawingml/2006/main" noGrp="1"/>
          </p:cNvSpPr>
          <p:nvPr/>
        </p:nvSpPr>
        <p:spPr>
          <a:xfrm xmlns:a="http://schemas.openxmlformats.org/drawingml/2006/main">
            <a:off x="3505200" y="1847850"/>
            <a:ext cx="259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우선 축</a:t>
            </a:r>
          </a:p>
        </p:txBody>
      </p:sp>
      <p:sp>
        <p:nvSpPr>
          <p:cNvPr id="11" name="">
            <a:extLst xmlns:a="http://schemas.openxmlformats.org/drawingml/2006/main">
              <a:ext uri="{FF2B5EF4-FFF2-40B4-BE49-F238E27FC236}">
                <a16:creationId xmlns:a16="http://schemas.microsoft.com/office/drawing/2014/main" id="{F6F57776-800A-422B-9DF8-778CEE378DF1}"/>
              </a:ext>
            </a:extLst>
          </p:cNvPr>
          <p:cNvSpPr>
            <a:spLocks xmlns:a="http://schemas.openxmlformats.org/drawingml/2006/main" noGrp="1"/>
          </p:cNvSpPr>
          <p:nvPr/>
        </p:nvSpPr>
        <p:spPr>
          <a:xfrm xmlns:a="http://schemas.openxmlformats.org/drawingml/2006/main" rot="0">
            <a:off x="6229350" y="1847850"/>
            <a:ext cx="5353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B57C0C29-AB1E-497C-9EB6-6811CDDA1C6D}"/>
              </a:ext>
            </a:extLst>
          </p:cNvPr>
          <p:cNvSpPr>
            <a:spLocks xmlns:a="http://schemas.openxmlformats.org/drawingml/2006/main" noGrp="1"/>
          </p:cNvSpPr>
          <p:nvPr/>
        </p:nvSpPr>
        <p:spPr>
          <a:xfrm xmlns:a="http://schemas.openxmlformats.org/drawingml/2006/main">
            <a:off x="6362700" y="1847850"/>
            <a:ext cx="5086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 선택 기준</a:t>
            </a:r>
          </a:p>
        </p:txBody>
      </p:sp>
      <p:sp>
        <p:nvSpPr>
          <p:cNvPr id="13" name="">
            <a:extLst xmlns:a="http://schemas.openxmlformats.org/drawingml/2006/main">
              <a:ext uri="{FF2B5EF4-FFF2-40B4-BE49-F238E27FC236}">
                <a16:creationId xmlns:a16="http://schemas.microsoft.com/office/drawing/2014/main" id="{931E1E4C-193D-4745-9E0E-94CF3F162833}"/>
              </a:ext>
            </a:extLst>
          </p:cNvPr>
          <p:cNvSpPr>
            <a:spLocks xmlns:a="http://schemas.openxmlformats.org/drawingml/2006/main" noGrp="1"/>
          </p:cNvSpPr>
          <p:nvPr/>
        </p:nvSpPr>
        <p:spPr>
          <a:xfrm xmlns:a="http://schemas.openxmlformats.org/drawingml/2006/main" rot="0">
            <a:off x="609600" y="2362200"/>
            <a:ext cx="27622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AEDF9AA8-7BE3-4CBD-8612-2701532E42E7}"/>
              </a:ext>
            </a:extLst>
          </p:cNvPr>
          <p:cNvSpPr>
            <a:spLocks xmlns:a="http://schemas.openxmlformats.org/drawingml/2006/main" noGrp="1"/>
          </p:cNvSpPr>
          <p:nvPr/>
        </p:nvSpPr>
        <p:spPr>
          <a:xfrm xmlns:a="http://schemas.openxmlformats.org/drawingml/2006/main">
            <a:off x="742950" y="23622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짧은 분류</a:t>
            </a:r>
          </a:p>
        </p:txBody>
      </p:sp>
      <p:sp>
        <p:nvSpPr>
          <p:cNvPr id="15" name="">
            <a:extLst xmlns:a="http://schemas.openxmlformats.org/drawingml/2006/main">
              <a:ext uri="{FF2B5EF4-FFF2-40B4-BE49-F238E27FC236}">
                <a16:creationId xmlns:a16="http://schemas.microsoft.com/office/drawing/2014/main" id="{B32AFFD6-0958-4EE0-A5A5-879E2D832FCB}"/>
              </a:ext>
            </a:extLst>
          </p:cNvPr>
          <p:cNvSpPr>
            <a:spLocks xmlns:a="http://schemas.openxmlformats.org/drawingml/2006/main" noGrp="1"/>
          </p:cNvSpPr>
          <p:nvPr/>
        </p:nvSpPr>
        <p:spPr>
          <a:xfrm xmlns:a="http://schemas.openxmlformats.org/drawingml/2006/main" rot="0">
            <a:off x="3371850" y="2362200"/>
            <a:ext cx="285750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196B979A-DE69-418E-B1D8-606E70FE0407}"/>
              </a:ext>
            </a:extLst>
          </p:cNvPr>
          <p:cNvSpPr>
            <a:spLocks xmlns:a="http://schemas.openxmlformats.org/drawingml/2006/main" noGrp="1"/>
          </p:cNvSpPr>
          <p:nvPr/>
        </p:nvSpPr>
        <p:spPr>
          <a:xfrm xmlns:a="http://schemas.openxmlformats.org/drawingml/2006/main">
            <a:off x="3505200" y="23622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지연 · 비용</a:t>
            </a:r>
          </a:p>
        </p:txBody>
      </p:sp>
      <p:sp>
        <p:nvSpPr>
          <p:cNvPr id="17" name="">
            <a:extLst xmlns:a="http://schemas.openxmlformats.org/drawingml/2006/main">
              <a:ext uri="{FF2B5EF4-FFF2-40B4-BE49-F238E27FC236}">
                <a16:creationId xmlns:a16="http://schemas.microsoft.com/office/drawing/2014/main" id="{8BE8DE0B-2188-4760-9A73-9A94F61C300C}"/>
              </a:ext>
            </a:extLst>
          </p:cNvPr>
          <p:cNvSpPr>
            <a:spLocks xmlns:a="http://schemas.openxmlformats.org/drawingml/2006/main" noGrp="1"/>
          </p:cNvSpPr>
          <p:nvPr/>
        </p:nvSpPr>
        <p:spPr>
          <a:xfrm xmlns:a="http://schemas.openxmlformats.org/drawingml/2006/main" rot="0">
            <a:off x="6229350" y="2362200"/>
            <a:ext cx="53530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8" name="">
            <a:extLst xmlns:a="http://schemas.openxmlformats.org/drawingml/2006/main">
              <a:ext uri="{FF2B5EF4-FFF2-40B4-BE49-F238E27FC236}">
                <a16:creationId xmlns:a16="http://schemas.microsoft.com/office/drawing/2014/main" id="{27A539C7-C99B-4CD8-BCEB-B5372A895888}"/>
              </a:ext>
            </a:extLst>
          </p:cNvPr>
          <p:cNvSpPr>
            <a:spLocks xmlns:a="http://schemas.openxmlformats.org/drawingml/2006/main" noGrp="1"/>
          </p:cNvSpPr>
          <p:nvPr/>
        </p:nvSpPr>
        <p:spPr>
          <a:xfrm xmlns:a="http://schemas.openxmlformats.org/drawingml/2006/main">
            <a:off x="6362700" y="23622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작은 모델 · 짧은 제한시간 · 일괄 처리</a:t>
            </a:r>
          </a:p>
        </p:txBody>
      </p:sp>
      <p:sp>
        <p:nvSpPr>
          <p:cNvPr id="19" name="">
            <a:extLst xmlns:a="http://schemas.openxmlformats.org/drawingml/2006/main">
              <a:ext uri="{FF2B5EF4-FFF2-40B4-BE49-F238E27FC236}">
                <a16:creationId xmlns:a16="http://schemas.microsoft.com/office/drawing/2014/main" id="{4199B74E-5ACB-4135-880D-250039E9DB81}"/>
              </a:ext>
            </a:extLst>
          </p:cNvPr>
          <p:cNvSpPr>
            <a:spLocks xmlns:a="http://schemas.openxmlformats.org/drawingml/2006/main" noGrp="1"/>
          </p:cNvSpPr>
          <p:nvPr/>
        </p:nvSpPr>
        <p:spPr>
          <a:xfrm xmlns:a="http://schemas.openxmlformats.org/drawingml/2006/main" rot="0">
            <a:off x="609600" y="3200400"/>
            <a:ext cx="27622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0E791623-7196-4F55-A4C9-AF972CCF767F}"/>
              </a:ext>
            </a:extLst>
          </p:cNvPr>
          <p:cNvSpPr>
            <a:spLocks xmlns:a="http://schemas.openxmlformats.org/drawingml/2006/main" noGrp="1"/>
          </p:cNvSpPr>
          <p:nvPr/>
        </p:nvSpPr>
        <p:spPr>
          <a:xfrm xmlns:a="http://schemas.openxmlformats.org/drawingml/2006/main">
            <a:off x="742950" y="32004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근거형 답변</a:t>
            </a:r>
          </a:p>
        </p:txBody>
      </p:sp>
      <p:sp>
        <p:nvSpPr>
          <p:cNvPr id="21" name="">
            <a:extLst xmlns:a="http://schemas.openxmlformats.org/drawingml/2006/main">
              <a:ext uri="{FF2B5EF4-FFF2-40B4-BE49-F238E27FC236}">
                <a16:creationId xmlns:a16="http://schemas.microsoft.com/office/drawing/2014/main" id="{F24B1724-EC1B-4DA5-B2B8-F4EDB1FF33A7}"/>
              </a:ext>
            </a:extLst>
          </p:cNvPr>
          <p:cNvSpPr>
            <a:spLocks xmlns:a="http://schemas.openxmlformats.org/drawingml/2006/main" noGrp="1"/>
          </p:cNvSpPr>
          <p:nvPr/>
        </p:nvSpPr>
        <p:spPr>
          <a:xfrm xmlns:a="http://schemas.openxmlformats.org/drawingml/2006/main" rot="0">
            <a:off x="3371850" y="3200400"/>
            <a:ext cx="285750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2CA6410B-6DF0-4406-B26E-F5072D16E054}"/>
              </a:ext>
            </a:extLst>
          </p:cNvPr>
          <p:cNvSpPr>
            <a:spLocks xmlns:a="http://schemas.openxmlformats.org/drawingml/2006/main" noGrp="1"/>
          </p:cNvSpPr>
          <p:nvPr/>
        </p:nvSpPr>
        <p:spPr>
          <a:xfrm xmlns:a="http://schemas.openxmlformats.org/drawingml/2006/main">
            <a:off x="3505200" y="32004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품질 · 안전</a:t>
            </a:r>
          </a:p>
        </p:txBody>
      </p:sp>
      <p:sp>
        <p:nvSpPr>
          <p:cNvPr id="23" name="">
            <a:extLst xmlns:a="http://schemas.openxmlformats.org/drawingml/2006/main">
              <a:ext uri="{FF2B5EF4-FFF2-40B4-BE49-F238E27FC236}">
                <a16:creationId xmlns:a16="http://schemas.microsoft.com/office/drawing/2014/main" id="{CEED4BC2-FE0C-4F0E-A1CF-466D5EC4A139}"/>
              </a:ext>
            </a:extLst>
          </p:cNvPr>
          <p:cNvSpPr>
            <a:spLocks xmlns:a="http://schemas.openxmlformats.org/drawingml/2006/main" noGrp="1"/>
          </p:cNvSpPr>
          <p:nvPr/>
        </p:nvSpPr>
        <p:spPr>
          <a:xfrm xmlns:a="http://schemas.openxmlformats.org/drawingml/2006/main" rot="0">
            <a:off x="6229350" y="3200400"/>
            <a:ext cx="53530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DC1D5C3D-967A-4112-809F-AFC57CFF674C}"/>
              </a:ext>
            </a:extLst>
          </p:cNvPr>
          <p:cNvSpPr>
            <a:spLocks xmlns:a="http://schemas.openxmlformats.org/drawingml/2006/main" noGrp="1"/>
          </p:cNvSpPr>
          <p:nvPr/>
        </p:nvSpPr>
        <p:spPr>
          <a:xfrm xmlns:a="http://schemas.openxmlformats.org/drawingml/2006/main">
            <a:off x="6362700" y="32004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검색 증강 생성 · 인용 · 보호 정책</a:t>
            </a:r>
          </a:p>
        </p:txBody>
      </p:sp>
      <p:sp>
        <p:nvSpPr>
          <p:cNvPr id="25" name="">
            <a:extLst xmlns:a="http://schemas.openxmlformats.org/drawingml/2006/main">
              <a:ext uri="{FF2B5EF4-FFF2-40B4-BE49-F238E27FC236}">
                <a16:creationId xmlns:a16="http://schemas.microsoft.com/office/drawing/2014/main" id="{97CCC085-DB86-4318-B1D3-3BD701376D07}"/>
              </a:ext>
            </a:extLst>
          </p:cNvPr>
          <p:cNvSpPr>
            <a:spLocks xmlns:a="http://schemas.openxmlformats.org/drawingml/2006/main" noGrp="1"/>
          </p:cNvSpPr>
          <p:nvPr/>
        </p:nvSpPr>
        <p:spPr>
          <a:xfrm xmlns:a="http://schemas.openxmlformats.org/drawingml/2006/main" rot="0">
            <a:off x="609600" y="4038600"/>
            <a:ext cx="27622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6" name="">
            <a:extLst xmlns:a="http://schemas.openxmlformats.org/drawingml/2006/main">
              <a:ext uri="{FF2B5EF4-FFF2-40B4-BE49-F238E27FC236}">
                <a16:creationId xmlns:a16="http://schemas.microsoft.com/office/drawing/2014/main" id="{B21DA848-81AA-4E04-B75E-FA7281D14454}"/>
              </a:ext>
            </a:extLst>
          </p:cNvPr>
          <p:cNvSpPr>
            <a:spLocks xmlns:a="http://schemas.openxmlformats.org/drawingml/2006/main" noGrp="1"/>
          </p:cNvSpPr>
          <p:nvPr/>
        </p:nvSpPr>
        <p:spPr>
          <a:xfrm xmlns:a="http://schemas.openxmlformats.org/drawingml/2006/main">
            <a:off x="742950" y="40386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복잡한 추론</a:t>
            </a:r>
          </a:p>
        </p:txBody>
      </p:sp>
      <p:sp>
        <p:nvSpPr>
          <p:cNvPr id="27" name="">
            <a:extLst xmlns:a="http://schemas.openxmlformats.org/drawingml/2006/main">
              <a:ext uri="{FF2B5EF4-FFF2-40B4-BE49-F238E27FC236}">
                <a16:creationId xmlns:a16="http://schemas.microsoft.com/office/drawing/2014/main" id="{27208762-AC61-4177-B169-0227AAABE488}"/>
              </a:ext>
            </a:extLst>
          </p:cNvPr>
          <p:cNvSpPr>
            <a:spLocks xmlns:a="http://schemas.openxmlformats.org/drawingml/2006/main" noGrp="1"/>
          </p:cNvSpPr>
          <p:nvPr/>
        </p:nvSpPr>
        <p:spPr>
          <a:xfrm xmlns:a="http://schemas.openxmlformats.org/drawingml/2006/main" rot="0">
            <a:off x="3371850" y="4038600"/>
            <a:ext cx="285750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FB9B25FD-7C3C-48A0-84F6-E4AAA1AF4AAB}"/>
              </a:ext>
            </a:extLst>
          </p:cNvPr>
          <p:cNvSpPr>
            <a:spLocks xmlns:a="http://schemas.openxmlformats.org/drawingml/2006/main" noGrp="1"/>
          </p:cNvSpPr>
          <p:nvPr/>
        </p:nvSpPr>
        <p:spPr>
          <a:xfrm xmlns:a="http://schemas.openxmlformats.org/drawingml/2006/main">
            <a:off x="3505200" y="40386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품질 · 토큰</a:t>
            </a:r>
          </a:p>
        </p:txBody>
      </p:sp>
      <p:sp>
        <p:nvSpPr>
          <p:cNvPr id="29" name="">
            <a:extLst xmlns:a="http://schemas.openxmlformats.org/drawingml/2006/main">
              <a:ext uri="{FF2B5EF4-FFF2-40B4-BE49-F238E27FC236}">
                <a16:creationId xmlns:a16="http://schemas.microsoft.com/office/drawing/2014/main" id="{4C117D33-3C8D-4524-AD6C-EC5AAC14E9C2}"/>
              </a:ext>
            </a:extLst>
          </p:cNvPr>
          <p:cNvSpPr>
            <a:spLocks xmlns:a="http://schemas.openxmlformats.org/drawingml/2006/main" noGrp="1"/>
          </p:cNvSpPr>
          <p:nvPr/>
        </p:nvSpPr>
        <p:spPr>
          <a:xfrm xmlns:a="http://schemas.openxmlformats.org/drawingml/2006/main" rot="0">
            <a:off x="6229350" y="4038600"/>
            <a:ext cx="5353050" cy="8382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30" name="">
            <a:extLst xmlns:a="http://schemas.openxmlformats.org/drawingml/2006/main">
              <a:ext uri="{FF2B5EF4-FFF2-40B4-BE49-F238E27FC236}">
                <a16:creationId xmlns:a16="http://schemas.microsoft.com/office/drawing/2014/main" id="{397CC18B-921E-472D-8934-A6F57EFA4A07}"/>
              </a:ext>
            </a:extLst>
          </p:cNvPr>
          <p:cNvSpPr>
            <a:spLocks xmlns:a="http://schemas.openxmlformats.org/drawingml/2006/main" noGrp="1"/>
          </p:cNvSpPr>
          <p:nvPr/>
        </p:nvSpPr>
        <p:spPr>
          <a:xfrm xmlns:a="http://schemas.openxmlformats.org/drawingml/2006/main">
            <a:off x="6362700" y="40386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긴 맥락 · 상위 모델 · 예산</a:t>
            </a:r>
          </a:p>
        </p:txBody>
      </p:sp>
      <p:sp>
        <p:nvSpPr>
          <p:cNvPr id="31" name="">
            <a:extLst xmlns:a="http://schemas.openxmlformats.org/drawingml/2006/main">
              <a:ext uri="{FF2B5EF4-FFF2-40B4-BE49-F238E27FC236}">
                <a16:creationId xmlns:a16="http://schemas.microsoft.com/office/drawing/2014/main" id="{7DA2A276-F731-426E-ACCE-DE07F8F65034}"/>
              </a:ext>
            </a:extLst>
          </p:cNvPr>
          <p:cNvSpPr>
            <a:spLocks xmlns:a="http://schemas.openxmlformats.org/drawingml/2006/main" noGrp="1"/>
          </p:cNvSpPr>
          <p:nvPr/>
        </p:nvSpPr>
        <p:spPr>
          <a:xfrm xmlns:a="http://schemas.openxmlformats.org/drawingml/2006/main" rot="0">
            <a:off x="609600" y="4876800"/>
            <a:ext cx="27622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2" name="">
            <a:extLst xmlns:a="http://schemas.openxmlformats.org/drawingml/2006/main">
              <a:ext uri="{FF2B5EF4-FFF2-40B4-BE49-F238E27FC236}">
                <a16:creationId xmlns:a16="http://schemas.microsoft.com/office/drawing/2014/main" id="{8FBDF9D9-8B0E-4364-8237-AC41C9BF4C90}"/>
              </a:ext>
            </a:extLst>
          </p:cNvPr>
          <p:cNvSpPr>
            <a:spLocks xmlns:a="http://schemas.openxmlformats.org/drawingml/2006/main" noGrp="1"/>
          </p:cNvSpPr>
          <p:nvPr/>
        </p:nvSpPr>
        <p:spPr>
          <a:xfrm xmlns:a="http://schemas.openxmlformats.org/drawingml/2006/main">
            <a:off x="742950" y="4876800"/>
            <a:ext cx="2495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민감 데이터</a:t>
            </a:r>
          </a:p>
        </p:txBody>
      </p:sp>
      <p:sp>
        <p:nvSpPr>
          <p:cNvPr id="33" name="">
            <a:extLst xmlns:a="http://schemas.openxmlformats.org/drawingml/2006/main">
              <a:ext uri="{FF2B5EF4-FFF2-40B4-BE49-F238E27FC236}">
                <a16:creationId xmlns:a16="http://schemas.microsoft.com/office/drawing/2014/main" id="{DEAAD772-E408-4F4A-ADD5-46AF735D90CC}"/>
              </a:ext>
            </a:extLst>
          </p:cNvPr>
          <p:cNvSpPr>
            <a:spLocks xmlns:a="http://schemas.openxmlformats.org/drawingml/2006/main" noGrp="1"/>
          </p:cNvSpPr>
          <p:nvPr/>
        </p:nvSpPr>
        <p:spPr>
          <a:xfrm xmlns:a="http://schemas.openxmlformats.org/drawingml/2006/main" rot="0">
            <a:off x="3371850" y="4876800"/>
            <a:ext cx="285750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4" name="">
            <a:extLst xmlns:a="http://schemas.openxmlformats.org/drawingml/2006/main">
              <a:ext uri="{FF2B5EF4-FFF2-40B4-BE49-F238E27FC236}">
                <a16:creationId xmlns:a16="http://schemas.microsoft.com/office/drawing/2014/main" id="{954EBBEA-B66C-43A9-BC2B-A3A71FEAE79A}"/>
              </a:ext>
            </a:extLst>
          </p:cNvPr>
          <p:cNvSpPr>
            <a:spLocks xmlns:a="http://schemas.openxmlformats.org/drawingml/2006/main" noGrp="1"/>
          </p:cNvSpPr>
          <p:nvPr/>
        </p:nvSpPr>
        <p:spPr>
          <a:xfrm xmlns:a="http://schemas.openxmlformats.org/drawingml/2006/main">
            <a:off x="3505200" y="487680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권한 · 위치</a:t>
            </a:r>
          </a:p>
        </p:txBody>
      </p:sp>
      <p:sp>
        <p:nvSpPr>
          <p:cNvPr id="35" name="">
            <a:extLst xmlns:a="http://schemas.openxmlformats.org/drawingml/2006/main">
              <a:ext uri="{FF2B5EF4-FFF2-40B4-BE49-F238E27FC236}">
                <a16:creationId xmlns:a16="http://schemas.microsoft.com/office/drawing/2014/main" id="{B938D1F9-5174-478B-A251-8ED09DEC1D01}"/>
              </a:ext>
            </a:extLst>
          </p:cNvPr>
          <p:cNvSpPr>
            <a:spLocks xmlns:a="http://schemas.openxmlformats.org/drawingml/2006/main" noGrp="1"/>
          </p:cNvSpPr>
          <p:nvPr/>
        </p:nvSpPr>
        <p:spPr>
          <a:xfrm xmlns:a="http://schemas.openxmlformats.org/drawingml/2006/main" rot="0">
            <a:off x="6229350" y="4876800"/>
            <a:ext cx="5353050" cy="83820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sp>
        <p:nvSpPr>
          <p:cNvPr id="36" name="">
            <a:extLst xmlns:a="http://schemas.openxmlformats.org/drawingml/2006/main">
              <a:ext uri="{FF2B5EF4-FFF2-40B4-BE49-F238E27FC236}">
                <a16:creationId xmlns:a16="http://schemas.microsoft.com/office/drawing/2014/main" id="{D7A72F26-91F4-4CF3-98D2-3A160CA7263D}"/>
              </a:ext>
            </a:extLst>
          </p:cNvPr>
          <p:cNvSpPr>
            <a:spLocks xmlns:a="http://schemas.openxmlformats.org/drawingml/2006/main" noGrp="1"/>
          </p:cNvSpPr>
          <p:nvPr/>
        </p:nvSpPr>
        <p:spPr>
          <a:xfrm xmlns:a="http://schemas.openxmlformats.org/drawingml/2006/main">
            <a:off x="6362700" y="4876800"/>
            <a:ext cx="5086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로컬·사설망 · 로그 정책 · 마스킹</a:t>
            </a:r>
          </a:p>
        </p:txBody>
      </p:sp>
    </p:spTree>
    <p:extLst>
      <p:ext uri="{BB962C8B-B14F-4D97-AF65-F5344CB8AC3E}">
        <p14:creationId xmlns:p14="http://schemas.microsoft.com/office/powerpoint/2010/main" val="355442320"/>
      </p:ext>
    </p:extLst>
  </p:cSld>
</p:sld>
</file>

<file path=ppt/slides/slide3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EAD1CAF-C8DD-49D1-89ED-157E7725286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0F4C6075-6679-46E4-B2ED-92BFC2DAB92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39</a:t>
            </a:r>
          </a:p>
        </p:txBody>
      </p:sp>
      <p:sp>
        <p:nvSpPr>
          <p:cNvPr id="3" name="">
            <a:extLst xmlns:a="http://schemas.openxmlformats.org/drawingml/2006/main">
              <a:ext uri="{FF2B5EF4-FFF2-40B4-BE49-F238E27FC236}">
                <a16:creationId xmlns:a16="http://schemas.microsoft.com/office/drawing/2014/main" id="{3D58C690-5689-49E8-92EA-02B8D2932F8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28818461-CA79-4CA6-8C18-176233DB957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028694B-6D37-40F0-A287-F8A076B0550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639FA51-A229-45B3-A835-B20E18DCDD7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지도 미세조정(SFT)의 학습 흐름</a:t>
            </a:r>
          </a:p>
        </p:txBody>
      </p:sp>
      <p:sp>
        <p:nvSpPr>
          <p:cNvPr id="7" name="">
            <a:extLst xmlns:a="http://schemas.openxmlformats.org/drawingml/2006/main">
              <a:ext uri="{FF2B5EF4-FFF2-40B4-BE49-F238E27FC236}">
                <a16:creationId xmlns:a16="http://schemas.microsoft.com/office/drawing/2014/main" id="{F065FE20-0D26-4302-AEBD-5464394B1902}"/>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8734DF97-6ADE-46B7-A0B8-263CF8CCAE41}"/>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과업</a:t>
            </a:r>
          </a:p>
        </p:txBody>
      </p:sp>
      <p:sp>
        <p:nvSpPr>
          <p:cNvPr id="9" name="">
            <a:extLst xmlns:a="http://schemas.openxmlformats.org/drawingml/2006/main">
              <a:ext uri="{FF2B5EF4-FFF2-40B4-BE49-F238E27FC236}">
                <a16:creationId xmlns:a16="http://schemas.microsoft.com/office/drawing/2014/main" id="{8CE1F935-91C9-472C-9C10-B5D6684B46BF}"/>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반복 행동</a:t>
            </a:r>
          </a:p>
        </p:txBody>
      </p:sp>
      <p:sp>
        <p:nvSpPr>
          <p:cNvPr id="10" name="">
            <a:extLst xmlns:a="http://schemas.openxmlformats.org/drawingml/2006/main">
              <a:ext uri="{FF2B5EF4-FFF2-40B4-BE49-F238E27FC236}">
                <a16:creationId xmlns:a16="http://schemas.microsoft.com/office/drawing/2014/main" id="{2820B95C-B211-438B-BA05-BFDFF302F3B6}"/>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C7524774-37E2-41A6-A3AF-3E8C4E9307E2}"/>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CBD62BDE-4FC1-4A09-8DC1-FBEBDB35CF3C}"/>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예시</a:t>
            </a:r>
          </a:p>
        </p:txBody>
      </p:sp>
      <p:sp>
        <p:nvSpPr>
          <p:cNvPr id="13" name="">
            <a:extLst xmlns:a="http://schemas.openxmlformats.org/drawingml/2006/main">
              <a:ext uri="{FF2B5EF4-FFF2-40B4-BE49-F238E27FC236}">
                <a16:creationId xmlns:a16="http://schemas.microsoft.com/office/drawing/2014/main" id="{75C0A69D-642C-4151-A505-FDDC5E828B52}"/>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좋은 입출력</a:t>
            </a:r>
          </a:p>
        </p:txBody>
      </p:sp>
      <p:sp>
        <p:nvSpPr>
          <p:cNvPr id="14" name="">
            <a:extLst xmlns:a="http://schemas.openxmlformats.org/drawingml/2006/main">
              <a:ext uri="{FF2B5EF4-FFF2-40B4-BE49-F238E27FC236}">
                <a16:creationId xmlns:a16="http://schemas.microsoft.com/office/drawing/2014/main" id="{8489CBBE-55EC-4E22-87CC-777AD52FB1B6}"/>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AA047924-9CEA-4D16-AF12-82328620CA04}"/>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80DFE2B0-B791-4AD0-BD8C-6919FD729C7D}"/>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손실</a:t>
            </a:r>
          </a:p>
        </p:txBody>
      </p:sp>
      <p:sp>
        <p:nvSpPr>
          <p:cNvPr id="17" name="">
            <a:extLst xmlns:a="http://schemas.openxmlformats.org/drawingml/2006/main">
              <a:ext uri="{FF2B5EF4-FFF2-40B4-BE49-F238E27FC236}">
                <a16:creationId xmlns:a16="http://schemas.microsoft.com/office/drawing/2014/main" id="{F9AED995-37CD-4D12-A43B-D189F3A04D26}"/>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정답 토큰</a:t>
            </a:r>
          </a:p>
        </p:txBody>
      </p:sp>
      <p:sp>
        <p:nvSpPr>
          <p:cNvPr id="18" name="">
            <a:extLst xmlns:a="http://schemas.openxmlformats.org/drawingml/2006/main">
              <a:ext uri="{FF2B5EF4-FFF2-40B4-BE49-F238E27FC236}">
                <a16:creationId xmlns:a16="http://schemas.microsoft.com/office/drawing/2014/main" id="{56FF5AD3-D4FF-4296-AAE2-25275E464B8A}"/>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9E9E7554-1131-423D-A11B-DD05C479DBD8}"/>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EB8F897-5819-41F0-BC2F-A49DC7C0A904}"/>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갱신</a:t>
            </a:r>
          </a:p>
        </p:txBody>
      </p:sp>
      <p:sp>
        <p:nvSpPr>
          <p:cNvPr id="21" name="">
            <a:extLst xmlns:a="http://schemas.openxmlformats.org/drawingml/2006/main">
              <a:ext uri="{FF2B5EF4-FFF2-40B4-BE49-F238E27FC236}">
                <a16:creationId xmlns:a16="http://schemas.microsoft.com/office/drawing/2014/main" id="{EC6F7717-90CF-4CF8-B3DB-3F180812C7B4}"/>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모델 행동</a:t>
            </a:r>
          </a:p>
        </p:txBody>
      </p:sp>
      <p:sp>
        <p:nvSpPr>
          <p:cNvPr id="22" name="">
            <a:extLst xmlns:a="http://schemas.openxmlformats.org/drawingml/2006/main">
              <a:ext uri="{FF2B5EF4-FFF2-40B4-BE49-F238E27FC236}">
                <a16:creationId xmlns:a16="http://schemas.microsoft.com/office/drawing/2014/main" id="{F1F7A5DC-532C-4228-ACC6-0722A2B4B278}"/>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667085"/>
                </a:solidFill>
                <a:latin typeface="Menlo"/>
                <a:ea typeface="Menlo"/>
                <a:cs typeface="Menlo"/>
              </a:defRPr>
            </a:pPr>
            <a:r>
              <a:rPr sz="1500" b="1">
                <a:solidFill>
                  <a:srgbClr val="667085"/>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69027D96-2261-489B-B024-BEE53E8A21AE}"/>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4E46360C-AB0B-4904-A27B-2FD36684285C}"/>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평가</a:t>
            </a:r>
          </a:p>
        </p:txBody>
      </p:sp>
      <p:sp>
        <p:nvSpPr>
          <p:cNvPr id="25" name="">
            <a:extLst xmlns:a="http://schemas.openxmlformats.org/drawingml/2006/main">
              <a:ext uri="{FF2B5EF4-FFF2-40B4-BE49-F238E27FC236}">
                <a16:creationId xmlns:a16="http://schemas.microsoft.com/office/drawing/2014/main" id="{056DD588-0BB8-46E0-AB1B-4F03E24CCBCC}"/>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분리 검증셋</a:t>
            </a:r>
          </a:p>
        </p:txBody>
      </p:sp>
      <p:sp>
        <p:nvSpPr>
          <p:cNvPr id="26" name="">
            <a:extLst xmlns:a="http://schemas.openxmlformats.org/drawingml/2006/main">
              <a:ext uri="{FF2B5EF4-FFF2-40B4-BE49-F238E27FC236}">
                <a16:creationId xmlns:a16="http://schemas.microsoft.com/office/drawing/2014/main" id="{6120A5D3-C0D3-4B5D-A5BA-CFD24E47C9A9}"/>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지도 미세조정(Supervised Fine-Tuning, SFT) · 반복 행동을 좋은 예시로 적응</a:t>
            </a:r>
          </a:p>
        </p:txBody>
      </p:sp>
    </p:spTree>
    <p:extLst>
      <p:ext uri="{BB962C8B-B14F-4D97-AF65-F5344CB8AC3E}">
        <p14:creationId xmlns:p14="http://schemas.microsoft.com/office/powerpoint/2010/main" val="648135219"/>
      </p:ext>
    </p:extLst>
  </p:cSld>
</p:sld>
</file>

<file path=ppt/slides/slide4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910209D-4C36-4CE2-8CD0-C3F193A89C0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E59830E5-3593-4AC4-8D2D-F899939B419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40</a:t>
            </a:r>
          </a:p>
        </p:txBody>
      </p:sp>
      <p:sp>
        <p:nvSpPr>
          <p:cNvPr id="3" name="">
            <a:extLst xmlns:a="http://schemas.openxmlformats.org/drawingml/2006/main">
              <a:ext uri="{FF2B5EF4-FFF2-40B4-BE49-F238E27FC236}">
                <a16:creationId xmlns:a16="http://schemas.microsoft.com/office/drawing/2014/main" id="{5B720B73-662E-49B0-807F-76863CB8AD6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BA4F77B2-F789-4DAB-BE1A-50810DEEBFA2}"/>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76E6448-B7C5-43B0-BB07-4E3D0837063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D8FE27F-C6E2-490E-BFE6-2AFF4CBED9C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SFT 학습 데이터의 필수 구성</a:t>
            </a:r>
          </a:p>
        </p:txBody>
      </p:sp>
      <p:sp>
        <p:nvSpPr>
          <p:cNvPr id="7" name="">
            <a:extLst xmlns:a="http://schemas.openxmlformats.org/drawingml/2006/main">
              <a:ext uri="{FF2B5EF4-FFF2-40B4-BE49-F238E27FC236}">
                <a16:creationId xmlns:a16="http://schemas.microsoft.com/office/drawing/2014/main" id="{6D27A92C-4665-4912-9E98-FB5F176D3894}"/>
              </a:ext>
            </a:extLst>
          </p:cNvPr>
          <p:cNvSpPr>
            <a:spLocks xmlns:a="http://schemas.openxmlformats.org/drawingml/2006/main" noGrp="1"/>
          </p:cNvSpPr>
          <p:nvPr/>
        </p:nvSpPr>
        <p:spPr>
          <a:xfrm xmlns:a="http://schemas.openxmlformats.org/drawingml/2006/main">
            <a:off x="609600" y="18097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81BADBDE-64DE-4C5C-95A2-F2A84E5FE5A7}"/>
              </a:ext>
            </a:extLst>
          </p:cNvPr>
          <p:cNvSpPr>
            <a:spLocks xmlns:a="http://schemas.openxmlformats.org/drawingml/2006/main" noGrp="1"/>
          </p:cNvSpPr>
          <p:nvPr/>
        </p:nvSpPr>
        <p:spPr>
          <a:xfrm xmlns:a="http://schemas.openxmlformats.org/drawingml/2006/main">
            <a:off x="609600" y="2381250"/>
            <a:ext cx="3009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FFFFFF"/>
                </a:solidFill>
                <a:latin typeface="Menlo"/>
                <a:ea typeface="Menlo"/>
                <a:cs typeface="Menlo"/>
              </a:defRPr>
            </a:pPr>
            <a:r>
              <a:rPr sz="1875" b="1">
                <a:solidFill>
                  <a:srgbClr val="FFFFFF"/>
                </a:solidFill>
                <a:latin typeface="Menlo"/>
                <a:ea typeface="Menlo"/>
                <a:cs typeface="Menlo"/>
              </a:rPr>
              <a:t>지시</a:t>
            </a:r>
          </a:p>
        </p:txBody>
      </p:sp>
      <p:sp>
        <p:nvSpPr>
          <p:cNvPr id="9" name="">
            <a:extLst xmlns:a="http://schemas.openxmlformats.org/drawingml/2006/main">
              <a:ext uri="{FF2B5EF4-FFF2-40B4-BE49-F238E27FC236}">
                <a16:creationId xmlns:a16="http://schemas.microsoft.com/office/drawing/2014/main" id="{8F1DB5BC-D2C4-4F6B-93DC-204603CE151E}"/>
              </a:ext>
            </a:extLst>
          </p:cNvPr>
          <p:cNvSpPr>
            <a:spLocks xmlns:a="http://schemas.openxmlformats.org/drawingml/2006/main" noGrp="1"/>
          </p:cNvSpPr>
          <p:nvPr/>
        </p:nvSpPr>
        <p:spPr>
          <a:xfrm xmlns:a="http://schemas.openxmlformats.org/drawingml/2006/main" rot="0">
            <a:off x="609600" y="3067050"/>
            <a:ext cx="3009900" cy="19621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1AD7C15C-9493-47F9-9B07-4ECA0CD059A4}"/>
              </a:ext>
            </a:extLst>
          </p:cNvPr>
          <p:cNvSpPr>
            <a:spLocks xmlns:a="http://schemas.openxmlformats.org/drawingml/2006/main" noGrp="1"/>
          </p:cNvSpPr>
          <p:nvPr/>
        </p:nvSpPr>
        <p:spPr>
          <a:xfrm xmlns:a="http://schemas.openxmlformats.org/drawingml/2006/main">
            <a:off x="819150" y="3295650"/>
            <a:ext cx="25908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고객 피드백에서</a:t>
            </a:r>
          </a:p>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핵심 신호·마찰·다음 행동 추출</a:t>
            </a:r>
          </a:p>
        </p:txBody>
      </p:sp>
      <p:sp>
        <p:nvSpPr>
          <p:cNvPr id="11" name="">
            <a:extLst xmlns:a="http://schemas.openxmlformats.org/drawingml/2006/main">
              <a:ext uri="{FF2B5EF4-FFF2-40B4-BE49-F238E27FC236}">
                <a16:creationId xmlns:a16="http://schemas.microsoft.com/office/drawing/2014/main" id="{BB809859-E8CD-48FB-8626-7F4E21193713}"/>
              </a:ext>
            </a:extLst>
          </p:cNvPr>
          <p:cNvSpPr>
            <a:spLocks xmlns:a="http://schemas.openxmlformats.org/drawingml/2006/main" noGrp="1"/>
          </p:cNvSpPr>
          <p:nvPr/>
        </p:nvSpPr>
        <p:spPr>
          <a:xfrm xmlns:a="http://schemas.openxmlformats.org/drawingml/2006/main">
            <a:off x="3619500" y="3733800"/>
            <a:ext cx="457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4DD69BAF-A895-491E-957E-FE2DEF48F6CE}"/>
              </a:ext>
            </a:extLst>
          </p:cNvPr>
          <p:cNvSpPr>
            <a:spLocks xmlns:a="http://schemas.openxmlformats.org/drawingml/2006/main" noGrp="1"/>
          </p:cNvSpPr>
          <p:nvPr/>
        </p:nvSpPr>
        <p:spPr>
          <a:xfrm xmlns:a="http://schemas.openxmlformats.org/drawingml/2006/main">
            <a:off x="4076700" y="1809750"/>
            <a:ext cx="403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2563EB"/>
                </a:solidFill>
                <a:latin typeface="Menlo"/>
                <a:ea typeface="Menlo"/>
                <a:cs typeface="Menlo"/>
              </a:defRPr>
            </a:pPr>
            <a:r>
              <a:rPr sz="2100" b="1">
                <a:solidFill>
                  <a:srgbClr val="2563EB"/>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F6766EE6-DBCF-412B-A8FC-662D3737831D}"/>
              </a:ext>
            </a:extLst>
          </p:cNvPr>
          <p:cNvSpPr>
            <a:spLocks xmlns:a="http://schemas.openxmlformats.org/drawingml/2006/main" noGrp="1"/>
          </p:cNvSpPr>
          <p:nvPr/>
        </p:nvSpPr>
        <p:spPr>
          <a:xfrm xmlns:a="http://schemas.openxmlformats.org/drawingml/2006/main">
            <a:off x="4076700" y="2381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2563EB"/>
                </a:solidFill>
                <a:latin typeface="Menlo"/>
                <a:ea typeface="Menlo"/>
                <a:cs typeface="Menlo"/>
              </a:defRPr>
            </a:pPr>
            <a:r>
              <a:rPr sz="1875" b="1">
                <a:solidFill>
                  <a:srgbClr val="2563EB"/>
                </a:solidFill>
                <a:latin typeface="Menlo"/>
                <a:ea typeface="Menlo"/>
                <a:cs typeface="Menlo"/>
              </a:rPr>
              <a:t>입력</a:t>
            </a:r>
          </a:p>
        </p:txBody>
      </p:sp>
      <p:sp>
        <p:nvSpPr>
          <p:cNvPr id="14" name="">
            <a:extLst xmlns:a="http://schemas.openxmlformats.org/drawingml/2006/main">
              <a:ext uri="{FF2B5EF4-FFF2-40B4-BE49-F238E27FC236}">
                <a16:creationId xmlns:a16="http://schemas.microsoft.com/office/drawing/2014/main" id="{8D98D75F-5A4A-441A-B563-7C332EF4C1EF}"/>
              </a:ext>
            </a:extLst>
          </p:cNvPr>
          <p:cNvSpPr>
            <a:spLocks xmlns:a="http://schemas.openxmlformats.org/drawingml/2006/main" noGrp="1"/>
          </p:cNvSpPr>
          <p:nvPr/>
        </p:nvSpPr>
        <p:spPr>
          <a:xfrm xmlns:a="http://schemas.openxmlformats.org/drawingml/2006/main" rot="0">
            <a:off x="4076700" y="3067050"/>
            <a:ext cx="4038600" cy="1962150"/>
          </a:xfrm>
          <a:prstGeom xmlns:a="http://schemas.openxmlformats.org/drawingml/2006/main" prst="rect">
            <a:avLst/>
          </a:prstGeom>
          <a:solidFill xmlns:a="http://schemas.openxmlformats.org/drawingml/2006/main">
            <a:srgbClr val="E0F0FE"/>
          </a:solidFill>
          <a:ln xmlns:a="http://schemas.openxmlformats.org/drawingml/2006/main" w="19050">
            <a:solidFill>
              <a:srgbClr val="2563EB"/>
            </a:solidFill>
            <a:prstDash val="solid"/>
          </a:ln>
        </p:spPr>
      </p:sp>
      <p:sp>
        <p:nvSpPr>
          <p:cNvPr id="15" name="">
            <a:extLst xmlns:a="http://schemas.openxmlformats.org/drawingml/2006/main">
              <a:ext uri="{FF2B5EF4-FFF2-40B4-BE49-F238E27FC236}">
                <a16:creationId xmlns:a16="http://schemas.microsoft.com/office/drawing/2014/main" id="{C167D94B-AE2D-41D4-9428-79426EFBC190}"/>
              </a:ext>
            </a:extLst>
          </p:cNvPr>
          <p:cNvSpPr>
            <a:spLocks xmlns:a="http://schemas.openxmlformats.org/drawingml/2006/main" noGrp="1"/>
          </p:cNvSpPr>
          <p:nvPr/>
        </p:nvSpPr>
        <p:spPr>
          <a:xfrm xmlns:a="http://schemas.openxmlformats.org/drawingml/2006/main">
            <a:off x="4286250" y="3295650"/>
            <a:ext cx="36195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실제 분포를 닮은 합성·검수 입력</a:t>
            </a:r>
          </a:p>
          <a:p xmlns:a="http://schemas.openxmlformats.org/drawingml/2006/main">
            <a:pPr algn="ctr">
              <a:lnSpc>
                <a:spcPct val="13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민감 원문 제외</a:t>
            </a:r>
          </a:p>
        </p:txBody>
      </p:sp>
      <p:sp>
        <p:nvSpPr>
          <p:cNvPr id="16" name="">
            <a:extLst xmlns:a="http://schemas.openxmlformats.org/drawingml/2006/main">
              <a:ext uri="{FF2B5EF4-FFF2-40B4-BE49-F238E27FC236}">
                <a16:creationId xmlns:a16="http://schemas.microsoft.com/office/drawing/2014/main" id="{5D4AD014-0A87-44D9-BEF6-FD602FF4A432}"/>
              </a:ext>
            </a:extLst>
          </p:cNvPr>
          <p:cNvSpPr>
            <a:spLocks xmlns:a="http://schemas.openxmlformats.org/drawingml/2006/main" noGrp="1"/>
          </p:cNvSpPr>
          <p:nvPr/>
        </p:nvSpPr>
        <p:spPr>
          <a:xfrm xmlns:a="http://schemas.openxmlformats.org/drawingml/2006/main">
            <a:off x="8115300" y="3733800"/>
            <a:ext cx="457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a:t>
            </a:r>
          </a:p>
        </p:txBody>
      </p:sp>
      <p:sp>
        <p:nvSpPr>
          <p:cNvPr id="17" name="">
            <a:extLst xmlns:a="http://schemas.openxmlformats.org/drawingml/2006/main">
              <a:ext uri="{FF2B5EF4-FFF2-40B4-BE49-F238E27FC236}">
                <a16:creationId xmlns:a16="http://schemas.microsoft.com/office/drawing/2014/main" id="{BCBF7758-FFC8-4745-8901-4CF74DC36EE0}"/>
              </a:ext>
            </a:extLst>
          </p:cNvPr>
          <p:cNvSpPr>
            <a:spLocks xmlns:a="http://schemas.openxmlformats.org/drawingml/2006/main" noGrp="1"/>
          </p:cNvSpPr>
          <p:nvPr/>
        </p:nvSpPr>
        <p:spPr>
          <a:xfrm xmlns:a="http://schemas.openxmlformats.org/drawingml/2006/main">
            <a:off x="8572500" y="18097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00" b="1">
                <a:solidFill>
                  <a:srgbClr val="98A2B3"/>
                </a:solidFill>
                <a:latin typeface="Menlo"/>
                <a:ea typeface="Menlo"/>
                <a:cs typeface="Menlo"/>
              </a:defRPr>
            </a:pPr>
            <a:r>
              <a:rPr sz="2100" b="1">
                <a:solidFill>
                  <a:srgbClr val="98A2B3"/>
                </a:solidFill>
                <a:latin typeface="Menlo"/>
                <a:ea typeface="Menlo"/>
                <a:cs typeface="Menlo"/>
              </a:rPr>
              <a:t>03</a:t>
            </a:r>
          </a:p>
        </p:txBody>
      </p:sp>
      <p:sp>
        <p:nvSpPr>
          <p:cNvPr id="18" name="">
            <a:extLst xmlns:a="http://schemas.openxmlformats.org/drawingml/2006/main">
              <a:ext uri="{FF2B5EF4-FFF2-40B4-BE49-F238E27FC236}">
                <a16:creationId xmlns:a16="http://schemas.microsoft.com/office/drawing/2014/main" id="{A3016874-14CE-4AF2-B60E-22F03C870279}"/>
              </a:ext>
            </a:extLst>
          </p:cNvPr>
          <p:cNvSpPr>
            <a:spLocks xmlns:a="http://schemas.openxmlformats.org/drawingml/2006/main" noGrp="1"/>
          </p:cNvSpPr>
          <p:nvPr/>
        </p:nvSpPr>
        <p:spPr>
          <a:xfrm xmlns:a="http://schemas.openxmlformats.org/drawingml/2006/main">
            <a:off x="8572500" y="2381250"/>
            <a:ext cx="3009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75" b="1">
                <a:solidFill>
                  <a:srgbClr val="FFFFFF"/>
                </a:solidFill>
                <a:latin typeface="Menlo"/>
                <a:ea typeface="Menlo"/>
                <a:cs typeface="Menlo"/>
              </a:defRPr>
            </a:pPr>
            <a:r>
              <a:rPr sz="1875" b="1">
                <a:solidFill>
                  <a:srgbClr val="FFFFFF"/>
                </a:solidFill>
                <a:latin typeface="Menlo"/>
                <a:ea typeface="Menlo"/>
                <a:cs typeface="Menlo"/>
              </a:rPr>
              <a:t>기대 출력</a:t>
            </a:r>
          </a:p>
        </p:txBody>
      </p:sp>
      <p:sp>
        <p:nvSpPr>
          <p:cNvPr id="19" name="">
            <a:extLst xmlns:a="http://schemas.openxmlformats.org/drawingml/2006/main">
              <a:ext uri="{FF2B5EF4-FFF2-40B4-BE49-F238E27FC236}">
                <a16:creationId xmlns:a16="http://schemas.microsoft.com/office/drawing/2014/main" id="{6DA7D646-A395-4B5E-935E-C8833B49E279}"/>
              </a:ext>
            </a:extLst>
          </p:cNvPr>
          <p:cNvSpPr>
            <a:spLocks xmlns:a="http://schemas.openxmlformats.org/drawingml/2006/main" noGrp="1"/>
          </p:cNvSpPr>
          <p:nvPr/>
        </p:nvSpPr>
        <p:spPr>
          <a:xfrm xmlns:a="http://schemas.openxmlformats.org/drawingml/2006/main" rot="0">
            <a:off x="8572500" y="3067050"/>
            <a:ext cx="3009900" cy="19621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4008FF83-EF33-4043-9D48-D5D53CC4B398}"/>
              </a:ext>
            </a:extLst>
          </p:cNvPr>
          <p:cNvSpPr>
            <a:spLocks xmlns:a="http://schemas.openxmlformats.org/drawingml/2006/main" noGrp="1"/>
          </p:cNvSpPr>
          <p:nvPr/>
        </p:nvSpPr>
        <p:spPr>
          <a:xfrm xmlns:a="http://schemas.openxmlformats.org/drawingml/2006/main">
            <a:off x="8782050" y="3295650"/>
            <a:ext cx="25908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고정 스키마</a:t>
            </a:r>
          </a:p>
          <a:p xmlns:a="http://schemas.openxmlformats.org/drawingml/2006/main">
            <a:pPr algn="ctr">
              <a:lnSpc>
                <a:spcPct val="13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근거 있는 값</a:t>
            </a:r>
          </a:p>
        </p:txBody>
      </p:sp>
      <p:sp>
        <p:nvSpPr>
          <p:cNvPr id="21" name="">
            <a:extLst xmlns:a="http://schemas.openxmlformats.org/drawingml/2006/main">
              <a:ext uri="{FF2B5EF4-FFF2-40B4-BE49-F238E27FC236}">
                <a16:creationId xmlns:a16="http://schemas.microsoft.com/office/drawing/2014/main" id="{15E0D65F-DBDF-47C6-9A12-297B3C2CC2AD}"/>
              </a:ext>
            </a:extLst>
          </p:cNvPr>
          <p:cNvSpPr>
            <a:spLocks xmlns:a="http://schemas.openxmlformats.org/drawingml/2006/main" noGrp="1"/>
          </p:cNvSpPr>
          <p:nvPr/>
        </p:nvSpPr>
        <p:spPr>
          <a:xfrm xmlns:a="http://schemas.openxmlformats.org/drawingml/2006/main">
            <a:off x="609600" y="55245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잘못된 예시는 잘못된 행동을 더 일관되게 재현</a:t>
            </a:r>
          </a:p>
        </p:txBody>
      </p:sp>
    </p:spTree>
    <p:extLst>
      <p:ext uri="{BB962C8B-B14F-4D97-AF65-F5344CB8AC3E}">
        <p14:creationId xmlns:p14="http://schemas.microsoft.com/office/powerpoint/2010/main" val="846737411"/>
      </p:ext>
    </p:extLst>
  </p:cSld>
</p:sld>
</file>

<file path=ppt/slides/slide4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E4FB802-2EAB-4CDD-8A40-2CA3D2F2640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BDC55BD0-56D3-4EE0-95F3-BE3CEA7D1FA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41</a:t>
            </a:r>
          </a:p>
        </p:txBody>
      </p:sp>
      <p:sp>
        <p:nvSpPr>
          <p:cNvPr id="3" name="">
            <a:extLst xmlns:a="http://schemas.openxmlformats.org/drawingml/2006/main">
              <a:ext uri="{FF2B5EF4-FFF2-40B4-BE49-F238E27FC236}">
                <a16:creationId xmlns:a16="http://schemas.microsoft.com/office/drawing/2014/main" id="{A752C09E-59CF-42C1-A43C-9B91DF56E57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649A06A-A330-4891-87B1-BC1484D1428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044A7FD5-42F6-4D4B-AF7E-1CA782B99D89}"/>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44F0558-35D5-4850-827E-94E8AABBDA9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선호 데이터의 구조</a:t>
            </a:r>
          </a:p>
        </p:txBody>
      </p:sp>
      <p:sp>
        <p:nvSpPr>
          <p:cNvPr id="7" name="">
            <a:extLst xmlns:a="http://schemas.openxmlformats.org/drawingml/2006/main">
              <a:ext uri="{FF2B5EF4-FFF2-40B4-BE49-F238E27FC236}">
                <a16:creationId xmlns:a16="http://schemas.microsoft.com/office/drawing/2014/main" id="{33A85FA3-CC7D-48A5-B7AE-2115108FCD94}"/>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선호 응답 · CHOSEN</a:t>
            </a:r>
          </a:p>
        </p:txBody>
      </p:sp>
      <p:sp>
        <p:nvSpPr>
          <p:cNvPr id="8" name="">
            <a:extLst xmlns:a="http://schemas.openxmlformats.org/drawingml/2006/main">
              <a:ext uri="{FF2B5EF4-FFF2-40B4-BE49-F238E27FC236}">
                <a16:creationId xmlns:a16="http://schemas.microsoft.com/office/drawing/2014/main" id="{8333C288-40AD-461D-90A1-E6902640A67E}"/>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짧고 근거 있는 응답</a:t>
            </a:r>
          </a:p>
        </p:txBody>
      </p:sp>
      <p:sp>
        <p:nvSpPr>
          <p:cNvPr id="9" name="">
            <a:extLst xmlns:a="http://schemas.openxmlformats.org/drawingml/2006/main">
              <a:ext uri="{FF2B5EF4-FFF2-40B4-BE49-F238E27FC236}">
                <a16:creationId xmlns:a16="http://schemas.microsoft.com/office/drawing/2014/main" id="{9CF0CFB4-29E6-4AEA-B025-FFA5CC4AE253}"/>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0" name="">
            <a:extLst xmlns:a="http://schemas.openxmlformats.org/drawingml/2006/main">
              <a:ext uri="{FF2B5EF4-FFF2-40B4-BE49-F238E27FC236}">
                <a16:creationId xmlns:a16="http://schemas.microsoft.com/office/drawing/2014/main" id="{E9E4BE8F-438C-4264-93B7-E3022F8F091D}"/>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요청한 스키마 준수</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입력에 없는 사실 없음</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실행 가능한 다음 행동</a:t>
            </a:r>
          </a:p>
        </p:txBody>
      </p:sp>
      <p:sp>
        <p:nvSpPr>
          <p:cNvPr id="11" name="">
            <a:extLst xmlns:a="http://schemas.openxmlformats.org/drawingml/2006/main">
              <a:ext uri="{FF2B5EF4-FFF2-40B4-BE49-F238E27FC236}">
                <a16:creationId xmlns:a16="http://schemas.microsoft.com/office/drawing/2014/main" id="{90F46BAB-1E01-454C-BFFE-B5B4BFDC2B68}"/>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비선호 응답 · REJECTED</a:t>
            </a:r>
          </a:p>
        </p:txBody>
      </p:sp>
      <p:sp>
        <p:nvSpPr>
          <p:cNvPr id="12" name="">
            <a:extLst xmlns:a="http://schemas.openxmlformats.org/drawingml/2006/main">
              <a:ext uri="{FF2B5EF4-FFF2-40B4-BE49-F238E27FC236}">
                <a16:creationId xmlns:a16="http://schemas.microsoft.com/office/drawing/2014/main" id="{0B1D5673-88C1-45B7-8BBA-7A087CF51559}"/>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그럴듯하지만 불리한 응답</a:t>
            </a:r>
          </a:p>
        </p:txBody>
      </p:sp>
      <p:sp>
        <p:nvSpPr>
          <p:cNvPr id="13" name="">
            <a:extLst xmlns:a="http://schemas.openxmlformats.org/drawingml/2006/main">
              <a:ext uri="{FF2B5EF4-FFF2-40B4-BE49-F238E27FC236}">
                <a16:creationId xmlns:a16="http://schemas.microsoft.com/office/drawing/2014/main" id="{3CCFA0DF-67E3-4564-A644-AA4E29B0D982}"/>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9525">
            <a:solidFill>
              <a:srgbClr val="191919"/>
            </a:solidFill>
            <a:prstDash val="solid"/>
          </a:ln>
        </p:spPr>
      </p:sp>
      <p:sp>
        <p:nvSpPr>
          <p:cNvPr id="14" name="">
            <a:extLst xmlns:a="http://schemas.openxmlformats.org/drawingml/2006/main">
              <a:ext uri="{FF2B5EF4-FFF2-40B4-BE49-F238E27FC236}">
                <a16:creationId xmlns:a16="http://schemas.microsoft.com/office/drawing/2014/main" id="{D017744A-8D0E-4F35-9436-375D0F71B891}"/>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형식 누락</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새 사실 추가</a:t>
            </a:r>
          </a:p>
          <a:p xmlns:a="http://schemas.openxmlformats.org/drawingml/2006/main">
            <a:pPr algn="l">
              <a:lnSpc>
                <a:spcPct val="135000"/>
              </a:lnSpc>
              <a:buNone/>
              <a:defRPr sz="1500" b="0">
                <a:solidFill>
                  <a:srgbClr val="667085"/>
                </a:solidFill>
                <a:latin typeface="AppleGothic"/>
                <a:ea typeface="AppleGothic"/>
                <a:cs typeface="AppleGothic"/>
              </a:defRPr>
            </a:pPr>
            <a:r>
              <a:rPr sz="1500" b="0">
                <a:solidFill>
                  <a:srgbClr val="667085"/>
                </a:solidFill>
                <a:latin typeface="AppleGothic"/>
                <a:ea typeface="AppleGothic"/>
                <a:cs typeface="AppleGothic"/>
              </a:rPr>
              <a:t>과도한 장황함</a:t>
            </a:r>
          </a:p>
        </p:txBody>
      </p:sp>
      <p:sp>
        <p:nvSpPr>
          <p:cNvPr id="15" name="">
            <a:extLst xmlns:a="http://schemas.openxmlformats.org/drawingml/2006/main">
              <a:ext uri="{FF2B5EF4-FFF2-40B4-BE49-F238E27FC236}">
                <a16:creationId xmlns:a16="http://schemas.microsoft.com/office/drawing/2014/main" id="{1512E9B2-71A2-4E71-934F-F7F6121E662C}"/>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2111568849"/>
      </p:ext>
    </p:extLst>
  </p:cSld>
</p:sld>
</file>

<file path=ppt/slides/slide4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976D71E-D472-40B3-81D9-39EC86A6E3C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F9BD21C3-E5BF-46D8-A0E8-3E65D98CDD0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42</a:t>
            </a:r>
          </a:p>
        </p:txBody>
      </p:sp>
      <p:sp>
        <p:nvSpPr>
          <p:cNvPr id="3" name="">
            <a:extLst xmlns:a="http://schemas.openxmlformats.org/drawingml/2006/main">
              <a:ext uri="{FF2B5EF4-FFF2-40B4-BE49-F238E27FC236}">
                <a16:creationId xmlns:a16="http://schemas.microsoft.com/office/drawing/2014/main" id="{45B3F97B-4CAB-47C4-83D9-AB25B25E09B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59828C5F-3BF5-40C5-A2F9-93FD7D6900F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8B6A139-4C20-4AFB-B8F7-409841F521E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F8E9D836-6028-4A73-B1CC-3F88300D1A6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인간 피드백 기반 강화학습의 대표 경로</a:t>
            </a:r>
          </a:p>
        </p:txBody>
      </p:sp>
      <p:sp>
        <p:nvSpPr>
          <p:cNvPr id="7" name="">
            <a:extLst xmlns:a="http://schemas.openxmlformats.org/drawingml/2006/main">
              <a:ext uri="{FF2B5EF4-FFF2-40B4-BE49-F238E27FC236}">
                <a16:creationId xmlns:a16="http://schemas.microsoft.com/office/drawing/2014/main" id="{22B920FF-EE0C-463A-8B03-7A434770AC80}"/>
              </a:ext>
            </a:extLst>
          </p:cNvPr>
          <p:cNvSpPr>
            <a:spLocks xmlns:a="http://schemas.openxmlformats.org/drawingml/2006/main" noGrp="1"/>
          </p:cNvSpPr>
          <p:nvPr/>
        </p:nvSpPr>
        <p:spPr>
          <a:xfrm xmlns:a="http://schemas.openxmlformats.org/drawingml/2006/main" rot="0">
            <a:off x="60960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D13D5861-F63C-4D12-B3FC-597E94A9E4BC}"/>
              </a:ext>
            </a:extLst>
          </p:cNvPr>
          <p:cNvSpPr>
            <a:spLocks xmlns:a="http://schemas.openxmlformats.org/drawingml/2006/main" noGrp="1"/>
          </p:cNvSpPr>
          <p:nvPr/>
        </p:nvSpPr>
        <p:spPr>
          <a:xfrm xmlns:a="http://schemas.openxmlformats.org/drawingml/2006/main">
            <a:off x="74295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지도 미세조정</a:t>
            </a:r>
          </a:p>
        </p:txBody>
      </p:sp>
      <p:sp>
        <p:nvSpPr>
          <p:cNvPr id="9" name="">
            <a:extLst xmlns:a="http://schemas.openxmlformats.org/drawingml/2006/main">
              <a:ext uri="{FF2B5EF4-FFF2-40B4-BE49-F238E27FC236}">
                <a16:creationId xmlns:a16="http://schemas.microsoft.com/office/drawing/2014/main" id="{E5599416-DD2A-412C-A831-F7A82EB0A077}"/>
              </a:ext>
            </a:extLst>
          </p:cNvPr>
          <p:cNvSpPr>
            <a:spLocks xmlns:a="http://schemas.openxmlformats.org/drawingml/2006/main" noGrp="1"/>
          </p:cNvSpPr>
          <p:nvPr/>
        </p:nvSpPr>
        <p:spPr>
          <a:xfrm xmlns:a="http://schemas.openxmlformats.org/drawingml/2006/main">
            <a:off x="74295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초기 정책</a:t>
            </a:r>
          </a:p>
        </p:txBody>
      </p:sp>
      <p:sp>
        <p:nvSpPr>
          <p:cNvPr id="10" name="">
            <a:extLst xmlns:a="http://schemas.openxmlformats.org/drawingml/2006/main">
              <a:ext uri="{FF2B5EF4-FFF2-40B4-BE49-F238E27FC236}">
                <a16:creationId xmlns:a16="http://schemas.microsoft.com/office/drawing/2014/main" id="{8D07DE55-24A8-4D7D-91F4-C75E9F09897E}"/>
              </a:ext>
            </a:extLst>
          </p:cNvPr>
          <p:cNvSpPr>
            <a:spLocks xmlns:a="http://schemas.openxmlformats.org/drawingml/2006/main" noGrp="1"/>
          </p:cNvSpPr>
          <p:nvPr/>
        </p:nvSpPr>
        <p:spPr>
          <a:xfrm xmlns:a="http://schemas.openxmlformats.org/drawingml/2006/main">
            <a:off x="263652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526844FE-71D5-4C04-9D47-D01537729FBB}"/>
              </a:ext>
            </a:extLst>
          </p:cNvPr>
          <p:cNvSpPr>
            <a:spLocks xmlns:a="http://schemas.openxmlformats.org/drawingml/2006/main" noGrp="1"/>
          </p:cNvSpPr>
          <p:nvPr/>
        </p:nvSpPr>
        <p:spPr>
          <a:xfrm xmlns:a="http://schemas.openxmlformats.org/drawingml/2006/main" rot="0">
            <a:off x="284607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B06DE153-FD54-4ED8-969D-827293DF9D8D}"/>
              </a:ext>
            </a:extLst>
          </p:cNvPr>
          <p:cNvSpPr>
            <a:spLocks xmlns:a="http://schemas.openxmlformats.org/drawingml/2006/main" noGrp="1"/>
          </p:cNvSpPr>
          <p:nvPr/>
        </p:nvSpPr>
        <p:spPr>
          <a:xfrm xmlns:a="http://schemas.openxmlformats.org/drawingml/2006/main">
            <a:off x="297942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선호 비교</a:t>
            </a:r>
          </a:p>
        </p:txBody>
      </p:sp>
      <p:sp>
        <p:nvSpPr>
          <p:cNvPr id="13" name="">
            <a:extLst xmlns:a="http://schemas.openxmlformats.org/drawingml/2006/main">
              <a:ext uri="{FF2B5EF4-FFF2-40B4-BE49-F238E27FC236}">
                <a16:creationId xmlns:a16="http://schemas.microsoft.com/office/drawing/2014/main" id="{447CB2AC-AB92-4168-B4C0-DE8113629F1D}"/>
              </a:ext>
            </a:extLst>
          </p:cNvPr>
          <p:cNvSpPr>
            <a:spLocks xmlns:a="http://schemas.openxmlformats.org/drawingml/2006/main" noGrp="1"/>
          </p:cNvSpPr>
          <p:nvPr/>
        </p:nvSpPr>
        <p:spPr>
          <a:xfrm xmlns:a="http://schemas.openxmlformats.org/drawingml/2006/main">
            <a:off x="297942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사람의 비교</a:t>
            </a:r>
          </a:p>
        </p:txBody>
      </p:sp>
      <p:sp>
        <p:nvSpPr>
          <p:cNvPr id="14" name="">
            <a:extLst xmlns:a="http://schemas.openxmlformats.org/drawingml/2006/main">
              <a:ext uri="{FF2B5EF4-FFF2-40B4-BE49-F238E27FC236}">
                <a16:creationId xmlns:a16="http://schemas.microsoft.com/office/drawing/2014/main" id="{2DC2EDA0-7890-4E95-B57A-E1E1A3AD9123}"/>
              </a:ext>
            </a:extLst>
          </p:cNvPr>
          <p:cNvSpPr>
            <a:spLocks xmlns:a="http://schemas.openxmlformats.org/drawingml/2006/main" noGrp="1"/>
          </p:cNvSpPr>
          <p:nvPr/>
        </p:nvSpPr>
        <p:spPr>
          <a:xfrm xmlns:a="http://schemas.openxmlformats.org/drawingml/2006/main">
            <a:off x="487299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65B28121-2D13-42FF-A2D1-B0363748C53E}"/>
              </a:ext>
            </a:extLst>
          </p:cNvPr>
          <p:cNvSpPr>
            <a:spLocks xmlns:a="http://schemas.openxmlformats.org/drawingml/2006/main" noGrp="1"/>
          </p:cNvSpPr>
          <p:nvPr/>
        </p:nvSpPr>
        <p:spPr>
          <a:xfrm xmlns:a="http://schemas.openxmlformats.org/drawingml/2006/main" rot="0">
            <a:off x="5082540" y="2381250"/>
            <a:ext cx="2026920" cy="11811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6" name="">
            <a:extLst xmlns:a="http://schemas.openxmlformats.org/drawingml/2006/main">
              <a:ext uri="{FF2B5EF4-FFF2-40B4-BE49-F238E27FC236}">
                <a16:creationId xmlns:a16="http://schemas.microsoft.com/office/drawing/2014/main" id="{8317D1F3-F3AC-4DD6-BB88-220FB1752F21}"/>
              </a:ext>
            </a:extLst>
          </p:cNvPr>
          <p:cNvSpPr>
            <a:spLocks xmlns:a="http://schemas.openxmlformats.org/drawingml/2006/main" noGrp="1"/>
          </p:cNvSpPr>
          <p:nvPr/>
        </p:nvSpPr>
        <p:spPr>
          <a:xfrm xmlns:a="http://schemas.openxmlformats.org/drawingml/2006/main">
            <a:off x="521589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보상 모델</a:t>
            </a:r>
          </a:p>
        </p:txBody>
      </p:sp>
      <p:sp>
        <p:nvSpPr>
          <p:cNvPr id="17" name="">
            <a:extLst xmlns:a="http://schemas.openxmlformats.org/drawingml/2006/main">
              <a:ext uri="{FF2B5EF4-FFF2-40B4-BE49-F238E27FC236}">
                <a16:creationId xmlns:a16="http://schemas.microsoft.com/office/drawing/2014/main" id="{AFC612D0-70FA-4136-AABA-EEFDF0051A5F}"/>
              </a:ext>
            </a:extLst>
          </p:cNvPr>
          <p:cNvSpPr>
            <a:spLocks xmlns:a="http://schemas.openxmlformats.org/drawingml/2006/main" noGrp="1"/>
          </p:cNvSpPr>
          <p:nvPr/>
        </p:nvSpPr>
        <p:spPr>
          <a:xfrm xmlns:a="http://schemas.openxmlformats.org/drawingml/2006/main">
            <a:off x="521589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선호 점수</a:t>
            </a:r>
          </a:p>
        </p:txBody>
      </p:sp>
      <p:sp>
        <p:nvSpPr>
          <p:cNvPr id="18" name="">
            <a:extLst xmlns:a="http://schemas.openxmlformats.org/drawingml/2006/main">
              <a:ext uri="{FF2B5EF4-FFF2-40B4-BE49-F238E27FC236}">
                <a16:creationId xmlns:a16="http://schemas.microsoft.com/office/drawing/2014/main" id="{0F76C5BE-F095-494E-AA4D-0468D6DD09FF}"/>
              </a:ext>
            </a:extLst>
          </p:cNvPr>
          <p:cNvSpPr>
            <a:spLocks xmlns:a="http://schemas.openxmlformats.org/drawingml/2006/main" noGrp="1"/>
          </p:cNvSpPr>
          <p:nvPr/>
        </p:nvSpPr>
        <p:spPr>
          <a:xfrm xmlns:a="http://schemas.openxmlformats.org/drawingml/2006/main">
            <a:off x="710946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B3B40E6F-4ACA-4332-AB2B-3894EE0B887B}"/>
              </a:ext>
            </a:extLst>
          </p:cNvPr>
          <p:cNvSpPr>
            <a:spLocks xmlns:a="http://schemas.openxmlformats.org/drawingml/2006/main" noGrp="1"/>
          </p:cNvSpPr>
          <p:nvPr/>
        </p:nvSpPr>
        <p:spPr>
          <a:xfrm xmlns:a="http://schemas.openxmlformats.org/drawingml/2006/main" rot="0">
            <a:off x="731901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0" name="">
            <a:extLst xmlns:a="http://schemas.openxmlformats.org/drawingml/2006/main">
              <a:ext uri="{FF2B5EF4-FFF2-40B4-BE49-F238E27FC236}">
                <a16:creationId xmlns:a16="http://schemas.microsoft.com/office/drawing/2014/main" id="{7FB1BAF1-FE4F-4195-B558-E86BA0568D50}"/>
              </a:ext>
            </a:extLst>
          </p:cNvPr>
          <p:cNvSpPr>
            <a:spLocks xmlns:a="http://schemas.openxmlformats.org/drawingml/2006/main" noGrp="1"/>
          </p:cNvSpPr>
          <p:nvPr/>
        </p:nvSpPr>
        <p:spPr>
          <a:xfrm xmlns:a="http://schemas.openxmlformats.org/drawingml/2006/main">
            <a:off x="745236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PPO</a:t>
            </a:r>
          </a:p>
        </p:txBody>
      </p:sp>
      <p:sp>
        <p:nvSpPr>
          <p:cNvPr id="21" name="">
            <a:extLst xmlns:a="http://schemas.openxmlformats.org/drawingml/2006/main">
              <a:ext uri="{FF2B5EF4-FFF2-40B4-BE49-F238E27FC236}">
                <a16:creationId xmlns:a16="http://schemas.microsoft.com/office/drawing/2014/main" id="{FC8C5CC2-B423-4A28-A5C6-7B2B07EBDEAB}"/>
              </a:ext>
            </a:extLst>
          </p:cNvPr>
          <p:cNvSpPr>
            <a:spLocks xmlns:a="http://schemas.openxmlformats.org/drawingml/2006/main" noGrp="1"/>
          </p:cNvSpPr>
          <p:nvPr/>
        </p:nvSpPr>
        <p:spPr>
          <a:xfrm xmlns:a="http://schemas.openxmlformats.org/drawingml/2006/main">
            <a:off x="745236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정책 갱신</a:t>
            </a:r>
          </a:p>
        </p:txBody>
      </p:sp>
      <p:sp>
        <p:nvSpPr>
          <p:cNvPr id="22" name="">
            <a:extLst xmlns:a="http://schemas.openxmlformats.org/drawingml/2006/main">
              <a:ext uri="{FF2B5EF4-FFF2-40B4-BE49-F238E27FC236}">
                <a16:creationId xmlns:a16="http://schemas.microsoft.com/office/drawing/2014/main" id="{0A7C9E05-2B9C-4089-BD8B-888D8DE1CB05}"/>
              </a:ext>
            </a:extLst>
          </p:cNvPr>
          <p:cNvSpPr>
            <a:spLocks xmlns:a="http://schemas.openxmlformats.org/drawingml/2006/main" noGrp="1"/>
          </p:cNvSpPr>
          <p:nvPr/>
        </p:nvSpPr>
        <p:spPr>
          <a:xfrm xmlns:a="http://schemas.openxmlformats.org/drawingml/2006/main">
            <a:off x="9345930" y="2781300"/>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a:t>
            </a:r>
          </a:p>
        </p:txBody>
      </p:sp>
      <p:sp>
        <p:nvSpPr>
          <p:cNvPr id="23" name="">
            <a:extLst xmlns:a="http://schemas.openxmlformats.org/drawingml/2006/main">
              <a:ext uri="{FF2B5EF4-FFF2-40B4-BE49-F238E27FC236}">
                <a16:creationId xmlns:a16="http://schemas.microsoft.com/office/drawing/2014/main" id="{12FB1BE5-B354-4587-9227-4A0FA7F591F0}"/>
              </a:ext>
            </a:extLst>
          </p:cNvPr>
          <p:cNvSpPr>
            <a:spLocks xmlns:a="http://schemas.openxmlformats.org/drawingml/2006/main" noGrp="1"/>
          </p:cNvSpPr>
          <p:nvPr/>
        </p:nvSpPr>
        <p:spPr>
          <a:xfrm xmlns:a="http://schemas.openxmlformats.org/drawingml/2006/main" rot="0">
            <a:off x="9555480" y="2381250"/>
            <a:ext cx="2026920" cy="118110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4" name="">
            <a:extLst xmlns:a="http://schemas.openxmlformats.org/drawingml/2006/main">
              <a:ext uri="{FF2B5EF4-FFF2-40B4-BE49-F238E27FC236}">
                <a16:creationId xmlns:a16="http://schemas.microsoft.com/office/drawing/2014/main" id="{B230C29E-3544-4164-AA7C-6454DB027610}"/>
              </a:ext>
            </a:extLst>
          </p:cNvPr>
          <p:cNvSpPr>
            <a:spLocks xmlns:a="http://schemas.openxmlformats.org/drawingml/2006/main" noGrp="1"/>
          </p:cNvSpPr>
          <p:nvPr/>
        </p:nvSpPr>
        <p:spPr>
          <a:xfrm xmlns:a="http://schemas.openxmlformats.org/drawingml/2006/main">
            <a:off x="9688830" y="2571750"/>
            <a:ext cx="176022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평가</a:t>
            </a:r>
          </a:p>
        </p:txBody>
      </p:sp>
      <p:sp>
        <p:nvSpPr>
          <p:cNvPr id="25" name="">
            <a:extLst xmlns:a="http://schemas.openxmlformats.org/drawingml/2006/main">
              <a:ext uri="{FF2B5EF4-FFF2-40B4-BE49-F238E27FC236}">
                <a16:creationId xmlns:a16="http://schemas.microsoft.com/office/drawing/2014/main" id="{71A4843D-0A1B-4688-95D0-FE3FE53CB099}"/>
              </a:ext>
            </a:extLst>
          </p:cNvPr>
          <p:cNvSpPr>
            <a:spLocks xmlns:a="http://schemas.openxmlformats.org/drawingml/2006/main" noGrp="1"/>
          </p:cNvSpPr>
          <p:nvPr/>
        </p:nvSpPr>
        <p:spPr>
          <a:xfrm xmlns:a="http://schemas.openxmlformats.org/drawingml/2006/main">
            <a:off x="9688830" y="3048000"/>
            <a:ext cx="176022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행동·안전</a:t>
            </a:r>
          </a:p>
        </p:txBody>
      </p:sp>
      <p:sp>
        <p:nvSpPr>
          <p:cNvPr id="26" name="">
            <a:extLst xmlns:a="http://schemas.openxmlformats.org/drawingml/2006/main">
              <a:ext uri="{FF2B5EF4-FFF2-40B4-BE49-F238E27FC236}">
                <a16:creationId xmlns:a16="http://schemas.microsoft.com/office/drawing/2014/main" id="{06715A86-36F9-4883-9C7E-75DFEC6EB521}"/>
              </a:ext>
            </a:extLst>
          </p:cNvPr>
          <p:cNvSpPr>
            <a:spLocks xmlns:a="http://schemas.openxmlformats.org/drawingml/2006/main" noGrp="1"/>
          </p:cNvSpPr>
          <p:nvPr/>
        </p:nvSpPr>
        <p:spPr>
          <a:xfrm xmlns:a="http://schemas.openxmlformats.org/drawingml/2006/main">
            <a:off x="609600" y="4362450"/>
            <a:ext cx="109728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Reinforcement Learning from Human Feedback (RLHF) · Proximal Policy Optimization (PPO)</a:t>
            </a:r>
          </a:p>
        </p:txBody>
      </p:sp>
    </p:spTree>
    <p:extLst>
      <p:ext uri="{BB962C8B-B14F-4D97-AF65-F5344CB8AC3E}">
        <p14:creationId xmlns:p14="http://schemas.microsoft.com/office/powerpoint/2010/main" val="1717445203"/>
      </p:ext>
    </p:extLst>
  </p:cSld>
</p:sld>
</file>

<file path=ppt/slides/slide4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343753B-B63A-4BB8-8322-A0565C9E4D1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FE3F227C-8C10-4E00-B942-83159820BA6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43</a:t>
            </a:r>
          </a:p>
        </p:txBody>
      </p:sp>
      <p:sp>
        <p:nvSpPr>
          <p:cNvPr id="3" name="">
            <a:extLst xmlns:a="http://schemas.openxmlformats.org/drawingml/2006/main">
              <a:ext uri="{FF2B5EF4-FFF2-40B4-BE49-F238E27FC236}">
                <a16:creationId xmlns:a16="http://schemas.microsoft.com/office/drawing/2014/main" id="{A78DA7AE-EBB6-4432-A607-75F168518166}"/>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1409FCD8-CD38-400D-87C8-8548E5BCD62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2EFBA06-8ED9-44A8-923B-EFF2A7FB202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E3D39AC-08E3-422C-A273-8E6C4B2CC23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RLHF와 DPO의 학습 경로 비교</a:t>
            </a:r>
          </a:p>
        </p:txBody>
      </p:sp>
      <p:sp>
        <p:nvSpPr>
          <p:cNvPr id="7" name="">
            <a:extLst xmlns:a="http://schemas.openxmlformats.org/drawingml/2006/main">
              <a:ext uri="{FF2B5EF4-FFF2-40B4-BE49-F238E27FC236}">
                <a16:creationId xmlns:a16="http://schemas.microsoft.com/office/drawing/2014/main" id="{A4D20FF4-A42B-41EF-A357-7C6DCE816DC1}"/>
              </a:ext>
            </a:extLst>
          </p:cNvPr>
          <p:cNvSpPr>
            <a:spLocks xmlns:a="http://schemas.openxmlformats.org/drawingml/2006/main" noGrp="1"/>
          </p:cNvSpPr>
          <p:nvPr/>
        </p:nvSpPr>
        <p:spPr>
          <a:xfrm xmlns:a="http://schemas.openxmlformats.org/drawingml/2006/main">
            <a:off x="609600" y="21717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0B1F3A"/>
                </a:solidFill>
                <a:latin typeface="AppleGothic"/>
                <a:ea typeface="AppleGothic"/>
                <a:cs typeface="AppleGothic"/>
              </a:defRPr>
            </a:pPr>
            <a:r>
              <a:rPr sz="1050" b="1">
                <a:solidFill>
                  <a:srgbClr val="0B1F3A"/>
                </a:solidFill>
                <a:latin typeface="AppleGothic"/>
                <a:ea typeface="AppleGothic"/>
                <a:cs typeface="AppleGothic"/>
              </a:rPr>
              <a:t>PPO 기반 RLHF</a:t>
            </a:r>
          </a:p>
        </p:txBody>
      </p:sp>
      <p:sp>
        <p:nvSpPr>
          <p:cNvPr id="8" name="">
            <a:extLst xmlns:a="http://schemas.openxmlformats.org/drawingml/2006/main">
              <a:ext uri="{FF2B5EF4-FFF2-40B4-BE49-F238E27FC236}">
                <a16:creationId xmlns:a16="http://schemas.microsoft.com/office/drawing/2014/main" id="{3BB1534A-F468-4525-873F-E9143BC0B8DE}"/>
              </a:ext>
            </a:extLst>
          </p:cNvPr>
          <p:cNvSpPr>
            <a:spLocks xmlns:a="http://schemas.openxmlformats.org/drawingml/2006/main" noGrp="1"/>
          </p:cNvSpPr>
          <p:nvPr/>
        </p:nvSpPr>
        <p:spPr>
          <a:xfrm xmlns:a="http://schemas.openxmlformats.org/drawingml/2006/main" rot="0">
            <a:off x="2781300" y="209550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19357DB9-E203-4AC2-B567-FB6CDE078112}"/>
              </a:ext>
            </a:extLst>
          </p:cNvPr>
          <p:cNvSpPr>
            <a:spLocks xmlns:a="http://schemas.openxmlformats.org/drawingml/2006/main" noGrp="1"/>
          </p:cNvSpPr>
          <p:nvPr/>
        </p:nvSpPr>
        <p:spPr>
          <a:xfrm xmlns:a="http://schemas.openxmlformats.org/drawingml/2006/main">
            <a:off x="28575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선호 쌍</a:t>
            </a:r>
          </a:p>
        </p:txBody>
      </p:sp>
      <p:sp>
        <p:nvSpPr>
          <p:cNvPr id="10" name="">
            <a:extLst xmlns:a="http://schemas.openxmlformats.org/drawingml/2006/main">
              <a:ext uri="{FF2B5EF4-FFF2-40B4-BE49-F238E27FC236}">
                <a16:creationId xmlns:a16="http://schemas.microsoft.com/office/drawing/2014/main" id="{D6343747-3DBF-4F3D-9CA6-9FBB288AB94A}"/>
              </a:ext>
            </a:extLst>
          </p:cNvPr>
          <p:cNvSpPr>
            <a:spLocks xmlns:a="http://schemas.openxmlformats.org/drawingml/2006/main" noGrp="1"/>
          </p:cNvSpPr>
          <p:nvPr/>
        </p:nvSpPr>
        <p:spPr>
          <a:xfrm xmlns:a="http://schemas.openxmlformats.org/drawingml/2006/main">
            <a:off x="5346700" y="228600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11" name="">
            <a:extLst xmlns:a="http://schemas.openxmlformats.org/drawingml/2006/main">
              <a:ext uri="{FF2B5EF4-FFF2-40B4-BE49-F238E27FC236}">
                <a16:creationId xmlns:a16="http://schemas.microsoft.com/office/drawing/2014/main" id="{B063C644-31A0-432B-824F-B678D2895D32}"/>
              </a:ext>
            </a:extLst>
          </p:cNvPr>
          <p:cNvSpPr>
            <a:spLocks xmlns:a="http://schemas.openxmlformats.org/drawingml/2006/main" noGrp="1"/>
          </p:cNvSpPr>
          <p:nvPr/>
        </p:nvSpPr>
        <p:spPr>
          <a:xfrm xmlns:a="http://schemas.openxmlformats.org/drawingml/2006/main" rot="0">
            <a:off x="5689600" y="2095500"/>
            <a:ext cx="2565400" cy="6858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12" name="">
            <a:extLst xmlns:a="http://schemas.openxmlformats.org/drawingml/2006/main">
              <a:ext uri="{FF2B5EF4-FFF2-40B4-BE49-F238E27FC236}">
                <a16:creationId xmlns:a16="http://schemas.microsoft.com/office/drawing/2014/main" id="{F0C9707D-CB48-4D73-9F47-8ED18ACDB1E4}"/>
              </a:ext>
            </a:extLst>
          </p:cNvPr>
          <p:cNvSpPr>
            <a:spLocks xmlns:a="http://schemas.openxmlformats.org/drawingml/2006/main" noGrp="1"/>
          </p:cNvSpPr>
          <p:nvPr/>
        </p:nvSpPr>
        <p:spPr>
          <a:xfrm xmlns:a="http://schemas.openxmlformats.org/drawingml/2006/main">
            <a:off x="57658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보상 모델</a:t>
            </a:r>
          </a:p>
        </p:txBody>
      </p:sp>
      <p:sp>
        <p:nvSpPr>
          <p:cNvPr id="13" name="">
            <a:extLst xmlns:a="http://schemas.openxmlformats.org/drawingml/2006/main">
              <a:ext uri="{FF2B5EF4-FFF2-40B4-BE49-F238E27FC236}">
                <a16:creationId xmlns:a16="http://schemas.microsoft.com/office/drawing/2014/main" id="{8E496F71-2C74-4BB4-A796-154313E7921C}"/>
              </a:ext>
            </a:extLst>
          </p:cNvPr>
          <p:cNvSpPr>
            <a:spLocks xmlns:a="http://schemas.openxmlformats.org/drawingml/2006/main" noGrp="1"/>
          </p:cNvSpPr>
          <p:nvPr/>
        </p:nvSpPr>
        <p:spPr>
          <a:xfrm xmlns:a="http://schemas.openxmlformats.org/drawingml/2006/main">
            <a:off x="8255000" y="228600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1C2F8397-5C92-4BAD-9290-5B2819EDF390}"/>
              </a:ext>
            </a:extLst>
          </p:cNvPr>
          <p:cNvSpPr>
            <a:spLocks xmlns:a="http://schemas.openxmlformats.org/drawingml/2006/main" noGrp="1"/>
          </p:cNvSpPr>
          <p:nvPr/>
        </p:nvSpPr>
        <p:spPr>
          <a:xfrm xmlns:a="http://schemas.openxmlformats.org/drawingml/2006/main" rot="0">
            <a:off x="8597900" y="209550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6E14D0B2-0907-4487-A1CD-5BB29A4E8BBF}"/>
              </a:ext>
            </a:extLst>
          </p:cNvPr>
          <p:cNvSpPr>
            <a:spLocks xmlns:a="http://schemas.openxmlformats.org/drawingml/2006/main" noGrp="1"/>
          </p:cNvSpPr>
          <p:nvPr/>
        </p:nvSpPr>
        <p:spPr>
          <a:xfrm xmlns:a="http://schemas.openxmlformats.org/drawingml/2006/main">
            <a:off x="8674100" y="209550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PPO</a:t>
            </a:r>
          </a:p>
        </p:txBody>
      </p:sp>
      <p:sp>
        <p:nvSpPr>
          <p:cNvPr id="16" name="">
            <a:extLst xmlns:a="http://schemas.openxmlformats.org/drawingml/2006/main">
              <a:ext uri="{FF2B5EF4-FFF2-40B4-BE49-F238E27FC236}">
                <a16:creationId xmlns:a16="http://schemas.microsoft.com/office/drawing/2014/main" id="{57923FD0-45A2-413C-AD7E-86C4CC8872FB}"/>
              </a:ext>
            </a:extLst>
          </p:cNvPr>
          <p:cNvSpPr>
            <a:spLocks xmlns:a="http://schemas.openxmlformats.org/drawingml/2006/main" noGrp="1"/>
          </p:cNvSpPr>
          <p:nvPr/>
        </p:nvSpPr>
        <p:spPr>
          <a:xfrm xmlns:a="http://schemas.openxmlformats.org/drawingml/2006/main">
            <a:off x="2781300" y="2990850"/>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Reinforcement Learning from Human Feedback · Proximal Policy Optimization</a:t>
            </a:r>
          </a:p>
        </p:txBody>
      </p:sp>
      <p:sp>
        <p:nvSpPr>
          <p:cNvPr id="17" name="">
            <a:extLst xmlns:a="http://schemas.openxmlformats.org/drawingml/2006/main">
              <a:ext uri="{FF2B5EF4-FFF2-40B4-BE49-F238E27FC236}">
                <a16:creationId xmlns:a16="http://schemas.microsoft.com/office/drawing/2014/main" id="{7D4D837D-7E3B-462F-9EEC-DF292EEEB640}"/>
              </a:ext>
            </a:extLst>
          </p:cNvPr>
          <p:cNvSpPr>
            <a:spLocks xmlns:a="http://schemas.openxmlformats.org/drawingml/2006/main" noGrp="1"/>
          </p:cNvSpPr>
          <p:nvPr/>
        </p:nvSpPr>
        <p:spPr>
          <a:xfrm xmlns:a="http://schemas.openxmlformats.org/drawingml/2006/main">
            <a:off x="609600" y="42100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직접 선호 최적화(DPO)</a:t>
            </a:r>
          </a:p>
        </p:txBody>
      </p:sp>
      <p:sp>
        <p:nvSpPr>
          <p:cNvPr id="18" name="">
            <a:extLst xmlns:a="http://schemas.openxmlformats.org/drawingml/2006/main">
              <a:ext uri="{FF2B5EF4-FFF2-40B4-BE49-F238E27FC236}">
                <a16:creationId xmlns:a16="http://schemas.microsoft.com/office/drawing/2014/main" id="{9225E481-867B-43CE-BA7F-03A6277F4273}"/>
              </a:ext>
            </a:extLst>
          </p:cNvPr>
          <p:cNvSpPr>
            <a:spLocks xmlns:a="http://schemas.openxmlformats.org/drawingml/2006/main" noGrp="1"/>
          </p:cNvSpPr>
          <p:nvPr/>
        </p:nvSpPr>
        <p:spPr>
          <a:xfrm xmlns:a="http://schemas.openxmlformats.org/drawingml/2006/main" rot="0">
            <a:off x="2781300" y="413385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2CE13DFB-0F16-4E86-8315-C9188F65AFC0}"/>
              </a:ext>
            </a:extLst>
          </p:cNvPr>
          <p:cNvSpPr>
            <a:spLocks xmlns:a="http://schemas.openxmlformats.org/drawingml/2006/main" noGrp="1"/>
          </p:cNvSpPr>
          <p:nvPr/>
        </p:nvSpPr>
        <p:spPr>
          <a:xfrm xmlns:a="http://schemas.openxmlformats.org/drawingml/2006/main">
            <a:off x="28575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선호 쌍</a:t>
            </a:r>
          </a:p>
        </p:txBody>
      </p:sp>
      <p:sp>
        <p:nvSpPr>
          <p:cNvPr id="20" name="">
            <a:extLst xmlns:a="http://schemas.openxmlformats.org/drawingml/2006/main">
              <a:ext uri="{FF2B5EF4-FFF2-40B4-BE49-F238E27FC236}">
                <a16:creationId xmlns:a16="http://schemas.microsoft.com/office/drawing/2014/main" id="{D752A000-AFCF-461B-A1EC-2F0190E873ED}"/>
              </a:ext>
            </a:extLst>
          </p:cNvPr>
          <p:cNvSpPr>
            <a:spLocks xmlns:a="http://schemas.openxmlformats.org/drawingml/2006/main" noGrp="1"/>
          </p:cNvSpPr>
          <p:nvPr/>
        </p:nvSpPr>
        <p:spPr>
          <a:xfrm xmlns:a="http://schemas.openxmlformats.org/drawingml/2006/main">
            <a:off x="5346700" y="432435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21" name="">
            <a:extLst xmlns:a="http://schemas.openxmlformats.org/drawingml/2006/main">
              <a:ext uri="{FF2B5EF4-FFF2-40B4-BE49-F238E27FC236}">
                <a16:creationId xmlns:a16="http://schemas.microsoft.com/office/drawing/2014/main" id="{1A1BE4DE-710D-4008-8ECD-327E1095EB55}"/>
              </a:ext>
            </a:extLst>
          </p:cNvPr>
          <p:cNvSpPr>
            <a:spLocks xmlns:a="http://schemas.openxmlformats.org/drawingml/2006/main" noGrp="1"/>
          </p:cNvSpPr>
          <p:nvPr/>
        </p:nvSpPr>
        <p:spPr>
          <a:xfrm xmlns:a="http://schemas.openxmlformats.org/drawingml/2006/main" rot="0">
            <a:off x="5689600" y="4133850"/>
            <a:ext cx="25654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8C908CEA-7DD5-473A-9824-7EEB18BB47D0}"/>
              </a:ext>
            </a:extLst>
          </p:cNvPr>
          <p:cNvSpPr>
            <a:spLocks xmlns:a="http://schemas.openxmlformats.org/drawingml/2006/main" noGrp="1"/>
          </p:cNvSpPr>
          <p:nvPr/>
        </p:nvSpPr>
        <p:spPr>
          <a:xfrm xmlns:a="http://schemas.openxmlformats.org/drawingml/2006/main">
            <a:off x="57658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참조 정책</a:t>
            </a:r>
          </a:p>
        </p:txBody>
      </p:sp>
      <p:sp>
        <p:nvSpPr>
          <p:cNvPr id="23" name="">
            <a:extLst xmlns:a="http://schemas.openxmlformats.org/drawingml/2006/main">
              <a:ext uri="{FF2B5EF4-FFF2-40B4-BE49-F238E27FC236}">
                <a16:creationId xmlns:a16="http://schemas.microsoft.com/office/drawing/2014/main" id="{B028D027-9E19-4A78-9848-C791FFC020AB}"/>
              </a:ext>
            </a:extLst>
          </p:cNvPr>
          <p:cNvSpPr>
            <a:spLocks xmlns:a="http://schemas.openxmlformats.org/drawingml/2006/main" noGrp="1"/>
          </p:cNvSpPr>
          <p:nvPr/>
        </p:nvSpPr>
        <p:spPr>
          <a:xfrm xmlns:a="http://schemas.openxmlformats.org/drawingml/2006/main">
            <a:off x="8255000" y="4324350"/>
            <a:ext cx="34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E2B2B938-8F89-4778-A4C5-978440D76F62}"/>
              </a:ext>
            </a:extLst>
          </p:cNvPr>
          <p:cNvSpPr>
            <a:spLocks xmlns:a="http://schemas.openxmlformats.org/drawingml/2006/main" noGrp="1"/>
          </p:cNvSpPr>
          <p:nvPr/>
        </p:nvSpPr>
        <p:spPr>
          <a:xfrm xmlns:a="http://schemas.openxmlformats.org/drawingml/2006/main" rot="0">
            <a:off x="8597900" y="4133850"/>
            <a:ext cx="2565400" cy="685800"/>
          </a:xfrm>
          <a:prstGeom xmlns:a="http://schemas.openxmlformats.org/drawingml/2006/main" prst="rect">
            <a:avLst/>
          </a:prstGeom>
          <a:solidFill xmlns:a="http://schemas.openxmlformats.org/drawingml/2006/main">
            <a:srgbClr val="2563EB"/>
          </a:solidFill>
          <a:ln xmlns:a="http://schemas.openxmlformats.org/drawingml/2006/main" w="9525">
            <a:solidFill>
              <a:srgbClr val="2563EB"/>
            </a:solidFill>
            <a:prstDash val="solid"/>
          </a:ln>
        </p:spPr>
      </p:sp>
      <p:sp>
        <p:nvSpPr>
          <p:cNvPr id="25" name="">
            <a:extLst xmlns:a="http://schemas.openxmlformats.org/drawingml/2006/main">
              <a:ext uri="{FF2B5EF4-FFF2-40B4-BE49-F238E27FC236}">
                <a16:creationId xmlns:a16="http://schemas.microsoft.com/office/drawing/2014/main" id="{A70E10D7-F24B-4A58-9169-086F2DFBFBDD}"/>
              </a:ext>
            </a:extLst>
          </p:cNvPr>
          <p:cNvSpPr>
            <a:spLocks xmlns:a="http://schemas.openxmlformats.org/drawingml/2006/main" noGrp="1"/>
          </p:cNvSpPr>
          <p:nvPr/>
        </p:nvSpPr>
        <p:spPr>
          <a:xfrm xmlns:a="http://schemas.openxmlformats.org/drawingml/2006/main">
            <a:off x="8674100" y="4133850"/>
            <a:ext cx="241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직접 손실</a:t>
            </a:r>
          </a:p>
        </p:txBody>
      </p:sp>
      <p:sp>
        <p:nvSpPr>
          <p:cNvPr id="26" name="">
            <a:extLst xmlns:a="http://schemas.openxmlformats.org/drawingml/2006/main">
              <a:ext uri="{FF2B5EF4-FFF2-40B4-BE49-F238E27FC236}">
                <a16:creationId xmlns:a16="http://schemas.microsoft.com/office/drawing/2014/main" id="{8323693C-0606-495B-8FD1-39EAF3C7A754}"/>
              </a:ext>
            </a:extLst>
          </p:cNvPr>
          <p:cNvSpPr>
            <a:spLocks xmlns:a="http://schemas.openxmlformats.org/drawingml/2006/main" noGrp="1"/>
          </p:cNvSpPr>
          <p:nvPr/>
        </p:nvSpPr>
        <p:spPr>
          <a:xfrm xmlns:a="http://schemas.openxmlformats.org/drawingml/2006/main">
            <a:off x="2781300" y="5029200"/>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Direct Preference Optimization (DPO) · 참조 정책과 선호 쌍의 직접 최적화</a:t>
            </a:r>
          </a:p>
        </p:txBody>
      </p:sp>
    </p:spTree>
    <p:extLst>
      <p:ext uri="{BB962C8B-B14F-4D97-AF65-F5344CB8AC3E}">
        <p14:creationId xmlns:p14="http://schemas.microsoft.com/office/powerpoint/2010/main" val="618605438"/>
      </p:ext>
    </p:extLst>
  </p:cSld>
</p:sld>
</file>

<file path=ppt/slides/slide4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E1A49B28-FF95-44CA-B43D-58DA363FD39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BC2EDBF4-271A-4412-BDB0-EA9F0BC325C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44</a:t>
            </a:r>
          </a:p>
        </p:txBody>
      </p:sp>
      <p:sp>
        <p:nvSpPr>
          <p:cNvPr id="3" name="">
            <a:extLst xmlns:a="http://schemas.openxmlformats.org/drawingml/2006/main">
              <a:ext uri="{FF2B5EF4-FFF2-40B4-BE49-F238E27FC236}">
                <a16:creationId xmlns:a16="http://schemas.microsoft.com/office/drawing/2014/main" id="{C1BA53D8-10A1-48A8-AF7A-69D51685847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37037CA-63E6-4F22-B07B-FA07908EEBC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D8835E2E-97BD-4939-A948-10EEA9A5827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AFEAF81E-789A-4D8D-B044-863B932BBAC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LoRA 어댑터의 학습 범위</a:t>
            </a:r>
          </a:p>
        </p:txBody>
      </p:sp>
      <p:sp>
        <p:nvSpPr>
          <p:cNvPr id="7" name="">
            <a:extLst xmlns:a="http://schemas.openxmlformats.org/drawingml/2006/main">
              <a:ext uri="{FF2B5EF4-FFF2-40B4-BE49-F238E27FC236}">
                <a16:creationId xmlns:a16="http://schemas.microsoft.com/office/drawing/2014/main" id="{097F95A6-1B3E-4F6A-A7D6-B9DE6056AB61}"/>
              </a:ext>
            </a:extLst>
          </p:cNvPr>
          <p:cNvSpPr>
            <a:spLocks xmlns:a="http://schemas.openxmlformats.org/drawingml/2006/main" noGrp="1"/>
          </p:cNvSpPr>
          <p:nvPr/>
        </p:nvSpPr>
        <p:spPr>
          <a:xfrm xmlns:a="http://schemas.openxmlformats.org/drawingml/2006/main" rot="0">
            <a:off x="742950" y="1809750"/>
            <a:ext cx="4895850" cy="32194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8" name="">
            <a:extLst xmlns:a="http://schemas.openxmlformats.org/drawingml/2006/main">
              <a:ext uri="{FF2B5EF4-FFF2-40B4-BE49-F238E27FC236}">
                <a16:creationId xmlns:a16="http://schemas.microsoft.com/office/drawing/2014/main" id="{37FAE262-A1EF-45CF-B451-AEBD69A21928}"/>
              </a:ext>
            </a:extLst>
          </p:cNvPr>
          <p:cNvSpPr>
            <a:spLocks xmlns:a="http://schemas.openxmlformats.org/drawingml/2006/main" noGrp="1"/>
          </p:cNvSpPr>
          <p:nvPr/>
        </p:nvSpPr>
        <p:spPr>
          <a:xfrm xmlns:a="http://schemas.openxmlformats.org/drawingml/2006/main">
            <a:off x="1009650" y="205740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BASE WEIGHT / FROZEN</a:t>
            </a:r>
          </a:p>
        </p:txBody>
      </p:sp>
      <p:sp>
        <p:nvSpPr>
          <p:cNvPr id="9" name="">
            <a:extLst xmlns:a="http://schemas.openxmlformats.org/drawingml/2006/main">
              <a:ext uri="{FF2B5EF4-FFF2-40B4-BE49-F238E27FC236}">
                <a16:creationId xmlns:a16="http://schemas.microsoft.com/office/drawing/2014/main" id="{624CCEE0-4F00-427D-985F-F8DF11BE9218}"/>
              </a:ext>
            </a:extLst>
          </p:cNvPr>
          <p:cNvSpPr>
            <a:spLocks xmlns:a="http://schemas.openxmlformats.org/drawingml/2006/main" noGrp="1"/>
          </p:cNvSpPr>
          <p:nvPr/>
        </p:nvSpPr>
        <p:spPr>
          <a:xfrm xmlns:a="http://schemas.openxmlformats.org/drawingml/2006/main" rot="0">
            <a:off x="1009650" y="26098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0" name="">
            <a:extLst xmlns:a="http://schemas.openxmlformats.org/drawingml/2006/main">
              <a:ext uri="{FF2B5EF4-FFF2-40B4-BE49-F238E27FC236}">
                <a16:creationId xmlns:a16="http://schemas.microsoft.com/office/drawing/2014/main" id="{7C011CFA-D299-49F2-AB5C-234111034872}"/>
              </a:ext>
            </a:extLst>
          </p:cNvPr>
          <p:cNvSpPr>
            <a:spLocks xmlns:a="http://schemas.openxmlformats.org/drawingml/2006/main" noGrp="1"/>
          </p:cNvSpPr>
          <p:nvPr/>
        </p:nvSpPr>
        <p:spPr>
          <a:xfrm xmlns:a="http://schemas.openxmlformats.org/drawingml/2006/main" rot="0">
            <a:off x="16764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1" name="">
            <a:extLst xmlns:a="http://schemas.openxmlformats.org/drawingml/2006/main">
              <a:ext uri="{FF2B5EF4-FFF2-40B4-BE49-F238E27FC236}">
                <a16:creationId xmlns:a16="http://schemas.microsoft.com/office/drawing/2014/main" id="{00468C04-0BF1-4AED-841C-96D36BA23EA3}"/>
              </a:ext>
            </a:extLst>
          </p:cNvPr>
          <p:cNvSpPr>
            <a:spLocks xmlns:a="http://schemas.openxmlformats.org/drawingml/2006/main" noGrp="1"/>
          </p:cNvSpPr>
          <p:nvPr/>
        </p:nvSpPr>
        <p:spPr>
          <a:xfrm xmlns:a="http://schemas.openxmlformats.org/drawingml/2006/main" rot="0">
            <a:off x="234315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2" name="">
            <a:extLst xmlns:a="http://schemas.openxmlformats.org/drawingml/2006/main">
              <a:ext uri="{FF2B5EF4-FFF2-40B4-BE49-F238E27FC236}">
                <a16:creationId xmlns:a16="http://schemas.microsoft.com/office/drawing/2014/main" id="{616E1F8F-7AAF-479A-89CA-F789FDBA0AB0}"/>
              </a:ext>
            </a:extLst>
          </p:cNvPr>
          <p:cNvSpPr>
            <a:spLocks xmlns:a="http://schemas.openxmlformats.org/drawingml/2006/main" noGrp="1"/>
          </p:cNvSpPr>
          <p:nvPr/>
        </p:nvSpPr>
        <p:spPr>
          <a:xfrm xmlns:a="http://schemas.openxmlformats.org/drawingml/2006/main" rot="0">
            <a:off x="30099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3" name="">
            <a:extLst xmlns:a="http://schemas.openxmlformats.org/drawingml/2006/main">
              <a:ext uri="{FF2B5EF4-FFF2-40B4-BE49-F238E27FC236}">
                <a16:creationId xmlns:a16="http://schemas.microsoft.com/office/drawing/2014/main" id="{64219517-C671-47A4-881F-2B5F2634B8B8}"/>
              </a:ext>
            </a:extLst>
          </p:cNvPr>
          <p:cNvSpPr>
            <a:spLocks xmlns:a="http://schemas.openxmlformats.org/drawingml/2006/main" noGrp="1"/>
          </p:cNvSpPr>
          <p:nvPr/>
        </p:nvSpPr>
        <p:spPr>
          <a:xfrm xmlns:a="http://schemas.openxmlformats.org/drawingml/2006/main" rot="0">
            <a:off x="3676650" y="26098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C0ABF66C-3A6D-4160-9DCA-69B0835978B5}"/>
              </a:ext>
            </a:extLst>
          </p:cNvPr>
          <p:cNvSpPr>
            <a:spLocks xmlns:a="http://schemas.openxmlformats.org/drawingml/2006/main" noGrp="1"/>
          </p:cNvSpPr>
          <p:nvPr/>
        </p:nvSpPr>
        <p:spPr>
          <a:xfrm xmlns:a="http://schemas.openxmlformats.org/drawingml/2006/main" rot="0">
            <a:off x="4343400" y="26098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5" name="">
            <a:extLst xmlns:a="http://schemas.openxmlformats.org/drawingml/2006/main">
              <a:ext uri="{FF2B5EF4-FFF2-40B4-BE49-F238E27FC236}">
                <a16:creationId xmlns:a16="http://schemas.microsoft.com/office/drawing/2014/main" id="{6BDFA93C-7AD3-4281-83D9-B82AD6BA79C0}"/>
              </a:ext>
            </a:extLst>
          </p:cNvPr>
          <p:cNvSpPr>
            <a:spLocks xmlns:a="http://schemas.openxmlformats.org/drawingml/2006/main" noGrp="1"/>
          </p:cNvSpPr>
          <p:nvPr/>
        </p:nvSpPr>
        <p:spPr>
          <a:xfrm xmlns:a="http://schemas.openxmlformats.org/drawingml/2006/main" rot="0">
            <a:off x="10096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6" name="">
            <a:extLst xmlns:a="http://schemas.openxmlformats.org/drawingml/2006/main">
              <a:ext uri="{FF2B5EF4-FFF2-40B4-BE49-F238E27FC236}">
                <a16:creationId xmlns:a16="http://schemas.microsoft.com/office/drawing/2014/main" id="{3E9BABB1-1C42-47CC-9710-EE67963B5011}"/>
              </a:ext>
            </a:extLst>
          </p:cNvPr>
          <p:cNvSpPr>
            <a:spLocks xmlns:a="http://schemas.openxmlformats.org/drawingml/2006/main" noGrp="1"/>
          </p:cNvSpPr>
          <p:nvPr/>
        </p:nvSpPr>
        <p:spPr>
          <a:xfrm xmlns:a="http://schemas.openxmlformats.org/drawingml/2006/main" rot="0">
            <a:off x="1676400" y="31242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7B087ADC-5733-4245-AD11-3A86FC5DE76B}"/>
              </a:ext>
            </a:extLst>
          </p:cNvPr>
          <p:cNvSpPr>
            <a:spLocks xmlns:a="http://schemas.openxmlformats.org/drawingml/2006/main" noGrp="1"/>
          </p:cNvSpPr>
          <p:nvPr/>
        </p:nvSpPr>
        <p:spPr>
          <a:xfrm xmlns:a="http://schemas.openxmlformats.org/drawingml/2006/main" rot="0">
            <a:off x="23431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8" name="">
            <a:extLst xmlns:a="http://schemas.openxmlformats.org/drawingml/2006/main">
              <a:ext uri="{FF2B5EF4-FFF2-40B4-BE49-F238E27FC236}">
                <a16:creationId xmlns:a16="http://schemas.microsoft.com/office/drawing/2014/main" id="{99F09AD7-9BAD-47FE-B2AF-310D416284E8}"/>
              </a:ext>
            </a:extLst>
          </p:cNvPr>
          <p:cNvSpPr>
            <a:spLocks xmlns:a="http://schemas.openxmlformats.org/drawingml/2006/main" noGrp="1"/>
          </p:cNvSpPr>
          <p:nvPr/>
        </p:nvSpPr>
        <p:spPr>
          <a:xfrm xmlns:a="http://schemas.openxmlformats.org/drawingml/2006/main" rot="0">
            <a:off x="300990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19" name="">
            <a:extLst xmlns:a="http://schemas.openxmlformats.org/drawingml/2006/main">
              <a:ext uri="{FF2B5EF4-FFF2-40B4-BE49-F238E27FC236}">
                <a16:creationId xmlns:a16="http://schemas.microsoft.com/office/drawing/2014/main" id="{BBDE98CA-6BCF-481A-BCED-5842F4894DF9}"/>
              </a:ext>
            </a:extLst>
          </p:cNvPr>
          <p:cNvSpPr>
            <a:spLocks xmlns:a="http://schemas.openxmlformats.org/drawingml/2006/main" noGrp="1"/>
          </p:cNvSpPr>
          <p:nvPr/>
        </p:nvSpPr>
        <p:spPr>
          <a:xfrm xmlns:a="http://schemas.openxmlformats.org/drawingml/2006/main" rot="0">
            <a:off x="3676650" y="31242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0" name="">
            <a:extLst xmlns:a="http://schemas.openxmlformats.org/drawingml/2006/main">
              <a:ext uri="{FF2B5EF4-FFF2-40B4-BE49-F238E27FC236}">
                <a16:creationId xmlns:a16="http://schemas.microsoft.com/office/drawing/2014/main" id="{25024C77-8B8F-45A8-BEBF-FF4623A55B6A}"/>
              </a:ext>
            </a:extLst>
          </p:cNvPr>
          <p:cNvSpPr>
            <a:spLocks xmlns:a="http://schemas.openxmlformats.org/drawingml/2006/main" noGrp="1"/>
          </p:cNvSpPr>
          <p:nvPr/>
        </p:nvSpPr>
        <p:spPr>
          <a:xfrm xmlns:a="http://schemas.openxmlformats.org/drawingml/2006/main" rot="0">
            <a:off x="4343400" y="31242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1" name="">
            <a:extLst xmlns:a="http://schemas.openxmlformats.org/drawingml/2006/main">
              <a:ext uri="{FF2B5EF4-FFF2-40B4-BE49-F238E27FC236}">
                <a16:creationId xmlns:a16="http://schemas.microsoft.com/office/drawing/2014/main" id="{933D4132-26D4-47F4-8121-17345913BAEB}"/>
              </a:ext>
            </a:extLst>
          </p:cNvPr>
          <p:cNvSpPr>
            <a:spLocks xmlns:a="http://schemas.openxmlformats.org/drawingml/2006/main" noGrp="1"/>
          </p:cNvSpPr>
          <p:nvPr/>
        </p:nvSpPr>
        <p:spPr>
          <a:xfrm xmlns:a="http://schemas.openxmlformats.org/drawingml/2006/main" rot="0">
            <a:off x="100965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2" name="">
            <a:extLst xmlns:a="http://schemas.openxmlformats.org/drawingml/2006/main">
              <a:ext uri="{FF2B5EF4-FFF2-40B4-BE49-F238E27FC236}">
                <a16:creationId xmlns:a16="http://schemas.microsoft.com/office/drawing/2014/main" id="{190F3545-545D-4573-BB96-3669603487B8}"/>
              </a:ext>
            </a:extLst>
          </p:cNvPr>
          <p:cNvSpPr>
            <a:spLocks xmlns:a="http://schemas.openxmlformats.org/drawingml/2006/main" noGrp="1"/>
          </p:cNvSpPr>
          <p:nvPr/>
        </p:nvSpPr>
        <p:spPr>
          <a:xfrm xmlns:a="http://schemas.openxmlformats.org/drawingml/2006/main" rot="0">
            <a:off x="16764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3" name="">
            <a:extLst xmlns:a="http://schemas.openxmlformats.org/drawingml/2006/main">
              <a:ext uri="{FF2B5EF4-FFF2-40B4-BE49-F238E27FC236}">
                <a16:creationId xmlns:a16="http://schemas.microsoft.com/office/drawing/2014/main" id="{C545875E-5F72-4C28-ABE5-8F64D477FAC7}"/>
              </a:ext>
            </a:extLst>
          </p:cNvPr>
          <p:cNvSpPr>
            <a:spLocks xmlns:a="http://schemas.openxmlformats.org/drawingml/2006/main" noGrp="1"/>
          </p:cNvSpPr>
          <p:nvPr/>
        </p:nvSpPr>
        <p:spPr>
          <a:xfrm xmlns:a="http://schemas.openxmlformats.org/drawingml/2006/main" rot="0">
            <a:off x="2343150" y="363855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8D21F838-1037-4A69-BEA3-423C3AAF3380}"/>
              </a:ext>
            </a:extLst>
          </p:cNvPr>
          <p:cNvSpPr>
            <a:spLocks xmlns:a="http://schemas.openxmlformats.org/drawingml/2006/main" noGrp="1"/>
          </p:cNvSpPr>
          <p:nvPr/>
        </p:nvSpPr>
        <p:spPr>
          <a:xfrm xmlns:a="http://schemas.openxmlformats.org/drawingml/2006/main" rot="0">
            <a:off x="30099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5" name="">
            <a:extLst xmlns:a="http://schemas.openxmlformats.org/drawingml/2006/main">
              <a:ext uri="{FF2B5EF4-FFF2-40B4-BE49-F238E27FC236}">
                <a16:creationId xmlns:a16="http://schemas.microsoft.com/office/drawing/2014/main" id="{77697575-50A2-4FD2-A3C3-409335AD4034}"/>
              </a:ext>
            </a:extLst>
          </p:cNvPr>
          <p:cNvSpPr>
            <a:spLocks xmlns:a="http://schemas.openxmlformats.org/drawingml/2006/main" noGrp="1"/>
          </p:cNvSpPr>
          <p:nvPr/>
        </p:nvSpPr>
        <p:spPr>
          <a:xfrm xmlns:a="http://schemas.openxmlformats.org/drawingml/2006/main" rot="0">
            <a:off x="367665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6" name="">
            <a:extLst xmlns:a="http://schemas.openxmlformats.org/drawingml/2006/main">
              <a:ext uri="{FF2B5EF4-FFF2-40B4-BE49-F238E27FC236}">
                <a16:creationId xmlns:a16="http://schemas.microsoft.com/office/drawing/2014/main" id="{50FA12E4-2A0F-4C1F-8D53-9F69B2103700}"/>
              </a:ext>
            </a:extLst>
          </p:cNvPr>
          <p:cNvSpPr>
            <a:spLocks xmlns:a="http://schemas.openxmlformats.org/drawingml/2006/main" noGrp="1"/>
          </p:cNvSpPr>
          <p:nvPr/>
        </p:nvSpPr>
        <p:spPr>
          <a:xfrm xmlns:a="http://schemas.openxmlformats.org/drawingml/2006/main" rot="0">
            <a:off x="4343400" y="363855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7" name="">
            <a:extLst xmlns:a="http://schemas.openxmlformats.org/drawingml/2006/main">
              <a:ext uri="{FF2B5EF4-FFF2-40B4-BE49-F238E27FC236}">
                <a16:creationId xmlns:a16="http://schemas.microsoft.com/office/drawing/2014/main" id="{622024CD-AED3-4E63-8448-38FC9F3D1A4E}"/>
              </a:ext>
            </a:extLst>
          </p:cNvPr>
          <p:cNvSpPr>
            <a:spLocks xmlns:a="http://schemas.openxmlformats.org/drawingml/2006/main" noGrp="1"/>
          </p:cNvSpPr>
          <p:nvPr/>
        </p:nvSpPr>
        <p:spPr>
          <a:xfrm xmlns:a="http://schemas.openxmlformats.org/drawingml/2006/main" rot="0">
            <a:off x="10096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8" name="">
            <a:extLst xmlns:a="http://schemas.openxmlformats.org/drawingml/2006/main">
              <a:ext uri="{FF2B5EF4-FFF2-40B4-BE49-F238E27FC236}">
                <a16:creationId xmlns:a16="http://schemas.microsoft.com/office/drawing/2014/main" id="{B4E8D491-7395-4515-B711-C51C730299F7}"/>
              </a:ext>
            </a:extLst>
          </p:cNvPr>
          <p:cNvSpPr>
            <a:spLocks xmlns:a="http://schemas.openxmlformats.org/drawingml/2006/main" noGrp="1"/>
          </p:cNvSpPr>
          <p:nvPr/>
        </p:nvSpPr>
        <p:spPr>
          <a:xfrm xmlns:a="http://schemas.openxmlformats.org/drawingml/2006/main" rot="0">
            <a:off x="167640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29" name="">
            <a:extLst xmlns:a="http://schemas.openxmlformats.org/drawingml/2006/main">
              <a:ext uri="{FF2B5EF4-FFF2-40B4-BE49-F238E27FC236}">
                <a16:creationId xmlns:a16="http://schemas.microsoft.com/office/drawing/2014/main" id="{A8AE4147-6D77-4647-9311-795D6833F7C3}"/>
              </a:ext>
            </a:extLst>
          </p:cNvPr>
          <p:cNvSpPr>
            <a:spLocks xmlns:a="http://schemas.openxmlformats.org/drawingml/2006/main" noGrp="1"/>
          </p:cNvSpPr>
          <p:nvPr/>
        </p:nvSpPr>
        <p:spPr>
          <a:xfrm xmlns:a="http://schemas.openxmlformats.org/drawingml/2006/main" rot="0">
            <a:off x="23431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0" name="">
            <a:extLst xmlns:a="http://schemas.openxmlformats.org/drawingml/2006/main">
              <a:ext uri="{FF2B5EF4-FFF2-40B4-BE49-F238E27FC236}">
                <a16:creationId xmlns:a16="http://schemas.microsoft.com/office/drawing/2014/main" id="{702594FE-A3CB-4CAC-ABD1-40EB926231D3}"/>
              </a:ext>
            </a:extLst>
          </p:cNvPr>
          <p:cNvSpPr>
            <a:spLocks xmlns:a="http://schemas.openxmlformats.org/drawingml/2006/main" noGrp="1"/>
          </p:cNvSpPr>
          <p:nvPr/>
        </p:nvSpPr>
        <p:spPr>
          <a:xfrm xmlns:a="http://schemas.openxmlformats.org/drawingml/2006/main" rot="0">
            <a:off x="3009900" y="4152900"/>
            <a:ext cx="495300" cy="342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2827D735-1B7B-4FDD-A8F5-E21807039999}"/>
              </a:ext>
            </a:extLst>
          </p:cNvPr>
          <p:cNvSpPr>
            <a:spLocks xmlns:a="http://schemas.openxmlformats.org/drawingml/2006/main" noGrp="1"/>
          </p:cNvSpPr>
          <p:nvPr/>
        </p:nvSpPr>
        <p:spPr>
          <a:xfrm xmlns:a="http://schemas.openxmlformats.org/drawingml/2006/main" rot="0">
            <a:off x="367665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2" name="">
            <a:extLst xmlns:a="http://schemas.openxmlformats.org/drawingml/2006/main">
              <a:ext uri="{FF2B5EF4-FFF2-40B4-BE49-F238E27FC236}">
                <a16:creationId xmlns:a16="http://schemas.microsoft.com/office/drawing/2014/main" id="{FF1F426D-2F13-4A6B-BD83-412D7D6D53E7}"/>
              </a:ext>
            </a:extLst>
          </p:cNvPr>
          <p:cNvSpPr>
            <a:spLocks xmlns:a="http://schemas.openxmlformats.org/drawingml/2006/main" noGrp="1"/>
          </p:cNvSpPr>
          <p:nvPr/>
        </p:nvSpPr>
        <p:spPr>
          <a:xfrm xmlns:a="http://schemas.openxmlformats.org/drawingml/2006/main" rot="0">
            <a:off x="4343400" y="4152900"/>
            <a:ext cx="495300" cy="342900"/>
          </a:xfrm>
          <a:prstGeom xmlns:a="http://schemas.openxmlformats.org/drawingml/2006/main" prst="rect">
            <a:avLst/>
          </a:prstGeom>
          <a:solidFill xmlns:a="http://schemas.openxmlformats.org/drawingml/2006/main">
            <a:srgbClr val="25324A"/>
          </a:solidFill>
          <a:ln xmlns:a="http://schemas.openxmlformats.org/drawingml/2006/main" w="0">
            <a:solidFill>
              <a:srgbClr val="25324A"/>
            </a:solidFill>
            <a:prstDash val="solid"/>
          </a:ln>
        </p:spPr>
      </p:sp>
      <p:sp>
        <p:nvSpPr>
          <p:cNvPr id="33" name="">
            <a:extLst xmlns:a="http://schemas.openxmlformats.org/drawingml/2006/main">
              <a:ext uri="{FF2B5EF4-FFF2-40B4-BE49-F238E27FC236}">
                <a16:creationId xmlns:a16="http://schemas.microsoft.com/office/drawing/2014/main" id="{2C030CA4-68A6-46FD-B804-C6C333958837}"/>
              </a:ext>
            </a:extLst>
          </p:cNvPr>
          <p:cNvSpPr>
            <a:spLocks xmlns:a="http://schemas.openxmlformats.org/drawingml/2006/main" noGrp="1"/>
          </p:cNvSpPr>
          <p:nvPr/>
        </p:nvSpPr>
        <p:spPr>
          <a:xfrm xmlns:a="http://schemas.openxmlformats.org/drawingml/2006/main">
            <a:off x="5867400" y="30861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3150" b="1">
                <a:solidFill>
                  <a:srgbClr val="98A2B3"/>
                </a:solidFill>
                <a:latin typeface="Menlo"/>
                <a:ea typeface="Menlo"/>
                <a:cs typeface="Menlo"/>
              </a:defRPr>
            </a:pPr>
            <a:r>
              <a:rPr sz="3150" b="1">
                <a:solidFill>
                  <a:srgbClr val="98A2B3"/>
                </a:solidFill>
                <a:latin typeface="Menlo"/>
                <a:ea typeface="Menlo"/>
                <a:cs typeface="Menlo"/>
              </a:rPr>
              <a:t>+</a:t>
            </a:r>
          </a:p>
        </p:txBody>
      </p:sp>
      <p:sp>
        <p:nvSpPr>
          <p:cNvPr id="34" name="">
            <a:extLst xmlns:a="http://schemas.openxmlformats.org/drawingml/2006/main">
              <a:ext uri="{FF2B5EF4-FFF2-40B4-BE49-F238E27FC236}">
                <a16:creationId xmlns:a16="http://schemas.microsoft.com/office/drawing/2014/main" id="{CD9173F0-C9B0-42DA-AF5B-A664FC0959CA}"/>
              </a:ext>
            </a:extLst>
          </p:cNvPr>
          <p:cNvSpPr>
            <a:spLocks xmlns:a="http://schemas.openxmlformats.org/drawingml/2006/main" noGrp="1"/>
          </p:cNvSpPr>
          <p:nvPr/>
        </p:nvSpPr>
        <p:spPr>
          <a:xfrm xmlns:a="http://schemas.openxmlformats.org/drawingml/2006/main" rot="0">
            <a:off x="6648450" y="2324100"/>
            <a:ext cx="4476750" cy="22098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35" name="">
            <a:extLst xmlns:a="http://schemas.openxmlformats.org/drawingml/2006/main">
              <a:ext uri="{FF2B5EF4-FFF2-40B4-BE49-F238E27FC236}">
                <a16:creationId xmlns:a16="http://schemas.microsoft.com/office/drawing/2014/main" id="{694349F8-2CE3-4070-A158-5DF2DD9F9B65}"/>
              </a:ext>
            </a:extLst>
          </p:cNvPr>
          <p:cNvSpPr>
            <a:spLocks xmlns:a="http://schemas.openxmlformats.org/drawingml/2006/main" noGrp="1"/>
          </p:cNvSpPr>
          <p:nvPr/>
        </p:nvSpPr>
        <p:spPr>
          <a:xfrm xmlns:a="http://schemas.openxmlformats.org/drawingml/2006/main">
            <a:off x="6896100" y="25717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FFFFFF"/>
                </a:solidFill>
                <a:latin typeface="AppleGothic"/>
                <a:ea typeface="AppleGothic"/>
                <a:cs typeface="AppleGothic"/>
              </a:defRPr>
            </a:pPr>
            <a:r>
              <a:rPr sz="1050" b="1">
                <a:solidFill>
                  <a:srgbClr val="FFFFFF"/>
                </a:solidFill>
                <a:latin typeface="AppleGothic"/>
                <a:ea typeface="AppleGothic"/>
                <a:cs typeface="AppleGothic"/>
              </a:rPr>
              <a:t>LOW-RANK ADAPTER / TRAINED</a:t>
            </a:r>
          </a:p>
        </p:txBody>
      </p:sp>
      <p:sp>
        <p:nvSpPr>
          <p:cNvPr id="36" name="">
            <a:extLst xmlns:a="http://schemas.openxmlformats.org/drawingml/2006/main">
              <a:ext uri="{FF2B5EF4-FFF2-40B4-BE49-F238E27FC236}">
                <a16:creationId xmlns:a16="http://schemas.microsoft.com/office/drawing/2014/main" id="{8D9C9B31-67C8-4BC2-B937-754544BA2692}"/>
              </a:ext>
            </a:extLst>
          </p:cNvPr>
          <p:cNvSpPr>
            <a:spLocks xmlns:a="http://schemas.openxmlformats.org/drawingml/2006/main" noGrp="1"/>
          </p:cNvSpPr>
          <p:nvPr/>
        </p:nvSpPr>
        <p:spPr>
          <a:xfrm xmlns:a="http://schemas.openxmlformats.org/drawingml/2006/main">
            <a:off x="6896100" y="3105150"/>
            <a:ext cx="3981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3600" b="1">
                <a:solidFill>
                  <a:srgbClr val="FFFFFF"/>
                </a:solidFill>
                <a:latin typeface="Menlo"/>
                <a:ea typeface="Menlo"/>
                <a:cs typeface="Menlo"/>
              </a:defRPr>
            </a:pPr>
            <a:r>
              <a:rPr sz="3600" b="1">
                <a:solidFill>
                  <a:srgbClr val="FFFFFF"/>
                </a:solidFill>
                <a:latin typeface="Menlo"/>
                <a:ea typeface="Menlo"/>
                <a:cs typeface="Menlo"/>
              </a:rPr>
              <a:t>A × B</a:t>
            </a:r>
          </a:p>
        </p:txBody>
      </p:sp>
      <p:sp>
        <p:nvSpPr>
          <p:cNvPr id="37" name="">
            <a:extLst xmlns:a="http://schemas.openxmlformats.org/drawingml/2006/main">
              <a:ext uri="{FF2B5EF4-FFF2-40B4-BE49-F238E27FC236}">
                <a16:creationId xmlns:a16="http://schemas.microsoft.com/office/drawing/2014/main" id="{E6A194BC-B838-4A9F-A707-8DE91E90C09D}"/>
              </a:ext>
            </a:extLst>
          </p:cNvPr>
          <p:cNvSpPr>
            <a:spLocks xmlns:a="http://schemas.openxmlformats.org/drawingml/2006/main" noGrp="1"/>
          </p:cNvSpPr>
          <p:nvPr/>
        </p:nvSpPr>
        <p:spPr>
          <a:xfrm xmlns:a="http://schemas.openxmlformats.org/drawingml/2006/main">
            <a:off x="6648450" y="4876800"/>
            <a:ext cx="4476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작은 변경 단위 · 독립 저장 · 교체 가능한 실험</a:t>
            </a:r>
          </a:p>
        </p:txBody>
      </p:sp>
      <p:sp>
        <p:nvSpPr>
          <p:cNvPr id="38" name="">
            <a:extLst xmlns:a="http://schemas.openxmlformats.org/drawingml/2006/main">
              <a:ext uri="{FF2B5EF4-FFF2-40B4-BE49-F238E27FC236}">
                <a16:creationId xmlns:a16="http://schemas.microsoft.com/office/drawing/2014/main" id="{DAF4D5DE-E756-4CEB-AC5C-74C358F33B1E}"/>
              </a:ext>
            </a:extLst>
          </p:cNvPr>
          <p:cNvSpPr>
            <a:spLocks xmlns:a="http://schemas.openxmlformats.org/drawingml/2006/main" noGrp="1"/>
          </p:cNvSpPr>
          <p:nvPr/>
        </p:nvSpPr>
        <p:spPr>
          <a:xfrm xmlns:a="http://schemas.openxmlformats.org/drawingml/2006/main">
            <a:off x="609600" y="56959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Low-Rank Adaptation (LoRA) · Parameter-Efficient Fine-Tuning (PEFT)</a:t>
            </a:r>
          </a:p>
        </p:txBody>
      </p:sp>
    </p:spTree>
    <p:extLst>
      <p:ext uri="{BB962C8B-B14F-4D97-AF65-F5344CB8AC3E}">
        <p14:creationId xmlns:p14="http://schemas.microsoft.com/office/powerpoint/2010/main" val="1862124888"/>
      </p:ext>
    </p:extLst>
  </p:cSld>
</p:sld>
</file>

<file path=ppt/slides/slide4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9D0D8E5-C8A0-4403-B2E9-EA1AFBB4BF7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POST-TRAINING</a:t>
            </a:r>
          </a:p>
        </p:txBody>
      </p:sp>
      <p:sp>
        <p:nvSpPr>
          <p:cNvPr id="2" name="">
            <a:extLst xmlns:a="http://schemas.openxmlformats.org/drawingml/2006/main">
              <a:ext uri="{FF2B5EF4-FFF2-40B4-BE49-F238E27FC236}">
                <a16:creationId xmlns:a16="http://schemas.microsoft.com/office/drawing/2014/main" id="{8B66DFF8-9F6A-4740-9625-4AAD3B20A985}"/>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45</a:t>
            </a:r>
          </a:p>
        </p:txBody>
      </p:sp>
      <p:sp>
        <p:nvSpPr>
          <p:cNvPr id="3" name="">
            <a:extLst xmlns:a="http://schemas.openxmlformats.org/drawingml/2006/main">
              <a:ext uri="{FF2B5EF4-FFF2-40B4-BE49-F238E27FC236}">
                <a16:creationId xmlns:a16="http://schemas.microsoft.com/office/drawing/2014/main" id="{D3A2D946-623D-406C-8496-8667232153E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F197D8E2-4FA9-4B88-BD03-65D6EA44438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E3D4AD0D-EB14-4F11-AB3F-85F81046C86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D65D5CB-4E8B-4CB4-B61E-C8FB85D1484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변경 수단 선택 순서</a:t>
            </a:r>
          </a:p>
        </p:txBody>
      </p:sp>
      <p:sp>
        <p:nvSpPr>
          <p:cNvPr id="7" name="">
            <a:extLst xmlns:a="http://schemas.openxmlformats.org/drawingml/2006/main">
              <a:ext uri="{FF2B5EF4-FFF2-40B4-BE49-F238E27FC236}">
                <a16:creationId xmlns:a16="http://schemas.microsoft.com/office/drawing/2014/main" id="{8B249C66-4183-4678-956E-9ACE02F63D8A}"/>
              </a:ext>
            </a:extLst>
          </p:cNvPr>
          <p:cNvSpPr>
            <a:spLocks xmlns:a="http://schemas.openxmlformats.org/drawingml/2006/main" noGrp="1"/>
          </p:cNvSpPr>
          <p:nvPr/>
        </p:nvSpPr>
        <p:spPr>
          <a:xfrm xmlns:a="http://schemas.openxmlformats.org/drawingml/2006/main">
            <a:off x="609600" y="15049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가장 낮은 비용의 검증에서 시작해 근거가 쌓일 때 다음 변경으로 이동</a:t>
            </a:r>
          </a:p>
        </p:txBody>
      </p:sp>
      <p:sp>
        <p:nvSpPr>
          <p:cNvPr id="8" name="">
            <a:extLst xmlns:a="http://schemas.openxmlformats.org/drawingml/2006/main">
              <a:ext uri="{FF2B5EF4-FFF2-40B4-BE49-F238E27FC236}">
                <a16:creationId xmlns:a16="http://schemas.microsoft.com/office/drawing/2014/main" id="{1183C35B-D34B-49F5-85C8-FB99BE8EB8A4}"/>
              </a:ext>
            </a:extLst>
          </p:cNvPr>
          <p:cNvSpPr>
            <a:spLocks xmlns:a="http://schemas.openxmlformats.org/drawingml/2006/main" noGrp="1"/>
          </p:cNvSpPr>
          <p:nvPr/>
        </p:nvSpPr>
        <p:spPr>
          <a:xfrm xmlns:a="http://schemas.openxmlformats.org/drawingml/2006/main">
            <a:off x="609600" y="20955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F6764D0-ADF3-4431-AF62-A5ABA1CB6359}"/>
              </a:ext>
            </a:extLst>
          </p:cNvPr>
          <p:cNvSpPr>
            <a:spLocks xmlns:a="http://schemas.openxmlformats.org/drawingml/2006/main" noGrp="1"/>
          </p:cNvSpPr>
          <p:nvPr/>
        </p:nvSpPr>
        <p:spPr>
          <a:xfrm xmlns:a="http://schemas.openxmlformats.org/drawingml/2006/main">
            <a:off x="1352550" y="20764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기준선</a:t>
            </a:r>
          </a:p>
        </p:txBody>
      </p:sp>
      <p:sp>
        <p:nvSpPr>
          <p:cNvPr id="10" name="">
            <a:extLst xmlns:a="http://schemas.openxmlformats.org/drawingml/2006/main">
              <a:ext uri="{FF2B5EF4-FFF2-40B4-BE49-F238E27FC236}">
                <a16:creationId xmlns:a16="http://schemas.microsoft.com/office/drawing/2014/main" id="{9C26AA0E-64EC-4856-BA88-398D9020E78E}"/>
              </a:ext>
            </a:extLst>
          </p:cNvPr>
          <p:cNvSpPr>
            <a:spLocks xmlns:a="http://schemas.openxmlformats.org/drawingml/2006/main" noGrp="1"/>
          </p:cNvSpPr>
          <p:nvPr/>
        </p:nvSpPr>
        <p:spPr>
          <a:xfrm xmlns:a="http://schemas.openxmlformats.org/drawingml/2006/main">
            <a:off x="4095750" y="20955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현재 품질·비용·응답 지연·실패 분포의 기록</a:t>
            </a:r>
          </a:p>
        </p:txBody>
      </p:sp>
      <p:sp>
        <p:nvSpPr>
          <p:cNvPr id="11" name="">
            <a:extLst xmlns:a="http://schemas.openxmlformats.org/drawingml/2006/main">
              <a:ext uri="{FF2B5EF4-FFF2-40B4-BE49-F238E27FC236}">
                <a16:creationId xmlns:a16="http://schemas.microsoft.com/office/drawing/2014/main" id="{D28A492E-D5C5-42D1-B038-8ADBD11189D8}"/>
              </a:ext>
            </a:extLst>
          </p:cNvPr>
          <p:cNvSpPr>
            <a:spLocks xmlns:a="http://schemas.openxmlformats.org/drawingml/2006/main" noGrp="1"/>
          </p:cNvSpPr>
          <p:nvPr/>
        </p:nvSpPr>
        <p:spPr>
          <a:xfrm xmlns:a="http://schemas.openxmlformats.org/drawingml/2006/main" flipH="0" flipV="0">
            <a:off x="1352550" y="2552700"/>
            <a:ext cx="984885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B7DDC96D-8343-45AB-9322-6AF432FA7CFE}"/>
              </a:ext>
            </a:extLst>
          </p:cNvPr>
          <p:cNvSpPr>
            <a:spLocks xmlns:a="http://schemas.openxmlformats.org/drawingml/2006/main" noGrp="1"/>
          </p:cNvSpPr>
          <p:nvPr/>
        </p:nvSpPr>
        <p:spPr>
          <a:xfrm xmlns:a="http://schemas.openxmlformats.org/drawingml/2006/main">
            <a:off x="609600" y="27622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B07186-0F1F-44C6-96E7-B6F8F446B76B}"/>
              </a:ext>
            </a:extLst>
          </p:cNvPr>
          <p:cNvSpPr>
            <a:spLocks xmlns:a="http://schemas.openxmlformats.org/drawingml/2006/main" noGrp="1"/>
          </p:cNvSpPr>
          <p:nvPr/>
        </p:nvSpPr>
        <p:spPr>
          <a:xfrm xmlns:a="http://schemas.openxmlformats.org/drawingml/2006/main">
            <a:off x="1352550" y="274320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프롬프트</a:t>
            </a:r>
          </a:p>
        </p:txBody>
      </p:sp>
      <p:sp>
        <p:nvSpPr>
          <p:cNvPr id="14" name="">
            <a:extLst xmlns:a="http://schemas.openxmlformats.org/drawingml/2006/main">
              <a:ext uri="{FF2B5EF4-FFF2-40B4-BE49-F238E27FC236}">
                <a16:creationId xmlns:a16="http://schemas.microsoft.com/office/drawing/2014/main" id="{3F56D069-0981-4AAB-B25C-26A7B076A22D}"/>
              </a:ext>
            </a:extLst>
          </p:cNvPr>
          <p:cNvSpPr>
            <a:spLocks xmlns:a="http://schemas.openxmlformats.org/drawingml/2006/main" noGrp="1"/>
          </p:cNvSpPr>
          <p:nvPr/>
        </p:nvSpPr>
        <p:spPr>
          <a:xfrm xmlns:a="http://schemas.openxmlformats.org/drawingml/2006/main">
            <a:off x="4095750" y="276225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모델 가중치 밖의 지시·예시·출력 형식 변경</a:t>
            </a:r>
          </a:p>
        </p:txBody>
      </p:sp>
      <p:sp>
        <p:nvSpPr>
          <p:cNvPr id="15" name="">
            <a:extLst xmlns:a="http://schemas.openxmlformats.org/drawingml/2006/main">
              <a:ext uri="{FF2B5EF4-FFF2-40B4-BE49-F238E27FC236}">
                <a16:creationId xmlns:a16="http://schemas.microsoft.com/office/drawing/2014/main" id="{2FB26289-E192-4C1C-8E46-421767F9DB9A}"/>
              </a:ext>
            </a:extLst>
          </p:cNvPr>
          <p:cNvSpPr>
            <a:spLocks xmlns:a="http://schemas.openxmlformats.org/drawingml/2006/main" noGrp="1"/>
          </p:cNvSpPr>
          <p:nvPr/>
        </p:nvSpPr>
        <p:spPr>
          <a:xfrm xmlns:a="http://schemas.openxmlformats.org/drawingml/2006/main" flipH="0" flipV="0">
            <a:off x="1352550" y="321945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8626BC56-C635-460B-AF6F-0C92A620C268}"/>
              </a:ext>
            </a:extLst>
          </p:cNvPr>
          <p:cNvSpPr>
            <a:spLocks xmlns:a="http://schemas.openxmlformats.org/drawingml/2006/main" noGrp="1"/>
          </p:cNvSpPr>
          <p:nvPr/>
        </p:nvSpPr>
        <p:spPr>
          <a:xfrm xmlns:a="http://schemas.openxmlformats.org/drawingml/2006/main">
            <a:off x="609600" y="34290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E359650E-E00D-42F1-86D8-7FA1372B0D76}"/>
              </a:ext>
            </a:extLst>
          </p:cNvPr>
          <p:cNvSpPr>
            <a:spLocks xmlns:a="http://schemas.openxmlformats.org/drawingml/2006/main" noGrp="1"/>
          </p:cNvSpPr>
          <p:nvPr/>
        </p:nvSpPr>
        <p:spPr>
          <a:xfrm xmlns:a="http://schemas.openxmlformats.org/drawingml/2006/main">
            <a:off x="1352550" y="34099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검색·도구</a:t>
            </a:r>
          </a:p>
        </p:txBody>
      </p:sp>
      <p:sp>
        <p:nvSpPr>
          <p:cNvPr id="18" name="">
            <a:extLst xmlns:a="http://schemas.openxmlformats.org/drawingml/2006/main">
              <a:ext uri="{FF2B5EF4-FFF2-40B4-BE49-F238E27FC236}">
                <a16:creationId xmlns:a16="http://schemas.microsoft.com/office/drawing/2014/main" id="{8194A10F-7416-4FBD-8750-3722C0780FDF}"/>
              </a:ext>
            </a:extLst>
          </p:cNvPr>
          <p:cNvSpPr>
            <a:spLocks xmlns:a="http://schemas.openxmlformats.org/drawingml/2006/main" noGrp="1"/>
          </p:cNvSpPr>
          <p:nvPr/>
        </p:nvSpPr>
        <p:spPr>
          <a:xfrm xmlns:a="http://schemas.openxmlformats.org/drawingml/2006/main">
            <a:off x="4095750" y="34290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외부 사실 근거와 실제 행동의 연결</a:t>
            </a:r>
          </a:p>
        </p:txBody>
      </p:sp>
      <p:sp>
        <p:nvSpPr>
          <p:cNvPr id="19" name="">
            <a:extLst xmlns:a="http://schemas.openxmlformats.org/drawingml/2006/main">
              <a:ext uri="{FF2B5EF4-FFF2-40B4-BE49-F238E27FC236}">
                <a16:creationId xmlns:a16="http://schemas.microsoft.com/office/drawing/2014/main" id="{1EDEEE85-DF47-425A-ABA6-ACF77EA29B9C}"/>
              </a:ext>
            </a:extLst>
          </p:cNvPr>
          <p:cNvSpPr>
            <a:spLocks xmlns:a="http://schemas.openxmlformats.org/drawingml/2006/main" noGrp="1"/>
          </p:cNvSpPr>
          <p:nvPr/>
        </p:nvSpPr>
        <p:spPr>
          <a:xfrm xmlns:a="http://schemas.openxmlformats.org/drawingml/2006/main" flipH="0" flipV="0">
            <a:off x="1352550" y="388620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900FB375-AE1F-422B-BA62-990141096AC7}"/>
              </a:ext>
            </a:extLst>
          </p:cNvPr>
          <p:cNvSpPr>
            <a:spLocks xmlns:a="http://schemas.openxmlformats.org/drawingml/2006/main" noGrp="1"/>
          </p:cNvSpPr>
          <p:nvPr/>
        </p:nvSpPr>
        <p:spPr>
          <a:xfrm xmlns:a="http://schemas.openxmlformats.org/drawingml/2006/main">
            <a:off x="609600" y="40957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AEB2A2BA-9084-475A-B56E-79C2F2A0CE3D}"/>
              </a:ext>
            </a:extLst>
          </p:cNvPr>
          <p:cNvSpPr>
            <a:spLocks xmlns:a="http://schemas.openxmlformats.org/drawingml/2006/main" noGrp="1"/>
          </p:cNvSpPr>
          <p:nvPr/>
        </p:nvSpPr>
        <p:spPr>
          <a:xfrm xmlns:a="http://schemas.openxmlformats.org/drawingml/2006/main">
            <a:off x="1352550" y="407670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모델 선택</a:t>
            </a:r>
          </a:p>
        </p:txBody>
      </p:sp>
      <p:sp>
        <p:nvSpPr>
          <p:cNvPr id="22" name="">
            <a:extLst xmlns:a="http://schemas.openxmlformats.org/drawingml/2006/main">
              <a:ext uri="{FF2B5EF4-FFF2-40B4-BE49-F238E27FC236}">
                <a16:creationId xmlns:a16="http://schemas.microsoft.com/office/drawing/2014/main" id="{B584FAD4-7A8B-4E5E-BDCE-8ACF7047F2F6}"/>
              </a:ext>
            </a:extLst>
          </p:cNvPr>
          <p:cNvSpPr>
            <a:spLocks xmlns:a="http://schemas.openxmlformats.org/drawingml/2006/main" noGrp="1"/>
          </p:cNvSpPr>
          <p:nvPr/>
        </p:nvSpPr>
        <p:spPr>
          <a:xfrm xmlns:a="http://schemas.openxmlformats.org/drawingml/2006/main">
            <a:off x="4095750" y="409575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능력·비용·지연·배포 제약의 교체 검증</a:t>
            </a:r>
          </a:p>
        </p:txBody>
      </p:sp>
      <p:sp>
        <p:nvSpPr>
          <p:cNvPr id="23" name="">
            <a:extLst xmlns:a="http://schemas.openxmlformats.org/drawingml/2006/main">
              <a:ext uri="{FF2B5EF4-FFF2-40B4-BE49-F238E27FC236}">
                <a16:creationId xmlns:a16="http://schemas.microsoft.com/office/drawing/2014/main" id="{E16EAEDD-59B0-4FA4-97AB-269B3D8B15F3}"/>
              </a:ext>
            </a:extLst>
          </p:cNvPr>
          <p:cNvSpPr>
            <a:spLocks xmlns:a="http://schemas.openxmlformats.org/drawingml/2006/main" noGrp="1"/>
          </p:cNvSpPr>
          <p:nvPr/>
        </p:nvSpPr>
        <p:spPr>
          <a:xfrm xmlns:a="http://schemas.openxmlformats.org/drawingml/2006/main" flipH="0" flipV="0">
            <a:off x="1352550" y="455295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ABCFE9F4-4F47-455E-8032-28BD574C5A31}"/>
              </a:ext>
            </a:extLst>
          </p:cNvPr>
          <p:cNvSpPr>
            <a:spLocks xmlns:a="http://schemas.openxmlformats.org/drawingml/2006/main" noGrp="1"/>
          </p:cNvSpPr>
          <p:nvPr/>
        </p:nvSpPr>
        <p:spPr>
          <a:xfrm xmlns:a="http://schemas.openxmlformats.org/drawingml/2006/main">
            <a:off x="609600" y="476250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7D245496-776F-4DBB-B82E-3FA78DEBC713}"/>
              </a:ext>
            </a:extLst>
          </p:cNvPr>
          <p:cNvSpPr>
            <a:spLocks xmlns:a="http://schemas.openxmlformats.org/drawingml/2006/main" noGrp="1"/>
          </p:cNvSpPr>
          <p:nvPr/>
        </p:nvSpPr>
        <p:spPr>
          <a:xfrm xmlns:a="http://schemas.openxmlformats.org/drawingml/2006/main">
            <a:off x="1352550" y="4743450"/>
            <a:ext cx="236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미세조정</a:t>
            </a:r>
          </a:p>
        </p:txBody>
      </p:sp>
      <p:sp>
        <p:nvSpPr>
          <p:cNvPr id="26" name="">
            <a:extLst xmlns:a="http://schemas.openxmlformats.org/drawingml/2006/main">
              <a:ext uri="{FF2B5EF4-FFF2-40B4-BE49-F238E27FC236}">
                <a16:creationId xmlns:a16="http://schemas.microsoft.com/office/drawing/2014/main" id="{F1C6EA3F-1F5E-4063-AA00-A5349C34CD19}"/>
              </a:ext>
            </a:extLst>
          </p:cNvPr>
          <p:cNvSpPr>
            <a:spLocks xmlns:a="http://schemas.openxmlformats.org/drawingml/2006/main" noGrp="1"/>
          </p:cNvSpPr>
          <p:nvPr/>
        </p:nvSpPr>
        <p:spPr>
          <a:xfrm xmlns:a="http://schemas.openxmlformats.org/drawingml/2006/main">
            <a:off x="4095750" y="4762500"/>
            <a:ext cx="7105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반복 행동 패턴을 가중치에 반영할 근거 확인</a:t>
            </a:r>
          </a:p>
        </p:txBody>
      </p:sp>
      <p:sp>
        <p:nvSpPr>
          <p:cNvPr id="27" name="">
            <a:extLst xmlns:a="http://schemas.openxmlformats.org/drawingml/2006/main">
              <a:ext uri="{FF2B5EF4-FFF2-40B4-BE49-F238E27FC236}">
                <a16:creationId xmlns:a16="http://schemas.microsoft.com/office/drawing/2014/main" id="{946A8422-4625-4F91-A186-EB076169019E}"/>
              </a:ext>
            </a:extLst>
          </p:cNvPr>
          <p:cNvSpPr>
            <a:spLocks xmlns:a="http://schemas.openxmlformats.org/drawingml/2006/main" noGrp="1"/>
          </p:cNvSpPr>
          <p:nvPr/>
        </p:nvSpPr>
        <p:spPr>
          <a:xfrm xmlns:a="http://schemas.openxmlformats.org/drawingml/2006/main" flipH="0" flipV="0">
            <a:off x="1352550" y="5219700"/>
            <a:ext cx="9848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4F10615B-4D35-4CB3-9058-0BE0AAA53095}"/>
              </a:ext>
            </a:extLst>
          </p:cNvPr>
          <p:cNvSpPr>
            <a:spLocks xmlns:a="http://schemas.openxmlformats.org/drawingml/2006/main" noGrp="1"/>
          </p:cNvSpPr>
          <p:nvPr/>
        </p:nvSpPr>
        <p:spPr>
          <a:xfrm xmlns:a="http://schemas.openxmlformats.org/drawingml/2006/main">
            <a:off x="609600" y="560070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데이터·평가셋·배포 이득이 없으면 미세조정보다 앞 단계의 개선</a:t>
            </a:r>
          </a:p>
        </p:txBody>
      </p:sp>
    </p:spTree>
    <p:extLst>
      <p:ext uri="{BB962C8B-B14F-4D97-AF65-F5344CB8AC3E}">
        <p14:creationId xmlns:p14="http://schemas.microsoft.com/office/powerpoint/2010/main" val="388991673"/>
      </p:ext>
    </p:extLst>
  </p:cSld>
</p:sld>
</file>

<file path=ppt/slides/slide4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49268E-8397-4DDF-8F0E-78E23B35D0A5}"/>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03</a:t>
            </a:r>
          </a:p>
        </p:txBody>
      </p:sp>
      <p:sp>
        <p:nvSpPr>
          <p:cNvPr id="2" name="">
            <a:extLst xmlns:a="http://schemas.openxmlformats.org/drawingml/2006/main">
              <a:ext uri="{FF2B5EF4-FFF2-40B4-BE49-F238E27FC236}">
                <a16:creationId xmlns:a16="http://schemas.microsoft.com/office/drawing/2014/main" id="{AB47D618-F57B-45F5-9B23-8A01B1B5E27F}"/>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OPERATING ASSETS</a:t>
            </a:r>
          </a:p>
        </p:txBody>
      </p:sp>
      <p:sp>
        <p:nvSpPr>
          <p:cNvPr id="3" name="">
            <a:extLst xmlns:a="http://schemas.openxmlformats.org/drawingml/2006/main">
              <a:ext uri="{FF2B5EF4-FFF2-40B4-BE49-F238E27FC236}">
                <a16:creationId xmlns:a16="http://schemas.microsoft.com/office/drawing/2014/main" id="{EEDA3A7F-D3E9-4EE1-98DE-9DAD08EF7868}"/>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A14165A3-16AE-4FF2-9762-E5309933B060}"/>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LLM 서비스 운영에서 관리할 항목</a:t>
            </a:r>
          </a:p>
        </p:txBody>
      </p:sp>
      <p:sp>
        <p:nvSpPr>
          <p:cNvPr id="5" name="">
            <a:extLst xmlns:a="http://schemas.openxmlformats.org/drawingml/2006/main">
              <a:ext uri="{FF2B5EF4-FFF2-40B4-BE49-F238E27FC236}">
                <a16:creationId xmlns:a16="http://schemas.microsoft.com/office/drawing/2014/main" id="{F2415132-5AE4-4038-8538-463B2CE231DC}"/>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코드 · 데이터 · 모델 · 프롬프트 · 맥락 · 실행 추적 · 평가</a:t>
            </a:r>
          </a:p>
        </p:txBody>
      </p:sp>
      <p:sp>
        <p:nvSpPr>
          <p:cNvPr id="6" name="">
            <a:extLst xmlns:a="http://schemas.openxmlformats.org/drawingml/2006/main">
              <a:ext uri="{FF2B5EF4-FFF2-40B4-BE49-F238E27FC236}">
                <a16:creationId xmlns:a16="http://schemas.microsoft.com/office/drawing/2014/main" id="{E9C8E247-4308-437D-8659-643F0E82C806}"/>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46</a:t>
            </a:r>
          </a:p>
        </p:txBody>
      </p:sp>
    </p:spTree>
    <p:extLst>
      <p:ext uri="{BB962C8B-B14F-4D97-AF65-F5344CB8AC3E}">
        <p14:creationId xmlns:p14="http://schemas.microsoft.com/office/powerpoint/2010/main" val="1108397431"/>
      </p:ext>
    </p:extLst>
  </p:cSld>
</p:sld>
</file>

<file path=ppt/slides/slide4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BF7C53F-A08D-4CC7-B25B-92C135C1AA5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00661561-2E15-46F9-BBEB-38CB5179E101}"/>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47</a:t>
            </a:r>
          </a:p>
        </p:txBody>
      </p:sp>
      <p:sp>
        <p:nvSpPr>
          <p:cNvPr id="3" name="">
            <a:extLst xmlns:a="http://schemas.openxmlformats.org/drawingml/2006/main">
              <a:ext uri="{FF2B5EF4-FFF2-40B4-BE49-F238E27FC236}">
                <a16:creationId xmlns:a16="http://schemas.microsoft.com/office/drawing/2014/main" id="{8C3CF77C-E545-4F76-9013-F879B7A425D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47A13033-A6DE-4FEB-BDD0-79E2593A4C4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6EEFFD69-7822-42A8-B2E1-143B70AF5F4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327C4DF6-407F-4899-BFB6-2992E9202D0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DevOps·MLOps·LLMOps 관리 대상 비교</a:t>
            </a:r>
          </a:p>
        </p:txBody>
      </p:sp>
      <p:sp>
        <p:nvSpPr>
          <p:cNvPr id="7" name="">
            <a:extLst xmlns:a="http://schemas.openxmlformats.org/drawingml/2006/main">
              <a:ext uri="{FF2B5EF4-FFF2-40B4-BE49-F238E27FC236}">
                <a16:creationId xmlns:a16="http://schemas.microsoft.com/office/drawing/2014/main" id="{85861E27-3B8A-42E5-9BFA-06EACE62342D}"/>
              </a:ext>
            </a:extLst>
          </p:cNvPr>
          <p:cNvSpPr>
            <a:spLocks xmlns:a="http://schemas.openxmlformats.org/drawingml/2006/main" noGrp="1"/>
          </p:cNvSpPr>
          <p:nvPr/>
        </p:nvSpPr>
        <p:spPr>
          <a:xfrm xmlns:a="http://schemas.openxmlformats.org/drawingml/2006/main">
            <a:off x="609600" y="16764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Menlo"/>
                <a:ea typeface="Menlo"/>
                <a:cs typeface="Menlo"/>
              </a:defRPr>
            </a:pPr>
            <a:r>
              <a:rPr sz="2250" b="1">
                <a:solidFill>
                  <a:srgbClr val="FFFFFF"/>
                </a:solidFill>
                <a:latin typeface="Menlo"/>
                <a:ea typeface="Menlo"/>
                <a:cs typeface="Menlo"/>
              </a:rPr>
              <a:t>DevOps</a:t>
            </a:r>
          </a:p>
        </p:txBody>
      </p:sp>
      <p:sp>
        <p:nvSpPr>
          <p:cNvPr id="8" name="">
            <a:extLst xmlns:a="http://schemas.openxmlformats.org/drawingml/2006/main">
              <a:ext uri="{FF2B5EF4-FFF2-40B4-BE49-F238E27FC236}">
                <a16:creationId xmlns:a16="http://schemas.microsoft.com/office/drawing/2014/main" id="{85D23D6F-9901-4955-8304-96B210B7BB35}"/>
              </a:ext>
            </a:extLst>
          </p:cNvPr>
          <p:cNvSpPr>
            <a:spLocks xmlns:a="http://schemas.openxmlformats.org/drawingml/2006/main" noGrp="1"/>
          </p:cNvSpPr>
          <p:nvPr/>
        </p:nvSpPr>
        <p:spPr>
          <a:xfrm xmlns:a="http://schemas.openxmlformats.org/drawingml/2006/main" flipH="0" flipV="0">
            <a:off x="3219450" y="1876425"/>
            <a:ext cx="83629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752D7F48-6324-4D08-BC2F-94DF1C1D4469}"/>
              </a:ext>
            </a:extLst>
          </p:cNvPr>
          <p:cNvSpPr>
            <a:spLocks xmlns:a="http://schemas.openxmlformats.org/drawingml/2006/main" noGrp="1"/>
          </p:cNvSpPr>
          <p:nvPr/>
        </p:nvSpPr>
        <p:spPr>
          <a:xfrm xmlns:a="http://schemas.openxmlformats.org/drawingml/2006/main">
            <a:off x="3429000" y="16383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CODE  ·  BUILD  ·  RELEASE  ·  RUNTIME</a:t>
            </a:r>
          </a:p>
        </p:txBody>
      </p:sp>
      <p:sp>
        <p:nvSpPr>
          <p:cNvPr id="10" name="">
            <a:extLst xmlns:a="http://schemas.openxmlformats.org/drawingml/2006/main">
              <a:ext uri="{FF2B5EF4-FFF2-40B4-BE49-F238E27FC236}">
                <a16:creationId xmlns:a16="http://schemas.microsoft.com/office/drawing/2014/main" id="{6E69F11A-3EF2-4772-BCB0-D2F716A52773}"/>
              </a:ext>
            </a:extLst>
          </p:cNvPr>
          <p:cNvSpPr>
            <a:spLocks xmlns:a="http://schemas.openxmlformats.org/drawingml/2006/main" noGrp="1"/>
          </p:cNvSpPr>
          <p:nvPr/>
        </p:nvSpPr>
        <p:spPr>
          <a:xfrm xmlns:a="http://schemas.openxmlformats.org/drawingml/2006/main">
            <a:off x="3429000" y="21336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Development and Operations · 코드의 빌드·테스트·배포·관찰</a:t>
            </a:r>
          </a:p>
        </p:txBody>
      </p:sp>
      <p:sp>
        <p:nvSpPr>
          <p:cNvPr id="11" name="">
            <a:extLst xmlns:a="http://schemas.openxmlformats.org/drawingml/2006/main">
              <a:ext uri="{FF2B5EF4-FFF2-40B4-BE49-F238E27FC236}">
                <a16:creationId xmlns:a16="http://schemas.microsoft.com/office/drawing/2014/main" id="{FE440DC4-403E-4026-BC24-1DB6108C368D}"/>
              </a:ext>
            </a:extLst>
          </p:cNvPr>
          <p:cNvSpPr>
            <a:spLocks xmlns:a="http://schemas.openxmlformats.org/drawingml/2006/main" noGrp="1"/>
          </p:cNvSpPr>
          <p:nvPr/>
        </p:nvSpPr>
        <p:spPr>
          <a:xfrm xmlns:a="http://schemas.openxmlformats.org/drawingml/2006/main">
            <a:off x="609600" y="29337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Menlo"/>
                <a:ea typeface="Menlo"/>
                <a:cs typeface="Menlo"/>
              </a:defRPr>
            </a:pPr>
            <a:r>
              <a:rPr sz="2250" b="1">
                <a:solidFill>
                  <a:srgbClr val="FFFFFF"/>
                </a:solidFill>
                <a:latin typeface="Menlo"/>
                <a:ea typeface="Menlo"/>
                <a:cs typeface="Menlo"/>
              </a:rPr>
              <a:t>MLOps</a:t>
            </a:r>
          </a:p>
        </p:txBody>
      </p:sp>
      <p:sp>
        <p:nvSpPr>
          <p:cNvPr id="12" name="">
            <a:extLst xmlns:a="http://schemas.openxmlformats.org/drawingml/2006/main">
              <a:ext uri="{FF2B5EF4-FFF2-40B4-BE49-F238E27FC236}">
                <a16:creationId xmlns:a16="http://schemas.microsoft.com/office/drawing/2014/main" id="{C9C8767C-FF93-4A66-9E7F-1CD6C49AD48F}"/>
              </a:ext>
            </a:extLst>
          </p:cNvPr>
          <p:cNvSpPr>
            <a:spLocks xmlns:a="http://schemas.openxmlformats.org/drawingml/2006/main" noGrp="1"/>
          </p:cNvSpPr>
          <p:nvPr/>
        </p:nvSpPr>
        <p:spPr>
          <a:xfrm xmlns:a="http://schemas.openxmlformats.org/drawingml/2006/main" flipH="0" flipV="0">
            <a:off x="3219450" y="3133725"/>
            <a:ext cx="83629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3291BB79-4E7A-4B55-891B-8155B4EC4122}"/>
              </a:ext>
            </a:extLst>
          </p:cNvPr>
          <p:cNvSpPr>
            <a:spLocks xmlns:a="http://schemas.openxmlformats.org/drawingml/2006/main" noGrp="1"/>
          </p:cNvSpPr>
          <p:nvPr/>
        </p:nvSpPr>
        <p:spPr>
          <a:xfrm xmlns:a="http://schemas.openxmlformats.org/drawingml/2006/main">
            <a:off x="3429000" y="28956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DATA  ·  FEATURE  ·  MODEL  ·  EXPERIMENT</a:t>
            </a:r>
          </a:p>
        </p:txBody>
      </p:sp>
      <p:sp>
        <p:nvSpPr>
          <p:cNvPr id="14" name="">
            <a:extLst xmlns:a="http://schemas.openxmlformats.org/drawingml/2006/main">
              <a:ext uri="{FF2B5EF4-FFF2-40B4-BE49-F238E27FC236}">
                <a16:creationId xmlns:a16="http://schemas.microsoft.com/office/drawing/2014/main" id="{CF86B17D-F9ED-45D1-AC04-BA5144550C8E}"/>
              </a:ext>
            </a:extLst>
          </p:cNvPr>
          <p:cNvSpPr>
            <a:spLocks xmlns:a="http://schemas.openxmlformats.org/drawingml/2006/main" noGrp="1"/>
          </p:cNvSpPr>
          <p:nvPr/>
        </p:nvSpPr>
        <p:spPr>
          <a:xfrm xmlns:a="http://schemas.openxmlformats.org/drawingml/2006/main">
            <a:off x="3429000" y="33909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Machine Learning Operations · 데이터·학습·모델의 버전과 품질 관문</a:t>
            </a:r>
          </a:p>
        </p:txBody>
      </p:sp>
      <p:sp>
        <p:nvSpPr>
          <p:cNvPr id="15" name="">
            <a:extLst xmlns:a="http://schemas.openxmlformats.org/drawingml/2006/main">
              <a:ext uri="{FF2B5EF4-FFF2-40B4-BE49-F238E27FC236}">
                <a16:creationId xmlns:a16="http://schemas.microsoft.com/office/drawing/2014/main" id="{9467B884-6264-4432-85B6-80321ABA59DB}"/>
              </a:ext>
            </a:extLst>
          </p:cNvPr>
          <p:cNvSpPr>
            <a:spLocks xmlns:a="http://schemas.openxmlformats.org/drawingml/2006/main" noGrp="1"/>
          </p:cNvSpPr>
          <p:nvPr/>
        </p:nvSpPr>
        <p:spPr>
          <a:xfrm xmlns:a="http://schemas.openxmlformats.org/drawingml/2006/main">
            <a:off x="609600" y="41910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2563EB"/>
                </a:solidFill>
                <a:latin typeface="Menlo"/>
                <a:ea typeface="Menlo"/>
                <a:cs typeface="Menlo"/>
              </a:defRPr>
            </a:pPr>
            <a:r>
              <a:rPr sz="2250" b="1">
                <a:solidFill>
                  <a:srgbClr val="2563EB"/>
                </a:solidFill>
                <a:latin typeface="Menlo"/>
                <a:ea typeface="Menlo"/>
                <a:cs typeface="Menlo"/>
              </a:rPr>
              <a:t>LLMOps</a:t>
            </a:r>
          </a:p>
        </p:txBody>
      </p:sp>
      <p:sp>
        <p:nvSpPr>
          <p:cNvPr id="16" name="">
            <a:extLst xmlns:a="http://schemas.openxmlformats.org/drawingml/2006/main">
              <a:ext uri="{FF2B5EF4-FFF2-40B4-BE49-F238E27FC236}">
                <a16:creationId xmlns:a16="http://schemas.microsoft.com/office/drawing/2014/main" id="{E0D89659-7A2F-400E-A669-9ECD1B23142E}"/>
              </a:ext>
            </a:extLst>
          </p:cNvPr>
          <p:cNvSpPr>
            <a:spLocks xmlns:a="http://schemas.openxmlformats.org/drawingml/2006/main" noGrp="1"/>
          </p:cNvSpPr>
          <p:nvPr/>
        </p:nvSpPr>
        <p:spPr>
          <a:xfrm xmlns:a="http://schemas.openxmlformats.org/drawingml/2006/main" flipH="0" flipV="0">
            <a:off x="3219450" y="4391025"/>
            <a:ext cx="83629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7" name="">
            <a:extLst xmlns:a="http://schemas.openxmlformats.org/drawingml/2006/main">
              <a:ext uri="{FF2B5EF4-FFF2-40B4-BE49-F238E27FC236}">
                <a16:creationId xmlns:a16="http://schemas.microsoft.com/office/drawing/2014/main" id="{AC9EF3D7-7334-422B-87F4-37B34E814CD0}"/>
              </a:ext>
            </a:extLst>
          </p:cNvPr>
          <p:cNvSpPr>
            <a:spLocks xmlns:a="http://schemas.openxmlformats.org/drawingml/2006/main" noGrp="1"/>
          </p:cNvSpPr>
          <p:nvPr/>
        </p:nvSpPr>
        <p:spPr>
          <a:xfrm xmlns:a="http://schemas.openxmlformats.org/drawingml/2006/main">
            <a:off x="3429000" y="4152900"/>
            <a:ext cx="796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Menlo"/>
                <a:ea typeface="Menlo"/>
                <a:cs typeface="Menlo"/>
              </a:defRPr>
            </a:pPr>
            <a:r>
              <a:rPr sz="1275" b="1">
                <a:solidFill>
                  <a:srgbClr val="FFFFFF"/>
                </a:solidFill>
                <a:latin typeface="Menlo"/>
                <a:ea typeface="Menlo"/>
                <a:cs typeface="Menlo"/>
              </a:rPr>
              <a:t>PROMPT  ·  CONTEXT  ·  TRACE  ·  EVALUATION</a:t>
            </a:r>
          </a:p>
        </p:txBody>
      </p:sp>
      <p:sp>
        <p:nvSpPr>
          <p:cNvPr id="18" name="">
            <a:extLst xmlns:a="http://schemas.openxmlformats.org/drawingml/2006/main">
              <a:ext uri="{FF2B5EF4-FFF2-40B4-BE49-F238E27FC236}">
                <a16:creationId xmlns:a16="http://schemas.microsoft.com/office/drawing/2014/main" id="{6EA0E8B5-9D29-4D2E-9A3D-787D781825F8}"/>
              </a:ext>
            </a:extLst>
          </p:cNvPr>
          <p:cNvSpPr>
            <a:spLocks xmlns:a="http://schemas.openxmlformats.org/drawingml/2006/main" noGrp="1"/>
          </p:cNvSpPr>
          <p:nvPr/>
        </p:nvSpPr>
        <p:spPr>
          <a:xfrm xmlns:a="http://schemas.openxmlformats.org/drawingml/2006/main">
            <a:off x="3429000" y="4648200"/>
            <a:ext cx="7962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0">
                <a:solidFill>
                  <a:srgbClr val="FFFFFF"/>
                </a:solidFill>
                <a:latin typeface="AppleGothic"/>
                <a:ea typeface="AppleGothic"/>
                <a:cs typeface="AppleGothic"/>
              </a:defRPr>
            </a:pPr>
            <a:r>
              <a:rPr sz="1425" b="0">
                <a:solidFill>
                  <a:srgbClr val="FFFFFF"/>
                </a:solidFill>
                <a:latin typeface="AppleGothic"/>
                <a:ea typeface="AppleGothic"/>
                <a:cs typeface="AppleGothic"/>
              </a:rPr>
              <a:t>Large Language Model Operations · 맥락·응답·피드백·보호 정책</a:t>
            </a:r>
          </a:p>
        </p:txBody>
      </p:sp>
      <p:sp>
        <p:nvSpPr>
          <p:cNvPr id="19" name="">
            <a:extLst xmlns:a="http://schemas.openxmlformats.org/drawingml/2006/main">
              <a:ext uri="{FF2B5EF4-FFF2-40B4-BE49-F238E27FC236}">
                <a16:creationId xmlns:a16="http://schemas.microsoft.com/office/drawing/2014/main" id="{676D16B2-640B-4E3C-8AB3-94C12A38DE3F}"/>
              </a:ext>
            </a:extLst>
          </p:cNvPr>
          <p:cNvSpPr>
            <a:spLocks xmlns:a="http://schemas.openxmlformats.org/drawingml/2006/main" noGrp="1"/>
          </p:cNvSpPr>
          <p:nvPr/>
        </p:nvSpPr>
        <p:spPr>
          <a:xfrm xmlns:a="http://schemas.openxmlformats.org/drawingml/2006/main">
            <a:off x="609600" y="56388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대체 관계가 아니라 운영 대상과 증거 구조의 누적</a:t>
            </a:r>
          </a:p>
        </p:txBody>
      </p:sp>
    </p:spTree>
    <p:extLst>
      <p:ext uri="{BB962C8B-B14F-4D97-AF65-F5344CB8AC3E}">
        <p14:creationId xmlns:p14="http://schemas.microsoft.com/office/powerpoint/2010/main" val="19938216"/>
      </p:ext>
    </p:extLst>
  </p:cSld>
</p:sld>
</file>

<file path=ppt/slides/slide4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0FE627B0-80D3-449A-804C-75777A0EFCE1}"/>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71F61817-0035-403D-BC6B-A5ED7905A03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48</a:t>
            </a:r>
          </a:p>
        </p:txBody>
      </p:sp>
      <p:sp>
        <p:nvSpPr>
          <p:cNvPr id="3" name="">
            <a:extLst xmlns:a="http://schemas.openxmlformats.org/drawingml/2006/main">
              <a:ext uri="{FF2B5EF4-FFF2-40B4-BE49-F238E27FC236}">
                <a16:creationId xmlns:a16="http://schemas.microsoft.com/office/drawing/2014/main" id="{62BE5E70-1A6C-4517-A73E-542E54E929DF}"/>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5BAA5A4B-B46D-4D7A-8BCA-CAC2C857F12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C81E3E40-277D-42AA-BE51-ACF722E2E41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D962F5E-6078-4570-B04C-E8CE7A7275E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LLM 서비스에서 추가로 관리할 정보</a:t>
            </a:r>
          </a:p>
        </p:txBody>
      </p:sp>
      <p:sp>
        <p:nvSpPr>
          <p:cNvPr id="7" name="">
            <a:extLst xmlns:a="http://schemas.openxmlformats.org/drawingml/2006/main">
              <a:ext uri="{FF2B5EF4-FFF2-40B4-BE49-F238E27FC236}">
                <a16:creationId xmlns:a16="http://schemas.microsoft.com/office/drawing/2014/main" id="{C7394DBF-DB9B-4053-8424-703FEC19F1E6}"/>
              </a:ext>
            </a:extLst>
          </p:cNvPr>
          <p:cNvSpPr>
            <a:spLocks xmlns:a="http://schemas.openxmlformats.org/drawingml/2006/main" noGrp="1"/>
          </p:cNvSpPr>
          <p:nvPr/>
        </p:nvSpPr>
        <p:spPr>
          <a:xfrm xmlns:a="http://schemas.openxmlformats.org/drawingml/2006/main" rot="0">
            <a:off x="609600" y="1638300"/>
            <a:ext cx="2781300" cy="39052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3AD7E0AB-20CE-4736-8E6A-EA1CCB0671E2}"/>
              </a:ext>
            </a:extLst>
          </p:cNvPr>
          <p:cNvSpPr>
            <a:spLocks xmlns:a="http://schemas.openxmlformats.org/drawingml/2006/main" noGrp="1"/>
          </p:cNvSpPr>
          <p:nvPr/>
        </p:nvSpPr>
        <p:spPr>
          <a:xfrm xmlns:a="http://schemas.openxmlformats.org/drawingml/2006/main">
            <a:off x="838200" y="1924050"/>
            <a:ext cx="2247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EXECUTION KEY</a:t>
            </a:r>
          </a:p>
        </p:txBody>
      </p:sp>
      <p:sp>
        <p:nvSpPr>
          <p:cNvPr id="9" name="">
            <a:extLst xmlns:a="http://schemas.openxmlformats.org/drawingml/2006/main">
              <a:ext uri="{FF2B5EF4-FFF2-40B4-BE49-F238E27FC236}">
                <a16:creationId xmlns:a16="http://schemas.microsoft.com/office/drawing/2014/main" id="{25902705-94A7-43B3-B636-FC989B003616}"/>
              </a:ext>
            </a:extLst>
          </p:cNvPr>
          <p:cNvSpPr>
            <a:spLocks xmlns:a="http://schemas.openxmlformats.org/drawingml/2006/main" noGrp="1"/>
          </p:cNvSpPr>
          <p:nvPr/>
        </p:nvSpPr>
        <p:spPr>
          <a:xfrm xmlns:a="http://schemas.openxmlformats.org/drawingml/2006/main">
            <a:off x="838200" y="24193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Menlo"/>
                <a:ea typeface="Menlo"/>
                <a:cs typeface="Menlo"/>
              </a:defRPr>
            </a:pPr>
            <a:r>
              <a:rPr sz="1950" b="1">
                <a:solidFill>
                  <a:srgbClr val="FFFFFF"/>
                </a:solidFill>
                <a:latin typeface="Menlo"/>
                <a:ea typeface="Menlo"/>
                <a:cs typeface="Menlo"/>
              </a:rPr>
              <a:t>TRACE ID</a:t>
            </a:r>
          </a:p>
        </p:txBody>
      </p:sp>
      <p:sp>
        <p:nvSpPr>
          <p:cNvPr id="10" name="">
            <a:extLst xmlns:a="http://schemas.openxmlformats.org/drawingml/2006/main">
              <a:ext uri="{FF2B5EF4-FFF2-40B4-BE49-F238E27FC236}">
                <a16:creationId xmlns:a16="http://schemas.microsoft.com/office/drawing/2014/main" id="{3A97F5E0-3755-456B-BFB7-586AE0750744}"/>
              </a:ext>
            </a:extLst>
          </p:cNvPr>
          <p:cNvSpPr>
            <a:spLocks xmlns:a="http://schemas.openxmlformats.org/drawingml/2006/main" noGrp="1"/>
          </p:cNvSpPr>
          <p:nvPr/>
        </p:nvSpPr>
        <p:spPr>
          <a:xfrm xmlns:a="http://schemas.openxmlformats.org/drawingml/2006/main">
            <a:off x="838200" y="3124200"/>
            <a:ext cx="22479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8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한 번의 실행을</a:t>
            </a:r>
          </a:p>
          <a:p xmlns:a="http://schemas.openxmlformats.org/drawingml/2006/main">
            <a:pPr algn="l">
              <a:lnSpc>
                <a:spcPct val="128000"/>
              </a:lnSpc>
              <a:buNone/>
              <a:defRPr sz="1650" b="1">
                <a:solidFill>
                  <a:srgbClr val="FFFFFF"/>
                </a:solidFill>
                <a:latin typeface="AppleGothic"/>
                <a:ea typeface="AppleGothic"/>
                <a:cs typeface="AppleGothic"/>
              </a:defRPr>
            </a:pPr>
            <a:r>
              <a:rPr sz="1650" b="1">
                <a:solidFill>
                  <a:srgbClr val="FFFFFF"/>
                </a:solidFill>
                <a:latin typeface="AppleGothic"/>
                <a:ea typeface="AppleGothic"/>
                <a:cs typeface="AppleGothic"/>
              </a:rPr>
              <a:t>다시 찾는 식별자</a:t>
            </a:r>
          </a:p>
        </p:txBody>
      </p:sp>
      <p:sp>
        <p:nvSpPr>
          <p:cNvPr id="11" name="">
            <a:extLst xmlns:a="http://schemas.openxmlformats.org/drawingml/2006/main">
              <a:ext uri="{FF2B5EF4-FFF2-40B4-BE49-F238E27FC236}">
                <a16:creationId xmlns:a16="http://schemas.microsoft.com/office/drawing/2014/main" id="{ABAA649D-7A3A-499F-B7B9-D2E1DA8CB364}"/>
              </a:ext>
            </a:extLst>
          </p:cNvPr>
          <p:cNvSpPr>
            <a:spLocks xmlns:a="http://schemas.openxmlformats.org/drawingml/2006/main" noGrp="1"/>
          </p:cNvSpPr>
          <p:nvPr/>
        </p:nvSpPr>
        <p:spPr>
          <a:xfrm xmlns:a="http://schemas.openxmlformats.org/drawingml/2006/main">
            <a:off x="838200" y="4762500"/>
            <a:ext cx="2247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ff2c901e8a16</a:t>
            </a:r>
          </a:p>
        </p:txBody>
      </p:sp>
      <p:sp>
        <p:nvSpPr>
          <p:cNvPr id="12" name="">
            <a:extLst xmlns:a="http://schemas.openxmlformats.org/drawingml/2006/main">
              <a:ext uri="{FF2B5EF4-FFF2-40B4-BE49-F238E27FC236}">
                <a16:creationId xmlns:a16="http://schemas.microsoft.com/office/drawing/2014/main" id="{3D9FE2AF-9963-4104-88D7-5CFC37A67594}"/>
              </a:ext>
            </a:extLst>
          </p:cNvPr>
          <p:cNvSpPr>
            <a:spLocks xmlns:a="http://schemas.openxmlformats.org/drawingml/2006/main" noGrp="1"/>
          </p:cNvSpPr>
          <p:nvPr/>
        </p:nvSpPr>
        <p:spPr>
          <a:xfrm xmlns:a="http://schemas.openxmlformats.org/drawingml/2006/main">
            <a:off x="3905250" y="16573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01</a:t>
            </a:r>
          </a:p>
        </p:txBody>
      </p:sp>
      <p:sp>
        <p:nvSpPr>
          <p:cNvPr id="13" name="">
            <a:extLst xmlns:a="http://schemas.openxmlformats.org/drawingml/2006/main">
              <a:ext uri="{FF2B5EF4-FFF2-40B4-BE49-F238E27FC236}">
                <a16:creationId xmlns:a16="http://schemas.microsoft.com/office/drawing/2014/main" id="{30ED851A-EBEF-47EF-8CDA-C384CF4D5132}"/>
              </a:ext>
            </a:extLst>
          </p:cNvPr>
          <p:cNvSpPr>
            <a:spLocks xmlns:a="http://schemas.openxmlformats.org/drawingml/2006/main" noGrp="1"/>
          </p:cNvSpPr>
          <p:nvPr/>
        </p:nvSpPr>
        <p:spPr>
          <a:xfrm xmlns:a="http://schemas.openxmlformats.org/drawingml/2006/main">
            <a:off x="4591050" y="16192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프롬프트 버전</a:t>
            </a:r>
          </a:p>
        </p:txBody>
      </p:sp>
      <p:sp>
        <p:nvSpPr>
          <p:cNvPr id="14" name="">
            <a:extLst xmlns:a="http://schemas.openxmlformats.org/drawingml/2006/main">
              <a:ext uri="{FF2B5EF4-FFF2-40B4-BE49-F238E27FC236}">
                <a16:creationId xmlns:a16="http://schemas.microsoft.com/office/drawing/2014/main" id="{C9356116-A655-4FEB-9B40-44984A17D8F4}"/>
              </a:ext>
            </a:extLst>
          </p:cNvPr>
          <p:cNvSpPr>
            <a:spLocks xmlns:a="http://schemas.openxmlformats.org/drawingml/2006/main" noGrp="1"/>
          </p:cNvSpPr>
          <p:nvPr/>
        </p:nvSpPr>
        <p:spPr>
          <a:xfrm xmlns:a="http://schemas.openxmlformats.org/drawingml/2006/main">
            <a:off x="7734300" y="16573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템플릿 · 예시 · 정책</a:t>
            </a:r>
          </a:p>
        </p:txBody>
      </p:sp>
      <p:sp>
        <p:nvSpPr>
          <p:cNvPr id="15" name="">
            <a:extLst xmlns:a="http://schemas.openxmlformats.org/drawingml/2006/main">
              <a:ext uri="{FF2B5EF4-FFF2-40B4-BE49-F238E27FC236}">
                <a16:creationId xmlns:a16="http://schemas.microsoft.com/office/drawing/2014/main" id="{D5D5E64C-633A-445A-913D-8004B1F33CF3}"/>
              </a:ext>
            </a:extLst>
          </p:cNvPr>
          <p:cNvSpPr>
            <a:spLocks xmlns:a="http://schemas.openxmlformats.org/drawingml/2006/main" noGrp="1"/>
          </p:cNvSpPr>
          <p:nvPr/>
        </p:nvSpPr>
        <p:spPr>
          <a:xfrm xmlns:a="http://schemas.openxmlformats.org/drawingml/2006/main" flipH="0" flipV="0">
            <a:off x="4591050" y="22479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848FBEAD-13E4-4102-901A-102DF358ABDA}"/>
              </a:ext>
            </a:extLst>
          </p:cNvPr>
          <p:cNvSpPr>
            <a:spLocks xmlns:a="http://schemas.openxmlformats.org/drawingml/2006/main" noGrp="1"/>
          </p:cNvSpPr>
          <p:nvPr/>
        </p:nvSpPr>
        <p:spPr>
          <a:xfrm xmlns:a="http://schemas.openxmlformats.org/drawingml/2006/main">
            <a:off x="3905250" y="260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02</a:t>
            </a:r>
          </a:p>
        </p:txBody>
      </p:sp>
      <p:sp>
        <p:nvSpPr>
          <p:cNvPr id="17" name="">
            <a:extLst xmlns:a="http://schemas.openxmlformats.org/drawingml/2006/main">
              <a:ext uri="{FF2B5EF4-FFF2-40B4-BE49-F238E27FC236}">
                <a16:creationId xmlns:a16="http://schemas.microsoft.com/office/drawing/2014/main" id="{1864285B-A59A-4977-9925-2C6FE32238BE}"/>
              </a:ext>
            </a:extLst>
          </p:cNvPr>
          <p:cNvSpPr>
            <a:spLocks xmlns:a="http://schemas.openxmlformats.org/drawingml/2006/main" noGrp="1"/>
          </p:cNvSpPr>
          <p:nvPr/>
        </p:nvSpPr>
        <p:spPr>
          <a:xfrm xmlns:a="http://schemas.openxmlformats.org/drawingml/2006/main">
            <a:off x="4591050" y="2571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외부 맥락 참조</a:t>
            </a:r>
          </a:p>
        </p:txBody>
      </p:sp>
      <p:sp>
        <p:nvSpPr>
          <p:cNvPr id="18" name="">
            <a:extLst xmlns:a="http://schemas.openxmlformats.org/drawingml/2006/main">
              <a:ext uri="{FF2B5EF4-FFF2-40B4-BE49-F238E27FC236}">
                <a16:creationId xmlns:a16="http://schemas.microsoft.com/office/drawing/2014/main" id="{43638E96-93A3-464D-BF45-3DB8C49200BF}"/>
              </a:ext>
            </a:extLst>
          </p:cNvPr>
          <p:cNvSpPr>
            <a:spLocks xmlns:a="http://schemas.openxmlformats.org/drawingml/2006/main" noGrp="1"/>
          </p:cNvSpPr>
          <p:nvPr/>
        </p:nvSpPr>
        <p:spPr>
          <a:xfrm xmlns:a="http://schemas.openxmlformats.org/drawingml/2006/main">
            <a:off x="7734300" y="26098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문서 · 도구 반환값</a:t>
            </a:r>
          </a:p>
        </p:txBody>
      </p:sp>
      <p:sp>
        <p:nvSpPr>
          <p:cNvPr id="19" name="">
            <a:extLst xmlns:a="http://schemas.openxmlformats.org/drawingml/2006/main">
              <a:ext uri="{FF2B5EF4-FFF2-40B4-BE49-F238E27FC236}">
                <a16:creationId xmlns:a16="http://schemas.microsoft.com/office/drawing/2014/main" id="{81ACA368-0AF4-4F77-A83C-3D88052AE76B}"/>
              </a:ext>
            </a:extLst>
          </p:cNvPr>
          <p:cNvSpPr>
            <a:spLocks xmlns:a="http://schemas.openxmlformats.org/drawingml/2006/main" noGrp="1"/>
          </p:cNvSpPr>
          <p:nvPr/>
        </p:nvSpPr>
        <p:spPr>
          <a:xfrm xmlns:a="http://schemas.openxmlformats.org/drawingml/2006/main" flipH="0" flipV="0">
            <a:off x="4591050" y="32004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F5BA80C-67B0-4991-ACAA-21823D3CA908}"/>
              </a:ext>
            </a:extLst>
          </p:cNvPr>
          <p:cNvSpPr>
            <a:spLocks xmlns:a="http://schemas.openxmlformats.org/drawingml/2006/main" noGrp="1"/>
          </p:cNvSpPr>
          <p:nvPr/>
        </p:nvSpPr>
        <p:spPr>
          <a:xfrm xmlns:a="http://schemas.openxmlformats.org/drawingml/2006/main">
            <a:off x="3905250" y="35623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03</a:t>
            </a:r>
          </a:p>
        </p:txBody>
      </p:sp>
      <p:sp>
        <p:nvSpPr>
          <p:cNvPr id="21" name="">
            <a:extLst xmlns:a="http://schemas.openxmlformats.org/drawingml/2006/main">
              <a:ext uri="{FF2B5EF4-FFF2-40B4-BE49-F238E27FC236}">
                <a16:creationId xmlns:a16="http://schemas.microsoft.com/office/drawing/2014/main" id="{2CB04E5F-EF58-4145-BDAD-9EB0A4D9E61D}"/>
              </a:ext>
            </a:extLst>
          </p:cNvPr>
          <p:cNvSpPr>
            <a:spLocks xmlns:a="http://schemas.openxmlformats.org/drawingml/2006/main" noGrp="1"/>
          </p:cNvSpPr>
          <p:nvPr/>
        </p:nvSpPr>
        <p:spPr>
          <a:xfrm xmlns:a="http://schemas.openxmlformats.org/drawingml/2006/main">
            <a:off x="4591050" y="35242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응답과 운영 값</a:t>
            </a:r>
          </a:p>
        </p:txBody>
      </p:sp>
      <p:sp>
        <p:nvSpPr>
          <p:cNvPr id="22" name="">
            <a:extLst xmlns:a="http://schemas.openxmlformats.org/drawingml/2006/main">
              <a:ext uri="{FF2B5EF4-FFF2-40B4-BE49-F238E27FC236}">
                <a16:creationId xmlns:a16="http://schemas.microsoft.com/office/drawing/2014/main" id="{2E022411-1EAF-4290-B9DD-E318650D5FFC}"/>
              </a:ext>
            </a:extLst>
          </p:cNvPr>
          <p:cNvSpPr>
            <a:spLocks xmlns:a="http://schemas.openxmlformats.org/drawingml/2006/main" noGrp="1"/>
          </p:cNvSpPr>
          <p:nvPr/>
        </p:nvSpPr>
        <p:spPr>
          <a:xfrm xmlns:a="http://schemas.openxmlformats.org/drawingml/2006/main">
            <a:off x="7734300" y="35623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출력 · 상태 · 응답 지연</a:t>
            </a:r>
          </a:p>
        </p:txBody>
      </p:sp>
      <p:sp>
        <p:nvSpPr>
          <p:cNvPr id="23" name="">
            <a:extLst xmlns:a="http://schemas.openxmlformats.org/drawingml/2006/main">
              <a:ext uri="{FF2B5EF4-FFF2-40B4-BE49-F238E27FC236}">
                <a16:creationId xmlns:a16="http://schemas.microsoft.com/office/drawing/2014/main" id="{16176604-FE94-4F87-8D96-DE55BA8BE287}"/>
              </a:ext>
            </a:extLst>
          </p:cNvPr>
          <p:cNvSpPr>
            <a:spLocks xmlns:a="http://schemas.openxmlformats.org/drawingml/2006/main" noGrp="1"/>
          </p:cNvSpPr>
          <p:nvPr/>
        </p:nvSpPr>
        <p:spPr>
          <a:xfrm xmlns:a="http://schemas.openxmlformats.org/drawingml/2006/main" flipH="0" flipV="0">
            <a:off x="4591050" y="41529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6C6A4E8A-C6EF-4062-ABEE-2256326A09B0}"/>
              </a:ext>
            </a:extLst>
          </p:cNvPr>
          <p:cNvSpPr>
            <a:spLocks xmlns:a="http://schemas.openxmlformats.org/drawingml/2006/main" noGrp="1"/>
          </p:cNvSpPr>
          <p:nvPr/>
        </p:nvSpPr>
        <p:spPr>
          <a:xfrm xmlns:a="http://schemas.openxmlformats.org/drawingml/2006/main">
            <a:off x="3905250" y="4514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667085"/>
                </a:solidFill>
                <a:latin typeface="Menlo"/>
                <a:ea typeface="Menlo"/>
                <a:cs typeface="Menlo"/>
              </a:defRPr>
            </a:pPr>
            <a:r>
              <a:rPr sz="1275" b="1">
                <a:solidFill>
                  <a:srgbClr val="667085"/>
                </a:solidFill>
                <a:latin typeface="Menlo"/>
                <a:ea typeface="Menlo"/>
                <a:cs typeface="Menlo"/>
              </a:rPr>
              <a:t>04</a:t>
            </a:r>
          </a:p>
        </p:txBody>
      </p:sp>
      <p:sp>
        <p:nvSpPr>
          <p:cNvPr id="25" name="">
            <a:extLst xmlns:a="http://schemas.openxmlformats.org/drawingml/2006/main">
              <a:ext uri="{FF2B5EF4-FFF2-40B4-BE49-F238E27FC236}">
                <a16:creationId xmlns:a16="http://schemas.microsoft.com/office/drawing/2014/main" id="{79DE83DF-D264-43B0-A264-873777FC50F6}"/>
              </a:ext>
            </a:extLst>
          </p:cNvPr>
          <p:cNvSpPr>
            <a:spLocks xmlns:a="http://schemas.openxmlformats.org/drawingml/2006/main" noGrp="1"/>
          </p:cNvSpPr>
          <p:nvPr/>
        </p:nvSpPr>
        <p:spPr>
          <a:xfrm xmlns:a="http://schemas.openxmlformats.org/drawingml/2006/main">
            <a:off x="4591050" y="4476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평가와 피드백</a:t>
            </a:r>
          </a:p>
        </p:txBody>
      </p:sp>
      <p:sp>
        <p:nvSpPr>
          <p:cNvPr id="26" name="">
            <a:extLst xmlns:a="http://schemas.openxmlformats.org/drawingml/2006/main">
              <a:ext uri="{FF2B5EF4-FFF2-40B4-BE49-F238E27FC236}">
                <a16:creationId xmlns:a16="http://schemas.microsoft.com/office/drawing/2014/main" id="{5601686A-6B4D-45BB-9589-9F167F9B533C}"/>
              </a:ext>
            </a:extLst>
          </p:cNvPr>
          <p:cNvSpPr>
            <a:spLocks xmlns:a="http://schemas.openxmlformats.org/drawingml/2006/main" noGrp="1"/>
          </p:cNvSpPr>
          <p:nvPr/>
        </p:nvSpPr>
        <p:spPr>
          <a:xfrm xmlns:a="http://schemas.openxmlformats.org/drawingml/2006/main">
            <a:off x="7734300" y="4514850"/>
            <a:ext cx="3467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점수 · 오류 유형 · 검토 결과</a:t>
            </a:r>
          </a:p>
        </p:txBody>
      </p:sp>
      <p:sp>
        <p:nvSpPr>
          <p:cNvPr id="27" name="">
            <a:extLst xmlns:a="http://schemas.openxmlformats.org/drawingml/2006/main">
              <a:ext uri="{FF2B5EF4-FFF2-40B4-BE49-F238E27FC236}">
                <a16:creationId xmlns:a16="http://schemas.microsoft.com/office/drawing/2014/main" id="{8D6C1F60-D516-49A8-8137-50B72AA7BDFD}"/>
              </a:ext>
            </a:extLst>
          </p:cNvPr>
          <p:cNvSpPr>
            <a:spLocks xmlns:a="http://schemas.openxmlformats.org/drawingml/2006/main" noGrp="1"/>
          </p:cNvSpPr>
          <p:nvPr/>
        </p:nvSpPr>
        <p:spPr>
          <a:xfrm xmlns:a="http://schemas.openxmlformats.org/drawingml/2006/main" flipH="0" flipV="0">
            <a:off x="4591050" y="5105400"/>
            <a:ext cx="66103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617152837"/>
      </p:ext>
    </p:extLst>
  </p:cSld>
</p:sld>
</file>

<file path=ppt/slides/slide4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CD47EF0-3059-4707-B7CE-3E95D6C28C9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6C79D294-6D31-49F1-B42B-A8F2668432E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49</a:t>
            </a:r>
          </a:p>
        </p:txBody>
      </p:sp>
      <p:sp>
        <p:nvSpPr>
          <p:cNvPr id="3" name="">
            <a:extLst xmlns:a="http://schemas.openxmlformats.org/drawingml/2006/main">
              <a:ext uri="{FF2B5EF4-FFF2-40B4-BE49-F238E27FC236}">
                <a16:creationId xmlns:a16="http://schemas.microsoft.com/office/drawing/2014/main" id="{2CCD1558-C112-43B5-8726-3A1F9CD9B92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B5167C79-3A72-4EE7-9E52-F84D38BC0C5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1C54BC4-F0D3-4B79-A3F0-1F881E7B5D3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B6609CE6-4486-4D5B-9B6F-87B5790AFEF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같은 코드에서도 달라지는 실행 결과</a:t>
            </a:r>
          </a:p>
        </p:txBody>
      </p:sp>
      <p:sp>
        <p:nvSpPr>
          <p:cNvPr id="7" name="">
            <a:extLst xmlns:a="http://schemas.openxmlformats.org/drawingml/2006/main">
              <a:ext uri="{FF2B5EF4-FFF2-40B4-BE49-F238E27FC236}">
                <a16:creationId xmlns:a16="http://schemas.microsoft.com/office/drawing/2014/main" id="{1218F34A-00F1-4A0F-93FB-8AB31825D80E}"/>
              </a:ext>
            </a:extLst>
          </p:cNvPr>
          <p:cNvSpPr>
            <a:spLocks xmlns:a="http://schemas.openxmlformats.org/drawingml/2006/main" noGrp="1"/>
          </p:cNvSpPr>
          <p:nvPr/>
        </p:nvSpPr>
        <p:spPr>
          <a:xfrm xmlns:a="http://schemas.openxmlformats.org/drawingml/2006/main">
            <a:off x="60960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같은 코드 · SAME CODE</a:t>
            </a:r>
          </a:p>
        </p:txBody>
      </p:sp>
      <p:sp>
        <p:nvSpPr>
          <p:cNvPr id="8" name="">
            <a:extLst xmlns:a="http://schemas.openxmlformats.org/drawingml/2006/main">
              <a:ext uri="{FF2B5EF4-FFF2-40B4-BE49-F238E27FC236}">
                <a16:creationId xmlns:a16="http://schemas.microsoft.com/office/drawing/2014/main" id="{A0E579D9-0D89-45EE-9545-A5F583AF5F95}"/>
              </a:ext>
            </a:extLst>
          </p:cNvPr>
          <p:cNvSpPr>
            <a:spLocks xmlns:a="http://schemas.openxmlformats.org/drawingml/2006/main" noGrp="1"/>
          </p:cNvSpPr>
          <p:nvPr/>
        </p:nvSpPr>
        <p:spPr>
          <a:xfrm xmlns:a="http://schemas.openxmlformats.org/drawingml/2006/main">
            <a:off x="60960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FFFFFF"/>
                </a:solidFill>
                <a:latin typeface="AppleGothic"/>
                <a:ea typeface="AppleGothic"/>
                <a:cs typeface="AppleGothic"/>
              </a:defRPr>
            </a:pPr>
            <a:r>
              <a:rPr sz="2250" b="1">
                <a:solidFill>
                  <a:srgbClr val="FFFFFF"/>
                </a:solidFill>
                <a:latin typeface="AppleGothic"/>
                <a:ea typeface="AppleGothic"/>
                <a:cs typeface="AppleGothic"/>
              </a:rPr>
              <a:t>커밋 a1b2c3</a:t>
            </a:r>
          </a:p>
        </p:txBody>
      </p:sp>
      <p:sp>
        <p:nvSpPr>
          <p:cNvPr id="9" name="">
            <a:extLst xmlns:a="http://schemas.openxmlformats.org/drawingml/2006/main">
              <a:ext uri="{FF2B5EF4-FFF2-40B4-BE49-F238E27FC236}">
                <a16:creationId xmlns:a16="http://schemas.microsoft.com/office/drawing/2014/main" id="{8B85D19C-DA67-4416-BD62-6C2F7E1F8786}"/>
              </a:ext>
            </a:extLst>
          </p:cNvPr>
          <p:cNvSpPr>
            <a:spLocks xmlns:a="http://schemas.openxmlformats.org/drawingml/2006/main" noGrp="1"/>
          </p:cNvSpPr>
          <p:nvPr/>
        </p:nvSpPr>
        <p:spPr>
          <a:xfrm xmlns:a="http://schemas.openxmlformats.org/drawingml/2006/main" flipH="0" flipV="0">
            <a:off x="609600" y="3048000"/>
            <a:ext cx="49530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1B01BD75-4D6F-413B-A174-22FE35502068}"/>
              </a:ext>
            </a:extLst>
          </p:cNvPr>
          <p:cNvSpPr>
            <a:spLocks xmlns:a="http://schemas.openxmlformats.org/drawingml/2006/main" noGrp="1"/>
          </p:cNvSpPr>
          <p:nvPr/>
        </p:nvSpPr>
        <p:spPr>
          <a:xfrm xmlns:a="http://schemas.openxmlformats.org/drawingml/2006/main">
            <a:off x="60960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접근 경로</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요청 스키마</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동일 애플리케이션 코드</a:t>
            </a:r>
          </a:p>
        </p:txBody>
      </p:sp>
      <p:sp>
        <p:nvSpPr>
          <p:cNvPr id="11" name="">
            <a:extLst xmlns:a="http://schemas.openxmlformats.org/drawingml/2006/main">
              <a:ext uri="{FF2B5EF4-FFF2-40B4-BE49-F238E27FC236}">
                <a16:creationId xmlns:a16="http://schemas.microsoft.com/office/drawing/2014/main" id="{AB1F44A4-55FA-4434-8DBB-796D7DEF97D7}"/>
              </a:ext>
            </a:extLst>
          </p:cNvPr>
          <p:cNvSpPr>
            <a:spLocks xmlns:a="http://schemas.openxmlformats.org/drawingml/2006/main" noGrp="1"/>
          </p:cNvSpPr>
          <p:nvPr/>
        </p:nvSpPr>
        <p:spPr>
          <a:xfrm xmlns:a="http://schemas.openxmlformats.org/drawingml/2006/main">
            <a:off x="6267450" y="1657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다른 실행 · DIFFERENT RUN</a:t>
            </a:r>
          </a:p>
        </p:txBody>
      </p:sp>
      <p:sp>
        <p:nvSpPr>
          <p:cNvPr id="12" name="">
            <a:extLst xmlns:a="http://schemas.openxmlformats.org/drawingml/2006/main">
              <a:ext uri="{FF2B5EF4-FFF2-40B4-BE49-F238E27FC236}">
                <a16:creationId xmlns:a16="http://schemas.microsoft.com/office/drawing/2014/main" id="{13313FF2-0435-4BA0-8B66-B4DC38577C0B}"/>
              </a:ext>
            </a:extLst>
          </p:cNvPr>
          <p:cNvSpPr>
            <a:spLocks xmlns:a="http://schemas.openxmlformats.org/drawingml/2006/main" noGrp="1"/>
          </p:cNvSpPr>
          <p:nvPr/>
        </p:nvSpPr>
        <p:spPr>
          <a:xfrm xmlns:a="http://schemas.openxmlformats.org/drawingml/2006/main">
            <a:off x="6267450" y="203835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1">
                <a:solidFill>
                  <a:srgbClr val="2563EB"/>
                </a:solidFill>
                <a:latin typeface="AppleGothic"/>
                <a:ea typeface="AppleGothic"/>
                <a:cs typeface="AppleGothic"/>
              </a:defRPr>
            </a:pPr>
            <a:r>
              <a:rPr sz="2250" b="1">
                <a:solidFill>
                  <a:srgbClr val="2563EB"/>
                </a:solidFill>
                <a:latin typeface="AppleGothic"/>
                <a:ea typeface="AppleGothic"/>
                <a:cs typeface="AppleGothic"/>
              </a:rPr>
              <a:t>프롬프트 · 맥락 · 모델 · 설정</a:t>
            </a:r>
          </a:p>
        </p:txBody>
      </p:sp>
      <p:sp>
        <p:nvSpPr>
          <p:cNvPr id="13" name="">
            <a:extLst xmlns:a="http://schemas.openxmlformats.org/drawingml/2006/main">
              <a:ext uri="{FF2B5EF4-FFF2-40B4-BE49-F238E27FC236}">
                <a16:creationId xmlns:a16="http://schemas.microsoft.com/office/drawing/2014/main" id="{79D92129-3781-4718-91B4-879DB40E78DC}"/>
              </a:ext>
            </a:extLst>
          </p:cNvPr>
          <p:cNvSpPr>
            <a:spLocks xmlns:a="http://schemas.openxmlformats.org/drawingml/2006/main" noGrp="1"/>
          </p:cNvSpPr>
          <p:nvPr/>
        </p:nvSpPr>
        <p:spPr>
          <a:xfrm xmlns:a="http://schemas.openxmlformats.org/drawingml/2006/main" flipH="0" flipV="0">
            <a:off x="6267450" y="3048000"/>
            <a:ext cx="495300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4" name="">
            <a:extLst xmlns:a="http://schemas.openxmlformats.org/drawingml/2006/main">
              <a:ext uri="{FF2B5EF4-FFF2-40B4-BE49-F238E27FC236}">
                <a16:creationId xmlns:a16="http://schemas.microsoft.com/office/drawing/2014/main" id="{7A93FC3F-5755-4525-8001-EB0623F24407}"/>
              </a:ext>
            </a:extLst>
          </p:cNvPr>
          <p:cNvSpPr>
            <a:spLocks xmlns:a="http://schemas.openxmlformats.org/drawingml/2006/main" noGrp="1"/>
          </p:cNvSpPr>
          <p:nvPr/>
        </p:nvSpPr>
        <p:spPr>
          <a:xfrm xmlns:a="http://schemas.openxmlformats.org/drawingml/2006/main">
            <a:off x="6267450" y="3333750"/>
            <a:ext cx="49530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출력</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응답 지연·토큰·상태</a:t>
            </a:r>
          </a:p>
          <a:p xmlns:a="http://schemas.openxmlformats.org/drawingml/2006/main">
            <a:pPr algn="l">
              <a:lnSpc>
                <a:spcPct val="135000"/>
              </a:lnSpc>
              <a:buNone/>
              <a:defRPr sz="1500" b="0">
                <a:solidFill>
                  <a:srgbClr val="98A2B3"/>
                </a:solidFill>
                <a:latin typeface="AppleGothic"/>
                <a:ea typeface="AppleGothic"/>
                <a:cs typeface="AppleGothic"/>
              </a:defRPr>
            </a:pPr>
            <a:r>
              <a:rPr sz="1500" b="0">
                <a:solidFill>
                  <a:srgbClr val="98A2B3"/>
                </a:solidFill>
                <a:latin typeface="AppleGothic"/>
                <a:ea typeface="AppleGothic"/>
                <a:cs typeface="AppleGothic"/>
              </a:rPr>
              <a:t>서로 다른 품질 평가</a:t>
            </a:r>
          </a:p>
        </p:txBody>
      </p:sp>
      <p:sp>
        <p:nvSpPr>
          <p:cNvPr id="15" name="">
            <a:extLst xmlns:a="http://schemas.openxmlformats.org/drawingml/2006/main">
              <a:ext uri="{FF2B5EF4-FFF2-40B4-BE49-F238E27FC236}">
                <a16:creationId xmlns:a16="http://schemas.microsoft.com/office/drawing/2014/main" id="{9F4A863A-E762-41AC-8050-89C7F47D4C76}"/>
              </a:ext>
            </a:extLst>
          </p:cNvPr>
          <p:cNvSpPr>
            <a:spLocks xmlns:a="http://schemas.openxmlformats.org/drawingml/2006/main" noGrp="1"/>
          </p:cNvSpPr>
          <p:nvPr/>
        </p:nvSpPr>
        <p:spPr>
          <a:xfrm xmlns:a="http://schemas.openxmlformats.org/drawingml/2006/main" flipH="0" flipV="0">
            <a:off x="5924550" y="1657350"/>
            <a:ext cx="0" cy="417195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732658187"/>
      </p:ext>
    </p:extLst>
  </p:cSld>
</p:sld>
</file>

<file path=ppt/slides/slide5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9832542A-1D4A-4175-86B9-44015047531F}"/>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22FDCB74-E9A7-4954-BC2E-A851D8D50A5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50</a:t>
            </a:r>
          </a:p>
        </p:txBody>
      </p:sp>
      <p:sp>
        <p:nvSpPr>
          <p:cNvPr id="3" name="">
            <a:extLst xmlns:a="http://schemas.openxmlformats.org/drawingml/2006/main">
              <a:ext uri="{FF2B5EF4-FFF2-40B4-BE49-F238E27FC236}">
                <a16:creationId xmlns:a16="http://schemas.microsoft.com/office/drawing/2014/main" id="{5E882E1A-1979-4352-B1DE-1DCF4FA641E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DD4E47CE-699F-4130-BE92-339D77F6A004}"/>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C21C34E6-76CE-4CA2-96FF-3CAFD792C74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A531C7FE-3A4B-40C3-8886-5EB9776DE45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LLM 실행 추적의 필수 필드</a:t>
            </a:r>
          </a:p>
        </p:txBody>
      </p:sp>
      <p:sp>
        <p:nvSpPr>
          <p:cNvPr id="7" name="">
            <a:extLst xmlns:a="http://schemas.openxmlformats.org/drawingml/2006/main">
              <a:ext uri="{FF2B5EF4-FFF2-40B4-BE49-F238E27FC236}">
                <a16:creationId xmlns:a16="http://schemas.microsoft.com/office/drawing/2014/main" id="{98D30B97-A82D-4445-BB6D-C27FD591A447}"/>
              </a:ext>
            </a:extLst>
          </p:cNvPr>
          <p:cNvSpPr>
            <a:spLocks xmlns:a="http://schemas.openxmlformats.org/drawingml/2006/main" noGrp="1"/>
          </p:cNvSpPr>
          <p:nvPr/>
        </p:nvSpPr>
        <p:spPr>
          <a:xfrm xmlns:a="http://schemas.openxmlformats.org/drawingml/2006/main">
            <a:off x="60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추적 식별자 · TRACE ID</a:t>
            </a:r>
          </a:p>
        </p:txBody>
      </p:sp>
      <p:sp>
        <p:nvSpPr>
          <p:cNvPr id="8" name="">
            <a:extLst xmlns:a="http://schemas.openxmlformats.org/drawingml/2006/main">
              <a:ext uri="{FF2B5EF4-FFF2-40B4-BE49-F238E27FC236}">
                <a16:creationId xmlns:a16="http://schemas.microsoft.com/office/drawing/2014/main" id="{C49E0402-0E22-419E-A015-9FEDD2AC5985}"/>
              </a:ext>
            </a:extLst>
          </p:cNvPr>
          <p:cNvSpPr>
            <a:spLocks xmlns:a="http://schemas.openxmlformats.org/drawingml/2006/main" noGrp="1"/>
          </p:cNvSpPr>
          <p:nvPr/>
        </p:nvSpPr>
        <p:spPr>
          <a:xfrm xmlns:a="http://schemas.openxmlformats.org/drawingml/2006/main">
            <a:off x="60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request-specific ID</a:t>
            </a:r>
          </a:p>
        </p:txBody>
      </p:sp>
      <p:sp>
        <p:nvSpPr>
          <p:cNvPr id="9" name="">
            <a:extLst xmlns:a="http://schemas.openxmlformats.org/drawingml/2006/main">
              <a:ext uri="{FF2B5EF4-FFF2-40B4-BE49-F238E27FC236}">
                <a16:creationId xmlns:a16="http://schemas.microsoft.com/office/drawing/2014/main" id="{8D0C0166-F392-4C5B-B690-A2530327E278}"/>
              </a:ext>
            </a:extLst>
          </p:cNvPr>
          <p:cNvSpPr>
            <a:spLocks xmlns:a="http://schemas.openxmlformats.org/drawingml/2006/main" noGrp="1"/>
          </p:cNvSpPr>
          <p:nvPr/>
        </p:nvSpPr>
        <p:spPr>
          <a:xfrm xmlns:a="http://schemas.openxmlformats.org/drawingml/2006/main" flipH="0" flipV="0">
            <a:off x="609600" y="2590800"/>
            <a:ext cx="32385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BEAEB3D2-BA2E-4B14-ACBE-4F42DB01D870}"/>
              </a:ext>
            </a:extLst>
          </p:cNvPr>
          <p:cNvSpPr>
            <a:spLocks xmlns:a="http://schemas.openxmlformats.org/drawingml/2006/main" noGrp="1"/>
          </p:cNvSpPr>
          <p:nvPr/>
        </p:nvSpPr>
        <p:spPr>
          <a:xfrm xmlns:a="http://schemas.openxmlformats.org/drawingml/2006/main">
            <a:off x="441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프롬프트 버전</a:t>
            </a:r>
          </a:p>
        </p:txBody>
      </p:sp>
      <p:sp>
        <p:nvSpPr>
          <p:cNvPr id="11" name="">
            <a:extLst xmlns:a="http://schemas.openxmlformats.org/drawingml/2006/main">
              <a:ext uri="{FF2B5EF4-FFF2-40B4-BE49-F238E27FC236}">
                <a16:creationId xmlns:a16="http://schemas.microsoft.com/office/drawing/2014/main" id="{CDBB5D15-1D66-4BAD-9251-1C8B011DBBC7}"/>
              </a:ext>
            </a:extLst>
          </p:cNvPr>
          <p:cNvSpPr>
            <a:spLocks xmlns:a="http://schemas.openxmlformats.org/drawingml/2006/main" noGrp="1"/>
          </p:cNvSpPr>
          <p:nvPr/>
        </p:nvSpPr>
        <p:spPr>
          <a:xfrm xmlns:a="http://schemas.openxmlformats.org/drawingml/2006/main">
            <a:off x="441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w01.signal.v1</a:t>
            </a:r>
          </a:p>
        </p:txBody>
      </p:sp>
      <p:sp>
        <p:nvSpPr>
          <p:cNvPr id="12" name="">
            <a:extLst xmlns:a="http://schemas.openxmlformats.org/drawingml/2006/main">
              <a:ext uri="{FF2B5EF4-FFF2-40B4-BE49-F238E27FC236}">
                <a16:creationId xmlns:a16="http://schemas.microsoft.com/office/drawing/2014/main" id="{E3256706-34A3-4E1B-9B20-3232F78AFF15}"/>
              </a:ext>
            </a:extLst>
          </p:cNvPr>
          <p:cNvSpPr>
            <a:spLocks xmlns:a="http://schemas.openxmlformats.org/drawingml/2006/main" noGrp="1"/>
          </p:cNvSpPr>
          <p:nvPr/>
        </p:nvSpPr>
        <p:spPr>
          <a:xfrm xmlns:a="http://schemas.openxmlformats.org/drawingml/2006/main" flipH="0" flipV="0">
            <a:off x="4419600" y="25908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140BB01D-7B8A-4BE0-97BA-DA15B8D72F44}"/>
              </a:ext>
            </a:extLst>
          </p:cNvPr>
          <p:cNvSpPr>
            <a:spLocks xmlns:a="http://schemas.openxmlformats.org/drawingml/2006/main" noGrp="1"/>
          </p:cNvSpPr>
          <p:nvPr/>
        </p:nvSpPr>
        <p:spPr>
          <a:xfrm xmlns:a="http://schemas.openxmlformats.org/drawingml/2006/main">
            <a:off x="8229600" y="17526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제공자 · 모델</a:t>
            </a:r>
          </a:p>
        </p:txBody>
      </p:sp>
      <p:sp>
        <p:nvSpPr>
          <p:cNvPr id="14" name="">
            <a:extLst xmlns:a="http://schemas.openxmlformats.org/drawingml/2006/main">
              <a:ext uri="{FF2B5EF4-FFF2-40B4-BE49-F238E27FC236}">
                <a16:creationId xmlns:a16="http://schemas.microsoft.com/office/drawing/2014/main" id="{DBAB1132-9374-4532-A87A-CF16C91CD2A0}"/>
              </a:ext>
            </a:extLst>
          </p:cNvPr>
          <p:cNvSpPr>
            <a:spLocks xmlns:a="http://schemas.openxmlformats.org/drawingml/2006/main" noGrp="1"/>
          </p:cNvSpPr>
          <p:nvPr/>
        </p:nvSpPr>
        <p:spPr>
          <a:xfrm xmlns:a="http://schemas.openxmlformats.org/drawingml/2006/main">
            <a:off x="8229600" y="20955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demo / trace-demo-1</a:t>
            </a:r>
          </a:p>
        </p:txBody>
      </p:sp>
      <p:sp>
        <p:nvSpPr>
          <p:cNvPr id="15" name="">
            <a:extLst xmlns:a="http://schemas.openxmlformats.org/drawingml/2006/main">
              <a:ext uri="{FF2B5EF4-FFF2-40B4-BE49-F238E27FC236}">
                <a16:creationId xmlns:a16="http://schemas.microsoft.com/office/drawing/2014/main" id="{C20DD5E7-62B3-47A8-B0E4-BC1D286C9E33}"/>
              </a:ext>
            </a:extLst>
          </p:cNvPr>
          <p:cNvSpPr>
            <a:spLocks xmlns:a="http://schemas.openxmlformats.org/drawingml/2006/main" noGrp="1"/>
          </p:cNvSpPr>
          <p:nvPr/>
        </p:nvSpPr>
        <p:spPr>
          <a:xfrm xmlns:a="http://schemas.openxmlformats.org/drawingml/2006/main" flipH="0" flipV="0">
            <a:off x="8229600" y="25908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769F09B7-DC13-4BF4-BB57-3B2C6B408735}"/>
              </a:ext>
            </a:extLst>
          </p:cNvPr>
          <p:cNvSpPr>
            <a:spLocks xmlns:a="http://schemas.openxmlformats.org/drawingml/2006/main" noGrp="1"/>
          </p:cNvSpPr>
          <p:nvPr/>
        </p:nvSpPr>
        <p:spPr>
          <a:xfrm xmlns:a="http://schemas.openxmlformats.org/drawingml/2006/main">
            <a:off x="60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과업 · 설정</a:t>
            </a:r>
          </a:p>
        </p:txBody>
      </p:sp>
      <p:sp>
        <p:nvSpPr>
          <p:cNvPr id="17" name="">
            <a:extLst xmlns:a="http://schemas.openxmlformats.org/drawingml/2006/main">
              <a:ext uri="{FF2B5EF4-FFF2-40B4-BE49-F238E27FC236}">
                <a16:creationId xmlns:a16="http://schemas.microsoft.com/office/drawing/2014/main" id="{E4525015-CC19-4F2C-8807-4602652D041B}"/>
              </a:ext>
            </a:extLst>
          </p:cNvPr>
          <p:cNvSpPr>
            <a:spLocks xmlns:a="http://schemas.openxmlformats.org/drawingml/2006/main" noGrp="1"/>
          </p:cNvSpPr>
          <p:nvPr/>
        </p:nvSpPr>
        <p:spPr>
          <a:xfrm xmlns:a="http://schemas.openxmlformats.org/drawingml/2006/main">
            <a:off x="60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extract / t=0.2</a:t>
            </a:r>
          </a:p>
        </p:txBody>
      </p:sp>
      <p:sp>
        <p:nvSpPr>
          <p:cNvPr id="18" name="">
            <a:extLst xmlns:a="http://schemas.openxmlformats.org/drawingml/2006/main">
              <a:ext uri="{FF2B5EF4-FFF2-40B4-BE49-F238E27FC236}">
                <a16:creationId xmlns:a16="http://schemas.microsoft.com/office/drawing/2014/main" id="{B2FFDBAF-5A17-4EDA-B568-F5ABB297769F}"/>
              </a:ext>
            </a:extLst>
          </p:cNvPr>
          <p:cNvSpPr>
            <a:spLocks xmlns:a="http://schemas.openxmlformats.org/drawingml/2006/main" noGrp="1"/>
          </p:cNvSpPr>
          <p:nvPr/>
        </p:nvSpPr>
        <p:spPr>
          <a:xfrm xmlns:a="http://schemas.openxmlformats.org/drawingml/2006/main" flipH="0" flipV="0">
            <a:off x="60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E31E6F5D-A4E1-45AF-9567-4FF45627E4FE}"/>
              </a:ext>
            </a:extLst>
          </p:cNvPr>
          <p:cNvSpPr>
            <a:spLocks xmlns:a="http://schemas.openxmlformats.org/drawingml/2006/main" noGrp="1"/>
          </p:cNvSpPr>
          <p:nvPr/>
        </p:nvSpPr>
        <p:spPr>
          <a:xfrm xmlns:a="http://schemas.openxmlformats.org/drawingml/2006/main">
            <a:off x="441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상태 · 응답 지연</a:t>
            </a:r>
          </a:p>
        </p:txBody>
      </p:sp>
      <p:sp>
        <p:nvSpPr>
          <p:cNvPr id="20" name="">
            <a:extLst xmlns:a="http://schemas.openxmlformats.org/drawingml/2006/main">
              <a:ext uri="{FF2B5EF4-FFF2-40B4-BE49-F238E27FC236}">
                <a16:creationId xmlns:a16="http://schemas.microsoft.com/office/drawing/2014/main" id="{14E3B447-2F8C-475A-820C-186349959C09}"/>
              </a:ext>
            </a:extLst>
          </p:cNvPr>
          <p:cNvSpPr>
            <a:spLocks xmlns:a="http://schemas.openxmlformats.org/drawingml/2006/main" noGrp="1"/>
          </p:cNvSpPr>
          <p:nvPr/>
        </p:nvSpPr>
        <p:spPr>
          <a:xfrm xmlns:a="http://schemas.openxmlformats.org/drawingml/2006/main">
            <a:off x="441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ok / runtime value</a:t>
            </a:r>
          </a:p>
        </p:txBody>
      </p:sp>
      <p:sp>
        <p:nvSpPr>
          <p:cNvPr id="21" name="">
            <a:extLst xmlns:a="http://schemas.openxmlformats.org/drawingml/2006/main">
              <a:ext uri="{FF2B5EF4-FFF2-40B4-BE49-F238E27FC236}">
                <a16:creationId xmlns:a16="http://schemas.microsoft.com/office/drawing/2014/main" id="{080527EE-4BC7-4649-9464-8111B7560127}"/>
              </a:ext>
            </a:extLst>
          </p:cNvPr>
          <p:cNvSpPr>
            <a:spLocks xmlns:a="http://schemas.openxmlformats.org/drawingml/2006/main" noGrp="1"/>
          </p:cNvSpPr>
          <p:nvPr/>
        </p:nvSpPr>
        <p:spPr>
          <a:xfrm xmlns:a="http://schemas.openxmlformats.org/drawingml/2006/main" flipH="0" flipV="0">
            <a:off x="441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D3649B41-8341-44E0-B78B-85A9D19B9A1E}"/>
              </a:ext>
            </a:extLst>
          </p:cNvPr>
          <p:cNvSpPr>
            <a:spLocks xmlns:a="http://schemas.openxmlformats.org/drawingml/2006/main" noGrp="1"/>
          </p:cNvSpPr>
          <p:nvPr/>
        </p:nvSpPr>
        <p:spPr>
          <a:xfrm xmlns:a="http://schemas.openxmlformats.org/drawingml/2006/main">
            <a:off x="8229600" y="28575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콘텐츠 참조</a:t>
            </a:r>
          </a:p>
        </p:txBody>
      </p:sp>
      <p:sp>
        <p:nvSpPr>
          <p:cNvPr id="23" name="">
            <a:extLst xmlns:a="http://schemas.openxmlformats.org/drawingml/2006/main">
              <a:ext uri="{FF2B5EF4-FFF2-40B4-BE49-F238E27FC236}">
                <a16:creationId xmlns:a16="http://schemas.microsoft.com/office/drawing/2014/main" id="{D7951CF2-6B22-42EF-A290-316327A17BD1}"/>
              </a:ext>
            </a:extLst>
          </p:cNvPr>
          <p:cNvSpPr>
            <a:spLocks xmlns:a="http://schemas.openxmlformats.org/drawingml/2006/main" noGrp="1"/>
          </p:cNvSpPr>
          <p:nvPr/>
        </p:nvSpPr>
        <p:spPr>
          <a:xfrm xmlns:a="http://schemas.openxmlformats.org/drawingml/2006/main">
            <a:off x="8229600" y="32004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sha256:ffdf…fe72</a:t>
            </a:r>
          </a:p>
        </p:txBody>
      </p:sp>
      <p:sp>
        <p:nvSpPr>
          <p:cNvPr id="24" name="">
            <a:extLst xmlns:a="http://schemas.openxmlformats.org/drawingml/2006/main">
              <a:ext uri="{FF2B5EF4-FFF2-40B4-BE49-F238E27FC236}">
                <a16:creationId xmlns:a16="http://schemas.microsoft.com/office/drawing/2014/main" id="{1599C076-B294-42C6-AD04-C2B5FCC8A83E}"/>
              </a:ext>
            </a:extLst>
          </p:cNvPr>
          <p:cNvSpPr>
            <a:spLocks xmlns:a="http://schemas.openxmlformats.org/drawingml/2006/main" noGrp="1"/>
          </p:cNvSpPr>
          <p:nvPr/>
        </p:nvSpPr>
        <p:spPr>
          <a:xfrm xmlns:a="http://schemas.openxmlformats.org/drawingml/2006/main" flipH="0" flipV="0">
            <a:off x="8229600" y="36957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5" name="">
            <a:extLst xmlns:a="http://schemas.openxmlformats.org/drawingml/2006/main">
              <a:ext uri="{FF2B5EF4-FFF2-40B4-BE49-F238E27FC236}">
                <a16:creationId xmlns:a16="http://schemas.microsoft.com/office/drawing/2014/main" id="{B4B87910-2BF7-4386-AAB2-63D4259AAF32}"/>
              </a:ext>
            </a:extLst>
          </p:cNvPr>
          <p:cNvSpPr>
            <a:spLocks xmlns:a="http://schemas.openxmlformats.org/drawingml/2006/main" noGrp="1"/>
          </p:cNvSpPr>
          <p:nvPr/>
        </p:nvSpPr>
        <p:spPr>
          <a:xfrm xmlns:a="http://schemas.openxmlformats.org/drawingml/2006/main">
            <a:off x="60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출력</a:t>
            </a:r>
          </a:p>
        </p:txBody>
      </p:sp>
      <p:sp>
        <p:nvSpPr>
          <p:cNvPr id="26" name="">
            <a:extLst xmlns:a="http://schemas.openxmlformats.org/drawingml/2006/main">
              <a:ext uri="{FF2B5EF4-FFF2-40B4-BE49-F238E27FC236}">
                <a16:creationId xmlns:a16="http://schemas.microsoft.com/office/drawing/2014/main" id="{33381EF7-37B4-4B81-A106-6E49B3EFFD23}"/>
              </a:ext>
            </a:extLst>
          </p:cNvPr>
          <p:cNvSpPr>
            <a:spLocks xmlns:a="http://schemas.openxmlformats.org/drawingml/2006/main" noGrp="1"/>
          </p:cNvSpPr>
          <p:nvPr/>
        </p:nvSpPr>
        <p:spPr>
          <a:xfrm xmlns:a="http://schemas.openxmlformats.org/drawingml/2006/main">
            <a:off x="60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execution evidence</a:t>
            </a:r>
          </a:p>
        </p:txBody>
      </p:sp>
      <p:sp>
        <p:nvSpPr>
          <p:cNvPr id="27" name="">
            <a:extLst xmlns:a="http://schemas.openxmlformats.org/drawingml/2006/main">
              <a:ext uri="{FF2B5EF4-FFF2-40B4-BE49-F238E27FC236}">
                <a16:creationId xmlns:a16="http://schemas.microsoft.com/office/drawing/2014/main" id="{B321E735-D637-4EC6-89E9-C1D71340CFB9}"/>
              </a:ext>
            </a:extLst>
          </p:cNvPr>
          <p:cNvSpPr>
            <a:spLocks xmlns:a="http://schemas.openxmlformats.org/drawingml/2006/main" noGrp="1"/>
          </p:cNvSpPr>
          <p:nvPr/>
        </p:nvSpPr>
        <p:spPr>
          <a:xfrm xmlns:a="http://schemas.openxmlformats.org/drawingml/2006/main" flipH="0" flipV="0">
            <a:off x="60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DF93DF0D-24B4-4987-BFA9-B2EECE066E04}"/>
              </a:ext>
            </a:extLst>
          </p:cNvPr>
          <p:cNvSpPr>
            <a:spLocks xmlns:a="http://schemas.openxmlformats.org/drawingml/2006/main" noGrp="1"/>
          </p:cNvSpPr>
          <p:nvPr/>
        </p:nvSpPr>
        <p:spPr>
          <a:xfrm xmlns:a="http://schemas.openxmlformats.org/drawingml/2006/main">
            <a:off x="441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토큰</a:t>
            </a:r>
          </a:p>
        </p:txBody>
      </p:sp>
      <p:sp>
        <p:nvSpPr>
          <p:cNvPr id="29" name="">
            <a:extLst xmlns:a="http://schemas.openxmlformats.org/drawingml/2006/main">
              <a:ext uri="{FF2B5EF4-FFF2-40B4-BE49-F238E27FC236}">
                <a16:creationId xmlns:a16="http://schemas.microsoft.com/office/drawing/2014/main" id="{17967369-BFC4-4390-813F-248DD533B299}"/>
              </a:ext>
            </a:extLst>
          </p:cNvPr>
          <p:cNvSpPr>
            <a:spLocks xmlns:a="http://schemas.openxmlformats.org/drawingml/2006/main" noGrp="1"/>
          </p:cNvSpPr>
          <p:nvPr/>
        </p:nvSpPr>
        <p:spPr>
          <a:xfrm xmlns:a="http://schemas.openxmlformats.org/drawingml/2006/main">
            <a:off x="441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provider count / estimate</a:t>
            </a:r>
          </a:p>
        </p:txBody>
      </p:sp>
      <p:sp>
        <p:nvSpPr>
          <p:cNvPr id="30" name="">
            <a:extLst xmlns:a="http://schemas.openxmlformats.org/drawingml/2006/main">
              <a:ext uri="{FF2B5EF4-FFF2-40B4-BE49-F238E27FC236}">
                <a16:creationId xmlns:a16="http://schemas.microsoft.com/office/drawing/2014/main" id="{3F62A133-0843-4C3D-B37F-FC959B6C497A}"/>
              </a:ext>
            </a:extLst>
          </p:cNvPr>
          <p:cNvSpPr>
            <a:spLocks xmlns:a="http://schemas.openxmlformats.org/drawingml/2006/main" noGrp="1"/>
          </p:cNvSpPr>
          <p:nvPr/>
        </p:nvSpPr>
        <p:spPr>
          <a:xfrm xmlns:a="http://schemas.openxmlformats.org/drawingml/2006/main" flipH="0" flipV="0">
            <a:off x="441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31" name="">
            <a:extLst xmlns:a="http://schemas.openxmlformats.org/drawingml/2006/main">
              <a:ext uri="{FF2B5EF4-FFF2-40B4-BE49-F238E27FC236}">
                <a16:creationId xmlns:a16="http://schemas.microsoft.com/office/drawing/2014/main" id="{1B1A4F3A-3D6A-4419-92D3-34770A23E7A8}"/>
              </a:ext>
            </a:extLst>
          </p:cNvPr>
          <p:cNvSpPr>
            <a:spLocks xmlns:a="http://schemas.openxmlformats.org/drawingml/2006/main" noGrp="1"/>
          </p:cNvSpPr>
          <p:nvPr/>
        </p:nvSpPr>
        <p:spPr>
          <a:xfrm xmlns:a="http://schemas.openxmlformats.org/drawingml/2006/main">
            <a:off x="8229600" y="396240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생성 시각</a:t>
            </a:r>
          </a:p>
        </p:txBody>
      </p:sp>
      <p:sp>
        <p:nvSpPr>
          <p:cNvPr id="32" name="">
            <a:extLst xmlns:a="http://schemas.openxmlformats.org/drawingml/2006/main">
              <a:ext uri="{FF2B5EF4-FFF2-40B4-BE49-F238E27FC236}">
                <a16:creationId xmlns:a16="http://schemas.microsoft.com/office/drawing/2014/main" id="{74851B31-A1AB-475D-883B-93B3BACF20EC}"/>
              </a:ext>
            </a:extLst>
          </p:cNvPr>
          <p:cNvSpPr>
            <a:spLocks xmlns:a="http://schemas.openxmlformats.org/drawingml/2006/main" noGrp="1"/>
          </p:cNvSpPr>
          <p:nvPr/>
        </p:nvSpPr>
        <p:spPr>
          <a:xfrm xmlns:a="http://schemas.openxmlformats.org/drawingml/2006/main">
            <a:off x="8229600" y="4305300"/>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FFFFFF"/>
                </a:solidFill>
                <a:latin typeface="Menlo"/>
                <a:ea typeface="Menlo"/>
                <a:cs typeface="Menlo"/>
              </a:defRPr>
            </a:pPr>
            <a:r>
              <a:rPr sz="1575" b="1">
                <a:solidFill>
                  <a:srgbClr val="FFFFFF"/>
                </a:solidFill>
                <a:latin typeface="Menlo"/>
                <a:ea typeface="Menlo"/>
                <a:cs typeface="Menlo"/>
              </a:rPr>
              <a:t>UTC timestamp</a:t>
            </a:r>
          </a:p>
        </p:txBody>
      </p:sp>
      <p:sp>
        <p:nvSpPr>
          <p:cNvPr id="33" name="">
            <a:extLst xmlns:a="http://schemas.openxmlformats.org/drawingml/2006/main">
              <a:ext uri="{FF2B5EF4-FFF2-40B4-BE49-F238E27FC236}">
                <a16:creationId xmlns:a16="http://schemas.microsoft.com/office/drawing/2014/main" id="{91B5D69D-10B9-42B8-A0B0-ACCDEE72D32B}"/>
              </a:ext>
            </a:extLst>
          </p:cNvPr>
          <p:cNvSpPr>
            <a:spLocks xmlns:a="http://schemas.openxmlformats.org/drawingml/2006/main" noGrp="1"/>
          </p:cNvSpPr>
          <p:nvPr/>
        </p:nvSpPr>
        <p:spPr>
          <a:xfrm xmlns:a="http://schemas.openxmlformats.org/drawingml/2006/main" flipH="0" flipV="0">
            <a:off x="8229600" y="4800600"/>
            <a:ext cx="32385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34" name="">
            <a:extLst xmlns:a="http://schemas.openxmlformats.org/drawingml/2006/main">
              <a:ext uri="{FF2B5EF4-FFF2-40B4-BE49-F238E27FC236}">
                <a16:creationId xmlns:a16="http://schemas.microsoft.com/office/drawing/2014/main" id="{A1B7F5E9-1B50-4D92-A882-ABBB45255513}"/>
              </a:ext>
            </a:extLst>
          </p:cNvPr>
          <p:cNvSpPr>
            <a:spLocks xmlns:a="http://schemas.openxmlformats.org/drawingml/2006/main" noGrp="1"/>
          </p:cNvSpPr>
          <p:nvPr/>
        </p:nvSpPr>
        <p:spPr>
          <a:xfrm xmlns:a="http://schemas.openxmlformats.org/drawingml/2006/main" flipH="0" flipV="0">
            <a:off x="609600" y="5505450"/>
            <a:ext cx="10972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35" name="">
            <a:extLst xmlns:a="http://schemas.openxmlformats.org/drawingml/2006/main">
              <a:ext uri="{FF2B5EF4-FFF2-40B4-BE49-F238E27FC236}">
                <a16:creationId xmlns:a16="http://schemas.microsoft.com/office/drawing/2014/main" id="{C3EB77BD-F88D-4C6D-9C9A-DBEDC83FDE44}"/>
              </a:ext>
            </a:extLst>
          </p:cNvPr>
          <p:cNvSpPr>
            <a:spLocks xmlns:a="http://schemas.openxmlformats.org/drawingml/2006/main" noGrp="1"/>
          </p:cNvSpPr>
          <p:nvPr/>
        </p:nvSpPr>
        <p:spPr>
          <a:xfrm xmlns:a="http://schemas.openxmlformats.org/drawingml/2006/main">
            <a:off x="609600" y="567690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Trace ID = 버전 정보와 실행 결과를 연결하는 공통 식별자 · UTC = Coordinated Universal Time</a:t>
            </a:r>
          </a:p>
        </p:txBody>
      </p:sp>
    </p:spTree>
    <p:extLst>
      <p:ext uri="{BB962C8B-B14F-4D97-AF65-F5344CB8AC3E}">
        <p14:creationId xmlns:p14="http://schemas.microsoft.com/office/powerpoint/2010/main" val="1029368948"/>
      </p:ext>
    </p:extLst>
  </p:cSld>
</p:sld>
</file>

<file path=ppt/slides/slide5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3DC22E2-916A-4424-8E60-9CF6534AA68B}"/>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3ABF7DA7-F706-4F55-87DF-714CAACAFBD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51</a:t>
            </a:r>
          </a:p>
        </p:txBody>
      </p:sp>
      <p:sp>
        <p:nvSpPr>
          <p:cNvPr id="3" name="">
            <a:extLst xmlns:a="http://schemas.openxmlformats.org/drawingml/2006/main">
              <a:ext uri="{FF2B5EF4-FFF2-40B4-BE49-F238E27FC236}">
                <a16:creationId xmlns:a16="http://schemas.microsoft.com/office/drawing/2014/main" id="{24FA2EF9-1D9A-421A-B25B-C93743ABCDA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E4B247B5-1CA8-4A4C-B352-51856F0344D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6A18A8FF-88B7-411F-98FE-5CAD715AF24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DCD67622-325D-44EB-97D0-86CF46CBE93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운영의 다섯 평가 기준</a:t>
            </a:r>
          </a:p>
        </p:txBody>
      </p:sp>
      <p:sp>
        <p:nvSpPr>
          <p:cNvPr id="7" name="">
            <a:extLst xmlns:a="http://schemas.openxmlformats.org/drawingml/2006/main">
              <a:ext uri="{FF2B5EF4-FFF2-40B4-BE49-F238E27FC236}">
                <a16:creationId xmlns:a16="http://schemas.microsoft.com/office/drawing/2014/main" id="{A913E7C0-3748-4B2D-AAE4-7D6A97C8C23F}"/>
              </a:ext>
            </a:extLst>
          </p:cNvPr>
          <p:cNvSpPr>
            <a:spLocks xmlns:a="http://schemas.openxmlformats.org/drawingml/2006/main" noGrp="1"/>
          </p:cNvSpPr>
          <p:nvPr/>
        </p:nvSpPr>
        <p:spPr>
          <a:xfrm xmlns:a="http://schemas.openxmlformats.org/drawingml/2006/main">
            <a:off x="609600" y="15811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899D223A-3275-4240-88F3-0481EFE4C285}"/>
              </a:ext>
            </a:extLst>
          </p:cNvPr>
          <p:cNvSpPr>
            <a:spLocks xmlns:a="http://schemas.openxmlformats.org/drawingml/2006/main" noGrp="1"/>
          </p:cNvSpPr>
          <p:nvPr/>
        </p:nvSpPr>
        <p:spPr>
          <a:xfrm xmlns:a="http://schemas.openxmlformats.org/drawingml/2006/main">
            <a:off x="1333500" y="15049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품질</a:t>
            </a:r>
          </a:p>
        </p:txBody>
      </p:sp>
      <p:sp>
        <p:nvSpPr>
          <p:cNvPr id="9" name="">
            <a:extLst xmlns:a="http://schemas.openxmlformats.org/drawingml/2006/main">
              <a:ext uri="{FF2B5EF4-FFF2-40B4-BE49-F238E27FC236}">
                <a16:creationId xmlns:a16="http://schemas.microsoft.com/office/drawing/2014/main" id="{C9A2558F-865C-4C3B-80A4-9D19E174B298}"/>
              </a:ext>
            </a:extLst>
          </p:cNvPr>
          <p:cNvSpPr>
            <a:spLocks xmlns:a="http://schemas.openxmlformats.org/drawingml/2006/main" noGrp="1"/>
          </p:cNvSpPr>
          <p:nvPr/>
        </p:nvSpPr>
        <p:spPr>
          <a:xfrm xmlns:a="http://schemas.openxmlformats.org/drawingml/2006/main">
            <a:off x="5219700" y="15811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업무 정답 · 근거 · 형식 · 유용성</a:t>
            </a:r>
          </a:p>
        </p:txBody>
      </p:sp>
      <p:sp>
        <p:nvSpPr>
          <p:cNvPr id="10" name="">
            <a:extLst xmlns:a="http://schemas.openxmlformats.org/drawingml/2006/main">
              <a:ext uri="{FF2B5EF4-FFF2-40B4-BE49-F238E27FC236}">
                <a16:creationId xmlns:a16="http://schemas.microsoft.com/office/drawing/2014/main" id="{F1C57CDE-9717-44EF-97F9-F60750388133}"/>
              </a:ext>
            </a:extLst>
          </p:cNvPr>
          <p:cNvSpPr>
            <a:spLocks xmlns:a="http://schemas.openxmlformats.org/drawingml/2006/main" noGrp="1"/>
          </p:cNvSpPr>
          <p:nvPr/>
        </p:nvSpPr>
        <p:spPr>
          <a:xfrm xmlns:a="http://schemas.openxmlformats.org/drawingml/2006/main" flipH="0" flipV="0">
            <a:off x="1333500" y="20955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AF3A7B5A-3AC1-4D33-BDE2-316E5C2903B8}"/>
              </a:ext>
            </a:extLst>
          </p:cNvPr>
          <p:cNvSpPr>
            <a:spLocks xmlns:a="http://schemas.openxmlformats.org/drawingml/2006/main" noGrp="1"/>
          </p:cNvSpPr>
          <p:nvPr/>
        </p:nvSpPr>
        <p:spPr>
          <a:xfrm xmlns:a="http://schemas.openxmlformats.org/drawingml/2006/main">
            <a:off x="609600" y="24574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E92C255E-300A-48CC-9911-23E08C135211}"/>
              </a:ext>
            </a:extLst>
          </p:cNvPr>
          <p:cNvSpPr>
            <a:spLocks xmlns:a="http://schemas.openxmlformats.org/drawingml/2006/main" noGrp="1"/>
          </p:cNvSpPr>
          <p:nvPr/>
        </p:nvSpPr>
        <p:spPr>
          <a:xfrm xmlns:a="http://schemas.openxmlformats.org/drawingml/2006/main">
            <a:off x="1333500" y="23812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응답 지연</a:t>
            </a:r>
          </a:p>
        </p:txBody>
      </p:sp>
      <p:sp>
        <p:nvSpPr>
          <p:cNvPr id="13" name="">
            <a:extLst xmlns:a="http://schemas.openxmlformats.org/drawingml/2006/main">
              <a:ext uri="{FF2B5EF4-FFF2-40B4-BE49-F238E27FC236}">
                <a16:creationId xmlns:a16="http://schemas.microsoft.com/office/drawing/2014/main" id="{7E63FC5F-265B-4B72-8E6D-988231E765EC}"/>
              </a:ext>
            </a:extLst>
          </p:cNvPr>
          <p:cNvSpPr>
            <a:spLocks xmlns:a="http://schemas.openxmlformats.org/drawingml/2006/main" noGrp="1"/>
          </p:cNvSpPr>
          <p:nvPr/>
        </p:nvSpPr>
        <p:spPr>
          <a:xfrm xmlns:a="http://schemas.openxmlformats.org/drawingml/2006/main">
            <a:off x="5219700" y="24574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평균 · 50번째 백분위 · 95번째 백분위 · 시간 초과</a:t>
            </a:r>
          </a:p>
        </p:txBody>
      </p:sp>
      <p:sp>
        <p:nvSpPr>
          <p:cNvPr id="14" name="">
            <a:extLst xmlns:a="http://schemas.openxmlformats.org/drawingml/2006/main">
              <a:ext uri="{FF2B5EF4-FFF2-40B4-BE49-F238E27FC236}">
                <a16:creationId xmlns:a16="http://schemas.microsoft.com/office/drawing/2014/main" id="{4E39DE12-7EA6-49AD-AF07-69DADB7A1247}"/>
              </a:ext>
            </a:extLst>
          </p:cNvPr>
          <p:cNvSpPr>
            <a:spLocks xmlns:a="http://schemas.openxmlformats.org/drawingml/2006/main" noGrp="1"/>
          </p:cNvSpPr>
          <p:nvPr/>
        </p:nvSpPr>
        <p:spPr>
          <a:xfrm xmlns:a="http://schemas.openxmlformats.org/drawingml/2006/main" flipH="0" flipV="0">
            <a:off x="1333500" y="29718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E5758734-3434-4D1B-8100-8CB1D658FF80}"/>
              </a:ext>
            </a:extLst>
          </p:cNvPr>
          <p:cNvSpPr>
            <a:spLocks xmlns:a="http://schemas.openxmlformats.org/drawingml/2006/main" noGrp="1"/>
          </p:cNvSpPr>
          <p:nvPr/>
        </p:nvSpPr>
        <p:spPr>
          <a:xfrm xmlns:a="http://schemas.openxmlformats.org/drawingml/2006/main">
            <a:off x="609600" y="33337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440DEE85-85AE-486D-8AC2-3560DE742E67}"/>
              </a:ext>
            </a:extLst>
          </p:cNvPr>
          <p:cNvSpPr>
            <a:spLocks xmlns:a="http://schemas.openxmlformats.org/drawingml/2006/main" noGrp="1"/>
          </p:cNvSpPr>
          <p:nvPr/>
        </p:nvSpPr>
        <p:spPr>
          <a:xfrm xmlns:a="http://schemas.openxmlformats.org/drawingml/2006/main">
            <a:off x="1333500" y="32575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비용</a:t>
            </a:r>
          </a:p>
        </p:txBody>
      </p:sp>
      <p:sp>
        <p:nvSpPr>
          <p:cNvPr id="17" name="">
            <a:extLst xmlns:a="http://schemas.openxmlformats.org/drawingml/2006/main">
              <a:ext uri="{FF2B5EF4-FFF2-40B4-BE49-F238E27FC236}">
                <a16:creationId xmlns:a16="http://schemas.microsoft.com/office/drawing/2014/main" id="{D895E26D-7BF9-45D7-B61B-D379699F3540}"/>
              </a:ext>
            </a:extLst>
          </p:cNvPr>
          <p:cNvSpPr>
            <a:spLocks xmlns:a="http://schemas.openxmlformats.org/drawingml/2006/main" noGrp="1"/>
          </p:cNvSpPr>
          <p:nvPr/>
        </p:nvSpPr>
        <p:spPr>
          <a:xfrm xmlns:a="http://schemas.openxmlformats.org/drawingml/2006/main">
            <a:off x="5219700" y="33337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토큰 · 모델 · 도구 · 캐시</a:t>
            </a:r>
          </a:p>
        </p:txBody>
      </p:sp>
      <p:sp>
        <p:nvSpPr>
          <p:cNvPr id="18" name="">
            <a:extLst xmlns:a="http://schemas.openxmlformats.org/drawingml/2006/main">
              <a:ext uri="{FF2B5EF4-FFF2-40B4-BE49-F238E27FC236}">
                <a16:creationId xmlns:a16="http://schemas.microsoft.com/office/drawing/2014/main" id="{D818B7BD-7D78-4995-AF28-DD49FE1C8563}"/>
              </a:ext>
            </a:extLst>
          </p:cNvPr>
          <p:cNvSpPr>
            <a:spLocks xmlns:a="http://schemas.openxmlformats.org/drawingml/2006/main" noGrp="1"/>
          </p:cNvSpPr>
          <p:nvPr/>
        </p:nvSpPr>
        <p:spPr>
          <a:xfrm xmlns:a="http://schemas.openxmlformats.org/drawingml/2006/main" flipH="0" flipV="0">
            <a:off x="1333500" y="38481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CB8A609E-75B4-43F8-8469-AB54231F7208}"/>
              </a:ext>
            </a:extLst>
          </p:cNvPr>
          <p:cNvSpPr>
            <a:spLocks xmlns:a="http://schemas.openxmlformats.org/drawingml/2006/main" noGrp="1"/>
          </p:cNvSpPr>
          <p:nvPr/>
        </p:nvSpPr>
        <p:spPr>
          <a:xfrm xmlns:a="http://schemas.openxmlformats.org/drawingml/2006/main">
            <a:off x="609600" y="42100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6FD43443-765D-4B3A-96FA-2C8957ADFF9F}"/>
              </a:ext>
            </a:extLst>
          </p:cNvPr>
          <p:cNvSpPr>
            <a:spLocks xmlns:a="http://schemas.openxmlformats.org/drawingml/2006/main" noGrp="1"/>
          </p:cNvSpPr>
          <p:nvPr/>
        </p:nvSpPr>
        <p:spPr>
          <a:xfrm xmlns:a="http://schemas.openxmlformats.org/drawingml/2006/main">
            <a:off x="1333500" y="41338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안전성</a:t>
            </a:r>
          </a:p>
        </p:txBody>
      </p:sp>
      <p:sp>
        <p:nvSpPr>
          <p:cNvPr id="21" name="">
            <a:extLst xmlns:a="http://schemas.openxmlformats.org/drawingml/2006/main">
              <a:ext uri="{FF2B5EF4-FFF2-40B4-BE49-F238E27FC236}">
                <a16:creationId xmlns:a16="http://schemas.microsoft.com/office/drawing/2014/main" id="{95743CE3-9FDF-4531-977A-A8D28769F788}"/>
              </a:ext>
            </a:extLst>
          </p:cNvPr>
          <p:cNvSpPr>
            <a:spLocks xmlns:a="http://schemas.openxmlformats.org/drawingml/2006/main" noGrp="1"/>
          </p:cNvSpPr>
          <p:nvPr/>
        </p:nvSpPr>
        <p:spPr>
          <a:xfrm xmlns:a="http://schemas.openxmlformats.org/drawingml/2006/main">
            <a:off x="5219700" y="4210050"/>
            <a:ext cx="6362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개인 식별 정보(Personally Identifiable Information, PII)</a:t>
            </a:r>
          </a:p>
          <a:p xmlns:a="http://schemas.openxmlformats.org/drawingml/2006/main">
            <a:pPr algn="l">
              <a:lnSpc>
                <a:spcPct val="108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프롬프트 주입 · 권한 · 감사</a:t>
            </a:r>
          </a:p>
        </p:txBody>
      </p:sp>
      <p:sp>
        <p:nvSpPr>
          <p:cNvPr id="22" name="">
            <a:extLst xmlns:a="http://schemas.openxmlformats.org/drawingml/2006/main">
              <a:ext uri="{FF2B5EF4-FFF2-40B4-BE49-F238E27FC236}">
                <a16:creationId xmlns:a16="http://schemas.microsoft.com/office/drawing/2014/main" id="{1E4EE49E-4826-4A51-AABA-3D06A5A2C627}"/>
              </a:ext>
            </a:extLst>
          </p:cNvPr>
          <p:cNvSpPr>
            <a:spLocks xmlns:a="http://schemas.openxmlformats.org/drawingml/2006/main" noGrp="1"/>
          </p:cNvSpPr>
          <p:nvPr/>
        </p:nvSpPr>
        <p:spPr>
          <a:xfrm xmlns:a="http://schemas.openxmlformats.org/drawingml/2006/main" flipH="0" flipV="0">
            <a:off x="1333500" y="47244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A3E0A738-0996-47B2-A3CE-D5E7BABFEA63}"/>
              </a:ext>
            </a:extLst>
          </p:cNvPr>
          <p:cNvSpPr>
            <a:spLocks xmlns:a="http://schemas.openxmlformats.org/drawingml/2006/main" noGrp="1"/>
          </p:cNvSpPr>
          <p:nvPr/>
        </p:nvSpPr>
        <p:spPr>
          <a:xfrm xmlns:a="http://schemas.openxmlformats.org/drawingml/2006/main">
            <a:off x="609600" y="50863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05</a:t>
            </a:r>
          </a:p>
        </p:txBody>
      </p:sp>
      <p:sp>
        <p:nvSpPr>
          <p:cNvPr id="24" name="">
            <a:extLst xmlns:a="http://schemas.openxmlformats.org/drawingml/2006/main">
              <a:ext uri="{FF2B5EF4-FFF2-40B4-BE49-F238E27FC236}">
                <a16:creationId xmlns:a16="http://schemas.microsoft.com/office/drawing/2014/main" id="{A8CAF61D-3BA0-4225-9C02-131EEA775565}"/>
              </a:ext>
            </a:extLst>
          </p:cNvPr>
          <p:cNvSpPr>
            <a:spLocks xmlns:a="http://schemas.openxmlformats.org/drawingml/2006/main" noGrp="1"/>
          </p:cNvSpPr>
          <p:nvPr/>
        </p:nvSpPr>
        <p:spPr>
          <a:xfrm xmlns:a="http://schemas.openxmlformats.org/drawingml/2006/main">
            <a:off x="1333500" y="5010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325" b="1">
                <a:solidFill>
                  <a:srgbClr val="FFFFFF"/>
                </a:solidFill>
                <a:latin typeface="Menlo"/>
                <a:ea typeface="Menlo"/>
                <a:cs typeface="Menlo"/>
              </a:defRPr>
            </a:pPr>
            <a:r>
              <a:rPr sz="2325" b="1">
                <a:solidFill>
                  <a:srgbClr val="FFFFFF"/>
                </a:solidFill>
                <a:latin typeface="Menlo"/>
                <a:ea typeface="Menlo"/>
                <a:cs typeface="Menlo"/>
              </a:rPr>
              <a:t>재현성</a:t>
            </a:r>
          </a:p>
        </p:txBody>
      </p:sp>
      <p:sp>
        <p:nvSpPr>
          <p:cNvPr id="25" name="">
            <a:extLst xmlns:a="http://schemas.openxmlformats.org/drawingml/2006/main">
              <a:ext uri="{FF2B5EF4-FFF2-40B4-BE49-F238E27FC236}">
                <a16:creationId xmlns:a16="http://schemas.microsoft.com/office/drawing/2014/main" id="{CDC7A684-317D-4591-A81C-721B23BAB18E}"/>
              </a:ext>
            </a:extLst>
          </p:cNvPr>
          <p:cNvSpPr>
            <a:spLocks xmlns:a="http://schemas.openxmlformats.org/drawingml/2006/main" noGrp="1"/>
          </p:cNvSpPr>
          <p:nvPr/>
        </p:nvSpPr>
        <p:spPr>
          <a:xfrm xmlns:a="http://schemas.openxmlformats.org/drawingml/2006/main">
            <a:off x="5219700" y="5086350"/>
            <a:ext cx="6362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FFFFFF"/>
                </a:solidFill>
                <a:latin typeface="AppleGothic"/>
                <a:ea typeface="AppleGothic"/>
                <a:cs typeface="AppleGothic"/>
              </a:defRPr>
            </a:pPr>
            <a:r>
              <a:rPr sz="1350" b="0">
                <a:solidFill>
                  <a:srgbClr val="FFFFFF"/>
                </a:solidFill>
                <a:latin typeface="AppleGothic"/>
                <a:ea typeface="AppleGothic"/>
                <a:cs typeface="AppleGothic"/>
              </a:rPr>
              <a:t>환경 · 버전 · 실행 추적 · 커밋</a:t>
            </a:r>
          </a:p>
        </p:txBody>
      </p:sp>
      <p:sp>
        <p:nvSpPr>
          <p:cNvPr id="26" name="">
            <a:extLst xmlns:a="http://schemas.openxmlformats.org/drawingml/2006/main">
              <a:ext uri="{FF2B5EF4-FFF2-40B4-BE49-F238E27FC236}">
                <a16:creationId xmlns:a16="http://schemas.microsoft.com/office/drawing/2014/main" id="{25AD0B4F-CF80-4B37-80DA-2BB2C353B6B7}"/>
              </a:ext>
            </a:extLst>
          </p:cNvPr>
          <p:cNvSpPr>
            <a:spLocks xmlns:a="http://schemas.openxmlformats.org/drawingml/2006/main" noGrp="1"/>
          </p:cNvSpPr>
          <p:nvPr/>
        </p:nvSpPr>
        <p:spPr>
          <a:xfrm xmlns:a="http://schemas.openxmlformats.org/drawingml/2006/main" flipH="0" flipV="0">
            <a:off x="1333500" y="5600700"/>
            <a:ext cx="10248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1787683424"/>
      </p:ext>
    </p:extLst>
  </p:cSld>
</p:sld>
</file>

<file path=ppt/slides/slide5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A46E0A5-EF46-4373-83CF-D83E699EB39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110A2B76-2A3A-4EBB-B8C4-1F0CEF412FA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52</a:t>
            </a:r>
          </a:p>
        </p:txBody>
      </p:sp>
      <p:sp>
        <p:nvSpPr>
          <p:cNvPr id="3" name="">
            <a:extLst xmlns:a="http://schemas.openxmlformats.org/drawingml/2006/main">
              <a:ext uri="{FF2B5EF4-FFF2-40B4-BE49-F238E27FC236}">
                <a16:creationId xmlns:a16="http://schemas.microsoft.com/office/drawing/2014/main" id="{42E75E08-C879-4F9B-9E80-585B045AC94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8E5B69B-347E-4F05-8194-B092DE200C5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501C745-6ABD-4B48-B47F-3BC7F6028B6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1FE4A7F-8B82-4F8F-91ED-3D8F3D9B821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운영 지표의 상충 관계</a:t>
            </a:r>
          </a:p>
        </p:txBody>
      </p:sp>
      <p:sp>
        <p:nvSpPr>
          <p:cNvPr id="7" name="">
            <a:extLst xmlns:a="http://schemas.openxmlformats.org/drawingml/2006/main">
              <a:ext uri="{FF2B5EF4-FFF2-40B4-BE49-F238E27FC236}">
                <a16:creationId xmlns:a16="http://schemas.microsoft.com/office/drawing/2014/main" id="{E93FC4BA-F0B4-4BE1-9D1B-015E1FB08792}"/>
              </a:ext>
            </a:extLst>
          </p:cNvPr>
          <p:cNvSpPr>
            <a:spLocks xmlns:a="http://schemas.openxmlformats.org/drawingml/2006/main" noGrp="1"/>
          </p:cNvSpPr>
          <p:nvPr/>
        </p:nvSpPr>
        <p:spPr>
          <a:xfrm xmlns:a="http://schemas.openxmlformats.org/drawingml/2006/main">
            <a:off x="609600" y="14478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한 지표의 개선은 다른 지표의 비용을 함께 확인할 때만 운영 판단으로 완성</a:t>
            </a:r>
          </a:p>
        </p:txBody>
      </p:sp>
      <p:sp>
        <p:nvSpPr>
          <p:cNvPr id="8" name="">
            <a:extLst xmlns:a="http://schemas.openxmlformats.org/drawingml/2006/main">
              <a:ext uri="{FF2B5EF4-FFF2-40B4-BE49-F238E27FC236}">
                <a16:creationId xmlns:a16="http://schemas.microsoft.com/office/drawing/2014/main" id="{BE131263-B6F7-4197-A538-272DCC7E4AE7}"/>
              </a:ext>
            </a:extLst>
          </p:cNvPr>
          <p:cNvSpPr>
            <a:spLocks xmlns:a="http://schemas.openxmlformats.org/drawingml/2006/main" noGrp="1"/>
          </p:cNvSpPr>
          <p:nvPr/>
        </p:nvSpPr>
        <p:spPr>
          <a:xfrm xmlns:a="http://schemas.openxmlformats.org/drawingml/2006/main">
            <a:off x="609600" y="20383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판단 축</a:t>
            </a:r>
          </a:p>
        </p:txBody>
      </p:sp>
      <p:sp>
        <p:nvSpPr>
          <p:cNvPr id="9" name="">
            <a:extLst xmlns:a="http://schemas.openxmlformats.org/drawingml/2006/main">
              <a:ext uri="{FF2B5EF4-FFF2-40B4-BE49-F238E27FC236}">
                <a16:creationId xmlns:a16="http://schemas.microsoft.com/office/drawing/2014/main" id="{22B64B9B-E0FB-4735-A6D8-72CF0F0EB15E}"/>
              </a:ext>
            </a:extLst>
          </p:cNvPr>
          <p:cNvSpPr>
            <a:spLocks xmlns:a="http://schemas.openxmlformats.org/drawingml/2006/main" noGrp="1"/>
          </p:cNvSpPr>
          <p:nvPr/>
        </p:nvSpPr>
        <p:spPr>
          <a:xfrm xmlns:a="http://schemas.openxmlformats.org/drawingml/2006/main">
            <a:off x="3733800" y="20383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변경 레버</a:t>
            </a:r>
          </a:p>
        </p:txBody>
      </p:sp>
      <p:sp>
        <p:nvSpPr>
          <p:cNvPr id="10" name="">
            <a:extLst xmlns:a="http://schemas.openxmlformats.org/drawingml/2006/main">
              <a:ext uri="{FF2B5EF4-FFF2-40B4-BE49-F238E27FC236}">
                <a16:creationId xmlns:a16="http://schemas.microsoft.com/office/drawing/2014/main" id="{64AD4607-0D6B-4BE7-BFE1-A741C97B0BEC}"/>
              </a:ext>
            </a:extLst>
          </p:cNvPr>
          <p:cNvSpPr>
            <a:spLocks xmlns:a="http://schemas.openxmlformats.org/drawingml/2006/main" noGrp="1"/>
          </p:cNvSpPr>
          <p:nvPr/>
        </p:nvSpPr>
        <p:spPr>
          <a:xfrm xmlns:a="http://schemas.openxmlformats.org/drawingml/2006/main">
            <a:off x="7505700" y="2038350"/>
            <a:ext cx="3695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125" b="1">
                <a:solidFill>
                  <a:srgbClr val="667085"/>
                </a:solidFill>
                <a:latin typeface="AppleGothic"/>
                <a:ea typeface="AppleGothic"/>
                <a:cs typeface="AppleGothic"/>
              </a:defRPr>
            </a:pPr>
            <a:r>
              <a:rPr sz="1125" b="1">
                <a:solidFill>
                  <a:srgbClr val="667085"/>
                </a:solidFill>
                <a:latin typeface="AppleGothic"/>
                <a:ea typeface="AppleGothic"/>
                <a:cs typeface="AppleGothic"/>
              </a:rPr>
              <a:t>함께 확인할 손실</a:t>
            </a:r>
          </a:p>
        </p:txBody>
      </p:sp>
      <p:sp>
        <p:nvSpPr>
          <p:cNvPr id="11" name="">
            <a:extLst xmlns:a="http://schemas.openxmlformats.org/drawingml/2006/main">
              <a:ext uri="{FF2B5EF4-FFF2-40B4-BE49-F238E27FC236}">
                <a16:creationId xmlns:a16="http://schemas.microsoft.com/office/drawing/2014/main" id="{E6DA6836-EB6B-44AD-800E-716BBAD6BEEC}"/>
              </a:ext>
            </a:extLst>
          </p:cNvPr>
          <p:cNvSpPr>
            <a:spLocks xmlns:a="http://schemas.openxmlformats.org/drawingml/2006/main" noGrp="1"/>
          </p:cNvSpPr>
          <p:nvPr/>
        </p:nvSpPr>
        <p:spPr>
          <a:xfrm xmlns:a="http://schemas.openxmlformats.org/drawingml/2006/main" flipH="0" flipV="0">
            <a:off x="609600" y="2400300"/>
            <a:ext cx="10972800" cy="0"/>
          </a:xfrm>
          <a:prstGeom xmlns:a="http://schemas.openxmlformats.org/drawingml/2006/main" prst="line">
            <a:avLst/>
          </a:prstGeom>
          <a:noFill xmlns:a="http://schemas.openxmlformats.org/drawingml/2006/main"/>
          <a:ln xmlns:a="http://schemas.openxmlformats.org/drawingml/2006/main" w="28575">
            <a:solidFill>
              <a:srgbClr val="0B1F3A"/>
            </a:solidFill>
            <a:prstDash val="solid"/>
          </a:ln>
        </p:spPr>
      </p:sp>
      <p:sp>
        <p:nvSpPr>
          <p:cNvPr id="12" name="">
            <a:extLst xmlns:a="http://schemas.openxmlformats.org/drawingml/2006/main">
              <a:ext uri="{FF2B5EF4-FFF2-40B4-BE49-F238E27FC236}">
                <a16:creationId xmlns:a16="http://schemas.microsoft.com/office/drawing/2014/main" id="{42AA30C3-9F51-4BEF-901C-E373590A2BB7}"/>
              </a:ext>
            </a:extLst>
          </p:cNvPr>
          <p:cNvSpPr>
            <a:spLocks xmlns:a="http://schemas.openxmlformats.org/drawingml/2006/main" noGrp="1"/>
          </p:cNvSpPr>
          <p:nvPr/>
        </p:nvSpPr>
        <p:spPr>
          <a:xfrm xmlns:a="http://schemas.openxmlformats.org/drawingml/2006/main">
            <a:off x="609600" y="257175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품질 ↔ 비용</a:t>
            </a:r>
          </a:p>
        </p:txBody>
      </p:sp>
      <p:sp>
        <p:nvSpPr>
          <p:cNvPr id="13" name="">
            <a:extLst xmlns:a="http://schemas.openxmlformats.org/drawingml/2006/main">
              <a:ext uri="{FF2B5EF4-FFF2-40B4-BE49-F238E27FC236}">
                <a16:creationId xmlns:a16="http://schemas.microsoft.com/office/drawing/2014/main" id="{A70FF5E3-E07E-40CC-BE5F-D45D6A4442C2}"/>
              </a:ext>
            </a:extLst>
          </p:cNvPr>
          <p:cNvSpPr>
            <a:spLocks xmlns:a="http://schemas.openxmlformats.org/drawingml/2006/main" noGrp="1"/>
          </p:cNvSpPr>
          <p:nvPr/>
        </p:nvSpPr>
        <p:spPr>
          <a:xfrm xmlns:a="http://schemas.openxmlformats.org/drawingml/2006/main">
            <a:off x="3733800" y="257175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상위 모델 · 긴 맥락</a:t>
            </a:r>
          </a:p>
        </p:txBody>
      </p:sp>
      <p:sp>
        <p:nvSpPr>
          <p:cNvPr id="14" name="">
            <a:extLst xmlns:a="http://schemas.openxmlformats.org/drawingml/2006/main">
              <a:ext uri="{FF2B5EF4-FFF2-40B4-BE49-F238E27FC236}">
                <a16:creationId xmlns:a16="http://schemas.microsoft.com/office/drawing/2014/main" id="{7E00A8F5-F6EB-413B-BC42-28DC0DF39686}"/>
              </a:ext>
            </a:extLst>
          </p:cNvPr>
          <p:cNvSpPr>
            <a:spLocks xmlns:a="http://schemas.openxmlformats.org/drawingml/2006/main" noGrp="1"/>
          </p:cNvSpPr>
          <p:nvPr/>
        </p:nvSpPr>
        <p:spPr>
          <a:xfrm xmlns:a="http://schemas.openxmlformats.org/drawingml/2006/main">
            <a:off x="7505700" y="25717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요청당 비용 · 처리량</a:t>
            </a:r>
          </a:p>
        </p:txBody>
      </p:sp>
      <p:sp>
        <p:nvSpPr>
          <p:cNvPr id="15" name="">
            <a:extLst xmlns:a="http://schemas.openxmlformats.org/drawingml/2006/main">
              <a:ext uri="{FF2B5EF4-FFF2-40B4-BE49-F238E27FC236}">
                <a16:creationId xmlns:a16="http://schemas.microsoft.com/office/drawing/2014/main" id="{3A2CC8D6-90D9-4425-A993-3AB98EABD374}"/>
              </a:ext>
            </a:extLst>
          </p:cNvPr>
          <p:cNvSpPr>
            <a:spLocks xmlns:a="http://schemas.openxmlformats.org/drawingml/2006/main" noGrp="1"/>
          </p:cNvSpPr>
          <p:nvPr/>
        </p:nvSpPr>
        <p:spPr>
          <a:xfrm xmlns:a="http://schemas.openxmlformats.org/drawingml/2006/main" flipH="0" flipV="0">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5E93170D-EC64-4B34-8087-F8314E86A292}"/>
              </a:ext>
            </a:extLst>
          </p:cNvPr>
          <p:cNvSpPr>
            <a:spLocks xmlns:a="http://schemas.openxmlformats.org/drawingml/2006/main" noGrp="1"/>
          </p:cNvSpPr>
          <p:nvPr/>
        </p:nvSpPr>
        <p:spPr>
          <a:xfrm xmlns:a="http://schemas.openxmlformats.org/drawingml/2006/main">
            <a:off x="609600" y="33528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품질 ↔ 응답 시간</a:t>
            </a:r>
          </a:p>
        </p:txBody>
      </p:sp>
      <p:sp>
        <p:nvSpPr>
          <p:cNvPr id="17" name="">
            <a:extLst xmlns:a="http://schemas.openxmlformats.org/drawingml/2006/main">
              <a:ext uri="{FF2B5EF4-FFF2-40B4-BE49-F238E27FC236}">
                <a16:creationId xmlns:a16="http://schemas.microsoft.com/office/drawing/2014/main" id="{3ABCCC3F-78E4-4513-8D2B-919AD6C9F5BB}"/>
              </a:ext>
            </a:extLst>
          </p:cNvPr>
          <p:cNvSpPr>
            <a:spLocks xmlns:a="http://schemas.openxmlformats.org/drawingml/2006/main" noGrp="1"/>
          </p:cNvSpPr>
          <p:nvPr/>
        </p:nvSpPr>
        <p:spPr>
          <a:xfrm xmlns:a="http://schemas.openxmlformats.org/drawingml/2006/main">
            <a:off x="3733800" y="33528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검색 · 도구 · 검증 단계</a:t>
            </a:r>
          </a:p>
        </p:txBody>
      </p:sp>
      <p:sp>
        <p:nvSpPr>
          <p:cNvPr id="18" name="">
            <a:extLst xmlns:a="http://schemas.openxmlformats.org/drawingml/2006/main">
              <a:ext uri="{FF2B5EF4-FFF2-40B4-BE49-F238E27FC236}">
                <a16:creationId xmlns:a16="http://schemas.microsoft.com/office/drawing/2014/main" id="{39053FA3-598C-4699-B973-501461703B7D}"/>
              </a:ext>
            </a:extLst>
          </p:cNvPr>
          <p:cNvSpPr>
            <a:spLocks xmlns:a="http://schemas.openxmlformats.org/drawingml/2006/main" noGrp="1"/>
          </p:cNvSpPr>
          <p:nvPr/>
        </p:nvSpPr>
        <p:spPr>
          <a:xfrm xmlns:a="http://schemas.openxmlformats.org/drawingml/2006/main">
            <a:off x="7505700" y="33528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대기시간 · 시간 초과</a:t>
            </a:r>
          </a:p>
        </p:txBody>
      </p:sp>
      <p:sp>
        <p:nvSpPr>
          <p:cNvPr id="19" name="">
            <a:extLst xmlns:a="http://schemas.openxmlformats.org/drawingml/2006/main">
              <a:ext uri="{FF2B5EF4-FFF2-40B4-BE49-F238E27FC236}">
                <a16:creationId xmlns:a16="http://schemas.microsoft.com/office/drawing/2014/main" id="{0FBFBCBB-159B-4C1C-9C4F-44D8DFEEA190}"/>
              </a:ext>
            </a:extLst>
          </p:cNvPr>
          <p:cNvSpPr>
            <a:spLocks xmlns:a="http://schemas.openxmlformats.org/drawingml/2006/main" noGrp="1"/>
          </p:cNvSpPr>
          <p:nvPr/>
        </p:nvSpPr>
        <p:spPr>
          <a:xfrm xmlns:a="http://schemas.openxmlformats.org/drawingml/2006/main" flipH="0" flipV="0">
            <a:off x="609600" y="39052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9B25395D-A8DB-4E14-9EAE-8691DD52AAD7}"/>
              </a:ext>
            </a:extLst>
          </p:cNvPr>
          <p:cNvSpPr>
            <a:spLocks xmlns:a="http://schemas.openxmlformats.org/drawingml/2006/main" noGrp="1"/>
          </p:cNvSpPr>
          <p:nvPr/>
        </p:nvSpPr>
        <p:spPr>
          <a:xfrm xmlns:a="http://schemas.openxmlformats.org/drawingml/2006/main">
            <a:off x="609600" y="413385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안전 ↔ 처리 범위</a:t>
            </a:r>
          </a:p>
        </p:txBody>
      </p:sp>
      <p:sp>
        <p:nvSpPr>
          <p:cNvPr id="21" name="">
            <a:extLst xmlns:a="http://schemas.openxmlformats.org/drawingml/2006/main">
              <a:ext uri="{FF2B5EF4-FFF2-40B4-BE49-F238E27FC236}">
                <a16:creationId xmlns:a16="http://schemas.microsoft.com/office/drawing/2014/main" id="{8DAA0310-722E-4CD0-B173-3682FE4A14BB}"/>
              </a:ext>
            </a:extLst>
          </p:cNvPr>
          <p:cNvSpPr>
            <a:spLocks xmlns:a="http://schemas.openxmlformats.org/drawingml/2006/main" noGrp="1"/>
          </p:cNvSpPr>
          <p:nvPr/>
        </p:nvSpPr>
        <p:spPr>
          <a:xfrm xmlns:a="http://schemas.openxmlformats.org/drawingml/2006/main">
            <a:off x="3733800" y="413385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차단 강도 · 사람 검토</a:t>
            </a:r>
          </a:p>
        </p:txBody>
      </p:sp>
      <p:sp>
        <p:nvSpPr>
          <p:cNvPr id="22" name="">
            <a:extLst xmlns:a="http://schemas.openxmlformats.org/drawingml/2006/main">
              <a:ext uri="{FF2B5EF4-FFF2-40B4-BE49-F238E27FC236}">
                <a16:creationId xmlns:a16="http://schemas.microsoft.com/office/drawing/2014/main" id="{05CC90B9-92F6-40AC-B7F8-51F0586B1596}"/>
              </a:ext>
            </a:extLst>
          </p:cNvPr>
          <p:cNvSpPr>
            <a:spLocks xmlns:a="http://schemas.openxmlformats.org/drawingml/2006/main" noGrp="1"/>
          </p:cNvSpPr>
          <p:nvPr/>
        </p:nvSpPr>
        <p:spPr>
          <a:xfrm xmlns:a="http://schemas.openxmlformats.org/drawingml/2006/main">
            <a:off x="7505700" y="41338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정상 요청 누락</a:t>
            </a:r>
          </a:p>
        </p:txBody>
      </p:sp>
      <p:sp>
        <p:nvSpPr>
          <p:cNvPr id="23" name="">
            <a:extLst xmlns:a="http://schemas.openxmlformats.org/drawingml/2006/main">
              <a:ext uri="{FF2B5EF4-FFF2-40B4-BE49-F238E27FC236}">
                <a16:creationId xmlns:a16="http://schemas.microsoft.com/office/drawing/2014/main" id="{D925F810-4430-470A-8ACE-D94D7C07EDE8}"/>
              </a:ext>
            </a:extLst>
          </p:cNvPr>
          <p:cNvSpPr>
            <a:spLocks xmlns:a="http://schemas.openxmlformats.org/drawingml/2006/main" noGrp="1"/>
          </p:cNvSpPr>
          <p:nvPr/>
        </p:nvSpPr>
        <p:spPr>
          <a:xfrm xmlns:a="http://schemas.openxmlformats.org/drawingml/2006/main" flipH="0" flipV="0">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282A27E4-86E9-4D2F-9385-6E84373937F0}"/>
              </a:ext>
            </a:extLst>
          </p:cNvPr>
          <p:cNvSpPr>
            <a:spLocks xmlns:a="http://schemas.openxmlformats.org/drawingml/2006/main" noGrp="1"/>
          </p:cNvSpPr>
          <p:nvPr/>
        </p:nvSpPr>
        <p:spPr>
          <a:xfrm xmlns:a="http://schemas.openxmlformats.org/drawingml/2006/main">
            <a:off x="609600" y="49149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재사용 ↔ 최신성</a:t>
            </a:r>
          </a:p>
        </p:txBody>
      </p:sp>
      <p:sp>
        <p:nvSpPr>
          <p:cNvPr id="25" name="">
            <a:extLst xmlns:a="http://schemas.openxmlformats.org/drawingml/2006/main">
              <a:ext uri="{FF2B5EF4-FFF2-40B4-BE49-F238E27FC236}">
                <a16:creationId xmlns:a16="http://schemas.microsoft.com/office/drawing/2014/main" id="{236A6FBC-27DA-47E7-9FCA-0FC519579A8D}"/>
              </a:ext>
            </a:extLst>
          </p:cNvPr>
          <p:cNvSpPr>
            <a:spLocks xmlns:a="http://schemas.openxmlformats.org/drawingml/2006/main" noGrp="1"/>
          </p:cNvSpPr>
          <p:nvPr/>
        </p:nvSpPr>
        <p:spPr>
          <a:xfrm xmlns:a="http://schemas.openxmlformats.org/drawingml/2006/main">
            <a:off x="3733800" y="49149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캐시 적중 · 응답 재사용</a:t>
            </a:r>
          </a:p>
        </p:txBody>
      </p:sp>
      <p:sp>
        <p:nvSpPr>
          <p:cNvPr id="26" name="">
            <a:extLst xmlns:a="http://schemas.openxmlformats.org/drawingml/2006/main">
              <a:ext uri="{FF2B5EF4-FFF2-40B4-BE49-F238E27FC236}">
                <a16:creationId xmlns:a16="http://schemas.microsoft.com/office/drawing/2014/main" id="{9A0C88E1-1DF6-437D-9951-D43A5F9426D6}"/>
              </a:ext>
            </a:extLst>
          </p:cNvPr>
          <p:cNvSpPr>
            <a:spLocks xmlns:a="http://schemas.openxmlformats.org/drawingml/2006/main" noGrp="1"/>
          </p:cNvSpPr>
          <p:nvPr/>
        </p:nvSpPr>
        <p:spPr>
          <a:xfrm xmlns:a="http://schemas.openxmlformats.org/drawingml/2006/main">
            <a:off x="7505700" y="49149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정보 노후화</a:t>
            </a:r>
          </a:p>
        </p:txBody>
      </p:sp>
      <p:sp>
        <p:nvSpPr>
          <p:cNvPr id="27" name="">
            <a:extLst xmlns:a="http://schemas.openxmlformats.org/drawingml/2006/main">
              <a:ext uri="{FF2B5EF4-FFF2-40B4-BE49-F238E27FC236}">
                <a16:creationId xmlns:a16="http://schemas.microsoft.com/office/drawing/2014/main" id="{1C28B488-4CF4-4ED3-B63F-F6A44C941C71}"/>
              </a:ext>
            </a:extLst>
          </p:cNvPr>
          <p:cNvSpPr>
            <a:spLocks xmlns:a="http://schemas.openxmlformats.org/drawingml/2006/main" noGrp="1"/>
          </p:cNvSpPr>
          <p:nvPr/>
        </p:nvSpPr>
        <p:spPr>
          <a:xfrm xmlns:a="http://schemas.openxmlformats.org/drawingml/2006/main" flipH="0" flipV="0">
            <a:off x="609600" y="54673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C6EDB2E8-04F7-416E-9553-255D846C6921}"/>
              </a:ext>
            </a:extLst>
          </p:cNvPr>
          <p:cNvSpPr>
            <a:spLocks xmlns:a="http://schemas.openxmlformats.org/drawingml/2006/main" noGrp="1"/>
          </p:cNvSpPr>
          <p:nvPr/>
        </p:nvSpPr>
        <p:spPr>
          <a:xfrm xmlns:a="http://schemas.openxmlformats.org/drawingml/2006/main">
            <a:off x="609600" y="5772150"/>
            <a:ext cx="10972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네 관계는 고정 법칙이 아니라 실험 전에 함께 관찰할 위험 가설</a:t>
            </a:r>
          </a:p>
        </p:txBody>
      </p:sp>
    </p:spTree>
    <p:extLst>
      <p:ext uri="{BB962C8B-B14F-4D97-AF65-F5344CB8AC3E}">
        <p14:creationId xmlns:p14="http://schemas.microsoft.com/office/powerpoint/2010/main" val="1221650237"/>
      </p:ext>
    </p:extLst>
  </p:cSld>
</p:sld>
</file>

<file path=ppt/slides/slide5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11B08F91-F862-4844-89BC-795385CF3EF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D9AD740E-8B69-4952-BA82-70E66A1F3E4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53</a:t>
            </a:r>
          </a:p>
        </p:txBody>
      </p:sp>
      <p:sp>
        <p:nvSpPr>
          <p:cNvPr id="3" name="">
            <a:extLst xmlns:a="http://schemas.openxmlformats.org/drawingml/2006/main">
              <a:ext uri="{FF2B5EF4-FFF2-40B4-BE49-F238E27FC236}">
                <a16:creationId xmlns:a16="http://schemas.microsoft.com/office/drawing/2014/main" id="{FC419DDE-7977-4E6C-BD47-624622B9B9F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649EF90-2A93-412B-8656-AB7D8DDFD880}"/>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69FD4B7-0A58-4CC2-928A-3FC7D2AED96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7562224-8999-43C3-B768-3D4B67832B6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업무별 품질 평가 기준</a:t>
            </a:r>
          </a:p>
        </p:txBody>
      </p:sp>
      <p:sp>
        <p:nvSpPr>
          <p:cNvPr id="7" name="">
            <a:extLst xmlns:a="http://schemas.openxmlformats.org/drawingml/2006/main">
              <a:ext uri="{FF2B5EF4-FFF2-40B4-BE49-F238E27FC236}">
                <a16:creationId xmlns:a16="http://schemas.microsoft.com/office/drawing/2014/main" id="{454D1AFC-90B1-41A3-B4F5-01D122054CE6}"/>
              </a:ext>
            </a:extLst>
          </p:cNvPr>
          <p:cNvSpPr>
            <a:spLocks xmlns:a="http://schemas.openxmlformats.org/drawingml/2006/main" noGrp="1"/>
          </p:cNvSpPr>
          <p:nvPr/>
        </p:nvSpPr>
        <p:spPr>
          <a:xfrm xmlns:a="http://schemas.openxmlformats.org/drawingml/2006/main" rot="0">
            <a:off x="609600" y="1847850"/>
            <a:ext cx="26670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53649BA9-C08F-4C55-B3B9-E2A040FD32F3}"/>
              </a:ext>
            </a:extLst>
          </p:cNvPr>
          <p:cNvSpPr>
            <a:spLocks xmlns:a="http://schemas.openxmlformats.org/drawingml/2006/main" noGrp="1"/>
          </p:cNvSpPr>
          <p:nvPr/>
        </p:nvSpPr>
        <p:spPr>
          <a:xfrm xmlns:a="http://schemas.openxmlformats.org/drawingml/2006/main">
            <a:off x="742950" y="1847850"/>
            <a:ext cx="2400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업무</a:t>
            </a:r>
          </a:p>
        </p:txBody>
      </p:sp>
      <p:sp>
        <p:nvSpPr>
          <p:cNvPr id="9" name="">
            <a:extLst xmlns:a="http://schemas.openxmlformats.org/drawingml/2006/main">
              <a:ext uri="{FF2B5EF4-FFF2-40B4-BE49-F238E27FC236}">
                <a16:creationId xmlns:a16="http://schemas.microsoft.com/office/drawing/2014/main" id="{96F576E0-51C1-49B5-BF32-54AACCEC739E}"/>
              </a:ext>
            </a:extLst>
          </p:cNvPr>
          <p:cNvSpPr>
            <a:spLocks xmlns:a="http://schemas.openxmlformats.org/drawingml/2006/main" noGrp="1"/>
          </p:cNvSpPr>
          <p:nvPr/>
        </p:nvSpPr>
        <p:spPr>
          <a:xfrm xmlns:a="http://schemas.openxmlformats.org/drawingml/2006/main" rot="0">
            <a:off x="3276600" y="1847850"/>
            <a:ext cx="4095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BB109AA5-6464-4E58-A658-009976490D62}"/>
              </a:ext>
            </a:extLst>
          </p:cNvPr>
          <p:cNvSpPr>
            <a:spLocks xmlns:a="http://schemas.openxmlformats.org/drawingml/2006/main" noGrp="1"/>
          </p:cNvSpPr>
          <p:nvPr/>
        </p:nvSpPr>
        <p:spPr>
          <a:xfrm xmlns:a="http://schemas.openxmlformats.org/drawingml/2006/main">
            <a:off x="3409950" y="1847850"/>
            <a:ext cx="3829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우선 품질 축</a:t>
            </a:r>
          </a:p>
        </p:txBody>
      </p:sp>
      <p:sp>
        <p:nvSpPr>
          <p:cNvPr id="11" name="">
            <a:extLst xmlns:a="http://schemas.openxmlformats.org/drawingml/2006/main">
              <a:ext uri="{FF2B5EF4-FFF2-40B4-BE49-F238E27FC236}">
                <a16:creationId xmlns:a16="http://schemas.microsoft.com/office/drawing/2014/main" id="{EF2C4A9A-9608-4327-A969-BB16AF0C77CB}"/>
              </a:ext>
            </a:extLst>
          </p:cNvPr>
          <p:cNvSpPr>
            <a:spLocks xmlns:a="http://schemas.openxmlformats.org/drawingml/2006/main" noGrp="1"/>
          </p:cNvSpPr>
          <p:nvPr/>
        </p:nvSpPr>
        <p:spPr>
          <a:xfrm xmlns:a="http://schemas.openxmlformats.org/drawingml/2006/main" rot="0">
            <a:off x="7372350" y="1847850"/>
            <a:ext cx="4210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BECA38D1-FA99-4A24-A0AC-2E3B1637B441}"/>
              </a:ext>
            </a:extLst>
          </p:cNvPr>
          <p:cNvSpPr>
            <a:spLocks xmlns:a="http://schemas.openxmlformats.org/drawingml/2006/main" noGrp="1"/>
          </p:cNvSpPr>
          <p:nvPr/>
        </p:nvSpPr>
        <p:spPr>
          <a:xfrm xmlns:a="http://schemas.openxmlformats.org/drawingml/2006/main">
            <a:off x="7505700" y="1847850"/>
            <a:ext cx="3943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대표 실패</a:t>
            </a:r>
          </a:p>
        </p:txBody>
      </p:sp>
      <p:sp>
        <p:nvSpPr>
          <p:cNvPr id="13" name="">
            <a:extLst xmlns:a="http://schemas.openxmlformats.org/drawingml/2006/main">
              <a:ext uri="{FF2B5EF4-FFF2-40B4-BE49-F238E27FC236}">
                <a16:creationId xmlns:a16="http://schemas.microsoft.com/office/drawing/2014/main" id="{122AA32E-9D9F-4A90-A35A-F25C5489B395}"/>
              </a:ext>
            </a:extLst>
          </p:cNvPr>
          <p:cNvSpPr>
            <a:spLocks xmlns:a="http://schemas.openxmlformats.org/drawingml/2006/main" noGrp="1"/>
          </p:cNvSpPr>
          <p:nvPr/>
        </p:nvSpPr>
        <p:spPr>
          <a:xfrm xmlns:a="http://schemas.openxmlformats.org/drawingml/2006/main" rot="0">
            <a:off x="609600" y="2362200"/>
            <a:ext cx="2667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54C6DAB5-A0F6-4D01-AB66-F855ACD595FC}"/>
              </a:ext>
            </a:extLst>
          </p:cNvPr>
          <p:cNvSpPr>
            <a:spLocks xmlns:a="http://schemas.openxmlformats.org/drawingml/2006/main" noGrp="1"/>
          </p:cNvSpPr>
          <p:nvPr/>
        </p:nvSpPr>
        <p:spPr>
          <a:xfrm xmlns:a="http://schemas.openxmlformats.org/drawingml/2006/main">
            <a:off x="742950" y="23622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요약</a:t>
            </a:r>
          </a:p>
        </p:txBody>
      </p:sp>
      <p:sp>
        <p:nvSpPr>
          <p:cNvPr id="15" name="">
            <a:extLst xmlns:a="http://schemas.openxmlformats.org/drawingml/2006/main">
              <a:ext uri="{FF2B5EF4-FFF2-40B4-BE49-F238E27FC236}">
                <a16:creationId xmlns:a16="http://schemas.microsoft.com/office/drawing/2014/main" id="{8190E325-EACB-4868-89CC-932C73A88DAE}"/>
              </a:ext>
            </a:extLst>
          </p:cNvPr>
          <p:cNvSpPr>
            <a:spLocks xmlns:a="http://schemas.openxmlformats.org/drawingml/2006/main" noGrp="1"/>
          </p:cNvSpPr>
          <p:nvPr/>
        </p:nvSpPr>
        <p:spPr>
          <a:xfrm xmlns:a="http://schemas.openxmlformats.org/drawingml/2006/main" rot="0">
            <a:off x="3276600" y="2362200"/>
            <a:ext cx="4095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31F300F0-800D-4C03-ABD5-DB7068800609}"/>
              </a:ext>
            </a:extLst>
          </p:cNvPr>
          <p:cNvSpPr>
            <a:spLocks xmlns:a="http://schemas.openxmlformats.org/drawingml/2006/main" noGrp="1"/>
          </p:cNvSpPr>
          <p:nvPr/>
        </p:nvSpPr>
        <p:spPr>
          <a:xfrm xmlns:a="http://schemas.openxmlformats.org/drawingml/2006/main">
            <a:off x="3409950" y="23622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충실성 · 압축률 · 핵심 보존</a:t>
            </a:r>
          </a:p>
        </p:txBody>
      </p:sp>
      <p:sp>
        <p:nvSpPr>
          <p:cNvPr id="17" name="">
            <a:extLst xmlns:a="http://schemas.openxmlformats.org/drawingml/2006/main">
              <a:ext uri="{FF2B5EF4-FFF2-40B4-BE49-F238E27FC236}">
                <a16:creationId xmlns:a16="http://schemas.microsoft.com/office/drawing/2014/main" id="{7D57D055-36C9-4358-932F-6FBDFC57D297}"/>
              </a:ext>
            </a:extLst>
          </p:cNvPr>
          <p:cNvSpPr>
            <a:spLocks xmlns:a="http://schemas.openxmlformats.org/drawingml/2006/main" noGrp="1"/>
          </p:cNvSpPr>
          <p:nvPr/>
        </p:nvSpPr>
        <p:spPr>
          <a:xfrm xmlns:a="http://schemas.openxmlformats.org/drawingml/2006/main" rot="0">
            <a:off x="7372350" y="2362200"/>
            <a:ext cx="42100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DCCE74E1-45A6-4ACD-ADD7-4E1AB29CBD44}"/>
              </a:ext>
            </a:extLst>
          </p:cNvPr>
          <p:cNvSpPr>
            <a:spLocks xmlns:a="http://schemas.openxmlformats.org/drawingml/2006/main" noGrp="1"/>
          </p:cNvSpPr>
          <p:nvPr/>
        </p:nvSpPr>
        <p:spPr>
          <a:xfrm xmlns:a="http://schemas.openxmlformats.org/drawingml/2006/main">
            <a:off x="7505700" y="23622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새 사실 추가 · 중요 정보 누락</a:t>
            </a:r>
          </a:p>
        </p:txBody>
      </p:sp>
      <p:sp>
        <p:nvSpPr>
          <p:cNvPr id="19" name="">
            <a:extLst xmlns:a="http://schemas.openxmlformats.org/drawingml/2006/main">
              <a:ext uri="{FF2B5EF4-FFF2-40B4-BE49-F238E27FC236}">
                <a16:creationId xmlns:a16="http://schemas.microsoft.com/office/drawing/2014/main" id="{AF8DD729-F82C-4D1F-B071-EA9583C243F1}"/>
              </a:ext>
            </a:extLst>
          </p:cNvPr>
          <p:cNvSpPr>
            <a:spLocks xmlns:a="http://schemas.openxmlformats.org/drawingml/2006/main" noGrp="1"/>
          </p:cNvSpPr>
          <p:nvPr/>
        </p:nvSpPr>
        <p:spPr>
          <a:xfrm xmlns:a="http://schemas.openxmlformats.org/drawingml/2006/main" rot="0">
            <a:off x="609600" y="3200400"/>
            <a:ext cx="266700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844A687-6E23-40F7-B622-9CAD2B455EDF}"/>
              </a:ext>
            </a:extLst>
          </p:cNvPr>
          <p:cNvSpPr>
            <a:spLocks xmlns:a="http://schemas.openxmlformats.org/drawingml/2006/main" noGrp="1"/>
          </p:cNvSpPr>
          <p:nvPr/>
        </p:nvSpPr>
        <p:spPr>
          <a:xfrm xmlns:a="http://schemas.openxmlformats.org/drawingml/2006/main">
            <a:off x="742950" y="32004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정보 추출</a:t>
            </a:r>
          </a:p>
        </p:txBody>
      </p:sp>
      <p:sp>
        <p:nvSpPr>
          <p:cNvPr id="21" name="">
            <a:extLst xmlns:a="http://schemas.openxmlformats.org/drawingml/2006/main">
              <a:ext uri="{FF2B5EF4-FFF2-40B4-BE49-F238E27FC236}">
                <a16:creationId xmlns:a16="http://schemas.microsoft.com/office/drawing/2014/main" id="{3C5713CD-D1C1-499E-81AE-2F6D8C19215B}"/>
              </a:ext>
            </a:extLst>
          </p:cNvPr>
          <p:cNvSpPr>
            <a:spLocks xmlns:a="http://schemas.openxmlformats.org/drawingml/2006/main" noGrp="1"/>
          </p:cNvSpPr>
          <p:nvPr/>
        </p:nvSpPr>
        <p:spPr>
          <a:xfrm xmlns:a="http://schemas.openxmlformats.org/drawingml/2006/main" rot="0">
            <a:off x="3276600" y="3200400"/>
            <a:ext cx="40957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E91C60FC-027D-466D-8EBE-105DCEE84D58}"/>
              </a:ext>
            </a:extLst>
          </p:cNvPr>
          <p:cNvSpPr>
            <a:spLocks xmlns:a="http://schemas.openxmlformats.org/drawingml/2006/main" noGrp="1"/>
          </p:cNvSpPr>
          <p:nvPr/>
        </p:nvSpPr>
        <p:spPr>
          <a:xfrm xmlns:a="http://schemas.openxmlformats.org/drawingml/2006/main">
            <a:off x="3409950" y="32004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스키마 준수 · 필드 정확성</a:t>
            </a:r>
          </a:p>
        </p:txBody>
      </p:sp>
      <p:sp>
        <p:nvSpPr>
          <p:cNvPr id="23" name="">
            <a:extLst xmlns:a="http://schemas.openxmlformats.org/drawingml/2006/main">
              <a:ext uri="{FF2B5EF4-FFF2-40B4-BE49-F238E27FC236}">
                <a16:creationId xmlns:a16="http://schemas.microsoft.com/office/drawing/2014/main" id="{C9C8136D-9851-4180-871D-B828811400C9}"/>
              </a:ext>
            </a:extLst>
          </p:cNvPr>
          <p:cNvSpPr>
            <a:spLocks xmlns:a="http://schemas.openxmlformats.org/drawingml/2006/main" noGrp="1"/>
          </p:cNvSpPr>
          <p:nvPr/>
        </p:nvSpPr>
        <p:spPr>
          <a:xfrm xmlns:a="http://schemas.openxmlformats.org/drawingml/2006/main" rot="0">
            <a:off x="7372350" y="3200400"/>
            <a:ext cx="42100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13745D5D-2396-4576-9B02-A7170DFC3C61}"/>
              </a:ext>
            </a:extLst>
          </p:cNvPr>
          <p:cNvSpPr>
            <a:spLocks xmlns:a="http://schemas.openxmlformats.org/drawingml/2006/main" noGrp="1"/>
          </p:cNvSpPr>
          <p:nvPr/>
        </p:nvSpPr>
        <p:spPr>
          <a:xfrm xmlns:a="http://schemas.openxmlformats.org/drawingml/2006/main">
            <a:off x="7505700" y="32004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필드 누락 · 근거 없는 값</a:t>
            </a:r>
          </a:p>
        </p:txBody>
      </p:sp>
      <p:sp>
        <p:nvSpPr>
          <p:cNvPr id="25" name="">
            <a:extLst xmlns:a="http://schemas.openxmlformats.org/drawingml/2006/main">
              <a:ext uri="{FF2B5EF4-FFF2-40B4-BE49-F238E27FC236}">
                <a16:creationId xmlns:a16="http://schemas.microsoft.com/office/drawing/2014/main" id="{938CE1D0-C347-4CA6-930D-A8FE0F835103}"/>
              </a:ext>
            </a:extLst>
          </p:cNvPr>
          <p:cNvSpPr>
            <a:spLocks xmlns:a="http://schemas.openxmlformats.org/drawingml/2006/main" noGrp="1"/>
          </p:cNvSpPr>
          <p:nvPr/>
        </p:nvSpPr>
        <p:spPr>
          <a:xfrm xmlns:a="http://schemas.openxmlformats.org/drawingml/2006/main" rot="0">
            <a:off x="609600" y="4038600"/>
            <a:ext cx="2667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83D53DBD-E89C-45C4-89E7-6DB628F72FB1}"/>
              </a:ext>
            </a:extLst>
          </p:cNvPr>
          <p:cNvSpPr>
            <a:spLocks xmlns:a="http://schemas.openxmlformats.org/drawingml/2006/main" noGrp="1"/>
          </p:cNvSpPr>
          <p:nvPr/>
        </p:nvSpPr>
        <p:spPr>
          <a:xfrm xmlns:a="http://schemas.openxmlformats.org/drawingml/2006/main">
            <a:off x="742950" y="40386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검색 증강 답변</a:t>
            </a:r>
          </a:p>
        </p:txBody>
      </p:sp>
      <p:sp>
        <p:nvSpPr>
          <p:cNvPr id="27" name="">
            <a:extLst xmlns:a="http://schemas.openxmlformats.org/drawingml/2006/main">
              <a:ext uri="{FF2B5EF4-FFF2-40B4-BE49-F238E27FC236}">
                <a16:creationId xmlns:a16="http://schemas.microsoft.com/office/drawing/2014/main" id="{D920FD27-3620-499B-B8D0-FC55210E65C4}"/>
              </a:ext>
            </a:extLst>
          </p:cNvPr>
          <p:cNvSpPr>
            <a:spLocks xmlns:a="http://schemas.openxmlformats.org/drawingml/2006/main" noGrp="1"/>
          </p:cNvSpPr>
          <p:nvPr/>
        </p:nvSpPr>
        <p:spPr>
          <a:xfrm xmlns:a="http://schemas.openxmlformats.org/drawingml/2006/main" rot="0">
            <a:off x="3276600" y="4038600"/>
            <a:ext cx="4095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57998913-3B72-4F19-8560-48BE5C7CDF6B}"/>
              </a:ext>
            </a:extLst>
          </p:cNvPr>
          <p:cNvSpPr>
            <a:spLocks xmlns:a="http://schemas.openxmlformats.org/drawingml/2006/main" noGrp="1"/>
          </p:cNvSpPr>
          <p:nvPr/>
        </p:nvSpPr>
        <p:spPr>
          <a:xfrm xmlns:a="http://schemas.openxmlformats.org/drawingml/2006/main">
            <a:off x="3409950" y="40386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근거성 · 인용 정확도</a:t>
            </a:r>
          </a:p>
        </p:txBody>
      </p:sp>
      <p:sp>
        <p:nvSpPr>
          <p:cNvPr id="29" name="">
            <a:extLst xmlns:a="http://schemas.openxmlformats.org/drawingml/2006/main">
              <a:ext uri="{FF2B5EF4-FFF2-40B4-BE49-F238E27FC236}">
                <a16:creationId xmlns:a16="http://schemas.microsoft.com/office/drawing/2014/main" id="{4138AEF8-9959-44F5-BB25-0A5ED382ABC1}"/>
              </a:ext>
            </a:extLst>
          </p:cNvPr>
          <p:cNvSpPr>
            <a:spLocks xmlns:a="http://schemas.openxmlformats.org/drawingml/2006/main" noGrp="1"/>
          </p:cNvSpPr>
          <p:nvPr/>
        </p:nvSpPr>
        <p:spPr>
          <a:xfrm xmlns:a="http://schemas.openxmlformats.org/drawingml/2006/main" rot="0">
            <a:off x="7372350" y="4038600"/>
            <a:ext cx="42100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3481EAF7-4E14-43FE-AA07-E1C7B1FF1A36}"/>
              </a:ext>
            </a:extLst>
          </p:cNvPr>
          <p:cNvSpPr>
            <a:spLocks xmlns:a="http://schemas.openxmlformats.org/drawingml/2006/main" noGrp="1"/>
          </p:cNvSpPr>
          <p:nvPr/>
        </p:nvSpPr>
        <p:spPr>
          <a:xfrm xmlns:a="http://schemas.openxmlformats.org/drawingml/2006/main">
            <a:off x="7505700" y="40386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근거 미검색 · 잘못된 인용</a:t>
            </a:r>
          </a:p>
        </p:txBody>
      </p:sp>
      <p:sp>
        <p:nvSpPr>
          <p:cNvPr id="31" name="">
            <a:extLst xmlns:a="http://schemas.openxmlformats.org/drawingml/2006/main">
              <a:ext uri="{FF2B5EF4-FFF2-40B4-BE49-F238E27FC236}">
                <a16:creationId xmlns:a16="http://schemas.microsoft.com/office/drawing/2014/main" id="{4E69263A-5CC6-4EF8-A336-F2D550E5181F}"/>
              </a:ext>
            </a:extLst>
          </p:cNvPr>
          <p:cNvSpPr>
            <a:spLocks xmlns:a="http://schemas.openxmlformats.org/drawingml/2006/main" noGrp="1"/>
          </p:cNvSpPr>
          <p:nvPr/>
        </p:nvSpPr>
        <p:spPr>
          <a:xfrm xmlns:a="http://schemas.openxmlformats.org/drawingml/2006/main" rot="0">
            <a:off x="609600" y="4876800"/>
            <a:ext cx="266700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B8199E4A-0082-464F-8F46-72F2351E874D}"/>
              </a:ext>
            </a:extLst>
          </p:cNvPr>
          <p:cNvSpPr>
            <a:spLocks xmlns:a="http://schemas.openxmlformats.org/drawingml/2006/main" noGrp="1"/>
          </p:cNvSpPr>
          <p:nvPr/>
        </p:nvSpPr>
        <p:spPr>
          <a:xfrm xmlns:a="http://schemas.openxmlformats.org/drawingml/2006/main">
            <a:off x="742950" y="4876800"/>
            <a:ext cx="2400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에이전트 행동</a:t>
            </a:r>
          </a:p>
        </p:txBody>
      </p:sp>
      <p:sp>
        <p:nvSpPr>
          <p:cNvPr id="33" name="">
            <a:extLst xmlns:a="http://schemas.openxmlformats.org/drawingml/2006/main">
              <a:ext uri="{FF2B5EF4-FFF2-40B4-BE49-F238E27FC236}">
                <a16:creationId xmlns:a16="http://schemas.microsoft.com/office/drawing/2014/main" id="{59A9BD88-EFAF-469C-8624-D3BB07DE0E3B}"/>
              </a:ext>
            </a:extLst>
          </p:cNvPr>
          <p:cNvSpPr>
            <a:spLocks xmlns:a="http://schemas.openxmlformats.org/drawingml/2006/main" noGrp="1"/>
          </p:cNvSpPr>
          <p:nvPr/>
        </p:nvSpPr>
        <p:spPr>
          <a:xfrm xmlns:a="http://schemas.openxmlformats.org/drawingml/2006/main" rot="0">
            <a:off x="3276600" y="4876800"/>
            <a:ext cx="40957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1ACEA286-3A85-4583-A6DC-53A7DDA514CC}"/>
              </a:ext>
            </a:extLst>
          </p:cNvPr>
          <p:cNvSpPr>
            <a:spLocks xmlns:a="http://schemas.openxmlformats.org/drawingml/2006/main" noGrp="1"/>
          </p:cNvSpPr>
          <p:nvPr/>
        </p:nvSpPr>
        <p:spPr>
          <a:xfrm xmlns:a="http://schemas.openxmlformats.org/drawingml/2006/main">
            <a:off x="3409950" y="4876800"/>
            <a:ext cx="38290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과업 성공 · 정책 준수</a:t>
            </a:r>
          </a:p>
        </p:txBody>
      </p:sp>
      <p:sp>
        <p:nvSpPr>
          <p:cNvPr id="35" name="">
            <a:extLst xmlns:a="http://schemas.openxmlformats.org/drawingml/2006/main">
              <a:ext uri="{FF2B5EF4-FFF2-40B4-BE49-F238E27FC236}">
                <a16:creationId xmlns:a16="http://schemas.microsoft.com/office/drawing/2014/main" id="{F2A0953F-C1D0-4210-83E4-CA0E0FB7A9C0}"/>
              </a:ext>
            </a:extLst>
          </p:cNvPr>
          <p:cNvSpPr>
            <a:spLocks xmlns:a="http://schemas.openxmlformats.org/drawingml/2006/main" noGrp="1"/>
          </p:cNvSpPr>
          <p:nvPr/>
        </p:nvSpPr>
        <p:spPr>
          <a:xfrm xmlns:a="http://schemas.openxmlformats.org/drawingml/2006/main" rot="0">
            <a:off x="7372350" y="4876800"/>
            <a:ext cx="4210050" cy="8382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AE2382B9-1B9D-4118-A511-393164DE7E83}"/>
              </a:ext>
            </a:extLst>
          </p:cNvPr>
          <p:cNvSpPr>
            <a:spLocks xmlns:a="http://schemas.openxmlformats.org/drawingml/2006/main" noGrp="1"/>
          </p:cNvSpPr>
          <p:nvPr/>
        </p:nvSpPr>
        <p:spPr>
          <a:xfrm xmlns:a="http://schemas.openxmlformats.org/drawingml/2006/main">
            <a:off x="7505700" y="4876800"/>
            <a:ext cx="39433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권한 없는 실행 · 중복 행동</a:t>
            </a:r>
          </a:p>
        </p:txBody>
      </p:sp>
    </p:spTree>
    <p:extLst>
      <p:ext uri="{BB962C8B-B14F-4D97-AF65-F5344CB8AC3E}">
        <p14:creationId xmlns:p14="http://schemas.microsoft.com/office/powerpoint/2010/main" val="1931261345"/>
      </p:ext>
    </p:extLst>
  </p:cSld>
</p:sld>
</file>

<file path=ppt/slides/slide5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457DBA2-166F-4D80-A70D-070625A9EB1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3FD1D8EA-EC98-4BCE-96F7-90D3639B513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54</a:t>
            </a:r>
          </a:p>
        </p:txBody>
      </p:sp>
      <p:sp>
        <p:nvSpPr>
          <p:cNvPr id="3" name="">
            <a:extLst xmlns:a="http://schemas.openxmlformats.org/drawingml/2006/main">
              <a:ext uri="{FF2B5EF4-FFF2-40B4-BE49-F238E27FC236}">
                <a16:creationId xmlns:a16="http://schemas.microsoft.com/office/drawing/2014/main" id="{27C94FBF-95C4-4BDC-AF4F-B2ABF5D15B9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AE598BE5-CF1F-48A4-947C-75FD9BFEB7A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D85BCF58-AB89-48EC-BD36-E692B2FFD02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07D9F390-6022-4218-BA09-0E799043FE3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평균과 꼬리 지연시간</a:t>
            </a:r>
          </a:p>
        </p:txBody>
      </p:sp>
      <p:sp>
        <p:nvSpPr>
          <p:cNvPr id="7" name="">
            <a:extLst xmlns:a="http://schemas.openxmlformats.org/drawingml/2006/main">
              <a:ext uri="{FF2B5EF4-FFF2-40B4-BE49-F238E27FC236}">
                <a16:creationId xmlns:a16="http://schemas.microsoft.com/office/drawing/2014/main" id="{32133694-AFA0-4C99-8F0D-B0D074740CCC}"/>
              </a:ext>
            </a:extLst>
          </p:cNvPr>
          <p:cNvSpPr>
            <a:spLocks xmlns:a="http://schemas.openxmlformats.org/drawingml/2006/main" noGrp="1"/>
          </p:cNvSpPr>
          <p:nvPr/>
        </p:nvSpPr>
        <p:spPr>
          <a:xfrm xmlns:a="http://schemas.openxmlformats.org/drawingml/2006/main" flipH="0" flipV="0">
            <a:off x="1066800" y="5086350"/>
            <a:ext cx="95250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8" name="">
            <a:extLst xmlns:a="http://schemas.openxmlformats.org/drawingml/2006/main">
              <a:ext uri="{FF2B5EF4-FFF2-40B4-BE49-F238E27FC236}">
                <a16:creationId xmlns:a16="http://schemas.microsoft.com/office/drawing/2014/main" id="{49190D76-73E4-4847-8E49-DDB35E96E135}"/>
              </a:ext>
            </a:extLst>
          </p:cNvPr>
          <p:cNvSpPr>
            <a:spLocks xmlns:a="http://schemas.openxmlformats.org/drawingml/2006/main" noGrp="1"/>
          </p:cNvSpPr>
          <p:nvPr/>
        </p:nvSpPr>
        <p:spPr>
          <a:xfrm xmlns:a="http://schemas.openxmlformats.org/drawingml/2006/main" flipH="0" flipV="1">
            <a:off x="1066800" y="2038350"/>
            <a:ext cx="0" cy="304800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9" name="">
            <a:extLst xmlns:a="http://schemas.openxmlformats.org/drawingml/2006/main">
              <a:ext uri="{FF2B5EF4-FFF2-40B4-BE49-F238E27FC236}">
                <a16:creationId xmlns:a16="http://schemas.microsoft.com/office/drawing/2014/main" id="{A73AC926-6FB2-43A6-B879-42C5C6FCF9FA}"/>
              </a:ext>
            </a:extLst>
          </p:cNvPr>
          <p:cNvSpPr>
            <a:spLocks xmlns:a="http://schemas.openxmlformats.org/drawingml/2006/main" noGrp="1"/>
          </p:cNvSpPr>
          <p:nvPr/>
        </p:nvSpPr>
        <p:spPr>
          <a:xfrm xmlns:a="http://schemas.openxmlformats.org/drawingml/2006/main" rot="0">
            <a:off x="1352550" y="4743450"/>
            <a:ext cx="457200" cy="3429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0057C30F-9705-408C-9884-01E6F6405DD5}"/>
              </a:ext>
            </a:extLst>
          </p:cNvPr>
          <p:cNvSpPr>
            <a:spLocks xmlns:a="http://schemas.openxmlformats.org/drawingml/2006/main" noGrp="1"/>
          </p:cNvSpPr>
          <p:nvPr/>
        </p:nvSpPr>
        <p:spPr>
          <a:xfrm xmlns:a="http://schemas.openxmlformats.org/drawingml/2006/main" rot="0">
            <a:off x="2019300" y="4343400"/>
            <a:ext cx="457200" cy="742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1" name="">
            <a:extLst xmlns:a="http://schemas.openxmlformats.org/drawingml/2006/main">
              <a:ext uri="{FF2B5EF4-FFF2-40B4-BE49-F238E27FC236}">
                <a16:creationId xmlns:a16="http://schemas.microsoft.com/office/drawing/2014/main" id="{DAFD8808-83EB-4F42-9AC1-E413D35AA956}"/>
              </a:ext>
            </a:extLst>
          </p:cNvPr>
          <p:cNvSpPr>
            <a:spLocks xmlns:a="http://schemas.openxmlformats.org/drawingml/2006/main" noGrp="1"/>
          </p:cNvSpPr>
          <p:nvPr/>
        </p:nvSpPr>
        <p:spPr>
          <a:xfrm xmlns:a="http://schemas.openxmlformats.org/drawingml/2006/main" rot="0">
            <a:off x="2686050" y="3733800"/>
            <a:ext cx="457200" cy="13525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07B68451-3F0A-4199-8F34-8CFB25E995BC}"/>
              </a:ext>
            </a:extLst>
          </p:cNvPr>
          <p:cNvSpPr>
            <a:spLocks xmlns:a="http://schemas.openxmlformats.org/drawingml/2006/main" noGrp="1"/>
          </p:cNvSpPr>
          <p:nvPr/>
        </p:nvSpPr>
        <p:spPr>
          <a:xfrm xmlns:a="http://schemas.openxmlformats.org/drawingml/2006/main" rot="0">
            <a:off x="3352800" y="2990850"/>
            <a:ext cx="457200" cy="20955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3" name="">
            <a:extLst xmlns:a="http://schemas.openxmlformats.org/drawingml/2006/main">
              <a:ext uri="{FF2B5EF4-FFF2-40B4-BE49-F238E27FC236}">
                <a16:creationId xmlns:a16="http://schemas.microsoft.com/office/drawing/2014/main" id="{A197B5C5-4BDB-458B-9E2C-891666DC010A}"/>
              </a:ext>
            </a:extLst>
          </p:cNvPr>
          <p:cNvSpPr>
            <a:spLocks xmlns:a="http://schemas.openxmlformats.org/drawingml/2006/main" noGrp="1"/>
          </p:cNvSpPr>
          <p:nvPr/>
        </p:nvSpPr>
        <p:spPr>
          <a:xfrm xmlns:a="http://schemas.openxmlformats.org/drawingml/2006/main" rot="0">
            <a:off x="4019550" y="2324100"/>
            <a:ext cx="457200" cy="27622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A94E49B2-6CA3-4848-B12D-D19830114371}"/>
              </a:ext>
            </a:extLst>
          </p:cNvPr>
          <p:cNvSpPr>
            <a:spLocks xmlns:a="http://schemas.openxmlformats.org/drawingml/2006/main" noGrp="1"/>
          </p:cNvSpPr>
          <p:nvPr/>
        </p:nvSpPr>
        <p:spPr>
          <a:xfrm xmlns:a="http://schemas.openxmlformats.org/drawingml/2006/main" rot="0">
            <a:off x="4686300" y="2667000"/>
            <a:ext cx="457200" cy="2419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5" name="">
            <a:extLst xmlns:a="http://schemas.openxmlformats.org/drawingml/2006/main">
              <a:ext uri="{FF2B5EF4-FFF2-40B4-BE49-F238E27FC236}">
                <a16:creationId xmlns:a16="http://schemas.microsoft.com/office/drawing/2014/main" id="{B12D7BAF-4B46-43F6-87D7-26962FA72025}"/>
              </a:ext>
            </a:extLst>
          </p:cNvPr>
          <p:cNvSpPr>
            <a:spLocks xmlns:a="http://schemas.openxmlformats.org/drawingml/2006/main" noGrp="1"/>
          </p:cNvSpPr>
          <p:nvPr/>
        </p:nvSpPr>
        <p:spPr>
          <a:xfrm xmlns:a="http://schemas.openxmlformats.org/drawingml/2006/main" rot="0">
            <a:off x="5353050" y="3314700"/>
            <a:ext cx="457200" cy="17716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6" name="">
            <a:extLst xmlns:a="http://schemas.openxmlformats.org/drawingml/2006/main">
              <a:ext uri="{FF2B5EF4-FFF2-40B4-BE49-F238E27FC236}">
                <a16:creationId xmlns:a16="http://schemas.microsoft.com/office/drawing/2014/main" id="{8199BBEC-2B80-412B-AFD8-A6321658DAAE}"/>
              </a:ext>
            </a:extLst>
          </p:cNvPr>
          <p:cNvSpPr>
            <a:spLocks xmlns:a="http://schemas.openxmlformats.org/drawingml/2006/main" noGrp="1"/>
          </p:cNvSpPr>
          <p:nvPr/>
        </p:nvSpPr>
        <p:spPr>
          <a:xfrm xmlns:a="http://schemas.openxmlformats.org/drawingml/2006/main" rot="0">
            <a:off x="6019800" y="3943350"/>
            <a:ext cx="457200" cy="11430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35F0B60F-3A75-408C-B7CA-B75BE08BBE2C}"/>
              </a:ext>
            </a:extLst>
          </p:cNvPr>
          <p:cNvSpPr>
            <a:spLocks xmlns:a="http://schemas.openxmlformats.org/drawingml/2006/main" noGrp="1"/>
          </p:cNvSpPr>
          <p:nvPr/>
        </p:nvSpPr>
        <p:spPr>
          <a:xfrm xmlns:a="http://schemas.openxmlformats.org/drawingml/2006/main" rot="0">
            <a:off x="6686550" y="4343400"/>
            <a:ext cx="457200" cy="742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8" name="">
            <a:extLst xmlns:a="http://schemas.openxmlformats.org/drawingml/2006/main">
              <a:ext uri="{FF2B5EF4-FFF2-40B4-BE49-F238E27FC236}">
                <a16:creationId xmlns:a16="http://schemas.microsoft.com/office/drawing/2014/main" id="{6A258887-5582-4702-A080-94ABBBB10B4E}"/>
              </a:ext>
            </a:extLst>
          </p:cNvPr>
          <p:cNvSpPr>
            <a:spLocks xmlns:a="http://schemas.openxmlformats.org/drawingml/2006/main" noGrp="1"/>
          </p:cNvSpPr>
          <p:nvPr/>
        </p:nvSpPr>
        <p:spPr>
          <a:xfrm xmlns:a="http://schemas.openxmlformats.org/drawingml/2006/main" rot="0">
            <a:off x="7353300" y="4572000"/>
            <a:ext cx="457200" cy="5143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9" name="">
            <a:extLst xmlns:a="http://schemas.openxmlformats.org/drawingml/2006/main">
              <a:ext uri="{FF2B5EF4-FFF2-40B4-BE49-F238E27FC236}">
                <a16:creationId xmlns:a16="http://schemas.microsoft.com/office/drawing/2014/main" id="{C1D3A8DF-B253-4135-88B7-8528E2EFA12D}"/>
              </a:ext>
            </a:extLst>
          </p:cNvPr>
          <p:cNvSpPr>
            <a:spLocks xmlns:a="http://schemas.openxmlformats.org/drawingml/2006/main" noGrp="1"/>
          </p:cNvSpPr>
          <p:nvPr/>
        </p:nvSpPr>
        <p:spPr>
          <a:xfrm xmlns:a="http://schemas.openxmlformats.org/drawingml/2006/main" rot="0">
            <a:off x="8020050" y="4705350"/>
            <a:ext cx="457200" cy="3810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0" name="">
            <a:extLst xmlns:a="http://schemas.openxmlformats.org/drawingml/2006/main">
              <a:ext uri="{FF2B5EF4-FFF2-40B4-BE49-F238E27FC236}">
                <a16:creationId xmlns:a16="http://schemas.microsoft.com/office/drawing/2014/main" id="{15954B50-C257-48D0-AA7F-359C61DA0743}"/>
              </a:ext>
            </a:extLst>
          </p:cNvPr>
          <p:cNvSpPr>
            <a:spLocks xmlns:a="http://schemas.openxmlformats.org/drawingml/2006/main" noGrp="1"/>
          </p:cNvSpPr>
          <p:nvPr/>
        </p:nvSpPr>
        <p:spPr>
          <a:xfrm xmlns:a="http://schemas.openxmlformats.org/drawingml/2006/main" rot="0">
            <a:off x="8686800" y="4819650"/>
            <a:ext cx="457200" cy="2667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1" name="">
            <a:extLst xmlns:a="http://schemas.openxmlformats.org/drawingml/2006/main">
              <a:ext uri="{FF2B5EF4-FFF2-40B4-BE49-F238E27FC236}">
                <a16:creationId xmlns:a16="http://schemas.microsoft.com/office/drawing/2014/main" id="{917373D4-E01F-43C3-8FB3-A9B946848201}"/>
              </a:ext>
            </a:extLst>
          </p:cNvPr>
          <p:cNvSpPr>
            <a:spLocks xmlns:a="http://schemas.openxmlformats.org/drawingml/2006/main" noGrp="1"/>
          </p:cNvSpPr>
          <p:nvPr/>
        </p:nvSpPr>
        <p:spPr>
          <a:xfrm xmlns:a="http://schemas.openxmlformats.org/drawingml/2006/main">
            <a:off x="363855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667085"/>
                </a:solidFill>
                <a:latin typeface="Menlo"/>
                <a:ea typeface="Menlo"/>
                <a:cs typeface="Menlo"/>
              </a:defRPr>
            </a:pPr>
            <a:r>
              <a:rPr sz="1200" b="1">
                <a:solidFill>
                  <a:srgbClr val="667085"/>
                </a:solidFill>
                <a:latin typeface="Menlo"/>
                <a:ea typeface="Menlo"/>
                <a:cs typeface="Menlo"/>
              </a:rPr>
              <a:t>p50</a:t>
            </a:r>
          </a:p>
        </p:txBody>
      </p:sp>
      <p:sp>
        <p:nvSpPr>
          <p:cNvPr id="22" name="">
            <a:extLst xmlns:a="http://schemas.openxmlformats.org/drawingml/2006/main">
              <a:ext uri="{FF2B5EF4-FFF2-40B4-BE49-F238E27FC236}">
                <a16:creationId xmlns:a16="http://schemas.microsoft.com/office/drawing/2014/main" id="{7B3566FE-10DA-46E2-8F08-BE220D77C665}"/>
              </a:ext>
            </a:extLst>
          </p:cNvPr>
          <p:cNvSpPr>
            <a:spLocks xmlns:a="http://schemas.openxmlformats.org/drawingml/2006/main" noGrp="1"/>
          </p:cNvSpPr>
          <p:nvPr/>
        </p:nvSpPr>
        <p:spPr>
          <a:xfrm xmlns:a="http://schemas.openxmlformats.org/drawingml/2006/main">
            <a:off x="763905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p95</a:t>
            </a:r>
          </a:p>
        </p:txBody>
      </p:sp>
      <p:sp>
        <p:nvSpPr>
          <p:cNvPr id="23" name="">
            <a:extLst xmlns:a="http://schemas.openxmlformats.org/drawingml/2006/main">
              <a:ext uri="{FF2B5EF4-FFF2-40B4-BE49-F238E27FC236}">
                <a16:creationId xmlns:a16="http://schemas.microsoft.com/office/drawing/2014/main" id="{85104B5C-7541-4399-B79A-7A087233331A}"/>
              </a:ext>
            </a:extLst>
          </p:cNvPr>
          <p:cNvSpPr>
            <a:spLocks xmlns:a="http://schemas.openxmlformats.org/drawingml/2006/main" noGrp="1"/>
          </p:cNvSpPr>
          <p:nvPr/>
        </p:nvSpPr>
        <p:spPr>
          <a:xfrm xmlns:a="http://schemas.openxmlformats.org/drawingml/2006/main">
            <a:off x="9639300" y="529590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p99</a:t>
            </a:r>
          </a:p>
        </p:txBody>
      </p:sp>
      <p:sp>
        <p:nvSpPr>
          <p:cNvPr id="24" name="">
            <a:extLst xmlns:a="http://schemas.openxmlformats.org/drawingml/2006/main">
              <a:ext uri="{FF2B5EF4-FFF2-40B4-BE49-F238E27FC236}">
                <a16:creationId xmlns:a16="http://schemas.microsoft.com/office/drawing/2014/main" id="{14CDE0C9-773B-46D8-B362-9ED9E157DCFB}"/>
              </a:ext>
            </a:extLst>
          </p:cNvPr>
          <p:cNvSpPr>
            <a:spLocks xmlns:a="http://schemas.openxmlformats.org/drawingml/2006/main" noGrp="1"/>
          </p:cNvSpPr>
          <p:nvPr/>
        </p:nvSpPr>
        <p:spPr>
          <a:xfrm xmlns:a="http://schemas.openxmlformats.org/drawingml/2006/main">
            <a:off x="5905500" y="163830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설명용 분포 · 실제 측정값 아님</a:t>
            </a:r>
          </a:p>
        </p:txBody>
      </p:sp>
      <p:sp>
        <p:nvSpPr>
          <p:cNvPr id="25" name="">
            <a:extLst xmlns:a="http://schemas.openxmlformats.org/drawingml/2006/main">
              <a:ext uri="{FF2B5EF4-FFF2-40B4-BE49-F238E27FC236}">
                <a16:creationId xmlns:a16="http://schemas.microsoft.com/office/drawing/2014/main" id="{262C0FBC-10B8-4DBD-8BA9-5CBBBFAE576F}"/>
              </a:ext>
            </a:extLst>
          </p:cNvPr>
          <p:cNvSpPr>
            <a:spLocks xmlns:a="http://schemas.openxmlformats.org/drawingml/2006/main" noGrp="1"/>
          </p:cNvSpPr>
          <p:nvPr/>
        </p:nvSpPr>
        <p:spPr>
          <a:xfrm xmlns:a="http://schemas.openxmlformats.org/drawingml/2006/main">
            <a:off x="5905500" y="209550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평균만으로는</a:t>
            </a:r>
          </a:p>
          <a:p xmlns:a="http://schemas.openxmlformats.org/drawingml/2006/main">
            <a:pPr algn="r">
              <a:lnSpc>
                <a:spcPct val="10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느린 꼬리 구간의 사용자 경험을 설명할 수 없음</a:t>
            </a:r>
          </a:p>
        </p:txBody>
      </p:sp>
      <p:sp>
        <p:nvSpPr>
          <p:cNvPr id="26" name="">
            <a:extLst xmlns:a="http://schemas.openxmlformats.org/drawingml/2006/main">
              <a:ext uri="{FF2B5EF4-FFF2-40B4-BE49-F238E27FC236}">
                <a16:creationId xmlns:a16="http://schemas.microsoft.com/office/drawing/2014/main" id="{62800AAC-D71B-4BC2-89D8-0B39471605E9}"/>
              </a:ext>
            </a:extLst>
          </p:cNvPr>
          <p:cNvSpPr>
            <a:spLocks xmlns:a="http://schemas.openxmlformats.org/drawingml/2006/main" noGrp="1"/>
          </p:cNvSpPr>
          <p:nvPr/>
        </p:nvSpPr>
        <p:spPr>
          <a:xfrm xmlns:a="http://schemas.openxmlformats.org/drawingml/2006/main">
            <a:off x="5905500" y="2762250"/>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3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50번째 백분위 = 일반 경험 · 95/99번째 백분위 = 느린 꼬리 · 시간 초과 = 명시적 실패</a:t>
            </a:r>
          </a:p>
        </p:txBody>
      </p:sp>
    </p:spTree>
    <p:extLst>
      <p:ext uri="{BB962C8B-B14F-4D97-AF65-F5344CB8AC3E}">
        <p14:creationId xmlns:p14="http://schemas.microsoft.com/office/powerpoint/2010/main" val="312492882"/>
      </p:ext>
    </p:extLst>
  </p:cSld>
</p:sld>
</file>

<file path=ppt/slides/slide5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FD87B3D-5235-4E17-B28E-84A66F53C8F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7182BA0B-3A07-4906-8307-CAEDBF2E4AB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55</a:t>
            </a:r>
          </a:p>
        </p:txBody>
      </p:sp>
      <p:sp>
        <p:nvSpPr>
          <p:cNvPr id="3" name="">
            <a:extLst xmlns:a="http://schemas.openxmlformats.org/drawingml/2006/main">
              <a:ext uri="{FF2B5EF4-FFF2-40B4-BE49-F238E27FC236}">
                <a16:creationId xmlns:a16="http://schemas.microsoft.com/office/drawing/2014/main" id="{38C3B712-5DD0-4C72-B875-0E80E3F1C6D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56F160F5-0A65-435D-ADC0-6DF2D2080326}"/>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5C7A5DD2-F505-4F21-9EE8-75485D6650B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2858CF61-9AB0-4E12-9560-B5C4E97CE24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LLM 요청 비용의 구성</a:t>
            </a:r>
          </a:p>
        </p:txBody>
      </p:sp>
      <p:sp>
        <p:nvSpPr>
          <p:cNvPr id="7" name="">
            <a:extLst xmlns:a="http://schemas.openxmlformats.org/drawingml/2006/main">
              <a:ext uri="{FF2B5EF4-FFF2-40B4-BE49-F238E27FC236}">
                <a16:creationId xmlns:a16="http://schemas.microsoft.com/office/drawing/2014/main" id="{CAE3198A-6E5F-4879-8CF3-D77782DE619D}"/>
              </a:ext>
            </a:extLst>
          </p:cNvPr>
          <p:cNvSpPr>
            <a:spLocks xmlns:a="http://schemas.openxmlformats.org/drawingml/2006/main" noGrp="1"/>
          </p:cNvSpPr>
          <p:nvPr/>
        </p:nvSpPr>
        <p:spPr>
          <a:xfrm xmlns:a="http://schemas.openxmlformats.org/drawingml/2006/main">
            <a:off x="609600" y="1962150"/>
            <a:ext cx="109728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2700" b="1">
                <a:solidFill>
                  <a:srgbClr val="2563EB"/>
                </a:solidFill>
                <a:latin typeface="Menlo"/>
                <a:ea typeface="Menlo"/>
                <a:cs typeface="Menlo"/>
              </a:defRPr>
            </a:pPr>
            <a:r>
              <a:rPr sz="2700" b="1">
                <a:solidFill>
                  <a:srgbClr val="2563EB"/>
                </a:solidFill>
                <a:latin typeface="Menlo"/>
                <a:ea typeface="Menlo"/>
                <a:cs typeface="Menlo"/>
              </a:rPr>
              <a:t>요청 비용 = 생성 + 워크플로 + 실패 − 재사용</a:t>
            </a:r>
          </a:p>
        </p:txBody>
      </p:sp>
      <p:sp>
        <p:nvSpPr>
          <p:cNvPr id="8" name="">
            <a:extLst xmlns:a="http://schemas.openxmlformats.org/drawingml/2006/main">
              <a:ext uri="{FF2B5EF4-FFF2-40B4-BE49-F238E27FC236}">
                <a16:creationId xmlns:a16="http://schemas.microsoft.com/office/drawing/2014/main" id="{91B1BFA4-2536-4045-B739-F232ECEC53C3}"/>
              </a:ext>
            </a:extLst>
          </p:cNvPr>
          <p:cNvSpPr>
            <a:spLocks xmlns:a="http://schemas.openxmlformats.org/drawingml/2006/main" noGrp="1"/>
          </p:cNvSpPr>
          <p:nvPr/>
        </p:nvSpPr>
        <p:spPr>
          <a:xfrm xmlns:a="http://schemas.openxmlformats.org/drawingml/2006/main" flipH="0" flipV="0">
            <a:off x="1733550" y="3371850"/>
            <a:ext cx="87249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9" name="">
            <a:extLst xmlns:a="http://schemas.openxmlformats.org/drawingml/2006/main">
              <a:ext uri="{FF2B5EF4-FFF2-40B4-BE49-F238E27FC236}">
                <a16:creationId xmlns:a16="http://schemas.microsoft.com/office/drawing/2014/main" id="{937DB324-D847-4AC7-99EB-8D88260EBF8E}"/>
              </a:ext>
            </a:extLst>
          </p:cNvPr>
          <p:cNvSpPr>
            <a:spLocks xmlns:a="http://schemas.openxmlformats.org/drawingml/2006/main" noGrp="1"/>
          </p:cNvSpPr>
          <p:nvPr/>
        </p:nvSpPr>
        <p:spPr>
          <a:xfrm xmlns:a="http://schemas.openxmlformats.org/drawingml/2006/main">
            <a:off x="1733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생성</a:t>
            </a:r>
          </a:p>
        </p:txBody>
      </p:sp>
      <p:sp>
        <p:nvSpPr>
          <p:cNvPr id="10" name="">
            <a:extLst xmlns:a="http://schemas.openxmlformats.org/drawingml/2006/main">
              <a:ext uri="{FF2B5EF4-FFF2-40B4-BE49-F238E27FC236}">
                <a16:creationId xmlns:a16="http://schemas.microsoft.com/office/drawing/2014/main" id="{F0D50BEB-7151-4847-B3B8-805B13835460}"/>
              </a:ext>
            </a:extLst>
          </p:cNvPr>
          <p:cNvSpPr>
            <a:spLocks xmlns:a="http://schemas.openxmlformats.org/drawingml/2006/main" noGrp="1"/>
          </p:cNvSpPr>
          <p:nvPr/>
        </p:nvSpPr>
        <p:spPr>
          <a:xfrm xmlns:a="http://schemas.openxmlformats.org/drawingml/2006/main">
            <a:off x="1733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입력·맥락·출력 토큰</a:t>
            </a:r>
          </a:p>
        </p:txBody>
      </p:sp>
      <p:sp>
        <p:nvSpPr>
          <p:cNvPr id="11" name="">
            <a:extLst xmlns:a="http://schemas.openxmlformats.org/drawingml/2006/main">
              <a:ext uri="{FF2B5EF4-FFF2-40B4-BE49-F238E27FC236}">
                <a16:creationId xmlns:a16="http://schemas.microsoft.com/office/drawing/2014/main" id="{72D0F295-2061-42B2-94C5-878B3296EFB3}"/>
              </a:ext>
            </a:extLst>
          </p:cNvPr>
          <p:cNvSpPr>
            <a:spLocks xmlns:a="http://schemas.openxmlformats.org/drawingml/2006/main" noGrp="1"/>
          </p:cNvSpPr>
          <p:nvPr/>
        </p:nvSpPr>
        <p:spPr>
          <a:xfrm xmlns:a="http://schemas.openxmlformats.org/drawingml/2006/main">
            <a:off x="4019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워크플로</a:t>
            </a:r>
          </a:p>
        </p:txBody>
      </p:sp>
      <p:sp>
        <p:nvSpPr>
          <p:cNvPr id="12" name="">
            <a:extLst xmlns:a="http://schemas.openxmlformats.org/drawingml/2006/main">
              <a:ext uri="{FF2B5EF4-FFF2-40B4-BE49-F238E27FC236}">
                <a16:creationId xmlns:a16="http://schemas.microsoft.com/office/drawing/2014/main" id="{A1DF980B-3156-4DCA-8EFA-F54116065E41}"/>
              </a:ext>
            </a:extLst>
          </p:cNvPr>
          <p:cNvSpPr>
            <a:spLocks xmlns:a="http://schemas.openxmlformats.org/drawingml/2006/main" noGrp="1"/>
          </p:cNvSpPr>
          <p:nvPr/>
        </p:nvSpPr>
        <p:spPr>
          <a:xfrm xmlns:a="http://schemas.openxmlformats.org/drawingml/2006/main">
            <a:off x="4019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검색·재순위·검증·도구</a:t>
            </a:r>
          </a:p>
        </p:txBody>
      </p:sp>
      <p:sp>
        <p:nvSpPr>
          <p:cNvPr id="13" name="">
            <a:extLst xmlns:a="http://schemas.openxmlformats.org/drawingml/2006/main">
              <a:ext uri="{FF2B5EF4-FFF2-40B4-BE49-F238E27FC236}">
                <a16:creationId xmlns:a16="http://schemas.microsoft.com/office/drawing/2014/main" id="{1A564266-7A6D-490A-A611-6F67C8542CA1}"/>
              </a:ext>
            </a:extLst>
          </p:cNvPr>
          <p:cNvSpPr>
            <a:spLocks xmlns:a="http://schemas.openxmlformats.org/drawingml/2006/main" noGrp="1"/>
          </p:cNvSpPr>
          <p:nvPr/>
        </p:nvSpPr>
        <p:spPr>
          <a:xfrm xmlns:a="http://schemas.openxmlformats.org/drawingml/2006/main">
            <a:off x="6305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실패</a:t>
            </a:r>
          </a:p>
        </p:txBody>
      </p:sp>
      <p:sp>
        <p:nvSpPr>
          <p:cNvPr id="14" name="">
            <a:extLst xmlns:a="http://schemas.openxmlformats.org/drawingml/2006/main">
              <a:ext uri="{FF2B5EF4-FFF2-40B4-BE49-F238E27FC236}">
                <a16:creationId xmlns:a16="http://schemas.microsoft.com/office/drawing/2014/main" id="{0894EB88-9AF5-46BA-8F42-86FC988E0A64}"/>
              </a:ext>
            </a:extLst>
          </p:cNvPr>
          <p:cNvSpPr>
            <a:spLocks xmlns:a="http://schemas.openxmlformats.org/drawingml/2006/main" noGrp="1"/>
          </p:cNvSpPr>
          <p:nvPr/>
        </p:nvSpPr>
        <p:spPr>
          <a:xfrm xmlns:a="http://schemas.openxmlformats.org/drawingml/2006/main">
            <a:off x="6305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재시도·대체 경로</a:t>
            </a:r>
          </a:p>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시간 초과</a:t>
            </a:r>
          </a:p>
        </p:txBody>
      </p:sp>
      <p:sp>
        <p:nvSpPr>
          <p:cNvPr id="15" name="">
            <a:extLst xmlns:a="http://schemas.openxmlformats.org/drawingml/2006/main">
              <a:ext uri="{FF2B5EF4-FFF2-40B4-BE49-F238E27FC236}">
                <a16:creationId xmlns:a16="http://schemas.microsoft.com/office/drawing/2014/main" id="{E5B553A1-8F55-478A-BFB5-1CFB23C51700}"/>
              </a:ext>
            </a:extLst>
          </p:cNvPr>
          <p:cNvSpPr>
            <a:spLocks xmlns:a="http://schemas.openxmlformats.org/drawingml/2006/main" noGrp="1"/>
          </p:cNvSpPr>
          <p:nvPr/>
        </p:nvSpPr>
        <p:spPr>
          <a:xfrm xmlns:a="http://schemas.openxmlformats.org/drawingml/2006/main">
            <a:off x="8591550" y="3733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재사용</a:t>
            </a:r>
          </a:p>
        </p:txBody>
      </p:sp>
      <p:sp>
        <p:nvSpPr>
          <p:cNvPr id="16" name="">
            <a:extLst xmlns:a="http://schemas.openxmlformats.org/drawingml/2006/main">
              <a:ext uri="{FF2B5EF4-FFF2-40B4-BE49-F238E27FC236}">
                <a16:creationId xmlns:a16="http://schemas.microsoft.com/office/drawing/2014/main" id="{765A91BA-C972-491F-8A20-D54DEB5C7C8D}"/>
              </a:ext>
            </a:extLst>
          </p:cNvPr>
          <p:cNvSpPr>
            <a:spLocks xmlns:a="http://schemas.openxmlformats.org/drawingml/2006/main" noGrp="1"/>
          </p:cNvSpPr>
          <p:nvPr/>
        </p:nvSpPr>
        <p:spPr>
          <a:xfrm xmlns:a="http://schemas.openxmlformats.org/drawingml/2006/main">
            <a:off x="8591550" y="4248150"/>
            <a:ext cx="186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20000"/>
              </a:lnSpc>
              <a:buNone/>
              <a:defRPr sz="1275" b="0">
                <a:solidFill>
                  <a:srgbClr val="98A2B3"/>
                </a:solidFill>
                <a:latin typeface="AppleGothic"/>
                <a:ea typeface="AppleGothic"/>
                <a:cs typeface="AppleGothic"/>
              </a:defRPr>
            </a:pPr>
            <a:r>
              <a:rPr sz="1275" b="0">
                <a:solidFill>
                  <a:srgbClr val="98A2B3"/>
                </a:solidFill>
                <a:latin typeface="AppleGothic"/>
                <a:ea typeface="AppleGothic"/>
                <a:cs typeface="AppleGothic"/>
              </a:rPr>
              <a:t>캐시·일괄 처리·모델 선택</a:t>
            </a:r>
          </a:p>
        </p:txBody>
      </p:sp>
      <p:sp>
        <p:nvSpPr>
          <p:cNvPr id="17" name="">
            <a:extLst xmlns:a="http://schemas.openxmlformats.org/drawingml/2006/main">
              <a:ext uri="{FF2B5EF4-FFF2-40B4-BE49-F238E27FC236}">
                <a16:creationId xmlns:a16="http://schemas.microsoft.com/office/drawing/2014/main" id="{CE72E9EF-5891-485F-B6C5-3A62A907E5E5}"/>
              </a:ext>
            </a:extLst>
          </p:cNvPr>
          <p:cNvSpPr>
            <a:spLocks xmlns:a="http://schemas.openxmlformats.org/drawingml/2006/main" noGrp="1"/>
          </p:cNvSpPr>
          <p:nvPr/>
        </p:nvSpPr>
        <p:spPr>
          <a:xfrm xmlns:a="http://schemas.openxmlformats.org/drawingml/2006/main">
            <a:off x="609600" y="55816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425" b="1">
                <a:solidFill>
                  <a:srgbClr val="FFFFFF"/>
                </a:solidFill>
                <a:latin typeface="AppleGothic"/>
                <a:ea typeface="AppleGothic"/>
                <a:cs typeface="AppleGothic"/>
              </a:defRPr>
            </a:pPr>
            <a:r>
              <a:rPr sz="1425" b="1">
                <a:solidFill>
                  <a:srgbClr val="FFFFFF"/>
                </a:solidFill>
                <a:latin typeface="AppleGothic"/>
                <a:ea typeface="AppleGothic"/>
                <a:cs typeface="AppleGothic"/>
              </a:rPr>
              <a:t>모델 단가만이 아니라 한 요청이 실제로 거치는 전체 경로</a:t>
            </a:r>
          </a:p>
        </p:txBody>
      </p:sp>
    </p:spTree>
    <p:extLst>
      <p:ext uri="{BB962C8B-B14F-4D97-AF65-F5344CB8AC3E}">
        <p14:creationId xmlns:p14="http://schemas.microsoft.com/office/powerpoint/2010/main" val="1761642768"/>
      </p:ext>
    </p:extLst>
  </p:cSld>
</p:sld>
</file>

<file path=ppt/slides/slide5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9D556F6F-8CEB-4C27-B585-B6911978221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71AC5616-9107-47D9-9994-2A2D28FF343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56</a:t>
            </a:r>
          </a:p>
        </p:txBody>
      </p:sp>
      <p:sp>
        <p:nvSpPr>
          <p:cNvPr id="3" name="">
            <a:extLst xmlns:a="http://schemas.openxmlformats.org/drawingml/2006/main">
              <a:ext uri="{FF2B5EF4-FFF2-40B4-BE49-F238E27FC236}">
                <a16:creationId xmlns:a16="http://schemas.microsoft.com/office/drawing/2014/main" id="{C952F2D5-A298-428F-B5A1-956737BB17F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89723469-1A3B-4334-9AA5-9DC89940195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6758DF80-CB07-46CF-AE6C-2A77E23D204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37172F9-2880-4E83-AA58-D6970308499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입력부터 저장까지의 보안·안전 기준</a:t>
            </a:r>
          </a:p>
        </p:txBody>
      </p:sp>
      <p:sp>
        <p:nvSpPr>
          <p:cNvPr id="7" name="">
            <a:extLst xmlns:a="http://schemas.openxmlformats.org/drawingml/2006/main">
              <a:ext uri="{FF2B5EF4-FFF2-40B4-BE49-F238E27FC236}">
                <a16:creationId xmlns:a16="http://schemas.microsoft.com/office/drawing/2014/main" id="{82C8E42D-35EB-4E90-A7AF-EBF8A5ADC2C5}"/>
              </a:ext>
            </a:extLst>
          </p:cNvPr>
          <p:cNvSpPr>
            <a:spLocks xmlns:a="http://schemas.openxmlformats.org/drawingml/2006/main" noGrp="1"/>
          </p:cNvSpPr>
          <p:nvPr/>
        </p:nvSpPr>
        <p:spPr>
          <a:xfrm xmlns:a="http://schemas.openxmlformats.org/drawingml/2006/main">
            <a:off x="609600" y="1962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입력</a:t>
            </a:r>
          </a:p>
        </p:txBody>
      </p:sp>
      <p:sp>
        <p:nvSpPr>
          <p:cNvPr id="8" name="">
            <a:extLst xmlns:a="http://schemas.openxmlformats.org/drawingml/2006/main">
              <a:ext uri="{FF2B5EF4-FFF2-40B4-BE49-F238E27FC236}">
                <a16:creationId xmlns:a16="http://schemas.microsoft.com/office/drawing/2014/main" id="{AB7F790B-958B-490D-B75C-0911BEB9379D}"/>
              </a:ext>
            </a:extLst>
          </p:cNvPr>
          <p:cNvSpPr>
            <a:spLocks xmlns:a="http://schemas.openxmlformats.org/drawingml/2006/main" noGrp="1"/>
          </p:cNvSpPr>
          <p:nvPr/>
        </p:nvSpPr>
        <p:spPr>
          <a:xfrm xmlns:a="http://schemas.openxmlformats.org/drawingml/2006/main" flipH="0" flipV="0">
            <a:off x="2495550" y="2190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39040A5B-8F6D-4E08-AC00-DA2D0C33A02F}"/>
              </a:ext>
            </a:extLst>
          </p:cNvPr>
          <p:cNvSpPr>
            <a:spLocks xmlns:a="http://schemas.openxmlformats.org/drawingml/2006/main" noGrp="1"/>
          </p:cNvSpPr>
          <p:nvPr/>
        </p:nvSpPr>
        <p:spPr>
          <a:xfrm xmlns:a="http://schemas.openxmlformats.org/drawingml/2006/main" rot="0">
            <a:off x="272415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D69E4EF7-4501-47B1-AFFD-68E1E3F93E45}"/>
              </a:ext>
            </a:extLst>
          </p:cNvPr>
          <p:cNvSpPr>
            <a:spLocks xmlns:a="http://schemas.openxmlformats.org/drawingml/2006/main" noGrp="1"/>
          </p:cNvSpPr>
          <p:nvPr/>
        </p:nvSpPr>
        <p:spPr>
          <a:xfrm xmlns:a="http://schemas.openxmlformats.org/drawingml/2006/main">
            <a:off x="281940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개인 식별 정보</a:t>
            </a:r>
          </a:p>
        </p:txBody>
      </p:sp>
      <p:sp>
        <p:nvSpPr>
          <p:cNvPr id="11" name="">
            <a:extLst xmlns:a="http://schemas.openxmlformats.org/drawingml/2006/main">
              <a:ext uri="{FF2B5EF4-FFF2-40B4-BE49-F238E27FC236}">
                <a16:creationId xmlns:a16="http://schemas.microsoft.com/office/drawing/2014/main" id="{DB9261BB-93AB-41D7-88C5-FD4E8BAAA3AA}"/>
              </a:ext>
            </a:extLst>
          </p:cNvPr>
          <p:cNvSpPr>
            <a:spLocks xmlns:a="http://schemas.openxmlformats.org/drawingml/2006/main" noGrp="1"/>
          </p:cNvSpPr>
          <p:nvPr/>
        </p:nvSpPr>
        <p:spPr>
          <a:xfrm xmlns:a="http://schemas.openxmlformats.org/drawingml/2006/main" rot="0">
            <a:off x="483870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61A6488A-155F-4D0A-A843-FBB323229A45}"/>
              </a:ext>
            </a:extLst>
          </p:cNvPr>
          <p:cNvSpPr>
            <a:spLocks xmlns:a="http://schemas.openxmlformats.org/drawingml/2006/main" noGrp="1"/>
          </p:cNvSpPr>
          <p:nvPr/>
        </p:nvSpPr>
        <p:spPr>
          <a:xfrm xmlns:a="http://schemas.openxmlformats.org/drawingml/2006/main">
            <a:off x="493395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정책 분류</a:t>
            </a:r>
          </a:p>
        </p:txBody>
      </p:sp>
      <p:sp>
        <p:nvSpPr>
          <p:cNvPr id="13" name="">
            <a:extLst xmlns:a="http://schemas.openxmlformats.org/drawingml/2006/main">
              <a:ext uri="{FF2B5EF4-FFF2-40B4-BE49-F238E27FC236}">
                <a16:creationId xmlns:a16="http://schemas.microsoft.com/office/drawing/2014/main" id="{9D257BFA-9921-43A2-BDC4-6D2D3DC7295D}"/>
              </a:ext>
            </a:extLst>
          </p:cNvPr>
          <p:cNvSpPr>
            <a:spLocks xmlns:a="http://schemas.openxmlformats.org/drawingml/2006/main" noGrp="1"/>
          </p:cNvSpPr>
          <p:nvPr/>
        </p:nvSpPr>
        <p:spPr>
          <a:xfrm xmlns:a="http://schemas.openxmlformats.org/drawingml/2006/main" rot="0">
            <a:off x="6953250" y="1866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063A68EB-28DB-49CB-8C76-16FBB5875F54}"/>
              </a:ext>
            </a:extLst>
          </p:cNvPr>
          <p:cNvSpPr>
            <a:spLocks xmlns:a="http://schemas.openxmlformats.org/drawingml/2006/main" noGrp="1"/>
          </p:cNvSpPr>
          <p:nvPr/>
        </p:nvSpPr>
        <p:spPr>
          <a:xfrm xmlns:a="http://schemas.openxmlformats.org/drawingml/2006/main">
            <a:off x="7048500" y="1866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프롬프트 주입</a:t>
            </a:r>
          </a:p>
        </p:txBody>
      </p:sp>
      <p:sp>
        <p:nvSpPr>
          <p:cNvPr id="15" name="">
            <a:extLst xmlns:a="http://schemas.openxmlformats.org/drawingml/2006/main">
              <a:ext uri="{FF2B5EF4-FFF2-40B4-BE49-F238E27FC236}">
                <a16:creationId xmlns:a16="http://schemas.microsoft.com/office/drawing/2014/main" id="{0F6600EE-9426-4914-9812-BE0F317A4F69}"/>
              </a:ext>
            </a:extLst>
          </p:cNvPr>
          <p:cNvSpPr>
            <a:spLocks xmlns:a="http://schemas.openxmlformats.org/drawingml/2006/main" noGrp="1"/>
          </p:cNvSpPr>
          <p:nvPr/>
        </p:nvSpPr>
        <p:spPr>
          <a:xfrm xmlns:a="http://schemas.openxmlformats.org/drawingml/2006/main">
            <a:off x="609600" y="3105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실행</a:t>
            </a:r>
          </a:p>
        </p:txBody>
      </p:sp>
      <p:sp>
        <p:nvSpPr>
          <p:cNvPr id="16" name="">
            <a:extLst xmlns:a="http://schemas.openxmlformats.org/drawingml/2006/main">
              <a:ext uri="{FF2B5EF4-FFF2-40B4-BE49-F238E27FC236}">
                <a16:creationId xmlns:a16="http://schemas.microsoft.com/office/drawing/2014/main" id="{17E8385C-4A9F-482B-A826-229EF75B3C41}"/>
              </a:ext>
            </a:extLst>
          </p:cNvPr>
          <p:cNvSpPr>
            <a:spLocks xmlns:a="http://schemas.openxmlformats.org/drawingml/2006/main" noGrp="1"/>
          </p:cNvSpPr>
          <p:nvPr/>
        </p:nvSpPr>
        <p:spPr>
          <a:xfrm xmlns:a="http://schemas.openxmlformats.org/drawingml/2006/main" flipH="0" flipV="0">
            <a:off x="2495550" y="3333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FA223CC5-DA7A-4167-8D19-8E6AB2FFB1BD}"/>
              </a:ext>
            </a:extLst>
          </p:cNvPr>
          <p:cNvSpPr>
            <a:spLocks xmlns:a="http://schemas.openxmlformats.org/drawingml/2006/main" noGrp="1"/>
          </p:cNvSpPr>
          <p:nvPr/>
        </p:nvSpPr>
        <p:spPr>
          <a:xfrm xmlns:a="http://schemas.openxmlformats.org/drawingml/2006/main" rot="0">
            <a:off x="272415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BC1DD9B7-A2C7-41E7-BA54-CE4FD51B96F2}"/>
              </a:ext>
            </a:extLst>
          </p:cNvPr>
          <p:cNvSpPr>
            <a:spLocks xmlns:a="http://schemas.openxmlformats.org/drawingml/2006/main" noGrp="1"/>
          </p:cNvSpPr>
          <p:nvPr/>
        </p:nvSpPr>
        <p:spPr>
          <a:xfrm xmlns:a="http://schemas.openxmlformats.org/drawingml/2006/main">
            <a:off x="281940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도구 허용목록</a:t>
            </a:r>
          </a:p>
        </p:txBody>
      </p:sp>
      <p:sp>
        <p:nvSpPr>
          <p:cNvPr id="19" name="">
            <a:extLst xmlns:a="http://schemas.openxmlformats.org/drawingml/2006/main">
              <a:ext uri="{FF2B5EF4-FFF2-40B4-BE49-F238E27FC236}">
                <a16:creationId xmlns:a16="http://schemas.microsoft.com/office/drawing/2014/main" id="{08B77675-70D6-4983-B055-61A66A3E8D7B}"/>
              </a:ext>
            </a:extLst>
          </p:cNvPr>
          <p:cNvSpPr>
            <a:spLocks xmlns:a="http://schemas.openxmlformats.org/drawingml/2006/main" noGrp="1"/>
          </p:cNvSpPr>
          <p:nvPr/>
        </p:nvSpPr>
        <p:spPr>
          <a:xfrm xmlns:a="http://schemas.openxmlformats.org/drawingml/2006/main" rot="0">
            <a:off x="483870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A136D7FB-FACA-47ED-BC31-55B4E52FE340}"/>
              </a:ext>
            </a:extLst>
          </p:cNvPr>
          <p:cNvSpPr>
            <a:spLocks xmlns:a="http://schemas.openxmlformats.org/drawingml/2006/main" noGrp="1"/>
          </p:cNvSpPr>
          <p:nvPr/>
        </p:nvSpPr>
        <p:spPr>
          <a:xfrm xmlns:a="http://schemas.openxmlformats.org/drawingml/2006/main">
            <a:off x="493395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시간 초과</a:t>
            </a:r>
          </a:p>
        </p:txBody>
      </p:sp>
      <p:sp>
        <p:nvSpPr>
          <p:cNvPr id="21" name="">
            <a:extLst xmlns:a="http://schemas.openxmlformats.org/drawingml/2006/main">
              <a:ext uri="{FF2B5EF4-FFF2-40B4-BE49-F238E27FC236}">
                <a16:creationId xmlns:a16="http://schemas.microsoft.com/office/drawing/2014/main" id="{E5B7713B-2427-4466-BE2F-D5E7E059100E}"/>
              </a:ext>
            </a:extLst>
          </p:cNvPr>
          <p:cNvSpPr>
            <a:spLocks xmlns:a="http://schemas.openxmlformats.org/drawingml/2006/main" noGrp="1"/>
          </p:cNvSpPr>
          <p:nvPr/>
        </p:nvSpPr>
        <p:spPr>
          <a:xfrm xmlns:a="http://schemas.openxmlformats.org/drawingml/2006/main" rot="0">
            <a:off x="6953250" y="3009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0D38C85E-5F81-42F4-B2AE-0E7650D1E9E5}"/>
              </a:ext>
            </a:extLst>
          </p:cNvPr>
          <p:cNvSpPr>
            <a:spLocks xmlns:a="http://schemas.openxmlformats.org/drawingml/2006/main" noGrp="1"/>
          </p:cNvSpPr>
          <p:nvPr/>
        </p:nvSpPr>
        <p:spPr>
          <a:xfrm xmlns:a="http://schemas.openxmlformats.org/drawingml/2006/main">
            <a:off x="7048500" y="3009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사람 검토</a:t>
            </a:r>
          </a:p>
        </p:txBody>
      </p:sp>
      <p:sp>
        <p:nvSpPr>
          <p:cNvPr id="23" name="">
            <a:extLst xmlns:a="http://schemas.openxmlformats.org/drawingml/2006/main">
              <a:ext uri="{FF2B5EF4-FFF2-40B4-BE49-F238E27FC236}">
                <a16:creationId xmlns:a16="http://schemas.microsoft.com/office/drawing/2014/main" id="{91CC56B7-3253-4D76-B66D-E8E6E62D9849}"/>
              </a:ext>
            </a:extLst>
          </p:cNvPr>
          <p:cNvSpPr>
            <a:spLocks xmlns:a="http://schemas.openxmlformats.org/drawingml/2006/main" noGrp="1"/>
          </p:cNvSpPr>
          <p:nvPr/>
        </p:nvSpPr>
        <p:spPr>
          <a:xfrm xmlns:a="http://schemas.openxmlformats.org/drawingml/2006/main">
            <a:off x="609600" y="4248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출력</a:t>
            </a:r>
          </a:p>
        </p:txBody>
      </p:sp>
      <p:sp>
        <p:nvSpPr>
          <p:cNvPr id="24" name="">
            <a:extLst xmlns:a="http://schemas.openxmlformats.org/drawingml/2006/main">
              <a:ext uri="{FF2B5EF4-FFF2-40B4-BE49-F238E27FC236}">
                <a16:creationId xmlns:a16="http://schemas.microsoft.com/office/drawing/2014/main" id="{D84B0F56-BB51-4E63-893C-99799E36DC2C}"/>
              </a:ext>
            </a:extLst>
          </p:cNvPr>
          <p:cNvSpPr>
            <a:spLocks xmlns:a="http://schemas.openxmlformats.org/drawingml/2006/main" noGrp="1"/>
          </p:cNvSpPr>
          <p:nvPr/>
        </p:nvSpPr>
        <p:spPr>
          <a:xfrm xmlns:a="http://schemas.openxmlformats.org/drawingml/2006/main" flipH="0" flipV="0">
            <a:off x="2495550" y="4476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10C81F84-D047-4105-8539-7D221BACC03C}"/>
              </a:ext>
            </a:extLst>
          </p:cNvPr>
          <p:cNvSpPr>
            <a:spLocks xmlns:a="http://schemas.openxmlformats.org/drawingml/2006/main" noGrp="1"/>
          </p:cNvSpPr>
          <p:nvPr/>
        </p:nvSpPr>
        <p:spPr>
          <a:xfrm xmlns:a="http://schemas.openxmlformats.org/drawingml/2006/main" rot="0">
            <a:off x="272415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99032AA2-13EE-4196-9780-DDFE704F8060}"/>
              </a:ext>
            </a:extLst>
          </p:cNvPr>
          <p:cNvSpPr>
            <a:spLocks xmlns:a="http://schemas.openxmlformats.org/drawingml/2006/main" noGrp="1"/>
          </p:cNvSpPr>
          <p:nvPr/>
        </p:nvSpPr>
        <p:spPr>
          <a:xfrm xmlns:a="http://schemas.openxmlformats.org/drawingml/2006/main">
            <a:off x="281940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근거 연결</a:t>
            </a:r>
          </a:p>
        </p:txBody>
      </p:sp>
      <p:sp>
        <p:nvSpPr>
          <p:cNvPr id="27" name="">
            <a:extLst xmlns:a="http://schemas.openxmlformats.org/drawingml/2006/main">
              <a:ext uri="{FF2B5EF4-FFF2-40B4-BE49-F238E27FC236}">
                <a16:creationId xmlns:a16="http://schemas.microsoft.com/office/drawing/2014/main" id="{D2E9BCA0-F311-4E5A-8AC7-DE0AE8DBB2DC}"/>
              </a:ext>
            </a:extLst>
          </p:cNvPr>
          <p:cNvSpPr>
            <a:spLocks xmlns:a="http://schemas.openxmlformats.org/drawingml/2006/main" noGrp="1"/>
          </p:cNvSpPr>
          <p:nvPr/>
        </p:nvSpPr>
        <p:spPr>
          <a:xfrm xmlns:a="http://schemas.openxmlformats.org/drawingml/2006/main" rot="0">
            <a:off x="483870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0400885F-882C-4419-91CA-54B64397738C}"/>
              </a:ext>
            </a:extLst>
          </p:cNvPr>
          <p:cNvSpPr>
            <a:spLocks xmlns:a="http://schemas.openxmlformats.org/drawingml/2006/main" noGrp="1"/>
          </p:cNvSpPr>
          <p:nvPr/>
        </p:nvSpPr>
        <p:spPr>
          <a:xfrm xmlns:a="http://schemas.openxmlformats.org/drawingml/2006/main">
            <a:off x="493395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금지 표현</a:t>
            </a:r>
          </a:p>
        </p:txBody>
      </p:sp>
      <p:sp>
        <p:nvSpPr>
          <p:cNvPr id="29" name="">
            <a:extLst xmlns:a="http://schemas.openxmlformats.org/drawingml/2006/main">
              <a:ext uri="{FF2B5EF4-FFF2-40B4-BE49-F238E27FC236}">
                <a16:creationId xmlns:a16="http://schemas.microsoft.com/office/drawing/2014/main" id="{497B2C5E-4B61-4460-9967-8DE6F60B63CA}"/>
              </a:ext>
            </a:extLst>
          </p:cNvPr>
          <p:cNvSpPr>
            <a:spLocks xmlns:a="http://schemas.openxmlformats.org/drawingml/2006/main" noGrp="1"/>
          </p:cNvSpPr>
          <p:nvPr/>
        </p:nvSpPr>
        <p:spPr>
          <a:xfrm xmlns:a="http://schemas.openxmlformats.org/drawingml/2006/main" rot="0">
            <a:off x="6953250" y="4152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3272C9F8-5D84-4010-AE25-49742E7CAB9B}"/>
              </a:ext>
            </a:extLst>
          </p:cNvPr>
          <p:cNvSpPr>
            <a:spLocks xmlns:a="http://schemas.openxmlformats.org/drawingml/2006/main" noGrp="1"/>
          </p:cNvSpPr>
          <p:nvPr/>
        </p:nvSpPr>
        <p:spPr>
          <a:xfrm xmlns:a="http://schemas.openxmlformats.org/drawingml/2006/main">
            <a:off x="7048500" y="4152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감사 로그</a:t>
            </a:r>
          </a:p>
        </p:txBody>
      </p:sp>
      <p:sp>
        <p:nvSpPr>
          <p:cNvPr id="31" name="">
            <a:extLst xmlns:a="http://schemas.openxmlformats.org/drawingml/2006/main">
              <a:ext uri="{FF2B5EF4-FFF2-40B4-BE49-F238E27FC236}">
                <a16:creationId xmlns:a16="http://schemas.microsoft.com/office/drawing/2014/main" id="{290C754F-B51D-4B0B-9846-9D7E245AF4C4}"/>
              </a:ext>
            </a:extLst>
          </p:cNvPr>
          <p:cNvSpPr>
            <a:spLocks xmlns:a="http://schemas.openxmlformats.org/drawingml/2006/main" noGrp="1"/>
          </p:cNvSpPr>
          <p:nvPr/>
        </p:nvSpPr>
        <p:spPr>
          <a:xfrm xmlns:a="http://schemas.openxmlformats.org/drawingml/2006/main">
            <a:off x="609600" y="5391150"/>
            <a:ext cx="1809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저장</a:t>
            </a:r>
          </a:p>
        </p:txBody>
      </p:sp>
      <p:sp>
        <p:nvSpPr>
          <p:cNvPr id="32" name="">
            <a:extLst xmlns:a="http://schemas.openxmlformats.org/drawingml/2006/main">
              <a:ext uri="{FF2B5EF4-FFF2-40B4-BE49-F238E27FC236}">
                <a16:creationId xmlns:a16="http://schemas.microsoft.com/office/drawing/2014/main" id="{70D4F166-4CEA-4A0B-A4B8-4670E1B8C020}"/>
              </a:ext>
            </a:extLst>
          </p:cNvPr>
          <p:cNvSpPr>
            <a:spLocks xmlns:a="http://schemas.openxmlformats.org/drawingml/2006/main" noGrp="1"/>
          </p:cNvSpPr>
          <p:nvPr/>
        </p:nvSpPr>
        <p:spPr>
          <a:xfrm xmlns:a="http://schemas.openxmlformats.org/drawingml/2006/main" flipH="0" flipV="0">
            <a:off x="2495550" y="5619750"/>
            <a:ext cx="90868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3" name="">
            <a:extLst xmlns:a="http://schemas.openxmlformats.org/drawingml/2006/main">
              <a:ext uri="{FF2B5EF4-FFF2-40B4-BE49-F238E27FC236}">
                <a16:creationId xmlns:a16="http://schemas.microsoft.com/office/drawing/2014/main" id="{70A8598B-34B9-4FE7-9967-2F4A7DD158D1}"/>
              </a:ext>
            </a:extLst>
          </p:cNvPr>
          <p:cNvSpPr>
            <a:spLocks xmlns:a="http://schemas.openxmlformats.org/drawingml/2006/main" noGrp="1"/>
          </p:cNvSpPr>
          <p:nvPr/>
        </p:nvSpPr>
        <p:spPr>
          <a:xfrm xmlns:a="http://schemas.openxmlformats.org/drawingml/2006/main" rot="0">
            <a:off x="272415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F9FA78DB-E64A-4493-9EE6-13C9AD9161ED}"/>
              </a:ext>
            </a:extLst>
          </p:cNvPr>
          <p:cNvSpPr>
            <a:spLocks xmlns:a="http://schemas.openxmlformats.org/drawingml/2006/main" noGrp="1"/>
          </p:cNvSpPr>
          <p:nvPr/>
        </p:nvSpPr>
        <p:spPr>
          <a:xfrm xmlns:a="http://schemas.openxmlformats.org/drawingml/2006/main">
            <a:off x="281940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원문 최소화</a:t>
            </a:r>
          </a:p>
        </p:txBody>
      </p:sp>
      <p:sp>
        <p:nvSpPr>
          <p:cNvPr id="35" name="">
            <a:extLst xmlns:a="http://schemas.openxmlformats.org/drawingml/2006/main">
              <a:ext uri="{FF2B5EF4-FFF2-40B4-BE49-F238E27FC236}">
                <a16:creationId xmlns:a16="http://schemas.microsoft.com/office/drawing/2014/main" id="{FE3E49BA-1DFE-4049-A482-8E9778E321D0}"/>
              </a:ext>
            </a:extLst>
          </p:cNvPr>
          <p:cNvSpPr>
            <a:spLocks xmlns:a="http://schemas.openxmlformats.org/drawingml/2006/main" noGrp="1"/>
          </p:cNvSpPr>
          <p:nvPr/>
        </p:nvSpPr>
        <p:spPr>
          <a:xfrm xmlns:a="http://schemas.openxmlformats.org/drawingml/2006/main" rot="0">
            <a:off x="483870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B35AB1B4-8937-4DDC-AE0D-76E2B09538A2}"/>
              </a:ext>
            </a:extLst>
          </p:cNvPr>
          <p:cNvSpPr>
            <a:spLocks xmlns:a="http://schemas.openxmlformats.org/drawingml/2006/main" noGrp="1"/>
          </p:cNvSpPr>
          <p:nvPr/>
        </p:nvSpPr>
        <p:spPr>
          <a:xfrm xmlns:a="http://schemas.openxmlformats.org/drawingml/2006/main">
            <a:off x="493395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보존 기간</a:t>
            </a:r>
          </a:p>
        </p:txBody>
      </p:sp>
      <p:sp>
        <p:nvSpPr>
          <p:cNvPr id="37" name="">
            <a:extLst xmlns:a="http://schemas.openxmlformats.org/drawingml/2006/main">
              <a:ext uri="{FF2B5EF4-FFF2-40B4-BE49-F238E27FC236}">
                <a16:creationId xmlns:a16="http://schemas.microsoft.com/office/drawing/2014/main" id="{8230012E-22EE-4ADA-A379-95DF8FF3D5AE}"/>
              </a:ext>
            </a:extLst>
          </p:cNvPr>
          <p:cNvSpPr>
            <a:spLocks xmlns:a="http://schemas.openxmlformats.org/drawingml/2006/main" noGrp="1"/>
          </p:cNvSpPr>
          <p:nvPr/>
        </p:nvSpPr>
        <p:spPr>
          <a:xfrm xmlns:a="http://schemas.openxmlformats.org/drawingml/2006/main" rot="0">
            <a:off x="6953250" y="5295900"/>
            <a:ext cx="1752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5B960352-5C58-4D78-A1A3-3432BA5AE634}"/>
              </a:ext>
            </a:extLst>
          </p:cNvPr>
          <p:cNvSpPr>
            <a:spLocks xmlns:a="http://schemas.openxmlformats.org/drawingml/2006/main" noGrp="1"/>
          </p:cNvSpPr>
          <p:nvPr/>
        </p:nvSpPr>
        <p:spPr>
          <a:xfrm xmlns:a="http://schemas.openxmlformats.org/drawingml/2006/main">
            <a:off x="7048500" y="52959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접근 통제</a:t>
            </a:r>
          </a:p>
        </p:txBody>
      </p:sp>
    </p:spTree>
    <p:extLst>
      <p:ext uri="{BB962C8B-B14F-4D97-AF65-F5344CB8AC3E}">
        <p14:creationId xmlns:p14="http://schemas.microsoft.com/office/powerpoint/2010/main" val="448300993"/>
      </p:ext>
    </p:extLst>
  </p:cSld>
</p:sld>
</file>

<file path=ppt/slides/slide5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78AC6EB-7AE6-4279-B7A0-1B32AE3ECF74}"/>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OPS</a:t>
            </a:r>
          </a:p>
        </p:txBody>
      </p:sp>
      <p:sp>
        <p:nvSpPr>
          <p:cNvPr id="2" name="">
            <a:extLst xmlns:a="http://schemas.openxmlformats.org/drawingml/2006/main">
              <a:ext uri="{FF2B5EF4-FFF2-40B4-BE49-F238E27FC236}">
                <a16:creationId xmlns:a16="http://schemas.microsoft.com/office/drawing/2014/main" id="{1FE7E0E2-E750-41C8-9374-073B0BA598B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57</a:t>
            </a:r>
          </a:p>
        </p:txBody>
      </p:sp>
      <p:sp>
        <p:nvSpPr>
          <p:cNvPr id="3" name="">
            <a:extLst xmlns:a="http://schemas.openxmlformats.org/drawingml/2006/main">
              <a:ext uri="{FF2B5EF4-FFF2-40B4-BE49-F238E27FC236}">
                <a16:creationId xmlns:a16="http://schemas.microsoft.com/office/drawing/2014/main" id="{45EAF1F5-AACE-4305-9BE6-C00BA53BCC2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292FB6AE-7338-4B66-A99F-F382E7871B1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4890E36-CE9B-4AB2-9145-011131B8EB6A}"/>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79C5BE9-FAB0-469F-8986-4D07E9A4F5F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실행 결과 재현에 필요한 다섯 가지 정보</a:t>
            </a:r>
          </a:p>
        </p:txBody>
      </p:sp>
      <p:sp>
        <p:nvSpPr>
          <p:cNvPr id="7" name="">
            <a:extLst xmlns:a="http://schemas.openxmlformats.org/drawingml/2006/main">
              <a:ext uri="{FF2B5EF4-FFF2-40B4-BE49-F238E27FC236}">
                <a16:creationId xmlns:a16="http://schemas.microsoft.com/office/drawing/2014/main" id="{4B1BCEE4-A361-4233-8748-E948592598A2}"/>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B8D752E2-8C48-42DE-AA74-512331F9B4AC}"/>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39678C63-A2EB-442F-B787-75C6472A0376}"/>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환경</a:t>
            </a:r>
          </a:p>
        </p:txBody>
      </p:sp>
      <p:sp>
        <p:nvSpPr>
          <p:cNvPr id="10" name="">
            <a:extLst xmlns:a="http://schemas.openxmlformats.org/drawingml/2006/main">
              <a:ext uri="{FF2B5EF4-FFF2-40B4-BE49-F238E27FC236}">
                <a16:creationId xmlns:a16="http://schemas.microsoft.com/office/drawing/2014/main" id="{6C248AF0-921C-4F66-98DD-9961A79AB7DF}"/>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Python · 패키지 · 운영체제 · 가속기</a:t>
            </a:r>
          </a:p>
        </p:txBody>
      </p:sp>
      <p:sp>
        <p:nvSpPr>
          <p:cNvPr id="11" name="">
            <a:extLst xmlns:a="http://schemas.openxmlformats.org/drawingml/2006/main">
              <a:ext uri="{FF2B5EF4-FFF2-40B4-BE49-F238E27FC236}">
                <a16:creationId xmlns:a16="http://schemas.microsoft.com/office/drawing/2014/main" id="{622B7BEB-AAB3-49F3-A52A-0474D93987C7}"/>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7AD3046-598F-48D0-AB6E-A12F9CEC72CB}"/>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E79B78FC-3DC1-479C-BA2C-8BC020AC9D07}"/>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738570CC-BAFF-4C06-B560-43B7503733AE}"/>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입력</a:t>
            </a:r>
          </a:p>
        </p:txBody>
      </p:sp>
      <p:sp>
        <p:nvSpPr>
          <p:cNvPr id="15" name="">
            <a:extLst xmlns:a="http://schemas.openxmlformats.org/drawingml/2006/main">
              <a:ext uri="{FF2B5EF4-FFF2-40B4-BE49-F238E27FC236}">
                <a16:creationId xmlns:a16="http://schemas.microsoft.com/office/drawing/2014/main" id="{1D291613-CC2B-405F-94CF-C02F8A84C5FD}"/>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평가 데이터 개정 · 콘텐츠 지문</a:t>
            </a:r>
          </a:p>
        </p:txBody>
      </p:sp>
      <p:sp>
        <p:nvSpPr>
          <p:cNvPr id="16" name="">
            <a:extLst xmlns:a="http://schemas.openxmlformats.org/drawingml/2006/main">
              <a:ext uri="{FF2B5EF4-FFF2-40B4-BE49-F238E27FC236}">
                <a16:creationId xmlns:a16="http://schemas.microsoft.com/office/drawing/2014/main" id="{44DDE429-12F7-4229-B192-75099829D174}"/>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B4585ED-1618-4620-94D6-49888E72CA73}"/>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C11A44C2-71EE-42DE-8099-E6867B326242}"/>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C599AC3A-1922-4997-A463-61F32342227F}"/>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지시</a:t>
            </a:r>
          </a:p>
        </p:txBody>
      </p:sp>
      <p:sp>
        <p:nvSpPr>
          <p:cNvPr id="20" name="">
            <a:extLst xmlns:a="http://schemas.openxmlformats.org/drawingml/2006/main">
              <a:ext uri="{FF2B5EF4-FFF2-40B4-BE49-F238E27FC236}">
                <a16:creationId xmlns:a16="http://schemas.microsoft.com/office/drawing/2014/main" id="{2B163C44-32DA-4CED-9C7C-9DCFE957CBB4}"/>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프롬프트 식별자 · 버전 · 스키마</a:t>
            </a:r>
          </a:p>
        </p:txBody>
      </p:sp>
      <p:sp>
        <p:nvSpPr>
          <p:cNvPr id="21" name="">
            <a:extLst xmlns:a="http://schemas.openxmlformats.org/drawingml/2006/main">
              <a:ext uri="{FF2B5EF4-FFF2-40B4-BE49-F238E27FC236}">
                <a16:creationId xmlns:a16="http://schemas.microsoft.com/office/drawing/2014/main" id="{C3E26F51-E39A-4439-8C4E-7BBEF47A093C}"/>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4DB89F38-9864-4C5E-B96D-0F098C8C5532}"/>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3" name="">
            <a:extLst xmlns:a="http://schemas.openxmlformats.org/drawingml/2006/main">
              <a:ext uri="{FF2B5EF4-FFF2-40B4-BE49-F238E27FC236}">
                <a16:creationId xmlns:a16="http://schemas.microsoft.com/office/drawing/2014/main" id="{5FDBAEFD-67FE-4536-B1C0-A56CA5AC2C74}"/>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0367F8CF-2EBE-44C3-B9CB-D4A9C407AEA9}"/>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실행</a:t>
            </a:r>
          </a:p>
        </p:txBody>
      </p:sp>
      <p:sp>
        <p:nvSpPr>
          <p:cNvPr id="25" name="">
            <a:extLst xmlns:a="http://schemas.openxmlformats.org/drawingml/2006/main">
              <a:ext uri="{FF2B5EF4-FFF2-40B4-BE49-F238E27FC236}">
                <a16:creationId xmlns:a16="http://schemas.microsoft.com/office/drawing/2014/main" id="{B91376D2-4318-4273-8910-AB6D98DC0FBB}"/>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제공자 · 모델 · 설정</a:t>
            </a:r>
          </a:p>
        </p:txBody>
      </p:sp>
      <p:sp>
        <p:nvSpPr>
          <p:cNvPr id="26" name="">
            <a:extLst xmlns:a="http://schemas.openxmlformats.org/drawingml/2006/main">
              <a:ext uri="{FF2B5EF4-FFF2-40B4-BE49-F238E27FC236}">
                <a16:creationId xmlns:a16="http://schemas.microsoft.com/office/drawing/2014/main" id="{E11305B7-CE3B-47A6-B5E4-BBA594D9C704}"/>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7" name="">
            <a:extLst xmlns:a="http://schemas.openxmlformats.org/drawingml/2006/main">
              <a:ext uri="{FF2B5EF4-FFF2-40B4-BE49-F238E27FC236}">
                <a16:creationId xmlns:a16="http://schemas.microsoft.com/office/drawing/2014/main" id="{6A817E91-D880-41F3-B931-B815508AFB15}"/>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CC80B9B9-15DB-4B6B-A01A-84A7F0F57EDB}"/>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EC68A0D6-4538-45C3-AB29-AEA460F812ED}"/>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코드</a:t>
            </a:r>
          </a:p>
        </p:txBody>
      </p:sp>
      <p:sp>
        <p:nvSpPr>
          <p:cNvPr id="30" name="">
            <a:extLst xmlns:a="http://schemas.openxmlformats.org/drawingml/2006/main">
              <a:ext uri="{FF2B5EF4-FFF2-40B4-BE49-F238E27FC236}">
                <a16:creationId xmlns:a16="http://schemas.microsoft.com/office/drawing/2014/main" id="{EA2F688A-4663-4144-A1C2-7C4EDA882549}"/>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커밋 · 접근 경로 · 정책</a:t>
            </a:r>
          </a:p>
        </p:txBody>
      </p:sp>
      <p:sp>
        <p:nvSpPr>
          <p:cNvPr id="31" name="">
            <a:extLst xmlns:a="http://schemas.openxmlformats.org/drawingml/2006/main">
              <a:ext uri="{FF2B5EF4-FFF2-40B4-BE49-F238E27FC236}">
                <a16:creationId xmlns:a16="http://schemas.microsoft.com/office/drawing/2014/main" id="{921E8FFA-1A6C-40E5-98D4-EA6AE2534954}"/>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218045182"/>
      </p:ext>
    </p:extLst>
  </p:cSld>
</p:sld>
</file>

<file path=ppt/slides/slide5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B41AABB-7A00-48F2-B31B-28F742F8195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3A616B38-C011-4D01-A547-A4AC1897BC7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58</a:t>
            </a:r>
          </a:p>
        </p:txBody>
      </p:sp>
      <p:sp>
        <p:nvSpPr>
          <p:cNvPr id="3" name="">
            <a:extLst xmlns:a="http://schemas.openxmlformats.org/drawingml/2006/main">
              <a:ext uri="{FF2B5EF4-FFF2-40B4-BE49-F238E27FC236}">
                <a16:creationId xmlns:a16="http://schemas.microsoft.com/office/drawing/2014/main" id="{01A5FADC-3A85-4510-9DB8-69F1BA8C03D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F7F37A36-FB53-4341-906D-4EC981CA8BC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2A51F1D-0D3F-457F-B223-09D564A97B4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F272C919-F414-4831-8791-024CE5096A19}"/>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LLM 서비스 개선 사이클</a:t>
            </a:r>
          </a:p>
        </p:txBody>
      </p:sp>
      <p:sp>
        <p:nvSpPr>
          <p:cNvPr id="7" name="">
            <a:extLst xmlns:a="http://schemas.openxmlformats.org/drawingml/2006/main">
              <a:ext uri="{FF2B5EF4-FFF2-40B4-BE49-F238E27FC236}">
                <a16:creationId xmlns:a16="http://schemas.microsoft.com/office/drawing/2014/main" id="{1BD8D4DE-BDFA-4F5B-9175-0A3AD1A5E157}"/>
              </a:ext>
            </a:extLst>
          </p:cNvPr>
          <p:cNvSpPr>
            <a:spLocks xmlns:a="http://schemas.openxmlformats.org/drawingml/2006/main" noGrp="1"/>
          </p:cNvSpPr>
          <p:nvPr/>
        </p:nvSpPr>
        <p:spPr>
          <a:xfrm xmlns:a="http://schemas.openxmlformats.org/drawingml/2006/main" flipH="0" flipV="0">
            <a:off x="4315941" y="2192966"/>
            <a:ext cx="769240" cy="55888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8" name="">
            <a:extLst xmlns:a="http://schemas.openxmlformats.org/drawingml/2006/main">
              <a:ext uri="{FF2B5EF4-FFF2-40B4-BE49-F238E27FC236}">
                <a16:creationId xmlns:a16="http://schemas.microsoft.com/office/drawing/2014/main" id="{EC4B82FE-AC35-4150-861E-85C7B3DB61C2}"/>
              </a:ext>
            </a:extLst>
          </p:cNvPr>
          <p:cNvSpPr>
            <a:spLocks xmlns:a="http://schemas.openxmlformats.org/drawingml/2006/main" noGrp="1"/>
          </p:cNvSpPr>
          <p:nvPr/>
        </p:nvSpPr>
        <p:spPr>
          <a:xfrm xmlns:a="http://schemas.openxmlformats.org/drawingml/2006/main" flipH="1" flipV="0">
            <a:off x="5068725" y="3605502"/>
            <a:ext cx="293824" cy="90429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9" name="">
            <a:extLst xmlns:a="http://schemas.openxmlformats.org/drawingml/2006/main">
              <a:ext uri="{FF2B5EF4-FFF2-40B4-BE49-F238E27FC236}">
                <a16:creationId xmlns:a16="http://schemas.microsoft.com/office/drawing/2014/main" id="{8B9EB0FB-2BBE-4E7A-9B04-AC00B7CF2FF7}"/>
              </a:ext>
            </a:extLst>
          </p:cNvPr>
          <p:cNvSpPr>
            <a:spLocks xmlns:a="http://schemas.openxmlformats.org/drawingml/2006/main" noGrp="1"/>
          </p:cNvSpPr>
          <p:nvPr/>
        </p:nvSpPr>
        <p:spPr>
          <a:xfrm xmlns:a="http://schemas.openxmlformats.org/drawingml/2006/main" flipH="1" flipV="0">
            <a:off x="3391734" y="5037383"/>
            <a:ext cx="950833"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0" name="">
            <a:extLst xmlns:a="http://schemas.openxmlformats.org/drawingml/2006/main">
              <a:ext uri="{FF2B5EF4-FFF2-40B4-BE49-F238E27FC236}">
                <a16:creationId xmlns:a16="http://schemas.microsoft.com/office/drawing/2014/main" id="{CFBAA786-2C91-4249-A070-A5B4FF60EE08}"/>
              </a:ext>
            </a:extLst>
          </p:cNvPr>
          <p:cNvSpPr>
            <a:spLocks xmlns:a="http://schemas.openxmlformats.org/drawingml/2006/main" noGrp="1"/>
          </p:cNvSpPr>
          <p:nvPr/>
        </p:nvSpPr>
        <p:spPr>
          <a:xfrm xmlns:a="http://schemas.openxmlformats.org/drawingml/2006/main" flipH="1" flipV="1">
            <a:off x="2371751" y="3605502"/>
            <a:ext cx="293824" cy="90429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31ECF056-EA81-4511-B470-E883C10F46DA}"/>
              </a:ext>
            </a:extLst>
          </p:cNvPr>
          <p:cNvSpPr>
            <a:spLocks xmlns:a="http://schemas.openxmlformats.org/drawingml/2006/main" noGrp="1"/>
          </p:cNvSpPr>
          <p:nvPr/>
        </p:nvSpPr>
        <p:spPr>
          <a:xfrm xmlns:a="http://schemas.openxmlformats.org/drawingml/2006/main" flipH="0" flipV="1">
            <a:off x="2649119" y="2192966"/>
            <a:ext cx="769240" cy="558886"/>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535F87EF-F403-4A6A-BDB7-7AF542251C9E}"/>
              </a:ext>
            </a:extLst>
          </p:cNvPr>
          <p:cNvSpPr>
            <a:spLocks xmlns:a="http://schemas.openxmlformats.org/drawingml/2006/main" noGrp="1"/>
          </p:cNvSpPr>
          <p:nvPr/>
        </p:nvSpPr>
        <p:spPr>
          <a:xfrm xmlns:a="http://schemas.openxmlformats.org/drawingml/2006/main" rot="0">
            <a:off x="3333750" y="1333500"/>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1</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기획</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데이터</a:t>
            </a:r>
          </a:p>
        </p:txBody>
      </p:sp>
      <p:sp>
        <p:nvSpPr>
          <p:cNvPr id="13" name="">
            <a:extLst xmlns:a="http://schemas.openxmlformats.org/drawingml/2006/main">
              <a:ext uri="{FF2B5EF4-FFF2-40B4-BE49-F238E27FC236}">
                <a16:creationId xmlns:a16="http://schemas.microsoft.com/office/drawing/2014/main" id="{4B66E5AC-95F8-4CDF-BA73-C2613B923190}"/>
              </a:ext>
            </a:extLst>
          </p:cNvPr>
          <p:cNvSpPr>
            <a:spLocks xmlns:a="http://schemas.openxmlformats.org/drawingml/2006/main" noGrp="1"/>
          </p:cNvSpPr>
          <p:nvPr/>
        </p:nvSpPr>
        <p:spPr>
          <a:xfrm xmlns:a="http://schemas.openxmlformats.org/drawingml/2006/main" rot="0">
            <a:off x="5000572" y="2544517"/>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2</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프롬프트</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맥락</a:t>
            </a:r>
          </a:p>
        </p:txBody>
      </p:sp>
      <p:sp>
        <p:nvSpPr>
          <p:cNvPr id="14" name="">
            <a:extLst xmlns:a="http://schemas.openxmlformats.org/drawingml/2006/main">
              <a:ext uri="{FF2B5EF4-FFF2-40B4-BE49-F238E27FC236}">
                <a16:creationId xmlns:a16="http://schemas.microsoft.com/office/drawing/2014/main" id="{49C72AF9-C89C-4329-8A9A-63F9712A539F}"/>
              </a:ext>
            </a:extLst>
          </p:cNvPr>
          <p:cNvSpPr>
            <a:spLocks xmlns:a="http://schemas.openxmlformats.org/drawingml/2006/main" noGrp="1"/>
          </p:cNvSpPr>
          <p:nvPr/>
        </p:nvSpPr>
        <p:spPr>
          <a:xfrm xmlns:a="http://schemas.openxmlformats.org/drawingml/2006/main" rot="0">
            <a:off x="4363902" y="4503983"/>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3</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실행</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배포</a:t>
            </a:r>
          </a:p>
        </p:txBody>
      </p:sp>
      <p:sp>
        <p:nvSpPr>
          <p:cNvPr id="15" name="">
            <a:extLst xmlns:a="http://schemas.openxmlformats.org/drawingml/2006/main">
              <a:ext uri="{FF2B5EF4-FFF2-40B4-BE49-F238E27FC236}">
                <a16:creationId xmlns:a16="http://schemas.microsoft.com/office/drawing/2014/main" id="{914EE38B-F702-4142-8C5D-AECB76349526}"/>
              </a:ext>
            </a:extLst>
          </p:cNvPr>
          <p:cNvSpPr>
            <a:spLocks xmlns:a="http://schemas.openxmlformats.org/drawingml/2006/main" noGrp="1"/>
          </p:cNvSpPr>
          <p:nvPr/>
        </p:nvSpPr>
        <p:spPr>
          <a:xfrm xmlns:a="http://schemas.openxmlformats.org/drawingml/2006/main" rot="0">
            <a:off x="2303598" y="4503983"/>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4</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평가</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관찰</a:t>
            </a:r>
          </a:p>
        </p:txBody>
      </p:sp>
      <p:sp>
        <p:nvSpPr>
          <p:cNvPr id="16" name="">
            <a:extLst xmlns:a="http://schemas.openxmlformats.org/drawingml/2006/main">
              <a:ext uri="{FF2B5EF4-FFF2-40B4-BE49-F238E27FC236}">
                <a16:creationId xmlns:a16="http://schemas.microsoft.com/office/drawing/2014/main" id="{0914D5A0-D18A-4A13-9BEE-5EC49B440707}"/>
              </a:ext>
            </a:extLst>
          </p:cNvPr>
          <p:cNvSpPr>
            <a:spLocks xmlns:a="http://schemas.openxmlformats.org/drawingml/2006/main" noGrp="1"/>
          </p:cNvSpPr>
          <p:nvPr/>
        </p:nvSpPr>
        <p:spPr>
          <a:xfrm xmlns:a="http://schemas.openxmlformats.org/drawingml/2006/main" rot="0">
            <a:off x="1666928" y="2544517"/>
            <a:ext cx="1066800" cy="106680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19050" tIns="57150" rIns="19050" bIns="57150" anchor="ctr">
            <a:noAutofit/>
          </a:bodyPr>
          <a:lstStyle xmlns:a="http://schemas.openxmlformats.org/drawingml/2006/main"/>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5</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개선</a:t>
            </a:r>
          </a:p>
          <a:p xmlns:a="http://schemas.openxmlformats.org/drawingml/2006/main">
            <a:pPr algn="ctr">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버전</a:t>
            </a:r>
          </a:p>
        </p:txBody>
      </p:sp>
      <p:sp>
        <p:nvSpPr>
          <p:cNvPr id="17" name="">
            <a:extLst xmlns:a="http://schemas.openxmlformats.org/drawingml/2006/main">
              <a:ext uri="{FF2B5EF4-FFF2-40B4-BE49-F238E27FC236}">
                <a16:creationId xmlns:a16="http://schemas.microsoft.com/office/drawing/2014/main" id="{87594EB8-E317-4A94-A4D9-DA1C949A06CA}"/>
              </a:ext>
            </a:extLst>
          </p:cNvPr>
          <p:cNvSpPr>
            <a:spLocks xmlns:a="http://schemas.openxmlformats.org/drawingml/2006/main" noGrp="1"/>
          </p:cNvSpPr>
          <p:nvPr/>
        </p:nvSpPr>
        <p:spPr>
          <a:xfrm xmlns:a="http://schemas.openxmlformats.org/drawingml/2006/main" rot="0">
            <a:off x="3314700" y="3067050"/>
            <a:ext cx="1104900" cy="1104900"/>
          </a:xfrm>
          <a:prstGeom xmlns:a="http://schemas.openxmlformats.org/drawingml/2006/main" prst="ellipse">
            <a:avLst/>
          </a:prstGeom>
          <a:solidFill xmlns:a="http://schemas.openxmlformats.org/drawingml/2006/main">
            <a:srgbClr val="050505"/>
          </a:solidFill>
          <a:ln xmlns:a="http://schemas.openxmlformats.org/drawingml/2006/main" w="28575">
            <a:solidFill>
              <a:srgbClr val="2563EB"/>
            </a:solidFill>
            <a:prstDash val="solid"/>
          </a:ln>
        </p:spPr>
        <p:txBody>
          <a:bodyPr xmlns:a="http://schemas.openxmlformats.org/drawingml/2006/main" lIns="38100" tIns="38100" rIns="38100" bIns="38100" anchor="ctr">
            <a:noAutofit/>
          </a:bodyPr>
          <a:lstStyle xmlns:a="http://schemas.openxmlformats.org/drawingml/2006/main"/>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SERVICE</a:t>
            </a:r>
          </a:p>
          <a:p xmlns:a="http://schemas.openxmlformats.org/drawingml/2006/main">
            <a:pPr algn="ctr">
              <a:defRPr sz="1200" b="1">
                <a:solidFill>
                  <a:srgbClr val="2563EB"/>
                </a:solidFill>
                <a:latin typeface="Menlo"/>
                <a:ea typeface="Menlo"/>
                <a:cs typeface="Menlo"/>
              </a:defRPr>
            </a:pPr>
            <a:r>
              <a:rPr sz="1200" b="1">
                <a:solidFill>
                  <a:srgbClr val="2563EB"/>
                </a:solidFill>
                <a:latin typeface="Menlo"/>
                <a:ea typeface="Menlo"/>
                <a:cs typeface="Menlo"/>
              </a:rPr>
              <a:t>LOOP</a:t>
            </a:r>
          </a:p>
        </p:txBody>
      </p:sp>
      <p:sp>
        <p:nvSpPr>
          <p:cNvPr id="18" name="">
            <a:extLst xmlns:a="http://schemas.openxmlformats.org/drawingml/2006/main">
              <a:ext uri="{FF2B5EF4-FFF2-40B4-BE49-F238E27FC236}">
                <a16:creationId xmlns:a16="http://schemas.microsoft.com/office/drawing/2014/main" id="{24F60232-6DFB-4BBD-B1FC-C8DFA2B700D0}"/>
              </a:ext>
            </a:extLst>
          </p:cNvPr>
          <p:cNvSpPr>
            <a:spLocks xmlns:a="http://schemas.openxmlformats.org/drawingml/2006/main" noGrp="1"/>
          </p:cNvSpPr>
          <p:nvPr/>
        </p:nvSpPr>
        <p:spPr>
          <a:xfrm xmlns:a="http://schemas.openxmlformats.org/drawingml/2006/main">
            <a:off x="7486650" y="17526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COURSE STANDARD</a:t>
            </a:r>
          </a:p>
        </p:txBody>
      </p:sp>
      <p:sp>
        <p:nvSpPr>
          <p:cNvPr id="19" name="">
            <a:extLst xmlns:a="http://schemas.openxmlformats.org/drawingml/2006/main">
              <a:ext uri="{FF2B5EF4-FFF2-40B4-BE49-F238E27FC236}">
                <a16:creationId xmlns:a16="http://schemas.microsoft.com/office/drawing/2014/main" id="{BCA61AAC-FEF0-4B75-ADC4-61710F826FE9}"/>
              </a:ext>
            </a:extLst>
          </p:cNvPr>
          <p:cNvSpPr>
            <a:spLocks xmlns:a="http://schemas.openxmlformats.org/drawingml/2006/main" noGrp="1"/>
          </p:cNvSpPr>
          <p:nvPr/>
        </p:nvSpPr>
        <p:spPr>
          <a:xfrm xmlns:a="http://schemas.openxmlformats.org/drawingml/2006/main">
            <a:off x="7486650" y="2133600"/>
            <a:ext cx="371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관찰 결과가 다음 기획과 변경 가설의 입력</a:t>
            </a:r>
          </a:p>
        </p:txBody>
      </p:sp>
      <p:sp>
        <p:nvSpPr>
          <p:cNvPr id="20" name="">
            <a:extLst xmlns:a="http://schemas.openxmlformats.org/drawingml/2006/main">
              <a:ext uri="{FF2B5EF4-FFF2-40B4-BE49-F238E27FC236}">
                <a16:creationId xmlns:a16="http://schemas.microsoft.com/office/drawing/2014/main" id="{D5E07499-394D-4B25-B1A8-DE1B5CEA4E70}"/>
              </a:ext>
            </a:extLst>
          </p:cNvPr>
          <p:cNvSpPr>
            <a:spLocks xmlns:a="http://schemas.openxmlformats.org/drawingml/2006/main" noGrp="1"/>
          </p:cNvSpPr>
          <p:nvPr/>
        </p:nvSpPr>
        <p:spPr>
          <a:xfrm xmlns:a="http://schemas.openxmlformats.org/drawingml/2006/main" flipH="0" flipV="0">
            <a:off x="7486650" y="3429000"/>
            <a:ext cx="3714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1" name="">
            <a:extLst xmlns:a="http://schemas.openxmlformats.org/drawingml/2006/main">
              <a:ext uri="{FF2B5EF4-FFF2-40B4-BE49-F238E27FC236}">
                <a16:creationId xmlns:a16="http://schemas.microsoft.com/office/drawing/2014/main" id="{929053DC-F335-4734-9AF9-2E9E8278171A}"/>
              </a:ext>
            </a:extLst>
          </p:cNvPr>
          <p:cNvSpPr>
            <a:spLocks xmlns:a="http://schemas.openxmlformats.org/drawingml/2006/main" noGrp="1"/>
          </p:cNvSpPr>
          <p:nvPr/>
        </p:nvSpPr>
        <p:spPr>
          <a:xfrm xmlns:a="http://schemas.openxmlformats.org/drawingml/2006/main">
            <a:off x="7486650" y="3733800"/>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98A2B3"/>
                </a:solidFill>
                <a:latin typeface="AppleGothic"/>
                <a:ea typeface="AppleGothic"/>
                <a:cs typeface="AppleGothic"/>
              </a:defRPr>
            </a:pPr>
            <a:r>
              <a:rPr sz="1425" b="0">
                <a:solidFill>
                  <a:srgbClr val="98A2B3"/>
                </a:solidFill>
                <a:latin typeface="AppleGothic"/>
                <a:ea typeface="AppleGothic"/>
                <a:cs typeface="AppleGothic"/>
              </a:rPr>
              <a:t>품질·지연·비용·안전·재현성은 한 단계가 아니라 전 단계를 가로지르는 판단 축이다. 특정 마지막 노드는 없다.</a:t>
            </a:r>
          </a:p>
        </p:txBody>
      </p:sp>
      <p:sp>
        <p:nvSpPr>
          <p:cNvPr id="22" name="">
            <a:extLst xmlns:a="http://schemas.openxmlformats.org/drawingml/2006/main">
              <a:ext uri="{FF2B5EF4-FFF2-40B4-BE49-F238E27FC236}">
                <a16:creationId xmlns:a16="http://schemas.microsoft.com/office/drawing/2014/main" id="{2EF52F60-B292-4732-AAAE-7DB35A88257A}"/>
              </a:ext>
            </a:extLst>
          </p:cNvPr>
          <p:cNvSpPr>
            <a:spLocks xmlns:a="http://schemas.openxmlformats.org/drawingml/2006/main" noGrp="1"/>
          </p:cNvSpPr>
          <p:nvPr/>
        </p:nvSpPr>
        <p:spPr>
          <a:xfrm xmlns:a="http://schemas.openxmlformats.org/drawingml/2006/main">
            <a:off x="7486650" y="53911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AppleGothic"/>
                <a:ea typeface="AppleGothic"/>
                <a:cs typeface="AppleGothic"/>
              </a:defRPr>
            </a:pPr>
            <a:r>
              <a:rPr sz="1200" b="1">
                <a:solidFill>
                  <a:srgbClr val="2563EB"/>
                </a:solidFill>
                <a:latin typeface="AppleGothic"/>
                <a:ea typeface="AppleGothic"/>
                <a:cs typeface="AppleGothic"/>
              </a:rPr>
              <a:t>의사결정 기준</a:t>
            </a:r>
          </a:p>
        </p:txBody>
      </p:sp>
      <p:sp>
        <p:nvSpPr>
          <p:cNvPr id="23" name="">
            <a:extLst xmlns:a="http://schemas.openxmlformats.org/drawingml/2006/main">
              <a:ext uri="{FF2B5EF4-FFF2-40B4-BE49-F238E27FC236}">
                <a16:creationId xmlns:a16="http://schemas.microsoft.com/office/drawing/2014/main" id="{66D9FA8F-F203-4830-9957-3F336D76E606}"/>
              </a:ext>
            </a:extLst>
          </p:cNvPr>
          <p:cNvSpPr>
            <a:spLocks xmlns:a="http://schemas.openxmlformats.org/drawingml/2006/main" noGrp="1"/>
          </p:cNvSpPr>
          <p:nvPr/>
        </p:nvSpPr>
        <p:spPr>
          <a:xfrm xmlns:a="http://schemas.openxmlformats.org/drawingml/2006/main">
            <a:off x="8667750" y="5391150"/>
            <a:ext cx="2533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계속 · 교체 · 종료</a:t>
            </a:r>
          </a:p>
        </p:txBody>
      </p:sp>
    </p:spTree>
    <p:extLst>
      <p:ext uri="{BB962C8B-B14F-4D97-AF65-F5344CB8AC3E}">
        <p14:creationId xmlns:p14="http://schemas.microsoft.com/office/powerpoint/2010/main" val="1621635053"/>
      </p:ext>
    </p:extLst>
  </p:cSld>
</p:sld>
</file>

<file path=ppt/slides/slide5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E85CBE4-B72C-47D6-8797-4D7F99F6431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F34B5EDE-8D70-4E8C-A685-BA2E989106D6}"/>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59</a:t>
            </a:r>
          </a:p>
        </p:txBody>
      </p:sp>
      <p:sp>
        <p:nvSpPr>
          <p:cNvPr id="3" name="">
            <a:extLst xmlns:a="http://schemas.openxmlformats.org/drawingml/2006/main">
              <a:ext uri="{FF2B5EF4-FFF2-40B4-BE49-F238E27FC236}">
                <a16:creationId xmlns:a16="http://schemas.microsoft.com/office/drawing/2014/main" id="{FFCB1F79-F8BB-44CA-8922-EE392B92DAE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92EE49A-DE54-43D8-9B30-DA52C104E2D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1392CA02-43AF-4C83-A397-94FBBAF21714}"/>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946A50D-2C72-4B3A-AE18-3ECCB389E41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1단계 / 기획·데이터의 성공 기준</a:t>
            </a:r>
          </a:p>
        </p:txBody>
      </p:sp>
      <p:sp>
        <p:nvSpPr>
          <p:cNvPr id="7" name="">
            <a:extLst xmlns:a="http://schemas.openxmlformats.org/drawingml/2006/main">
              <a:ext uri="{FF2B5EF4-FFF2-40B4-BE49-F238E27FC236}">
                <a16:creationId xmlns:a16="http://schemas.microsoft.com/office/drawing/2014/main" id="{7385E8AB-7711-4046-911C-D1FC9397F77F}"/>
              </a:ext>
            </a:extLst>
          </p:cNvPr>
          <p:cNvSpPr>
            <a:spLocks xmlns:a="http://schemas.openxmlformats.org/drawingml/2006/main" noGrp="1"/>
          </p:cNvSpPr>
          <p:nvPr/>
        </p:nvSpPr>
        <p:spPr>
          <a:xfrm xmlns:a="http://schemas.openxmlformats.org/drawingml/2006/main">
            <a:off x="609600" y="15621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2563EB"/>
                </a:solidFill>
                <a:latin typeface="Menlo"/>
                <a:ea typeface="Menlo"/>
                <a:cs typeface="Menlo"/>
              </a:defRPr>
            </a:pPr>
            <a:r>
              <a:rPr sz="1200" b="1">
                <a:solidFill>
                  <a:srgbClr val="2563EB"/>
                </a:solidFill>
                <a:latin typeface="Menlo"/>
                <a:ea typeface="Menlo"/>
                <a:cs typeface="Menlo"/>
              </a:rPr>
              <a:t>PROJECT BRIEF</a:t>
            </a:r>
          </a:p>
        </p:txBody>
      </p:sp>
      <p:sp>
        <p:nvSpPr>
          <p:cNvPr id="8" name="">
            <a:extLst xmlns:a="http://schemas.openxmlformats.org/drawingml/2006/main">
              <a:ext uri="{FF2B5EF4-FFF2-40B4-BE49-F238E27FC236}">
                <a16:creationId xmlns:a16="http://schemas.microsoft.com/office/drawing/2014/main" id="{3AFC042F-15A6-4CDC-8A4B-DD0D1B993882}"/>
              </a:ext>
            </a:extLst>
          </p:cNvPr>
          <p:cNvSpPr>
            <a:spLocks xmlns:a="http://schemas.openxmlformats.org/drawingml/2006/main" noGrp="1"/>
          </p:cNvSpPr>
          <p:nvPr/>
        </p:nvSpPr>
        <p:spPr>
          <a:xfrm xmlns:a="http://schemas.openxmlformats.org/drawingml/2006/main">
            <a:off x="609600" y="2019300"/>
            <a:ext cx="4000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누구의 어떤 결정을 돕는가?</a:t>
            </a:r>
          </a:p>
        </p:txBody>
      </p:sp>
      <p:sp>
        <p:nvSpPr>
          <p:cNvPr id="9" name="">
            <a:extLst xmlns:a="http://schemas.openxmlformats.org/drawingml/2006/main">
              <a:ext uri="{FF2B5EF4-FFF2-40B4-BE49-F238E27FC236}">
                <a16:creationId xmlns:a16="http://schemas.microsoft.com/office/drawing/2014/main" id="{A804F2FB-8CA5-4C29-B190-5B7A53504AD5}"/>
              </a:ext>
            </a:extLst>
          </p:cNvPr>
          <p:cNvSpPr>
            <a:spLocks xmlns:a="http://schemas.openxmlformats.org/drawingml/2006/main" noGrp="1"/>
          </p:cNvSpPr>
          <p:nvPr/>
        </p:nvSpPr>
        <p:spPr>
          <a:xfrm xmlns:a="http://schemas.openxmlformats.org/drawingml/2006/main">
            <a:off x="609600" y="3467100"/>
            <a:ext cx="4000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425" b="0">
                <a:solidFill>
                  <a:srgbClr val="667085"/>
                </a:solidFill>
                <a:latin typeface="AppleGothic"/>
                <a:ea typeface="AppleGothic"/>
                <a:cs typeface="AppleGothic"/>
              </a:defRPr>
            </a:pPr>
            <a:r>
              <a:rPr sz="1425" b="0">
                <a:solidFill>
                  <a:srgbClr val="667085"/>
                </a:solidFill>
                <a:latin typeface="AppleGothic"/>
                <a:ea typeface="AppleGothic"/>
                <a:cs typeface="AppleGothic"/>
              </a:rPr>
              <a:t>모델 선택보다 먼저 문제·데이터·평가의 범위를 프로젝트 브리프로 고정</a:t>
            </a:r>
          </a:p>
        </p:txBody>
      </p:sp>
      <p:sp>
        <p:nvSpPr>
          <p:cNvPr id="10" name="">
            <a:extLst xmlns:a="http://schemas.openxmlformats.org/drawingml/2006/main">
              <a:ext uri="{FF2B5EF4-FFF2-40B4-BE49-F238E27FC236}">
                <a16:creationId xmlns:a16="http://schemas.microsoft.com/office/drawing/2014/main" id="{B0F06AD9-3B17-463D-B035-0140765CA14D}"/>
              </a:ext>
            </a:extLst>
          </p:cNvPr>
          <p:cNvSpPr>
            <a:spLocks xmlns:a="http://schemas.openxmlformats.org/drawingml/2006/main" noGrp="1"/>
          </p:cNvSpPr>
          <p:nvPr/>
        </p:nvSpPr>
        <p:spPr>
          <a:xfrm xmlns:a="http://schemas.openxmlformats.org/drawingml/2006/main">
            <a:off x="5219700" y="16192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4C063A6C-8A2D-4045-BE24-D9A5D555AA58}"/>
              </a:ext>
            </a:extLst>
          </p:cNvPr>
          <p:cNvSpPr>
            <a:spLocks xmlns:a="http://schemas.openxmlformats.org/drawingml/2006/main" noGrp="1"/>
          </p:cNvSpPr>
          <p:nvPr/>
        </p:nvSpPr>
        <p:spPr>
          <a:xfrm xmlns:a="http://schemas.openxmlformats.org/drawingml/2006/main" rot="0">
            <a:off x="5219700" y="20193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6D0ED97D-C923-4B3E-9773-BD85664B681E}"/>
              </a:ext>
            </a:extLst>
          </p:cNvPr>
          <p:cNvSpPr>
            <a:spLocks xmlns:a="http://schemas.openxmlformats.org/drawingml/2006/main" noGrp="1"/>
          </p:cNvSpPr>
          <p:nvPr/>
        </p:nvSpPr>
        <p:spPr>
          <a:xfrm xmlns:a="http://schemas.openxmlformats.org/drawingml/2006/main">
            <a:off x="5391150" y="20193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대상 사용자와</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지원할 의사결정</a:t>
            </a:r>
          </a:p>
        </p:txBody>
      </p:sp>
      <p:sp>
        <p:nvSpPr>
          <p:cNvPr id="13" name="">
            <a:extLst xmlns:a="http://schemas.openxmlformats.org/drawingml/2006/main">
              <a:ext uri="{FF2B5EF4-FFF2-40B4-BE49-F238E27FC236}">
                <a16:creationId xmlns:a16="http://schemas.microsoft.com/office/drawing/2014/main" id="{3C1DEBFC-3C05-447A-BCAC-2626ADE9C183}"/>
              </a:ext>
            </a:extLst>
          </p:cNvPr>
          <p:cNvSpPr>
            <a:spLocks xmlns:a="http://schemas.openxmlformats.org/drawingml/2006/main" noGrp="1"/>
          </p:cNvSpPr>
          <p:nvPr/>
        </p:nvSpPr>
        <p:spPr>
          <a:xfrm xmlns:a="http://schemas.openxmlformats.org/drawingml/2006/main">
            <a:off x="8458200" y="16192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CC910362-5391-4F74-B8B8-1F30F6B4486B}"/>
              </a:ext>
            </a:extLst>
          </p:cNvPr>
          <p:cNvSpPr>
            <a:spLocks xmlns:a="http://schemas.openxmlformats.org/drawingml/2006/main" noGrp="1"/>
          </p:cNvSpPr>
          <p:nvPr/>
        </p:nvSpPr>
        <p:spPr>
          <a:xfrm xmlns:a="http://schemas.openxmlformats.org/drawingml/2006/main" rot="0">
            <a:off x="8458200" y="20193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236E5F90-26A7-437D-A76F-EBF5381AC6F6}"/>
              </a:ext>
            </a:extLst>
          </p:cNvPr>
          <p:cNvSpPr>
            <a:spLocks xmlns:a="http://schemas.openxmlformats.org/drawingml/2006/main" noGrp="1"/>
          </p:cNvSpPr>
          <p:nvPr/>
        </p:nvSpPr>
        <p:spPr>
          <a:xfrm xmlns:a="http://schemas.openxmlformats.org/drawingml/2006/main">
            <a:off x="8629650" y="20193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대표 입력과</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기대 행동</a:t>
            </a:r>
          </a:p>
        </p:txBody>
      </p:sp>
      <p:sp>
        <p:nvSpPr>
          <p:cNvPr id="16" name="">
            <a:extLst xmlns:a="http://schemas.openxmlformats.org/drawingml/2006/main">
              <a:ext uri="{FF2B5EF4-FFF2-40B4-BE49-F238E27FC236}">
                <a16:creationId xmlns:a16="http://schemas.microsoft.com/office/drawing/2014/main" id="{E321595C-2F2A-4376-9BFA-40916CBB3D35}"/>
              </a:ext>
            </a:extLst>
          </p:cNvPr>
          <p:cNvSpPr>
            <a:spLocks xmlns:a="http://schemas.openxmlformats.org/drawingml/2006/main" noGrp="1"/>
          </p:cNvSpPr>
          <p:nvPr/>
        </p:nvSpPr>
        <p:spPr>
          <a:xfrm xmlns:a="http://schemas.openxmlformats.org/drawingml/2006/main">
            <a:off x="5219700" y="36766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6A86EC5-5E8D-4B63-A310-85717D440D53}"/>
              </a:ext>
            </a:extLst>
          </p:cNvPr>
          <p:cNvSpPr>
            <a:spLocks xmlns:a="http://schemas.openxmlformats.org/drawingml/2006/main" noGrp="1"/>
          </p:cNvSpPr>
          <p:nvPr/>
        </p:nvSpPr>
        <p:spPr>
          <a:xfrm xmlns:a="http://schemas.openxmlformats.org/drawingml/2006/main" rot="0">
            <a:off x="5219700" y="40767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C0539FFF-4CEF-419D-AC77-E3FAE3506A0A}"/>
              </a:ext>
            </a:extLst>
          </p:cNvPr>
          <p:cNvSpPr>
            <a:spLocks xmlns:a="http://schemas.openxmlformats.org/drawingml/2006/main" noGrp="1"/>
          </p:cNvSpPr>
          <p:nvPr/>
        </p:nvSpPr>
        <p:spPr>
          <a:xfrm xmlns:a="http://schemas.openxmlformats.org/drawingml/2006/main">
            <a:off x="5391150" y="40767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성공·금지 조건과</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평가 데이터</a:t>
            </a:r>
          </a:p>
        </p:txBody>
      </p:sp>
      <p:sp>
        <p:nvSpPr>
          <p:cNvPr id="19" name="">
            <a:extLst xmlns:a="http://schemas.openxmlformats.org/drawingml/2006/main">
              <a:ext uri="{FF2B5EF4-FFF2-40B4-BE49-F238E27FC236}">
                <a16:creationId xmlns:a16="http://schemas.microsoft.com/office/drawing/2014/main" id="{251C0322-E73C-4506-9FBD-FF56E2FECE31}"/>
              </a:ext>
            </a:extLst>
          </p:cNvPr>
          <p:cNvSpPr>
            <a:spLocks xmlns:a="http://schemas.openxmlformats.org/drawingml/2006/main" noGrp="1"/>
          </p:cNvSpPr>
          <p:nvPr/>
        </p:nvSpPr>
        <p:spPr>
          <a:xfrm xmlns:a="http://schemas.openxmlformats.org/drawingml/2006/main">
            <a:off x="8458200" y="3676650"/>
            <a:ext cx="514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E0958860-2F0E-48CD-826D-ED23A15890E9}"/>
              </a:ext>
            </a:extLst>
          </p:cNvPr>
          <p:cNvSpPr>
            <a:spLocks xmlns:a="http://schemas.openxmlformats.org/drawingml/2006/main" noGrp="1"/>
          </p:cNvSpPr>
          <p:nvPr/>
        </p:nvSpPr>
        <p:spPr>
          <a:xfrm xmlns:a="http://schemas.openxmlformats.org/drawingml/2006/main" rot="0">
            <a:off x="8458200" y="4076700"/>
            <a:ext cx="2781300" cy="12954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0A4F6ED7-599E-44E5-A3A8-D8E06AC5ADF0}"/>
              </a:ext>
            </a:extLst>
          </p:cNvPr>
          <p:cNvSpPr>
            <a:spLocks xmlns:a="http://schemas.openxmlformats.org/drawingml/2006/main" noGrp="1"/>
          </p:cNvSpPr>
          <p:nvPr/>
        </p:nvSpPr>
        <p:spPr>
          <a:xfrm xmlns:a="http://schemas.openxmlformats.org/drawingml/2006/main">
            <a:off x="8629650" y="4076700"/>
            <a:ext cx="24384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데이터 권한·개인정보·</a:t>
            </a:r>
          </a:p>
          <a:p xmlns:a="http://schemas.openxmlformats.org/drawingml/2006/main">
            <a:pPr algn="l">
              <a:lnSpc>
                <a:spcPct val="122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보존 경계</a:t>
            </a:r>
          </a:p>
        </p:txBody>
      </p:sp>
    </p:spTree>
    <p:extLst>
      <p:ext uri="{BB962C8B-B14F-4D97-AF65-F5344CB8AC3E}">
        <p14:creationId xmlns:p14="http://schemas.microsoft.com/office/powerpoint/2010/main" val="517118692"/>
      </p:ext>
    </p:extLst>
  </p:cSld>
</p:sld>
</file>

<file path=ppt/slides/slide6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54A5CC8-A353-406D-A3B1-7264196F2D6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58BF9641-AA00-42C4-8BB2-7BD752ABE6BF}"/>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60</a:t>
            </a:r>
          </a:p>
        </p:txBody>
      </p:sp>
      <p:sp>
        <p:nvSpPr>
          <p:cNvPr id="3" name="">
            <a:extLst xmlns:a="http://schemas.openxmlformats.org/drawingml/2006/main">
              <a:ext uri="{FF2B5EF4-FFF2-40B4-BE49-F238E27FC236}">
                <a16:creationId xmlns:a16="http://schemas.microsoft.com/office/drawing/2014/main" id="{1D8E5BE5-A182-4E02-A648-E7C19EDD3DE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0B0EB8D3-EE34-48E9-8994-2F996E73EF4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67A4AB1-124D-41D1-A7C3-A5C4603DB34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B75F7E58-557A-44A7-95B1-444408BFB70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2단계 / 프롬프트·맥락의 버전 관리</a:t>
            </a:r>
          </a:p>
        </p:txBody>
      </p:sp>
      <p:sp>
        <p:nvSpPr>
          <p:cNvPr id="7" name="">
            <a:extLst xmlns:a="http://schemas.openxmlformats.org/drawingml/2006/main">
              <a:ext uri="{FF2B5EF4-FFF2-40B4-BE49-F238E27FC236}">
                <a16:creationId xmlns:a16="http://schemas.microsoft.com/office/drawing/2014/main" id="{70D95370-9B91-4C1E-B1BF-7B6FEF3EDB0E}"/>
              </a:ext>
            </a:extLst>
          </p:cNvPr>
          <p:cNvSpPr>
            <a:spLocks xmlns:a="http://schemas.openxmlformats.org/drawingml/2006/main" noGrp="1"/>
          </p:cNvSpPr>
          <p:nvPr/>
        </p:nvSpPr>
        <p:spPr>
          <a:xfrm xmlns:a="http://schemas.openxmlformats.org/drawingml/2006/main">
            <a:off x="609600" y="1600200"/>
            <a:ext cx="2000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6900" b="1">
                <a:solidFill>
                  <a:srgbClr val="2563EB"/>
                </a:solidFill>
                <a:latin typeface="Menlo"/>
                <a:ea typeface="Menlo"/>
                <a:cs typeface="Menlo"/>
              </a:defRPr>
            </a:pPr>
            <a:r>
              <a:rPr sz="6900" b="1">
                <a:solidFill>
                  <a:srgbClr val="2563EB"/>
                </a:solidFill>
                <a:latin typeface="Menlo"/>
                <a:ea typeface="Menlo"/>
                <a:cs typeface="Menlo"/>
              </a:rPr>
              <a:t>02</a:t>
            </a:r>
          </a:p>
        </p:txBody>
      </p:sp>
      <p:sp>
        <p:nvSpPr>
          <p:cNvPr id="8" name="">
            <a:extLst xmlns:a="http://schemas.openxmlformats.org/drawingml/2006/main">
              <a:ext uri="{FF2B5EF4-FFF2-40B4-BE49-F238E27FC236}">
                <a16:creationId xmlns:a16="http://schemas.microsoft.com/office/drawing/2014/main" id="{EAB970D0-EA0A-4A03-9F0B-DF71512F3D53}"/>
              </a:ext>
            </a:extLst>
          </p:cNvPr>
          <p:cNvSpPr>
            <a:spLocks xmlns:a="http://schemas.openxmlformats.org/drawingml/2006/main" noGrp="1"/>
          </p:cNvSpPr>
          <p:nvPr/>
        </p:nvSpPr>
        <p:spPr>
          <a:xfrm xmlns:a="http://schemas.openxmlformats.org/drawingml/2006/main">
            <a:off x="3028950" y="17526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OPERATING QUESTION</a:t>
            </a:r>
          </a:p>
        </p:txBody>
      </p:sp>
      <p:sp>
        <p:nvSpPr>
          <p:cNvPr id="9" name="">
            <a:extLst xmlns:a="http://schemas.openxmlformats.org/drawingml/2006/main">
              <a:ext uri="{FF2B5EF4-FFF2-40B4-BE49-F238E27FC236}">
                <a16:creationId xmlns:a16="http://schemas.microsoft.com/office/drawing/2014/main" id="{EF37CC89-E17A-4C1B-99F5-E8FF7D156A5D}"/>
              </a:ext>
            </a:extLst>
          </p:cNvPr>
          <p:cNvSpPr>
            <a:spLocks xmlns:a="http://schemas.openxmlformats.org/drawingml/2006/main" noGrp="1"/>
          </p:cNvSpPr>
          <p:nvPr/>
        </p:nvSpPr>
        <p:spPr>
          <a:xfrm xmlns:a="http://schemas.openxmlformats.org/drawingml/2006/main">
            <a:off x="3028950" y="21526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250" b="1">
                <a:solidFill>
                  <a:srgbClr val="191919"/>
                </a:solidFill>
                <a:latin typeface="AppleGothic"/>
                <a:ea typeface="AppleGothic"/>
                <a:cs typeface="AppleGothic"/>
              </a:defRPr>
            </a:pPr>
            <a:r>
              <a:rPr sz="2250" b="1">
                <a:solidFill>
                  <a:srgbClr val="191919"/>
                </a:solidFill>
                <a:latin typeface="AppleGothic"/>
                <a:ea typeface="AppleGothic"/>
                <a:cs typeface="AppleGothic"/>
              </a:rPr>
              <a:t>무엇이 바뀌었고 왜 바뀌었는가?</a:t>
            </a:r>
          </a:p>
        </p:txBody>
      </p:sp>
      <p:sp>
        <p:nvSpPr>
          <p:cNvPr id="10" name="">
            <a:extLst xmlns:a="http://schemas.openxmlformats.org/drawingml/2006/main">
              <a:ext uri="{FF2B5EF4-FFF2-40B4-BE49-F238E27FC236}">
                <a16:creationId xmlns:a16="http://schemas.microsoft.com/office/drawing/2014/main" id="{E8B33E0D-B497-4DFA-951F-4E1303D475FF}"/>
              </a:ext>
            </a:extLst>
          </p:cNvPr>
          <p:cNvSpPr>
            <a:spLocks xmlns:a="http://schemas.openxmlformats.org/drawingml/2006/main" noGrp="1"/>
          </p:cNvSpPr>
          <p:nvPr/>
        </p:nvSpPr>
        <p:spPr>
          <a:xfrm xmlns:a="http://schemas.openxmlformats.org/drawingml/2006/main">
            <a:off x="6096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2563EB"/>
                </a:solidFill>
                <a:latin typeface="Menlo"/>
                <a:ea typeface="Menlo"/>
                <a:cs typeface="Menlo"/>
              </a:defRPr>
            </a:pPr>
            <a:r>
              <a:rPr sz="1350" b="1">
                <a:solidFill>
                  <a:srgbClr val="2563EB"/>
                </a:solidFill>
                <a:latin typeface="Menlo"/>
                <a:ea typeface="Menlo"/>
                <a:cs typeface="Menlo"/>
              </a:rPr>
              <a:t>01</a:t>
            </a:r>
          </a:p>
        </p:txBody>
      </p:sp>
      <p:sp>
        <p:nvSpPr>
          <p:cNvPr id="11" name="">
            <a:extLst xmlns:a="http://schemas.openxmlformats.org/drawingml/2006/main">
              <a:ext uri="{FF2B5EF4-FFF2-40B4-BE49-F238E27FC236}">
                <a16:creationId xmlns:a16="http://schemas.microsoft.com/office/drawing/2014/main" id="{A1185642-0313-4937-944B-95C8D7C020F5}"/>
              </a:ext>
            </a:extLst>
          </p:cNvPr>
          <p:cNvSpPr>
            <a:spLocks xmlns:a="http://schemas.openxmlformats.org/drawingml/2006/main" noGrp="1"/>
          </p:cNvSpPr>
          <p:nvPr/>
        </p:nvSpPr>
        <p:spPr>
          <a:xfrm xmlns:a="http://schemas.openxmlformats.org/drawingml/2006/main" rot="0">
            <a:off x="6096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28575">
            <a:solidFill>
              <a:srgbClr val="2563EB"/>
            </a:solidFill>
            <a:prstDash val="solid"/>
          </a:ln>
        </p:spPr>
      </p:sp>
      <p:sp>
        <p:nvSpPr>
          <p:cNvPr id="12" name="">
            <a:extLst xmlns:a="http://schemas.openxmlformats.org/drawingml/2006/main">
              <a:ext uri="{FF2B5EF4-FFF2-40B4-BE49-F238E27FC236}">
                <a16:creationId xmlns:a16="http://schemas.microsoft.com/office/drawing/2014/main" id="{8207FA48-225A-4EA7-864F-40DD9992A72D}"/>
              </a:ext>
            </a:extLst>
          </p:cNvPr>
          <p:cNvSpPr>
            <a:spLocks xmlns:a="http://schemas.openxmlformats.org/drawingml/2006/main" noGrp="1"/>
          </p:cNvSpPr>
          <p:nvPr/>
        </p:nvSpPr>
        <p:spPr>
          <a:xfrm xmlns:a="http://schemas.openxmlformats.org/drawingml/2006/main">
            <a:off x="7810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프롬프트 식별자·버전·책임자</a:t>
            </a:r>
          </a:p>
        </p:txBody>
      </p:sp>
      <p:sp>
        <p:nvSpPr>
          <p:cNvPr id="13" name="">
            <a:extLst xmlns:a="http://schemas.openxmlformats.org/drawingml/2006/main">
              <a:ext uri="{FF2B5EF4-FFF2-40B4-BE49-F238E27FC236}">
                <a16:creationId xmlns:a16="http://schemas.microsoft.com/office/drawing/2014/main" id="{911E49F6-4448-4612-8486-7F5C40394A7D}"/>
              </a:ext>
            </a:extLst>
          </p:cNvPr>
          <p:cNvSpPr>
            <a:spLocks xmlns:a="http://schemas.openxmlformats.org/drawingml/2006/main" noGrp="1"/>
          </p:cNvSpPr>
          <p:nvPr/>
        </p:nvSpPr>
        <p:spPr>
          <a:xfrm xmlns:a="http://schemas.openxmlformats.org/drawingml/2006/main">
            <a:off x="43434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02</a:t>
            </a:r>
          </a:p>
        </p:txBody>
      </p:sp>
      <p:sp>
        <p:nvSpPr>
          <p:cNvPr id="14" name="">
            <a:extLst xmlns:a="http://schemas.openxmlformats.org/drawingml/2006/main">
              <a:ext uri="{FF2B5EF4-FFF2-40B4-BE49-F238E27FC236}">
                <a16:creationId xmlns:a16="http://schemas.microsoft.com/office/drawing/2014/main" id="{6ECE88E8-89B4-4D85-B812-14C2FCC5BC26}"/>
              </a:ext>
            </a:extLst>
          </p:cNvPr>
          <p:cNvSpPr>
            <a:spLocks xmlns:a="http://schemas.openxmlformats.org/drawingml/2006/main" noGrp="1"/>
          </p:cNvSpPr>
          <p:nvPr/>
        </p:nvSpPr>
        <p:spPr>
          <a:xfrm xmlns:a="http://schemas.openxmlformats.org/drawingml/2006/main" rot="0">
            <a:off x="43434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C834EF5E-32CE-40D8-8C4C-0285C4D4A838}"/>
              </a:ext>
            </a:extLst>
          </p:cNvPr>
          <p:cNvSpPr>
            <a:spLocks xmlns:a="http://schemas.openxmlformats.org/drawingml/2006/main" noGrp="1"/>
          </p:cNvSpPr>
          <p:nvPr/>
        </p:nvSpPr>
        <p:spPr>
          <a:xfrm xmlns:a="http://schemas.openxmlformats.org/drawingml/2006/main">
            <a:off x="45148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입출력 스키마·예시</a:t>
            </a:r>
          </a:p>
        </p:txBody>
      </p:sp>
      <p:sp>
        <p:nvSpPr>
          <p:cNvPr id="16" name="">
            <a:extLst xmlns:a="http://schemas.openxmlformats.org/drawingml/2006/main">
              <a:ext uri="{FF2B5EF4-FFF2-40B4-BE49-F238E27FC236}">
                <a16:creationId xmlns:a16="http://schemas.microsoft.com/office/drawing/2014/main" id="{DAE5FB5E-8C14-4002-B2EF-0A3796C09C4A}"/>
              </a:ext>
            </a:extLst>
          </p:cNvPr>
          <p:cNvSpPr>
            <a:spLocks xmlns:a="http://schemas.openxmlformats.org/drawingml/2006/main" noGrp="1"/>
          </p:cNvSpPr>
          <p:nvPr/>
        </p:nvSpPr>
        <p:spPr>
          <a:xfrm xmlns:a="http://schemas.openxmlformats.org/drawingml/2006/main">
            <a:off x="8077200" y="3295650"/>
            <a:ext cx="3505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667085"/>
                </a:solidFill>
                <a:latin typeface="Menlo"/>
                <a:ea typeface="Menlo"/>
                <a:cs typeface="Menlo"/>
              </a:defRPr>
            </a:pPr>
            <a:r>
              <a:rPr sz="1350" b="1">
                <a:solidFill>
                  <a:srgbClr val="667085"/>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1C07A4A1-E453-4ED5-836F-86F75F66EE27}"/>
              </a:ext>
            </a:extLst>
          </p:cNvPr>
          <p:cNvSpPr>
            <a:spLocks xmlns:a="http://schemas.openxmlformats.org/drawingml/2006/main" noGrp="1"/>
          </p:cNvSpPr>
          <p:nvPr/>
        </p:nvSpPr>
        <p:spPr>
          <a:xfrm xmlns:a="http://schemas.openxmlformats.org/drawingml/2006/main" rot="0">
            <a:off x="8077200" y="3752850"/>
            <a:ext cx="3505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A89A5137-112E-4AC7-9E3D-9FEC2E053664}"/>
              </a:ext>
            </a:extLst>
          </p:cNvPr>
          <p:cNvSpPr>
            <a:spLocks xmlns:a="http://schemas.openxmlformats.org/drawingml/2006/main" noGrp="1"/>
          </p:cNvSpPr>
          <p:nvPr/>
        </p:nvSpPr>
        <p:spPr>
          <a:xfrm xmlns:a="http://schemas.openxmlformats.org/drawingml/2006/main">
            <a:off x="8248650" y="3752850"/>
            <a:ext cx="3162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25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검색·도구 맥락 참조</a:t>
            </a:r>
          </a:p>
        </p:txBody>
      </p:sp>
      <p:sp>
        <p:nvSpPr>
          <p:cNvPr id="19" name="">
            <a:extLst xmlns:a="http://schemas.openxmlformats.org/drawingml/2006/main">
              <a:ext uri="{FF2B5EF4-FFF2-40B4-BE49-F238E27FC236}">
                <a16:creationId xmlns:a16="http://schemas.microsoft.com/office/drawing/2014/main" id="{AE21CB50-84FC-46CA-8A38-BC26F0702512}"/>
              </a:ext>
            </a:extLst>
          </p:cNvPr>
          <p:cNvSpPr>
            <a:spLocks xmlns:a="http://schemas.openxmlformats.org/drawingml/2006/main" noGrp="1"/>
          </p:cNvSpPr>
          <p:nvPr/>
        </p:nvSpPr>
        <p:spPr>
          <a:xfrm xmlns:a="http://schemas.openxmlformats.org/drawingml/2006/main">
            <a:off x="609600" y="52578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읽기 좋은 프롬프트보다 고정 평가 데이터에서 비교 가능한 프롬프트</a:t>
            </a:r>
          </a:p>
        </p:txBody>
      </p:sp>
      <p:sp>
        <p:nvSpPr>
          <p:cNvPr id="20" name="">
            <a:extLst xmlns:a="http://schemas.openxmlformats.org/drawingml/2006/main">
              <a:ext uri="{FF2B5EF4-FFF2-40B4-BE49-F238E27FC236}">
                <a16:creationId xmlns:a16="http://schemas.microsoft.com/office/drawing/2014/main" id="{0FCDBA2C-8B4F-47FF-B5A5-3BACA69ED795}"/>
              </a:ext>
            </a:extLst>
          </p:cNvPr>
          <p:cNvSpPr>
            <a:spLocks xmlns:a="http://schemas.openxmlformats.org/drawingml/2006/main" noGrp="1"/>
          </p:cNvSpPr>
          <p:nvPr/>
        </p:nvSpPr>
        <p:spPr>
          <a:xfrm xmlns:a="http://schemas.openxmlformats.org/drawingml/2006/main" flipH="0" flipV="0">
            <a:off x="10858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1" name="">
            <a:extLst xmlns:a="http://schemas.openxmlformats.org/drawingml/2006/main">
              <a:ext uri="{FF2B5EF4-FFF2-40B4-BE49-F238E27FC236}">
                <a16:creationId xmlns:a16="http://schemas.microsoft.com/office/drawing/2014/main" id="{A39BF7EA-A9D9-450D-9F22-3BE61903FB45}"/>
              </a:ext>
            </a:extLst>
          </p:cNvPr>
          <p:cNvSpPr>
            <a:spLocks xmlns:a="http://schemas.openxmlformats.org/drawingml/2006/main" noGrp="1"/>
          </p:cNvSpPr>
          <p:nvPr/>
        </p:nvSpPr>
        <p:spPr>
          <a:xfrm xmlns:a="http://schemas.openxmlformats.org/drawingml/2006/main">
            <a:off x="10858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1 기획·데이터</a:t>
            </a:r>
          </a:p>
        </p:txBody>
      </p:sp>
      <p:sp>
        <p:nvSpPr>
          <p:cNvPr id="22" name="">
            <a:extLst xmlns:a="http://schemas.openxmlformats.org/drawingml/2006/main">
              <a:ext uri="{FF2B5EF4-FFF2-40B4-BE49-F238E27FC236}">
                <a16:creationId xmlns:a16="http://schemas.microsoft.com/office/drawing/2014/main" id="{90CCD7D2-443B-4217-9B74-ACFA71371A21}"/>
              </a:ext>
            </a:extLst>
          </p:cNvPr>
          <p:cNvSpPr>
            <a:spLocks xmlns:a="http://schemas.openxmlformats.org/drawingml/2006/main" noGrp="1"/>
          </p:cNvSpPr>
          <p:nvPr/>
        </p:nvSpPr>
        <p:spPr>
          <a:xfrm xmlns:a="http://schemas.openxmlformats.org/drawingml/2006/main" flipH="0" flipV="0">
            <a:off x="3086100" y="5924550"/>
            <a:ext cx="18288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23" name="">
            <a:extLst xmlns:a="http://schemas.openxmlformats.org/drawingml/2006/main">
              <a:ext uri="{FF2B5EF4-FFF2-40B4-BE49-F238E27FC236}">
                <a16:creationId xmlns:a16="http://schemas.microsoft.com/office/drawing/2014/main" id="{EA8B71E3-71F3-4A08-A603-AB579355D83D}"/>
              </a:ext>
            </a:extLst>
          </p:cNvPr>
          <p:cNvSpPr>
            <a:spLocks xmlns:a="http://schemas.openxmlformats.org/drawingml/2006/main" noGrp="1"/>
          </p:cNvSpPr>
          <p:nvPr/>
        </p:nvSpPr>
        <p:spPr>
          <a:xfrm xmlns:a="http://schemas.openxmlformats.org/drawingml/2006/main">
            <a:off x="308610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2 프롬프트·컨텍스트</a:t>
            </a:r>
          </a:p>
        </p:txBody>
      </p:sp>
      <p:sp>
        <p:nvSpPr>
          <p:cNvPr id="24" name="">
            <a:extLst xmlns:a="http://schemas.openxmlformats.org/drawingml/2006/main">
              <a:ext uri="{FF2B5EF4-FFF2-40B4-BE49-F238E27FC236}">
                <a16:creationId xmlns:a16="http://schemas.microsoft.com/office/drawing/2014/main" id="{63C24989-B660-4DDC-B593-05018C4023E8}"/>
              </a:ext>
            </a:extLst>
          </p:cNvPr>
          <p:cNvSpPr>
            <a:spLocks xmlns:a="http://schemas.openxmlformats.org/drawingml/2006/main" noGrp="1"/>
          </p:cNvSpPr>
          <p:nvPr/>
        </p:nvSpPr>
        <p:spPr>
          <a:xfrm xmlns:a="http://schemas.openxmlformats.org/drawingml/2006/main" flipH="0" flipV="0">
            <a:off x="50863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5" name="">
            <a:extLst xmlns:a="http://schemas.openxmlformats.org/drawingml/2006/main">
              <a:ext uri="{FF2B5EF4-FFF2-40B4-BE49-F238E27FC236}">
                <a16:creationId xmlns:a16="http://schemas.microsoft.com/office/drawing/2014/main" id="{02265D91-208D-400D-8AC5-C1FDAF50DB55}"/>
              </a:ext>
            </a:extLst>
          </p:cNvPr>
          <p:cNvSpPr>
            <a:spLocks xmlns:a="http://schemas.openxmlformats.org/drawingml/2006/main" noGrp="1"/>
          </p:cNvSpPr>
          <p:nvPr/>
        </p:nvSpPr>
        <p:spPr>
          <a:xfrm xmlns:a="http://schemas.openxmlformats.org/drawingml/2006/main">
            <a:off x="50863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3 실행·배포</a:t>
            </a:r>
          </a:p>
        </p:txBody>
      </p:sp>
      <p:sp>
        <p:nvSpPr>
          <p:cNvPr id="26" name="">
            <a:extLst xmlns:a="http://schemas.openxmlformats.org/drawingml/2006/main">
              <a:ext uri="{FF2B5EF4-FFF2-40B4-BE49-F238E27FC236}">
                <a16:creationId xmlns:a16="http://schemas.microsoft.com/office/drawing/2014/main" id="{A74CE76E-5C55-43BF-BFA7-4D43D1E58964}"/>
              </a:ext>
            </a:extLst>
          </p:cNvPr>
          <p:cNvSpPr>
            <a:spLocks xmlns:a="http://schemas.openxmlformats.org/drawingml/2006/main" noGrp="1"/>
          </p:cNvSpPr>
          <p:nvPr/>
        </p:nvSpPr>
        <p:spPr>
          <a:xfrm xmlns:a="http://schemas.openxmlformats.org/drawingml/2006/main" flipH="0" flipV="0">
            <a:off x="708660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7" name="">
            <a:extLst xmlns:a="http://schemas.openxmlformats.org/drawingml/2006/main">
              <a:ext uri="{FF2B5EF4-FFF2-40B4-BE49-F238E27FC236}">
                <a16:creationId xmlns:a16="http://schemas.microsoft.com/office/drawing/2014/main" id="{16F0FA91-A855-48F9-8B72-151A9C80A562}"/>
              </a:ext>
            </a:extLst>
          </p:cNvPr>
          <p:cNvSpPr>
            <a:spLocks xmlns:a="http://schemas.openxmlformats.org/drawingml/2006/main" noGrp="1"/>
          </p:cNvSpPr>
          <p:nvPr/>
        </p:nvSpPr>
        <p:spPr>
          <a:xfrm xmlns:a="http://schemas.openxmlformats.org/drawingml/2006/main">
            <a:off x="708660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4 평가·관찰</a:t>
            </a:r>
          </a:p>
        </p:txBody>
      </p:sp>
      <p:sp>
        <p:nvSpPr>
          <p:cNvPr id="28" name="">
            <a:extLst xmlns:a="http://schemas.openxmlformats.org/drawingml/2006/main">
              <a:ext uri="{FF2B5EF4-FFF2-40B4-BE49-F238E27FC236}">
                <a16:creationId xmlns:a16="http://schemas.microsoft.com/office/drawing/2014/main" id="{139D6D0E-6F20-4CEA-93E2-4ABFD3F1693D}"/>
              </a:ext>
            </a:extLst>
          </p:cNvPr>
          <p:cNvSpPr>
            <a:spLocks xmlns:a="http://schemas.openxmlformats.org/drawingml/2006/main" noGrp="1"/>
          </p:cNvSpPr>
          <p:nvPr/>
        </p:nvSpPr>
        <p:spPr>
          <a:xfrm xmlns:a="http://schemas.openxmlformats.org/drawingml/2006/main" flipH="0" flipV="0">
            <a:off x="9086850" y="5924550"/>
            <a:ext cx="1828800" cy="0"/>
          </a:xfrm>
          <a:prstGeom xmlns:a="http://schemas.openxmlformats.org/drawingml/2006/main" prst="line">
            <a:avLst/>
          </a:prstGeom>
          <a:noFill xmlns:a="http://schemas.openxmlformats.org/drawingml/2006/main"/>
          <a:ln xmlns:a="http://schemas.openxmlformats.org/drawingml/2006/main" w="19050">
            <a:solidFill>
              <a:srgbClr val="D0D5DD"/>
            </a:solidFill>
            <a:prstDash val="solid"/>
          </a:ln>
        </p:spPr>
      </p:sp>
      <p:sp>
        <p:nvSpPr>
          <p:cNvPr id="29" name="">
            <a:extLst xmlns:a="http://schemas.openxmlformats.org/drawingml/2006/main">
              <a:ext uri="{FF2B5EF4-FFF2-40B4-BE49-F238E27FC236}">
                <a16:creationId xmlns:a16="http://schemas.microsoft.com/office/drawing/2014/main" id="{7F96DDB0-AFA0-48D9-8D78-450508593CBD}"/>
              </a:ext>
            </a:extLst>
          </p:cNvPr>
          <p:cNvSpPr>
            <a:spLocks xmlns:a="http://schemas.openxmlformats.org/drawingml/2006/main" noGrp="1"/>
          </p:cNvSpPr>
          <p:nvPr/>
        </p:nvSpPr>
        <p:spPr>
          <a:xfrm xmlns:a="http://schemas.openxmlformats.org/drawingml/2006/main">
            <a:off x="9086850" y="60388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5 개선·버전</a:t>
            </a:r>
          </a:p>
        </p:txBody>
      </p:sp>
    </p:spTree>
    <p:extLst>
      <p:ext uri="{BB962C8B-B14F-4D97-AF65-F5344CB8AC3E}">
        <p14:creationId xmlns:p14="http://schemas.microsoft.com/office/powerpoint/2010/main" val="397768147"/>
      </p:ext>
    </p:extLst>
  </p:cSld>
</p:sld>
</file>

<file path=ppt/slides/slide6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58C9817-4682-438F-9866-EEF1BD968C0E}"/>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561947B5-CBC7-42BA-B46D-29BB63E77E9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61</a:t>
            </a:r>
          </a:p>
        </p:txBody>
      </p:sp>
      <p:sp>
        <p:nvSpPr>
          <p:cNvPr id="3" name="">
            <a:extLst xmlns:a="http://schemas.openxmlformats.org/drawingml/2006/main">
              <a:ext uri="{FF2B5EF4-FFF2-40B4-BE49-F238E27FC236}">
                <a16:creationId xmlns:a16="http://schemas.microsoft.com/office/drawing/2014/main" id="{874BCF3A-8195-46CB-99E0-15F8C13161A3}"/>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991C5478-3ED7-4697-8078-A780392312C1}"/>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B7AF9B3B-DD78-47E7-B909-ED15A890FDB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692FEADA-0DA8-4A0F-B46A-1293DAF8AF30}"/>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3단계 / 실행·배포의 실패 경로</a:t>
            </a:r>
          </a:p>
        </p:txBody>
      </p:sp>
      <p:sp>
        <p:nvSpPr>
          <p:cNvPr id="7" name="">
            <a:extLst xmlns:a="http://schemas.openxmlformats.org/drawingml/2006/main">
              <a:ext uri="{FF2B5EF4-FFF2-40B4-BE49-F238E27FC236}">
                <a16:creationId xmlns:a16="http://schemas.microsoft.com/office/drawing/2014/main" id="{D325F8AB-BCA6-45C5-99E0-0263657B13AD}"/>
              </a:ext>
            </a:extLst>
          </p:cNvPr>
          <p:cNvSpPr>
            <a:spLocks xmlns:a="http://schemas.openxmlformats.org/drawingml/2006/main" noGrp="1"/>
          </p:cNvSpPr>
          <p:nvPr/>
        </p:nvSpPr>
        <p:spPr>
          <a:xfrm xmlns:a="http://schemas.openxmlformats.org/drawingml/2006/main">
            <a:off x="609600" y="14668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실패했을 때 어디로 흐르는가?</a:t>
            </a:r>
          </a:p>
        </p:txBody>
      </p:sp>
      <p:sp>
        <p:nvSpPr>
          <p:cNvPr id="8" name="">
            <a:extLst xmlns:a="http://schemas.openxmlformats.org/drawingml/2006/main">
              <a:ext uri="{FF2B5EF4-FFF2-40B4-BE49-F238E27FC236}">
                <a16:creationId xmlns:a16="http://schemas.microsoft.com/office/drawing/2014/main" id="{BFDC3516-F4A9-4A32-B482-78D41BDC3766}"/>
              </a:ext>
            </a:extLst>
          </p:cNvPr>
          <p:cNvSpPr>
            <a:spLocks xmlns:a="http://schemas.openxmlformats.org/drawingml/2006/main" noGrp="1"/>
          </p:cNvSpPr>
          <p:nvPr/>
        </p:nvSpPr>
        <p:spPr>
          <a:xfrm xmlns:a="http://schemas.openxmlformats.org/drawingml/2006/main">
            <a:off x="609600" y="23050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정상 경로</a:t>
            </a:r>
          </a:p>
        </p:txBody>
      </p:sp>
      <p:sp>
        <p:nvSpPr>
          <p:cNvPr id="9" name="">
            <a:extLst xmlns:a="http://schemas.openxmlformats.org/drawingml/2006/main">
              <a:ext uri="{FF2B5EF4-FFF2-40B4-BE49-F238E27FC236}">
                <a16:creationId xmlns:a16="http://schemas.microsoft.com/office/drawing/2014/main" id="{068FE767-5924-490E-AA23-8A97A9450B83}"/>
              </a:ext>
            </a:extLst>
          </p:cNvPr>
          <p:cNvSpPr>
            <a:spLocks xmlns:a="http://schemas.openxmlformats.org/drawingml/2006/main" noGrp="1"/>
          </p:cNvSpPr>
          <p:nvPr/>
        </p:nvSpPr>
        <p:spPr>
          <a:xfrm xmlns:a="http://schemas.openxmlformats.org/drawingml/2006/main" rot="0">
            <a:off x="27241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0" name="">
            <a:extLst xmlns:a="http://schemas.openxmlformats.org/drawingml/2006/main">
              <a:ext uri="{FF2B5EF4-FFF2-40B4-BE49-F238E27FC236}">
                <a16:creationId xmlns:a16="http://schemas.microsoft.com/office/drawing/2014/main" id="{009CC865-10B7-4793-87F3-45B7477748CA}"/>
              </a:ext>
            </a:extLst>
          </p:cNvPr>
          <p:cNvSpPr>
            <a:spLocks xmlns:a="http://schemas.openxmlformats.org/drawingml/2006/main" noGrp="1"/>
          </p:cNvSpPr>
          <p:nvPr/>
        </p:nvSpPr>
        <p:spPr>
          <a:xfrm xmlns:a="http://schemas.openxmlformats.org/drawingml/2006/main">
            <a:off x="28194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요청 검증</a:t>
            </a:r>
          </a:p>
        </p:txBody>
      </p:sp>
      <p:sp>
        <p:nvSpPr>
          <p:cNvPr id="11" name="">
            <a:extLst xmlns:a="http://schemas.openxmlformats.org/drawingml/2006/main">
              <a:ext uri="{FF2B5EF4-FFF2-40B4-BE49-F238E27FC236}">
                <a16:creationId xmlns:a16="http://schemas.microsoft.com/office/drawing/2014/main" id="{87B5BBF6-9176-4B1B-AB96-594DF3C09123}"/>
              </a:ext>
            </a:extLst>
          </p:cNvPr>
          <p:cNvSpPr>
            <a:spLocks xmlns:a="http://schemas.openxmlformats.org/drawingml/2006/main" noGrp="1"/>
          </p:cNvSpPr>
          <p:nvPr/>
        </p:nvSpPr>
        <p:spPr>
          <a:xfrm xmlns:a="http://schemas.openxmlformats.org/drawingml/2006/main">
            <a:off x="44767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9D29540C-1C15-4D91-BA40-6436C28A91F5}"/>
              </a:ext>
            </a:extLst>
          </p:cNvPr>
          <p:cNvSpPr>
            <a:spLocks xmlns:a="http://schemas.openxmlformats.org/drawingml/2006/main" noGrp="1"/>
          </p:cNvSpPr>
          <p:nvPr/>
        </p:nvSpPr>
        <p:spPr>
          <a:xfrm xmlns:a="http://schemas.openxmlformats.org/drawingml/2006/main" rot="0">
            <a:off x="48196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4589B643-ABD1-40A0-88B5-47933B39C6C6}"/>
              </a:ext>
            </a:extLst>
          </p:cNvPr>
          <p:cNvSpPr>
            <a:spLocks xmlns:a="http://schemas.openxmlformats.org/drawingml/2006/main" noGrp="1"/>
          </p:cNvSpPr>
          <p:nvPr/>
        </p:nvSpPr>
        <p:spPr>
          <a:xfrm xmlns:a="http://schemas.openxmlformats.org/drawingml/2006/main">
            <a:off x="49149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모델·도구 실행</a:t>
            </a:r>
          </a:p>
        </p:txBody>
      </p:sp>
      <p:sp>
        <p:nvSpPr>
          <p:cNvPr id="14" name="">
            <a:extLst xmlns:a="http://schemas.openxmlformats.org/drawingml/2006/main">
              <a:ext uri="{FF2B5EF4-FFF2-40B4-BE49-F238E27FC236}">
                <a16:creationId xmlns:a16="http://schemas.microsoft.com/office/drawing/2014/main" id="{3462C9FF-653B-4446-B68E-20E2D56156C3}"/>
              </a:ext>
            </a:extLst>
          </p:cNvPr>
          <p:cNvSpPr>
            <a:spLocks xmlns:a="http://schemas.openxmlformats.org/drawingml/2006/main" noGrp="1"/>
          </p:cNvSpPr>
          <p:nvPr/>
        </p:nvSpPr>
        <p:spPr>
          <a:xfrm xmlns:a="http://schemas.openxmlformats.org/drawingml/2006/main">
            <a:off x="65722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C5EE45C9-71CC-45AE-84B7-70B9502CD2BB}"/>
              </a:ext>
            </a:extLst>
          </p:cNvPr>
          <p:cNvSpPr>
            <a:spLocks xmlns:a="http://schemas.openxmlformats.org/drawingml/2006/main" noGrp="1"/>
          </p:cNvSpPr>
          <p:nvPr/>
        </p:nvSpPr>
        <p:spPr>
          <a:xfrm xmlns:a="http://schemas.openxmlformats.org/drawingml/2006/main" rot="0">
            <a:off x="69151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FA286F99-1009-4750-A27F-DDC2F4902C84}"/>
              </a:ext>
            </a:extLst>
          </p:cNvPr>
          <p:cNvSpPr>
            <a:spLocks xmlns:a="http://schemas.openxmlformats.org/drawingml/2006/main" noGrp="1"/>
          </p:cNvSpPr>
          <p:nvPr/>
        </p:nvSpPr>
        <p:spPr>
          <a:xfrm xmlns:a="http://schemas.openxmlformats.org/drawingml/2006/main">
            <a:off x="70104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응답 생성</a:t>
            </a:r>
          </a:p>
        </p:txBody>
      </p:sp>
      <p:sp>
        <p:nvSpPr>
          <p:cNvPr id="17" name="">
            <a:extLst xmlns:a="http://schemas.openxmlformats.org/drawingml/2006/main">
              <a:ext uri="{FF2B5EF4-FFF2-40B4-BE49-F238E27FC236}">
                <a16:creationId xmlns:a16="http://schemas.microsoft.com/office/drawing/2014/main" id="{293CF090-45F2-4786-8996-A86B4EB5298E}"/>
              </a:ext>
            </a:extLst>
          </p:cNvPr>
          <p:cNvSpPr>
            <a:spLocks xmlns:a="http://schemas.openxmlformats.org/drawingml/2006/main" noGrp="1"/>
          </p:cNvSpPr>
          <p:nvPr/>
        </p:nvSpPr>
        <p:spPr>
          <a:xfrm xmlns:a="http://schemas.openxmlformats.org/drawingml/2006/main">
            <a:off x="8667750" y="243840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18" name="">
            <a:extLst xmlns:a="http://schemas.openxmlformats.org/drawingml/2006/main">
              <a:ext uri="{FF2B5EF4-FFF2-40B4-BE49-F238E27FC236}">
                <a16:creationId xmlns:a16="http://schemas.microsoft.com/office/drawing/2014/main" id="{E61E8657-4F26-4F5E-9A00-2FC1FCDC4CDE}"/>
              </a:ext>
            </a:extLst>
          </p:cNvPr>
          <p:cNvSpPr>
            <a:spLocks xmlns:a="http://schemas.openxmlformats.org/drawingml/2006/main" noGrp="1"/>
          </p:cNvSpPr>
          <p:nvPr/>
        </p:nvSpPr>
        <p:spPr>
          <a:xfrm xmlns:a="http://schemas.openxmlformats.org/drawingml/2006/main" rot="0">
            <a:off x="9010650" y="224790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19" name="">
            <a:extLst xmlns:a="http://schemas.openxmlformats.org/drawingml/2006/main">
              <a:ext uri="{FF2B5EF4-FFF2-40B4-BE49-F238E27FC236}">
                <a16:creationId xmlns:a16="http://schemas.microsoft.com/office/drawing/2014/main" id="{09A79D36-7BD3-4342-9B78-476D0D59FBB0}"/>
              </a:ext>
            </a:extLst>
          </p:cNvPr>
          <p:cNvSpPr>
            <a:spLocks xmlns:a="http://schemas.openxmlformats.org/drawingml/2006/main" noGrp="1"/>
          </p:cNvSpPr>
          <p:nvPr/>
        </p:nvSpPr>
        <p:spPr>
          <a:xfrm xmlns:a="http://schemas.openxmlformats.org/drawingml/2006/main">
            <a:off x="9105900" y="224790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추적 저장</a:t>
            </a:r>
          </a:p>
        </p:txBody>
      </p:sp>
      <p:sp>
        <p:nvSpPr>
          <p:cNvPr id="20" name="">
            <a:extLst xmlns:a="http://schemas.openxmlformats.org/drawingml/2006/main">
              <a:ext uri="{FF2B5EF4-FFF2-40B4-BE49-F238E27FC236}">
                <a16:creationId xmlns:a16="http://schemas.microsoft.com/office/drawing/2014/main" id="{E7C6E65F-1CF5-4D61-A3B5-8E8BA89DAEEA}"/>
              </a:ext>
            </a:extLst>
          </p:cNvPr>
          <p:cNvSpPr>
            <a:spLocks xmlns:a="http://schemas.openxmlformats.org/drawingml/2006/main" noGrp="1"/>
          </p:cNvSpPr>
          <p:nvPr/>
        </p:nvSpPr>
        <p:spPr>
          <a:xfrm xmlns:a="http://schemas.openxmlformats.org/drawingml/2006/main">
            <a:off x="609600" y="373380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실패 경로</a:t>
            </a:r>
          </a:p>
        </p:txBody>
      </p:sp>
      <p:sp>
        <p:nvSpPr>
          <p:cNvPr id="21" name="">
            <a:extLst xmlns:a="http://schemas.openxmlformats.org/drawingml/2006/main">
              <a:ext uri="{FF2B5EF4-FFF2-40B4-BE49-F238E27FC236}">
                <a16:creationId xmlns:a16="http://schemas.microsoft.com/office/drawing/2014/main" id="{5FAE8BD1-1B05-4BBD-87C3-D2668D798A37}"/>
              </a:ext>
            </a:extLst>
          </p:cNvPr>
          <p:cNvSpPr>
            <a:spLocks xmlns:a="http://schemas.openxmlformats.org/drawingml/2006/main" noGrp="1"/>
          </p:cNvSpPr>
          <p:nvPr/>
        </p:nvSpPr>
        <p:spPr>
          <a:xfrm xmlns:a="http://schemas.openxmlformats.org/drawingml/2006/main" rot="0">
            <a:off x="27241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9E2E6BA7-6F6B-4F56-9527-EB6A3B1AA163}"/>
              </a:ext>
            </a:extLst>
          </p:cNvPr>
          <p:cNvSpPr>
            <a:spLocks xmlns:a="http://schemas.openxmlformats.org/drawingml/2006/main" noGrp="1"/>
          </p:cNvSpPr>
          <p:nvPr/>
        </p:nvSpPr>
        <p:spPr>
          <a:xfrm xmlns:a="http://schemas.openxmlformats.org/drawingml/2006/main">
            <a:off x="28194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오류 분류</a:t>
            </a:r>
          </a:p>
        </p:txBody>
      </p:sp>
      <p:sp>
        <p:nvSpPr>
          <p:cNvPr id="23" name="">
            <a:extLst xmlns:a="http://schemas.openxmlformats.org/drawingml/2006/main">
              <a:ext uri="{FF2B5EF4-FFF2-40B4-BE49-F238E27FC236}">
                <a16:creationId xmlns:a16="http://schemas.microsoft.com/office/drawing/2014/main" id="{BE1D73A1-6AF1-4B40-A27C-9531A7EE3346}"/>
              </a:ext>
            </a:extLst>
          </p:cNvPr>
          <p:cNvSpPr>
            <a:spLocks xmlns:a="http://schemas.openxmlformats.org/drawingml/2006/main" noGrp="1"/>
          </p:cNvSpPr>
          <p:nvPr/>
        </p:nvSpPr>
        <p:spPr>
          <a:xfrm xmlns:a="http://schemas.openxmlformats.org/drawingml/2006/main">
            <a:off x="44767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71834D8D-7765-4F90-86CD-F43A8A4A5763}"/>
              </a:ext>
            </a:extLst>
          </p:cNvPr>
          <p:cNvSpPr>
            <a:spLocks xmlns:a="http://schemas.openxmlformats.org/drawingml/2006/main" noGrp="1"/>
          </p:cNvSpPr>
          <p:nvPr/>
        </p:nvSpPr>
        <p:spPr>
          <a:xfrm xmlns:a="http://schemas.openxmlformats.org/drawingml/2006/main" rot="0">
            <a:off x="48196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28575">
            <a:solidFill>
              <a:srgbClr val="2563EB"/>
            </a:solidFill>
            <a:prstDash val="solid"/>
          </a:ln>
        </p:spPr>
      </p:sp>
      <p:sp>
        <p:nvSpPr>
          <p:cNvPr id="25" name="">
            <a:extLst xmlns:a="http://schemas.openxmlformats.org/drawingml/2006/main">
              <a:ext uri="{FF2B5EF4-FFF2-40B4-BE49-F238E27FC236}">
                <a16:creationId xmlns:a16="http://schemas.microsoft.com/office/drawing/2014/main" id="{CA9D455B-CEE4-4C4A-83D2-A9B85071813E}"/>
              </a:ext>
            </a:extLst>
          </p:cNvPr>
          <p:cNvSpPr>
            <a:spLocks xmlns:a="http://schemas.openxmlformats.org/drawingml/2006/main" noGrp="1"/>
          </p:cNvSpPr>
          <p:nvPr/>
        </p:nvSpPr>
        <p:spPr>
          <a:xfrm xmlns:a="http://schemas.openxmlformats.org/drawingml/2006/main">
            <a:off x="49149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재시도·대체</a:t>
            </a:r>
          </a:p>
        </p:txBody>
      </p:sp>
      <p:sp>
        <p:nvSpPr>
          <p:cNvPr id="26" name="">
            <a:extLst xmlns:a="http://schemas.openxmlformats.org/drawingml/2006/main">
              <a:ext uri="{FF2B5EF4-FFF2-40B4-BE49-F238E27FC236}">
                <a16:creationId xmlns:a16="http://schemas.microsoft.com/office/drawing/2014/main" id="{6B4F9EDD-3420-4746-8627-7D787F170291}"/>
              </a:ext>
            </a:extLst>
          </p:cNvPr>
          <p:cNvSpPr>
            <a:spLocks xmlns:a="http://schemas.openxmlformats.org/drawingml/2006/main" noGrp="1"/>
          </p:cNvSpPr>
          <p:nvPr/>
        </p:nvSpPr>
        <p:spPr>
          <a:xfrm xmlns:a="http://schemas.openxmlformats.org/drawingml/2006/main">
            <a:off x="65722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27" name="">
            <a:extLst xmlns:a="http://schemas.openxmlformats.org/drawingml/2006/main">
              <a:ext uri="{FF2B5EF4-FFF2-40B4-BE49-F238E27FC236}">
                <a16:creationId xmlns:a16="http://schemas.microsoft.com/office/drawing/2014/main" id="{8B2E7C12-3773-4F37-96D8-655F3748E577}"/>
              </a:ext>
            </a:extLst>
          </p:cNvPr>
          <p:cNvSpPr>
            <a:spLocks xmlns:a="http://schemas.openxmlformats.org/drawingml/2006/main" noGrp="1"/>
          </p:cNvSpPr>
          <p:nvPr/>
        </p:nvSpPr>
        <p:spPr>
          <a:xfrm xmlns:a="http://schemas.openxmlformats.org/drawingml/2006/main" rot="0">
            <a:off x="69151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28" name="">
            <a:extLst xmlns:a="http://schemas.openxmlformats.org/drawingml/2006/main">
              <a:ext uri="{FF2B5EF4-FFF2-40B4-BE49-F238E27FC236}">
                <a16:creationId xmlns:a16="http://schemas.microsoft.com/office/drawing/2014/main" id="{89232F37-E7BC-42F4-8D1C-20D9BD963ED8}"/>
              </a:ext>
            </a:extLst>
          </p:cNvPr>
          <p:cNvSpPr>
            <a:spLocks xmlns:a="http://schemas.openxmlformats.org/drawingml/2006/main" noGrp="1"/>
          </p:cNvSpPr>
          <p:nvPr/>
        </p:nvSpPr>
        <p:spPr>
          <a:xfrm xmlns:a="http://schemas.openxmlformats.org/drawingml/2006/main">
            <a:off x="70104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안전한 응답</a:t>
            </a:r>
          </a:p>
        </p:txBody>
      </p:sp>
      <p:sp>
        <p:nvSpPr>
          <p:cNvPr id="29" name="">
            <a:extLst xmlns:a="http://schemas.openxmlformats.org/drawingml/2006/main">
              <a:ext uri="{FF2B5EF4-FFF2-40B4-BE49-F238E27FC236}">
                <a16:creationId xmlns:a16="http://schemas.microsoft.com/office/drawing/2014/main" id="{34D92F10-C75A-48B2-8D80-6D77F59782D7}"/>
              </a:ext>
            </a:extLst>
          </p:cNvPr>
          <p:cNvSpPr>
            <a:spLocks xmlns:a="http://schemas.openxmlformats.org/drawingml/2006/main" noGrp="1"/>
          </p:cNvSpPr>
          <p:nvPr/>
        </p:nvSpPr>
        <p:spPr>
          <a:xfrm xmlns:a="http://schemas.openxmlformats.org/drawingml/2006/main">
            <a:off x="8667750" y="3867150"/>
            <a:ext cx="34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98A2B3"/>
                </a:solidFill>
                <a:latin typeface="Menlo"/>
                <a:ea typeface="Menlo"/>
                <a:cs typeface="Menlo"/>
              </a:defRPr>
            </a:pPr>
            <a:r>
              <a:rPr sz="1350" b="1">
                <a:solidFill>
                  <a:srgbClr val="98A2B3"/>
                </a:solidFill>
                <a:latin typeface="Menlo"/>
                <a:ea typeface="Menlo"/>
                <a:cs typeface="Menlo"/>
              </a:rPr>
              <a:t>→</a:t>
            </a:r>
          </a:p>
        </p:txBody>
      </p:sp>
      <p:sp>
        <p:nvSpPr>
          <p:cNvPr id="30" name="">
            <a:extLst xmlns:a="http://schemas.openxmlformats.org/drawingml/2006/main">
              <a:ext uri="{FF2B5EF4-FFF2-40B4-BE49-F238E27FC236}">
                <a16:creationId xmlns:a16="http://schemas.microsoft.com/office/drawing/2014/main" id="{BFD83C6F-7365-468C-9548-A6444BD248EB}"/>
              </a:ext>
            </a:extLst>
          </p:cNvPr>
          <p:cNvSpPr>
            <a:spLocks xmlns:a="http://schemas.openxmlformats.org/drawingml/2006/main" noGrp="1"/>
          </p:cNvSpPr>
          <p:nvPr/>
        </p:nvSpPr>
        <p:spPr>
          <a:xfrm xmlns:a="http://schemas.openxmlformats.org/drawingml/2006/main" rot="0">
            <a:off x="9010650" y="3676650"/>
            <a:ext cx="1752600" cy="666750"/>
          </a:xfrm>
          <a:prstGeom xmlns:a="http://schemas.openxmlformats.org/drawingml/2006/main" prst="rect">
            <a:avLst/>
          </a:prstGeom>
          <a:solidFill xmlns:a="http://schemas.openxmlformats.org/drawingml/2006/main">
            <a:srgbClr val="0B1F3A"/>
          </a:solidFill>
          <a:ln xmlns:a="http://schemas.openxmlformats.org/drawingml/2006/main" w="9525">
            <a:solidFill>
              <a:srgbClr val="25324A"/>
            </a:solidFill>
            <a:prstDash val="solid"/>
          </a:ln>
        </p:spPr>
      </p:sp>
      <p:sp>
        <p:nvSpPr>
          <p:cNvPr id="31" name="">
            <a:extLst xmlns:a="http://schemas.openxmlformats.org/drawingml/2006/main">
              <a:ext uri="{FF2B5EF4-FFF2-40B4-BE49-F238E27FC236}">
                <a16:creationId xmlns:a16="http://schemas.microsoft.com/office/drawing/2014/main" id="{7378FE49-63E0-4E7F-99E4-8E6DD0FCB0ED}"/>
              </a:ext>
            </a:extLst>
          </p:cNvPr>
          <p:cNvSpPr>
            <a:spLocks xmlns:a="http://schemas.openxmlformats.org/drawingml/2006/main" noGrp="1"/>
          </p:cNvSpPr>
          <p:nvPr/>
        </p:nvSpPr>
        <p:spPr>
          <a:xfrm xmlns:a="http://schemas.openxmlformats.org/drawingml/2006/main">
            <a:off x="9105900" y="3676650"/>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담당자 확인</a:t>
            </a:r>
          </a:p>
        </p:txBody>
      </p:sp>
      <p:sp>
        <p:nvSpPr>
          <p:cNvPr id="32" name="">
            <a:extLst xmlns:a="http://schemas.openxmlformats.org/drawingml/2006/main">
              <a:ext uri="{FF2B5EF4-FFF2-40B4-BE49-F238E27FC236}">
                <a16:creationId xmlns:a16="http://schemas.microsoft.com/office/drawing/2014/main" id="{CE144EC0-5565-4D7B-A239-69D73303D3A3}"/>
              </a:ext>
            </a:extLst>
          </p:cNvPr>
          <p:cNvSpPr>
            <a:spLocks xmlns:a="http://schemas.openxmlformats.org/drawingml/2006/main" noGrp="1"/>
          </p:cNvSpPr>
          <p:nvPr/>
        </p:nvSpPr>
        <p:spPr>
          <a:xfrm xmlns:a="http://schemas.openxmlformats.org/drawingml/2006/main">
            <a:off x="609600" y="54483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운영 문서에는 정상 흐름과 오류·재시도·대체 경로를 함께 기록</a:t>
            </a:r>
          </a:p>
        </p:txBody>
      </p:sp>
    </p:spTree>
    <p:extLst>
      <p:ext uri="{BB962C8B-B14F-4D97-AF65-F5344CB8AC3E}">
        <p14:creationId xmlns:p14="http://schemas.microsoft.com/office/powerpoint/2010/main" val="397919037"/>
      </p:ext>
    </p:extLst>
  </p:cSld>
</p:sld>
</file>

<file path=ppt/slides/slide6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F15FDB8-A7E0-457D-8EB4-D1376136C80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EF5CA11F-4117-455C-B650-B0FDEFA5FC9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62</a:t>
            </a:r>
          </a:p>
        </p:txBody>
      </p:sp>
      <p:sp>
        <p:nvSpPr>
          <p:cNvPr id="3" name="">
            <a:extLst xmlns:a="http://schemas.openxmlformats.org/drawingml/2006/main">
              <a:ext uri="{FF2B5EF4-FFF2-40B4-BE49-F238E27FC236}">
                <a16:creationId xmlns:a16="http://schemas.microsoft.com/office/drawing/2014/main" id="{585AF512-AB3C-4E72-B799-981C9F3B49D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7C9DD2AA-20C5-4CA8-AB9C-C24DC6E796B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4CE72978-48AF-477D-9B2A-A224816E823D}"/>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CB59D59F-5AF3-4A11-8024-17FDA5B380B6}"/>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4단계 / 오프라인 평가와 운영 모니터링</a:t>
            </a:r>
          </a:p>
        </p:txBody>
      </p:sp>
      <p:sp>
        <p:nvSpPr>
          <p:cNvPr id="7" name="">
            <a:extLst xmlns:a="http://schemas.openxmlformats.org/drawingml/2006/main">
              <a:ext uri="{FF2B5EF4-FFF2-40B4-BE49-F238E27FC236}">
                <a16:creationId xmlns:a16="http://schemas.microsoft.com/office/drawing/2014/main" id="{F4D3D70F-56B3-4F9F-91DE-2751C559F919}"/>
              </a:ext>
            </a:extLst>
          </p:cNvPr>
          <p:cNvSpPr>
            <a:spLocks xmlns:a="http://schemas.openxmlformats.org/drawingml/2006/main" noGrp="1"/>
          </p:cNvSpPr>
          <p:nvPr/>
        </p:nvSpPr>
        <p:spPr>
          <a:xfrm xmlns:a="http://schemas.openxmlformats.org/drawingml/2006/main">
            <a:off x="609600" y="14668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누가, 언제, 어떻게 실패하는가?</a:t>
            </a:r>
          </a:p>
        </p:txBody>
      </p:sp>
      <p:sp>
        <p:nvSpPr>
          <p:cNvPr id="8" name="">
            <a:extLst xmlns:a="http://schemas.openxmlformats.org/drawingml/2006/main">
              <a:ext uri="{FF2B5EF4-FFF2-40B4-BE49-F238E27FC236}">
                <a16:creationId xmlns:a16="http://schemas.microsoft.com/office/drawing/2014/main" id="{F965EF94-79A7-4E81-A3DA-4C95E73966E2}"/>
              </a:ext>
            </a:extLst>
          </p:cNvPr>
          <p:cNvSpPr>
            <a:spLocks xmlns:a="http://schemas.openxmlformats.org/drawingml/2006/main" noGrp="1"/>
          </p:cNvSpPr>
          <p:nvPr/>
        </p:nvSpPr>
        <p:spPr>
          <a:xfrm xmlns:a="http://schemas.openxmlformats.org/drawingml/2006/main" rot="0">
            <a:off x="609600" y="2095500"/>
            <a:ext cx="6191250" cy="32194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9A2ED2E1-113C-4E59-B06E-401B289412AC}"/>
              </a:ext>
            </a:extLst>
          </p:cNvPr>
          <p:cNvSpPr>
            <a:spLocks xmlns:a="http://schemas.openxmlformats.org/drawingml/2006/main" noGrp="1"/>
          </p:cNvSpPr>
          <p:nvPr/>
        </p:nvSpPr>
        <p:spPr>
          <a:xfrm xmlns:a="http://schemas.openxmlformats.org/drawingml/2006/main">
            <a:off x="838200" y="23431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설명용 응답 지연 분포 · 실제 측정값 아님</a:t>
            </a:r>
          </a:p>
        </p:txBody>
      </p:sp>
      <p:sp>
        <p:nvSpPr>
          <p:cNvPr id="10" name="">
            <a:extLst xmlns:a="http://schemas.openxmlformats.org/drawingml/2006/main">
              <a:ext uri="{FF2B5EF4-FFF2-40B4-BE49-F238E27FC236}">
                <a16:creationId xmlns:a16="http://schemas.microsoft.com/office/drawing/2014/main" id="{BD5C837C-F7FC-47B2-97AC-A2E7C78D6F36}"/>
              </a:ext>
            </a:extLst>
          </p:cNvPr>
          <p:cNvSpPr>
            <a:spLocks xmlns:a="http://schemas.openxmlformats.org/drawingml/2006/main" noGrp="1"/>
          </p:cNvSpPr>
          <p:nvPr/>
        </p:nvSpPr>
        <p:spPr>
          <a:xfrm xmlns:a="http://schemas.openxmlformats.org/drawingml/2006/main" flipH="0" flipV="0">
            <a:off x="1047750" y="4724400"/>
            <a:ext cx="4953000" cy="0"/>
          </a:xfrm>
          <a:prstGeom xmlns:a="http://schemas.openxmlformats.org/drawingml/2006/main" prst="line">
            <a:avLst/>
          </a:prstGeom>
          <a:noFill xmlns:a="http://schemas.openxmlformats.org/drawingml/2006/main"/>
          <a:ln xmlns:a="http://schemas.openxmlformats.org/drawingml/2006/main" w="19050">
            <a:solidFill>
              <a:srgbClr val="191919"/>
            </a:solidFill>
            <a:prstDash val="solid"/>
          </a:ln>
        </p:spPr>
      </p:sp>
      <p:sp>
        <p:nvSpPr>
          <p:cNvPr id="11" name="">
            <a:extLst xmlns:a="http://schemas.openxmlformats.org/drawingml/2006/main">
              <a:ext uri="{FF2B5EF4-FFF2-40B4-BE49-F238E27FC236}">
                <a16:creationId xmlns:a16="http://schemas.microsoft.com/office/drawing/2014/main" id="{3A065A62-2C82-4F73-88EC-E5D97DEB35CC}"/>
              </a:ext>
            </a:extLst>
          </p:cNvPr>
          <p:cNvSpPr>
            <a:spLocks xmlns:a="http://schemas.openxmlformats.org/drawingml/2006/main" noGrp="1"/>
          </p:cNvSpPr>
          <p:nvPr/>
        </p:nvSpPr>
        <p:spPr>
          <a:xfrm xmlns:a="http://schemas.openxmlformats.org/drawingml/2006/main" rot="0">
            <a:off x="1257300" y="4305300"/>
            <a:ext cx="323850" cy="4191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F855C0F4-9587-44F3-95AB-FC1A18B91E60}"/>
              </a:ext>
            </a:extLst>
          </p:cNvPr>
          <p:cNvSpPr>
            <a:spLocks xmlns:a="http://schemas.openxmlformats.org/drawingml/2006/main" noGrp="1"/>
          </p:cNvSpPr>
          <p:nvPr/>
        </p:nvSpPr>
        <p:spPr>
          <a:xfrm xmlns:a="http://schemas.openxmlformats.org/drawingml/2006/main" rot="0">
            <a:off x="1771650" y="3848100"/>
            <a:ext cx="323850" cy="8763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3" name="">
            <a:extLst xmlns:a="http://schemas.openxmlformats.org/drawingml/2006/main">
              <a:ext uri="{FF2B5EF4-FFF2-40B4-BE49-F238E27FC236}">
                <a16:creationId xmlns:a16="http://schemas.microsoft.com/office/drawing/2014/main" id="{80A27E22-ECDC-4205-9FFA-C5DA48E53D06}"/>
              </a:ext>
            </a:extLst>
          </p:cNvPr>
          <p:cNvSpPr>
            <a:spLocks xmlns:a="http://schemas.openxmlformats.org/drawingml/2006/main" noGrp="1"/>
          </p:cNvSpPr>
          <p:nvPr/>
        </p:nvSpPr>
        <p:spPr>
          <a:xfrm xmlns:a="http://schemas.openxmlformats.org/drawingml/2006/main" rot="0">
            <a:off x="2286000" y="3219450"/>
            <a:ext cx="323850" cy="15049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909757D9-CDB2-4C1B-B1EE-8728C19B8EF0}"/>
              </a:ext>
            </a:extLst>
          </p:cNvPr>
          <p:cNvSpPr>
            <a:spLocks xmlns:a="http://schemas.openxmlformats.org/drawingml/2006/main" noGrp="1"/>
          </p:cNvSpPr>
          <p:nvPr/>
        </p:nvSpPr>
        <p:spPr>
          <a:xfrm xmlns:a="http://schemas.openxmlformats.org/drawingml/2006/main" rot="0">
            <a:off x="2800350" y="2743200"/>
            <a:ext cx="323850" cy="19812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5" name="">
            <a:extLst xmlns:a="http://schemas.openxmlformats.org/drawingml/2006/main">
              <a:ext uri="{FF2B5EF4-FFF2-40B4-BE49-F238E27FC236}">
                <a16:creationId xmlns:a16="http://schemas.microsoft.com/office/drawing/2014/main" id="{6230F944-350C-4DDC-BD76-1CB32899832C}"/>
              </a:ext>
            </a:extLst>
          </p:cNvPr>
          <p:cNvSpPr>
            <a:spLocks xmlns:a="http://schemas.openxmlformats.org/drawingml/2006/main" noGrp="1"/>
          </p:cNvSpPr>
          <p:nvPr/>
        </p:nvSpPr>
        <p:spPr>
          <a:xfrm xmlns:a="http://schemas.openxmlformats.org/drawingml/2006/main" rot="0">
            <a:off x="3314700" y="3028950"/>
            <a:ext cx="323850" cy="16954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6" name="">
            <a:extLst xmlns:a="http://schemas.openxmlformats.org/drawingml/2006/main">
              <a:ext uri="{FF2B5EF4-FFF2-40B4-BE49-F238E27FC236}">
                <a16:creationId xmlns:a16="http://schemas.microsoft.com/office/drawing/2014/main" id="{93F48636-47DA-46C0-9CE4-9D692DFCB6AE}"/>
              </a:ext>
            </a:extLst>
          </p:cNvPr>
          <p:cNvSpPr>
            <a:spLocks xmlns:a="http://schemas.openxmlformats.org/drawingml/2006/main" noGrp="1"/>
          </p:cNvSpPr>
          <p:nvPr/>
        </p:nvSpPr>
        <p:spPr>
          <a:xfrm xmlns:a="http://schemas.openxmlformats.org/drawingml/2006/main" rot="0">
            <a:off x="3829050" y="3524250"/>
            <a:ext cx="323850" cy="12001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7" name="">
            <a:extLst xmlns:a="http://schemas.openxmlformats.org/drawingml/2006/main">
              <a:ext uri="{FF2B5EF4-FFF2-40B4-BE49-F238E27FC236}">
                <a16:creationId xmlns:a16="http://schemas.microsoft.com/office/drawing/2014/main" id="{6FDA0AE2-ED2D-422C-A764-285A55349542}"/>
              </a:ext>
            </a:extLst>
          </p:cNvPr>
          <p:cNvSpPr>
            <a:spLocks xmlns:a="http://schemas.openxmlformats.org/drawingml/2006/main" noGrp="1"/>
          </p:cNvSpPr>
          <p:nvPr/>
        </p:nvSpPr>
        <p:spPr>
          <a:xfrm xmlns:a="http://schemas.openxmlformats.org/drawingml/2006/main" rot="0">
            <a:off x="4343400" y="3943350"/>
            <a:ext cx="323850" cy="7810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8" name="">
            <a:extLst xmlns:a="http://schemas.openxmlformats.org/drawingml/2006/main">
              <a:ext uri="{FF2B5EF4-FFF2-40B4-BE49-F238E27FC236}">
                <a16:creationId xmlns:a16="http://schemas.microsoft.com/office/drawing/2014/main" id="{D9A3C24D-9B65-41D0-A7CD-BEAF7735C593}"/>
              </a:ext>
            </a:extLst>
          </p:cNvPr>
          <p:cNvSpPr>
            <a:spLocks xmlns:a="http://schemas.openxmlformats.org/drawingml/2006/main" noGrp="1"/>
          </p:cNvSpPr>
          <p:nvPr/>
        </p:nvSpPr>
        <p:spPr>
          <a:xfrm xmlns:a="http://schemas.openxmlformats.org/drawingml/2006/main" rot="0">
            <a:off x="4857750" y="4210050"/>
            <a:ext cx="323850" cy="5143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9" name="">
            <a:extLst xmlns:a="http://schemas.openxmlformats.org/drawingml/2006/main">
              <a:ext uri="{FF2B5EF4-FFF2-40B4-BE49-F238E27FC236}">
                <a16:creationId xmlns:a16="http://schemas.microsoft.com/office/drawing/2014/main" id="{518073F7-A0B9-439A-995E-5B6289AFAD10}"/>
              </a:ext>
            </a:extLst>
          </p:cNvPr>
          <p:cNvSpPr>
            <a:spLocks xmlns:a="http://schemas.openxmlformats.org/drawingml/2006/main" noGrp="1"/>
          </p:cNvSpPr>
          <p:nvPr/>
        </p:nvSpPr>
        <p:spPr>
          <a:xfrm xmlns:a="http://schemas.openxmlformats.org/drawingml/2006/main" rot="0">
            <a:off x="5372100" y="4400550"/>
            <a:ext cx="323850" cy="3238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0" name="">
            <a:extLst xmlns:a="http://schemas.openxmlformats.org/drawingml/2006/main">
              <a:ext uri="{FF2B5EF4-FFF2-40B4-BE49-F238E27FC236}">
                <a16:creationId xmlns:a16="http://schemas.microsoft.com/office/drawing/2014/main" id="{E1A34AC9-5F7E-44F6-B4C3-685FC8693AD2}"/>
              </a:ext>
            </a:extLst>
          </p:cNvPr>
          <p:cNvSpPr>
            <a:spLocks xmlns:a="http://schemas.openxmlformats.org/drawingml/2006/main" noGrp="1"/>
          </p:cNvSpPr>
          <p:nvPr/>
        </p:nvSpPr>
        <p:spPr>
          <a:xfrm xmlns:a="http://schemas.openxmlformats.org/drawingml/2006/main">
            <a:off x="1828800" y="48768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0">
                <a:solidFill>
                  <a:srgbClr val="667085"/>
                </a:solidFill>
                <a:latin typeface="Menlo"/>
                <a:ea typeface="Menlo"/>
                <a:cs typeface="Menlo"/>
              </a:defRPr>
            </a:pPr>
            <a:r>
              <a:rPr sz="1050" b="0">
                <a:solidFill>
                  <a:srgbClr val="667085"/>
                </a:solidFill>
                <a:latin typeface="Menlo"/>
                <a:ea typeface="Menlo"/>
                <a:cs typeface="Menlo"/>
              </a:rPr>
              <a:t>50번째 백분위</a:t>
            </a:r>
          </a:p>
        </p:txBody>
      </p:sp>
      <p:sp>
        <p:nvSpPr>
          <p:cNvPr id="21" name="">
            <a:extLst xmlns:a="http://schemas.openxmlformats.org/drawingml/2006/main">
              <a:ext uri="{FF2B5EF4-FFF2-40B4-BE49-F238E27FC236}">
                <a16:creationId xmlns:a16="http://schemas.microsoft.com/office/drawing/2014/main" id="{6FFA20BC-83D4-4FC6-811B-408BAF58F47A}"/>
              </a:ext>
            </a:extLst>
          </p:cNvPr>
          <p:cNvSpPr>
            <a:spLocks xmlns:a="http://schemas.openxmlformats.org/drawingml/2006/main" noGrp="1"/>
          </p:cNvSpPr>
          <p:nvPr/>
        </p:nvSpPr>
        <p:spPr>
          <a:xfrm xmlns:a="http://schemas.openxmlformats.org/drawingml/2006/main">
            <a:off x="4648200" y="48768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0">
                <a:solidFill>
                  <a:srgbClr val="2563EB"/>
                </a:solidFill>
                <a:latin typeface="Menlo"/>
                <a:ea typeface="Menlo"/>
                <a:cs typeface="Menlo"/>
              </a:defRPr>
            </a:pPr>
            <a:r>
              <a:rPr sz="1050" b="0">
                <a:solidFill>
                  <a:srgbClr val="2563EB"/>
                </a:solidFill>
                <a:latin typeface="Menlo"/>
                <a:ea typeface="Menlo"/>
                <a:cs typeface="Menlo"/>
              </a:rPr>
              <a:t>95번째 백분위</a:t>
            </a:r>
          </a:p>
        </p:txBody>
      </p:sp>
      <p:sp>
        <p:nvSpPr>
          <p:cNvPr id="22" name="">
            <a:extLst xmlns:a="http://schemas.openxmlformats.org/drawingml/2006/main">
              <a:ext uri="{FF2B5EF4-FFF2-40B4-BE49-F238E27FC236}">
                <a16:creationId xmlns:a16="http://schemas.microsoft.com/office/drawing/2014/main" id="{9B778E22-6DB7-439B-82A5-CB2D0081C9C1}"/>
              </a:ext>
            </a:extLst>
          </p:cNvPr>
          <p:cNvSpPr>
            <a:spLocks xmlns:a="http://schemas.openxmlformats.org/drawingml/2006/main" noGrp="1"/>
          </p:cNvSpPr>
          <p:nvPr/>
        </p:nvSpPr>
        <p:spPr>
          <a:xfrm xmlns:a="http://schemas.openxmlformats.org/drawingml/2006/main">
            <a:off x="7372350" y="213360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품질</a:t>
            </a:r>
          </a:p>
        </p:txBody>
      </p:sp>
      <p:sp>
        <p:nvSpPr>
          <p:cNvPr id="23" name="">
            <a:extLst xmlns:a="http://schemas.openxmlformats.org/drawingml/2006/main">
              <a:ext uri="{FF2B5EF4-FFF2-40B4-BE49-F238E27FC236}">
                <a16:creationId xmlns:a16="http://schemas.microsoft.com/office/drawing/2014/main" id="{5E9E3FE4-8F30-49FA-B5F1-8651946D0090}"/>
              </a:ext>
            </a:extLst>
          </p:cNvPr>
          <p:cNvSpPr>
            <a:spLocks xmlns:a="http://schemas.openxmlformats.org/drawingml/2006/main" noGrp="1"/>
          </p:cNvSpPr>
          <p:nvPr/>
        </p:nvSpPr>
        <p:spPr>
          <a:xfrm xmlns:a="http://schemas.openxmlformats.org/drawingml/2006/main">
            <a:off x="7372350" y="2457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대표 성공·실패</a:t>
            </a:r>
          </a:p>
        </p:txBody>
      </p:sp>
      <p:sp>
        <p:nvSpPr>
          <p:cNvPr id="24" name="">
            <a:extLst xmlns:a="http://schemas.openxmlformats.org/drawingml/2006/main">
              <a:ext uri="{FF2B5EF4-FFF2-40B4-BE49-F238E27FC236}">
                <a16:creationId xmlns:a16="http://schemas.microsoft.com/office/drawing/2014/main" id="{17F1F9D4-EF0A-4434-A687-60FF6581A20D}"/>
              </a:ext>
            </a:extLst>
          </p:cNvPr>
          <p:cNvSpPr>
            <a:spLocks xmlns:a="http://schemas.openxmlformats.org/drawingml/2006/main" noGrp="1"/>
          </p:cNvSpPr>
          <p:nvPr/>
        </p:nvSpPr>
        <p:spPr>
          <a:xfrm xmlns:a="http://schemas.openxmlformats.org/drawingml/2006/main" flipH="0" flipV="0">
            <a:off x="7372350" y="300990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C839490C-5294-43C0-91DD-F9862D6433DC}"/>
              </a:ext>
            </a:extLst>
          </p:cNvPr>
          <p:cNvSpPr>
            <a:spLocks xmlns:a="http://schemas.openxmlformats.org/drawingml/2006/main" noGrp="1"/>
          </p:cNvSpPr>
          <p:nvPr/>
        </p:nvSpPr>
        <p:spPr>
          <a:xfrm xmlns:a="http://schemas.openxmlformats.org/drawingml/2006/main">
            <a:off x="7372350" y="318135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운영</a:t>
            </a:r>
          </a:p>
        </p:txBody>
      </p:sp>
      <p:sp>
        <p:nvSpPr>
          <p:cNvPr id="26" name="">
            <a:extLst xmlns:a="http://schemas.openxmlformats.org/drawingml/2006/main">
              <a:ext uri="{FF2B5EF4-FFF2-40B4-BE49-F238E27FC236}">
                <a16:creationId xmlns:a16="http://schemas.microsoft.com/office/drawing/2014/main" id="{B0959B17-417A-4DB4-A4D9-A98304CAC84B}"/>
              </a:ext>
            </a:extLst>
          </p:cNvPr>
          <p:cNvSpPr>
            <a:spLocks xmlns:a="http://schemas.openxmlformats.org/drawingml/2006/main" noGrp="1"/>
          </p:cNvSpPr>
          <p:nvPr/>
        </p:nvSpPr>
        <p:spPr>
          <a:xfrm xmlns:a="http://schemas.openxmlformats.org/drawingml/2006/main">
            <a:off x="7372350" y="35052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95번째 백분위 · 오류율</a:t>
            </a:r>
          </a:p>
        </p:txBody>
      </p:sp>
      <p:sp>
        <p:nvSpPr>
          <p:cNvPr id="27" name="">
            <a:extLst xmlns:a="http://schemas.openxmlformats.org/drawingml/2006/main">
              <a:ext uri="{FF2B5EF4-FFF2-40B4-BE49-F238E27FC236}">
                <a16:creationId xmlns:a16="http://schemas.microsoft.com/office/drawing/2014/main" id="{F4ED8256-C813-4BD9-9FC5-E82D16173F17}"/>
              </a:ext>
            </a:extLst>
          </p:cNvPr>
          <p:cNvSpPr>
            <a:spLocks xmlns:a="http://schemas.openxmlformats.org/drawingml/2006/main" noGrp="1"/>
          </p:cNvSpPr>
          <p:nvPr/>
        </p:nvSpPr>
        <p:spPr>
          <a:xfrm xmlns:a="http://schemas.openxmlformats.org/drawingml/2006/main" flipH="0" flipV="0">
            <a:off x="7372350" y="405765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0E11C560-2B92-4423-AD22-A7A5CD67DC50}"/>
              </a:ext>
            </a:extLst>
          </p:cNvPr>
          <p:cNvSpPr>
            <a:spLocks xmlns:a="http://schemas.openxmlformats.org/drawingml/2006/main" noGrp="1"/>
          </p:cNvSpPr>
          <p:nvPr/>
        </p:nvSpPr>
        <p:spPr>
          <a:xfrm xmlns:a="http://schemas.openxmlformats.org/drawingml/2006/main">
            <a:off x="7372350" y="4229100"/>
            <a:ext cx="3829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자원·안전</a:t>
            </a:r>
          </a:p>
        </p:txBody>
      </p:sp>
      <p:sp>
        <p:nvSpPr>
          <p:cNvPr id="29" name="">
            <a:extLst xmlns:a="http://schemas.openxmlformats.org/drawingml/2006/main">
              <a:ext uri="{FF2B5EF4-FFF2-40B4-BE49-F238E27FC236}">
                <a16:creationId xmlns:a16="http://schemas.microsoft.com/office/drawing/2014/main" id="{5AD85490-0C58-4E0A-B2D0-EF7E7DBD907F}"/>
              </a:ext>
            </a:extLst>
          </p:cNvPr>
          <p:cNvSpPr>
            <a:spLocks xmlns:a="http://schemas.openxmlformats.org/drawingml/2006/main" noGrp="1"/>
          </p:cNvSpPr>
          <p:nvPr/>
        </p:nvSpPr>
        <p:spPr>
          <a:xfrm xmlns:a="http://schemas.openxmlformats.org/drawingml/2006/main">
            <a:off x="7372350" y="45529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025" b="1">
                <a:solidFill>
                  <a:srgbClr val="191919"/>
                </a:solidFill>
                <a:latin typeface="AppleGothic"/>
                <a:ea typeface="AppleGothic"/>
                <a:cs typeface="AppleGothic"/>
              </a:defRPr>
            </a:pPr>
            <a:r>
              <a:rPr sz="2025" b="1">
                <a:solidFill>
                  <a:srgbClr val="191919"/>
                </a:solidFill>
                <a:latin typeface="AppleGothic"/>
                <a:ea typeface="AppleGothic"/>
                <a:cs typeface="AppleGothic"/>
              </a:rPr>
              <a:t>토큰 · 비용 · 위험 신호</a:t>
            </a:r>
          </a:p>
        </p:txBody>
      </p:sp>
      <p:sp>
        <p:nvSpPr>
          <p:cNvPr id="30" name="">
            <a:extLst xmlns:a="http://schemas.openxmlformats.org/drawingml/2006/main">
              <a:ext uri="{FF2B5EF4-FFF2-40B4-BE49-F238E27FC236}">
                <a16:creationId xmlns:a16="http://schemas.microsoft.com/office/drawing/2014/main" id="{0636860A-D5EC-46F4-8681-2E587C74F77B}"/>
              </a:ext>
            </a:extLst>
          </p:cNvPr>
          <p:cNvSpPr>
            <a:spLocks xmlns:a="http://schemas.openxmlformats.org/drawingml/2006/main" noGrp="1"/>
          </p:cNvSpPr>
          <p:nvPr/>
        </p:nvSpPr>
        <p:spPr>
          <a:xfrm xmlns:a="http://schemas.openxmlformats.org/drawingml/2006/main" flipH="0" flipV="0">
            <a:off x="7372350" y="5105400"/>
            <a:ext cx="38290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1" name="">
            <a:extLst xmlns:a="http://schemas.openxmlformats.org/drawingml/2006/main">
              <a:ext uri="{FF2B5EF4-FFF2-40B4-BE49-F238E27FC236}">
                <a16:creationId xmlns:a16="http://schemas.microsoft.com/office/drawing/2014/main" id="{5BD7F327-F70F-4525-87C8-3FF1388D3EEF}"/>
              </a:ext>
            </a:extLst>
          </p:cNvPr>
          <p:cNvSpPr>
            <a:spLocks xmlns:a="http://schemas.openxmlformats.org/drawingml/2006/main" noGrp="1"/>
          </p:cNvSpPr>
          <p:nvPr/>
        </p:nvSpPr>
        <p:spPr>
          <a:xfrm xmlns:a="http://schemas.openxmlformats.org/drawingml/2006/main">
            <a:off x="609600" y="558165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평균 점수와 함께 실패 분포·하위 집단·원본 실행 추적 확인</a:t>
            </a:r>
          </a:p>
        </p:txBody>
      </p:sp>
    </p:spTree>
    <p:extLst>
      <p:ext uri="{BB962C8B-B14F-4D97-AF65-F5344CB8AC3E}">
        <p14:creationId xmlns:p14="http://schemas.microsoft.com/office/powerpoint/2010/main" val="972178291"/>
      </p:ext>
    </p:extLst>
  </p:cSld>
</p:sld>
</file>

<file path=ppt/slides/slide6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D9ACA19-3E27-4A14-9092-DEF311345A8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BB2DE108-C318-4D5D-B476-9213898603A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63</a:t>
            </a:r>
          </a:p>
        </p:txBody>
      </p:sp>
      <p:sp>
        <p:nvSpPr>
          <p:cNvPr id="3" name="">
            <a:extLst xmlns:a="http://schemas.openxmlformats.org/drawingml/2006/main">
              <a:ext uri="{FF2B5EF4-FFF2-40B4-BE49-F238E27FC236}">
                <a16:creationId xmlns:a16="http://schemas.microsoft.com/office/drawing/2014/main" id="{22A926FB-244D-4B62-B3C0-52F58E434901}"/>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2E96006-49C5-4371-8E41-8D897E5122F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025D706A-C651-4FC1-AA09-95BF866F3DD3}"/>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9310E8AD-3BC5-4EF9-A296-94F76A68CBA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5단계 / 버전 변경 의사결정 기록</a:t>
            </a:r>
          </a:p>
        </p:txBody>
      </p:sp>
      <p:sp>
        <p:nvSpPr>
          <p:cNvPr id="7" name="">
            <a:extLst xmlns:a="http://schemas.openxmlformats.org/drawingml/2006/main">
              <a:ext uri="{FF2B5EF4-FFF2-40B4-BE49-F238E27FC236}">
                <a16:creationId xmlns:a16="http://schemas.microsoft.com/office/drawing/2014/main" id="{07D6A030-138A-454A-A9CA-2FD0F9A566F7}"/>
              </a:ext>
            </a:extLst>
          </p:cNvPr>
          <p:cNvSpPr>
            <a:spLocks xmlns:a="http://schemas.openxmlformats.org/drawingml/2006/main" noGrp="1"/>
          </p:cNvSpPr>
          <p:nvPr/>
        </p:nvSpPr>
        <p:spPr>
          <a:xfrm xmlns:a="http://schemas.openxmlformats.org/drawingml/2006/main">
            <a:off x="609600" y="14668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다음 버전은 무엇을 검증하는가?</a:t>
            </a:r>
          </a:p>
        </p:txBody>
      </p:sp>
      <p:sp>
        <p:nvSpPr>
          <p:cNvPr id="8" name="">
            <a:extLst xmlns:a="http://schemas.openxmlformats.org/drawingml/2006/main">
              <a:ext uri="{FF2B5EF4-FFF2-40B4-BE49-F238E27FC236}">
                <a16:creationId xmlns:a16="http://schemas.microsoft.com/office/drawing/2014/main" id="{33985165-CEFC-4241-97DE-33177BDE703F}"/>
              </a:ext>
            </a:extLst>
          </p:cNvPr>
          <p:cNvSpPr>
            <a:spLocks xmlns:a="http://schemas.openxmlformats.org/drawingml/2006/main" noGrp="1"/>
          </p:cNvSpPr>
          <p:nvPr/>
        </p:nvSpPr>
        <p:spPr>
          <a:xfrm xmlns:a="http://schemas.openxmlformats.org/drawingml/2006/main">
            <a:off x="6096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78B5B3E-0D46-4B5C-BF58-CD9828077C3F}"/>
              </a:ext>
            </a:extLst>
          </p:cNvPr>
          <p:cNvSpPr>
            <a:spLocks xmlns:a="http://schemas.openxmlformats.org/drawingml/2006/main" noGrp="1"/>
          </p:cNvSpPr>
          <p:nvPr/>
        </p:nvSpPr>
        <p:spPr>
          <a:xfrm xmlns:a="http://schemas.openxmlformats.org/drawingml/2006/main">
            <a:off x="6096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이전 기준선</a:t>
            </a:r>
          </a:p>
        </p:txBody>
      </p:sp>
      <p:sp>
        <p:nvSpPr>
          <p:cNvPr id="10" name="">
            <a:extLst xmlns:a="http://schemas.openxmlformats.org/drawingml/2006/main">
              <a:ext uri="{FF2B5EF4-FFF2-40B4-BE49-F238E27FC236}">
                <a16:creationId xmlns:a16="http://schemas.microsoft.com/office/drawing/2014/main" id="{3C6DDEA6-CDEE-4B7E-A7A5-C56495CA3772}"/>
              </a:ext>
            </a:extLst>
          </p:cNvPr>
          <p:cNvSpPr>
            <a:spLocks xmlns:a="http://schemas.openxmlformats.org/drawingml/2006/main" noGrp="1"/>
          </p:cNvSpPr>
          <p:nvPr/>
        </p:nvSpPr>
        <p:spPr>
          <a:xfrm xmlns:a="http://schemas.openxmlformats.org/drawingml/2006/main" flipH="0" flipV="0">
            <a:off x="6096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2D46C082-278D-485E-B373-32FFBD705BCA}"/>
              </a:ext>
            </a:extLst>
          </p:cNvPr>
          <p:cNvSpPr>
            <a:spLocks xmlns:a="http://schemas.openxmlformats.org/drawingml/2006/main" noGrp="1"/>
          </p:cNvSpPr>
          <p:nvPr/>
        </p:nvSpPr>
        <p:spPr>
          <a:xfrm xmlns:a="http://schemas.openxmlformats.org/drawingml/2006/main">
            <a:off x="6096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현재 실패와</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고정 조건</a:t>
            </a:r>
          </a:p>
        </p:txBody>
      </p:sp>
      <p:sp>
        <p:nvSpPr>
          <p:cNvPr id="12" name="">
            <a:extLst xmlns:a="http://schemas.openxmlformats.org/drawingml/2006/main">
              <a:ext uri="{FF2B5EF4-FFF2-40B4-BE49-F238E27FC236}">
                <a16:creationId xmlns:a16="http://schemas.microsoft.com/office/drawing/2014/main" id="{0C9C54FD-4354-43E7-96BF-13AE89BAD016}"/>
              </a:ext>
            </a:extLst>
          </p:cNvPr>
          <p:cNvSpPr>
            <a:spLocks xmlns:a="http://schemas.openxmlformats.org/drawingml/2006/main" noGrp="1"/>
          </p:cNvSpPr>
          <p:nvPr/>
        </p:nvSpPr>
        <p:spPr>
          <a:xfrm xmlns:a="http://schemas.openxmlformats.org/drawingml/2006/main">
            <a:off x="33528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D5A1DAC3-80D3-4C00-86E6-497BFC5D2921}"/>
              </a:ext>
            </a:extLst>
          </p:cNvPr>
          <p:cNvSpPr>
            <a:spLocks xmlns:a="http://schemas.openxmlformats.org/drawingml/2006/main" noGrp="1"/>
          </p:cNvSpPr>
          <p:nvPr/>
        </p:nvSpPr>
        <p:spPr>
          <a:xfrm xmlns:a="http://schemas.openxmlformats.org/drawingml/2006/main">
            <a:off x="33528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새 가설과 변경</a:t>
            </a:r>
          </a:p>
        </p:txBody>
      </p:sp>
      <p:sp>
        <p:nvSpPr>
          <p:cNvPr id="14" name="">
            <a:extLst xmlns:a="http://schemas.openxmlformats.org/drawingml/2006/main">
              <a:ext uri="{FF2B5EF4-FFF2-40B4-BE49-F238E27FC236}">
                <a16:creationId xmlns:a16="http://schemas.microsoft.com/office/drawing/2014/main" id="{325E5439-B913-468A-9548-B9336ED783A2}"/>
              </a:ext>
            </a:extLst>
          </p:cNvPr>
          <p:cNvSpPr>
            <a:spLocks xmlns:a="http://schemas.openxmlformats.org/drawingml/2006/main" noGrp="1"/>
          </p:cNvSpPr>
          <p:nvPr/>
        </p:nvSpPr>
        <p:spPr>
          <a:xfrm xmlns:a="http://schemas.openxmlformats.org/drawingml/2006/main" flipH="0" flipV="0">
            <a:off x="33528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CDAAF7E6-8C3E-458A-BB51-2BDF27E3B266}"/>
              </a:ext>
            </a:extLst>
          </p:cNvPr>
          <p:cNvSpPr>
            <a:spLocks xmlns:a="http://schemas.openxmlformats.org/drawingml/2006/main" noGrp="1"/>
          </p:cNvSpPr>
          <p:nvPr/>
        </p:nvSpPr>
        <p:spPr>
          <a:xfrm xmlns:a="http://schemas.openxmlformats.org/drawingml/2006/main">
            <a:off x="33528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검증할 가설과</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바꿀 한 가지</a:t>
            </a:r>
          </a:p>
        </p:txBody>
      </p:sp>
      <p:sp>
        <p:nvSpPr>
          <p:cNvPr id="16" name="">
            <a:extLst xmlns:a="http://schemas.openxmlformats.org/drawingml/2006/main">
              <a:ext uri="{FF2B5EF4-FFF2-40B4-BE49-F238E27FC236}">
                <a16:creationId xmlns:a16="http://schemas.microsoft.com/office/drawing/2014/main" id="{B1A2FBD8-3C33-44F1-B786-B68F35653657}"/>
              </a:ext>
            </a:extLst>
          </p:cNvPr>
          <p:cNvSpPr>
            <a:spLocks xmlns:a="http://schemas.openxmlformats.org/drawingml/2006/main" noGrp="1"/>
          </p:cNvSpPr>
          <p:nvPr/>
        </p:nvSpPr>
        <p:spPr>
          <a:xfrm xmlns:a="http://schemas.openxmlformats.org/drawingml/2006/main">
            <a:off x="60960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F30EA5F1-C481-4961-8F2B-5F11B339F604}"/>
              </a:ext>
            </a:extLst>
          </p:cNvPr>
          <p:cNvSpPr>
            <a:spLocks xmlns:a="http://schemas.openxmlformats.org/drawingml/2006/main" noGrp="1"/>
          </p:cNvSpPr>
          <p:nvPr/>
        </p:nvSpPr>
        <p:spPr>
          <a:xfrm xmlns:a="http://schemas.openxmlformats.org/drawingml/2006/main">
            <a:off x="60960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실행 증거</a:t>
            </a:r>
          </a:p>
        </p:txBody>
      </p:sp>
      <p:sp>
        <p:nvSpPr>
          <p:cNvPr id="18" name="">
            <a:extLst xmlns:a="http://schemas.openxmlformats.org/drawingml/2006/main">
              <a:ext uri="{FF2B5EF4-FFF2-40B4-BE49-F238E27FC236}">
                <a16:creationId xmlns:a16="http://schemas.microsoft.com/office/drawing/2014/main" id="{84C217B5-84F4-443F-82E6-55F16BB3B04D}"/>
              </a:ext>
            </a:extLst>
          </p:cNvPr>
          <p:cNvSpPr>
            <a:spLocks xmlns:a="http://schemas.openxmlformats.org/drawingml/2006/main" noGrp="1"/>
          </p:cNvSpPr>
          <p:nvPr/>
        </p:nvSpPr>
        <p:spPr>
          <a:xfrm xmlns:a="http://schemas.openxmlformats.org/drawingml/2006/main" flipH="0" flipV="0">
            <a:off x="6096000" y="3448050"/>
            <a:ext cx="232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9" name="">
            <a:extLst xmlns:a="http://schemas.openxmlformats.org/drawingml/2006/main">
              <a:ext uri="{FF2B5EF4-FFF2-40B4-BE49-F238E27FC236}">
                <a16:creationId xmlns:a16="http://schemas.microsoft.com/office/drawing/2014/main" id="{70223B88-DE6B-4659-A605-552962D70D31}"/>
              </a:ext>
            </a:extLst>
          </p:cNvPr>
          <p:cNvSpPr>
            <a:spLocks xmlns:a="http://schemas.openxmlformats.org/drawingml/2006/main" noGrp="1"/>
          </p:cNvSpPr>
          <p:nvPr/>
        </p:nvSpPr>
        <p:spPr>
          <a:xfrm xmlns:a="http://schemas.openxmlformats.org/drawingml/2006/main">
            <a:off x="60960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비교 가능한</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실행 추적</a:t>
            </a:r>
          </a:p>
        </p:txBody>
      </p:sp>
      <p:sp>
        <p:nvSpPr>
          <p:cNvPr id="20" name="">
            <a:extLst xmlns:a="http://schemas.openxmlformats.org/drawingml/2006/main">
              <a:ext uri="{FF2B5EF4-FFF2-40B4-BE49-F238E27FC236}">
                <a16:creationId xmlns:a16="http://schemas.microsoft.com/office/drawing/2014/main" id="{90A80F2D-1302-49A5-A802-CD24B02587F3}"/>
              </a:ext>
            </a:extLst>
          </p:cNvPr>
          <p:cNvSpPr>
            <a:spLocks xmlns:a="http://schemas.openxmlformats.org/drawingml/2006/main" noGrp="1"/>
          </p:cNvSpPr>
          <p:nvPr/>
        </p:nvSpPr>
        <p:spPr>
          <a:xfrm xmlns:a="http://schemas.openxmlformats.org/drawingml/2006/main">
            <a:off x="8839200" y="220980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98A2B3"/>
                </a:solidFill>
                <a:latin typeface="Menlo"/>
                <a:ea typeface="Menlo"/>
                <a:cs typeface="Menlo"/>
              </a:defRPr>
            </a:pPr>
            <a:r>
              <a:rPr sz="1275" b="1">
                <a:solidFill>
                  <a:srgbClr val="98A2B3"/>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904194C1-447E-4E89-8F98-D386FB83CEB0}"/>
              </a:ext>
            </a:extLst>
          </p:cNvPr>
          <p:cNvSpPr>
            <a:spLocks xmlns:a="http://schemas.openxmlformats.org/drawingml/2006/main" noGrp="1"/>
          </p:cNvSpPr>
          <p:nvPr/>
        </p:nvSpPr>
        <p:spPr>
          <a:xfrm xmlns:a="http://schemas.openxmlformats.org/drawingml/2006/main">
            <a:off x="8839200" y="2667000"/>
            <a:ext cx="2324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725" b="1">
                <a:solidFill>
                  <a:srgbClr val="FFFFFF"/>
                </a:solidFill>
                <a:latin typeface="AppleGothic"/>
                <a:ea typeface="AppleGothic"/>
                <a:cs typeface="AppleGothic"/>
              </a:defRPr>
            </a:pPr>
            <a:r>
              <a:rPr sz="1725" b="1">
                <a:solidFill>
                  <a:srgbClr val="FFFFFF"/>
                </a:solidFill>
                <a:latin typeface="AppleGothic"/>
                <a:ea typeface="AppleGothic"/>
                <a:cs typeface="AppleGothic"/>
              </a:rPr>
              <a:t>평가와 다음 버전</a:t>
            </a:r>
          </a:p>
        </p:txBody>
      </p:sp>
      <p:sp>
        <p:nvSpPr>
          <p:cNvPr id="22" name="">
            <a:extLst xmlns:a="http://schemas.openxmlformats.org/drawingml/2006/main">
              <a:ext uri="{FF2B5EF4-FFF2-40B4-BE49-F238E27FC236}">
                <a16:creationId xmlns:a16="http://schemas.microsoft.com/office/drawing/2014/main" id="{FA9C315F-B545-4826-B32A-15544F2422DA}"/>
              </a:ext>
            </a:extLst>
          </p:cNvPr>
          <p:cNvSpPr>
            <a:spLocks xmlns:a="http://schemas.openxmlformats.org/drawingml/2006/main" noGrp="1"/>
          </p:cNvSpPr>
          <p:nvPr/>
        </p:nvSpPr>
        <p:spPr>
          <a:xfrm xmlns:a="http://schemas.openxmlformats.org/drawingml/2006/main" flipH="0" flipV="0">
            <a:off x="8839200" y="3448050"/>
            <a:ext cx="23241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3" name="">
            <a:extLst xmlns:a="http://schemas.openxmlformats.org/drawingml/2006/main">
              <a:ext uri="{FF2B5EF4-FFF2-40B4-BE49-F238E27FC236}">
                <a16:creationId xmlns:a16="http://schemas.microsoft.com/office/drawing/2014/main" id="{E123E4AD-4011-444E-913B-806BC80A786F}"/>
              </a:ext>
            </a:extLst>
          </p:cNvPr>
          <p:cNvSpPr>
            <a:spLocks xmlns:a="http://schemas.openxmlformats.org/drawingml/2006/main" noGrp="1"/>
          </p:cNvSpPr>
          <p:nvPr/>
        </p:nvSpPr>
        <p:spPr>
          <a:xfrm xmlns:a="http://schemas.openxmlformats.org/drawingml/2006/main">
            <a:off x="8839200" y="3752850"/>
            <a:ext cx="23241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승격·보류·되돌리기와</a:t>
            </a:r>
          </a:p>
          <a:p xmlns:a="http://schemas.openxmlformats.org/drawingml/2006/main">
            <a:pPr algn="l">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다음 질문</a:t>
            </a:r>
          </a:p>
        </p:txBody>
      </p:sp>
      <p:sp>
        <p:nvSpPr>
          <p:cNvPr id="24" name="">
            <a:extLst xmlns:a="http://schemas.openxmlformats.org/drawingml/2006/main">
              <a:ext uri="{FF2B5EF4-FFF2-40B4-BE49-F238E27FC236}">
                <a16:creationId xmlns:a16="http://schemas.microsoft.com/office/drawing/2014/main" id="{01AD9ADE-70E9-4B68-98B2-26F9F0F56757}"/>
              </a:ext>
            </a:extLst>
          </p:cNvPr>
          <p:cNvSpPr>
            <a:spLocks xmlns:a="http://schemas.openxmlformats.org/drawingml/2006/main" noGrp="1"/>
          </p:cNvSpPr>
          <p:nvPr/>
        </p:nvSpPr>
        <p:spPr>
          <a:xfrm xmlns:a="http://schemas.openxmlformats.org/drawingml/2006/main">
            <a:off x="609600" y="54673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‘더 좋아 보임’이 아닌 변경 이유·결과·결정의 연결</a:t>
            </a:r>
          </a:p>
        </p:txBody>
      </p:sp>
    </p:spTree>
    <p:extLst>
      <p:ext uri="{BB962C8B-B14F-4D97-AF65-F5344CB8AC3E}">
        <p14:creationId xmlns:p14="http://schemas.microsoft.com/office/powerpoint/2010/main" val="1693571732"/>
      </p:ext>
    </p:extLst>
  </p:cSld>
</p:sld>
</file>

<file path=ppt/slides/slide6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E73E4590-24C1-48CF-BCF7-C2BA318E6DE9}"/>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9742E323-4397-4E87-88DD-A3C6CCE3BC1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64</a:t>
            </a:r>
          </a:p>
        </p:txBody>
      </p:sp>
      <p:sp>
        <p:nvSpPr>
          <p:cNvPr id="3" name="">
            <a:extLst xmlns:a="http://schemas.openxmlformats.org/drawingml/2006/main">
              <a:ext uri="{FF2B5EF4-FFF2-40B4-BE49-F238E27FC236}">
                <a16:creationId xmlns:a16="http://schemas.microsoft.com/office/drawing/2014/main" id="{ADBB0178-A63C-4C93-BA55-67B2FEC14B3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4A5E76F-62F0-4275-BD7F-C544D87A76F8}"/>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CB8A934E-5890-4996-AADA-7CFBE54903D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03B420D-6216-4CB6-B8D5-2F612922D33B}"/>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버전 변경의 최소 기록</a:t>
            </a:r>
          </a:p>
        </p:txBody>
      </p:sp>
      <p:sp>
        <p:nvSpPr>
          <p:cNvPr id="7" name="">
            <a:extLst xmlns:a="http://schemas.openxmlformats.org/drawingml/2006/main">
              <a:ext uri="{FF2B5EF4-FFF2-40B4-BE49-F238E27FC236}">
                <a16:creationId xmlns:a16="http://schemas.microsoft.com/office/drawing/2014/main" id="{BCC13400-6CCC-4393-BD09-C205FAB5F5A0}"/>
              </a:ext>
            </a:extLst>
          </p:cNvPr>
          <p:cNvSpPr>
            <a:spLocks xmlns:a="http://schemas.openxmlformats.org/drawingml/2006/main" noGrp="1"/>
          </p:cNvSpPr>
          <p:nvPr/>
        </p:nvSpPr>
        <p:spPr>
          <a:xfrm xmlns:a="http://schemas.openxmlformats.org/drawingml/2006/main" rot="0">
            <a:off x="609600" y="1809750"/>
            <a:ext cx="16002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81A538B9-BEFA-4E09-B357-0743CAD0B7B0}"/>
              </a:ext>
            </a:extLst>
          </p:cNvPr>
          <p:cNvSpPr>
            <a:spLocks xmlns:a="http://schemas.openxmlformats.org/drawingml/2006/main" noGrp="1"/>
          </p:cNvSpPr>
          <p:nvPr/>
        </p:nvSpPr>
        <p:spPr>
          <a:xfrm xmlns:a="http://schemas.openxmlformats.org/drawingml/2006/main">
            <a:off x="742950" y="1809750"/>
            <a:ext cx="1333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VERSION</a:t>
            </a:r>
          </a:p>
        </p:txBody>
      </p:sp>
      <p:sp>
        <p:nvSpPr>
          <p:cNvPr id="9" name="">
            <a:extLst xmlns:a="http://schemas.openxmlformats.org/drawingml/2006/main">
              <a:ext uri="{FF2B5EF4-FFF2-40B4-BE49-F238E27FC236}">
                <a16:creationId xmlns:a16="http://schemas.microsoft.com/office/drawing/2014/main" id="{89AA80AD-E6B3-4882-B16E-5BE2FE8B311A}"/>
              </a:ext>
            </a:extLst>
          </p:cNvPr>
          <p:cNvSpPr>
            <a:spLocks xmlns:a="http://schemas.openxmlformats.org/drawingml/2006/main" noGrp="1"/>
          </p:cNvSpPr>
          <p:nvPr/>
        </p:nvSpPr>
        <p:spPr>
          <a:xfrm xmlns:a="http://schemas.openxmlformats.org/drawingml/2006/main" rot="0">
            <a:off x="2209800" y="1809750"/>
            <a:ext cx="32385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45287367-BC70-42F0-B67E-6DAAA8D6E1FA}"/>
              </a:ext>
            </a:extLst>
          </p:cNvPr>
          <p:cNvSpPr>
            <a:spLocks xmlns:a="http://schemas.openxmlformats.org/drawingml/2006/main" noGrp="1"/>
          </p:cNvSpPr>
          <p:nvPr/>
        </p:nvSpPr>
        <p:spPr>
          <a:xfrm xmlns:a="http://schemas.openxmlformats.org/drawingml/2006/main">
            <a:off x="2343150" y="1809750"/>
            <a:ext cx="2971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HYPOTHESIS</a:t>
            </a:r>
          </a:p>
        </p:txBody>
      </p:sp>
      <p:sp>
        <p:nvSpPr>
          <p:cNvPr id="11" name="">
            <a:extLst xmlns:a="http://schemas.openxmlformats.org/drawingml/2006/main">
              <a:ext uri="{FF2B5EF4-FFF2-40B4-BE49-F238E27FC236}">
                <a16:creationId xmlns:a16="http://schemas.microsoft.com/office/drawing/2014/main" id="{CC4CC63B-C26B-4184-9816-9F10A3B133A3}"/>
              </a:ext>
            </a:extLst>
          </p:cNvPr>
          <p:cNvSpPr>
            <a:spLocks xmlns:a="http://schemas.openxmlformats.org/drawingml/2006/main" noGrp="1"/>
          </p:cNvSpPr>
          <p:nvPr/>
        </p:nvSpPr>
        <p:spPr>
          <a:xfrm xmlns:a="http://schemas.openxmlformats.org/drawingml/2006/main" rot="0">
            <a:off x="5448300" y="1809750"/>
            <a:ext cx="32385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BB234065-909B-4E04-984A-76571840A8EB}"/>
              </a:ext>
            </a:extLst>
          </p:cNvPr>
          <p:cNvSpPr>
            <a:spLocks xmlns:a="http://schemas.openxmlformats.org/drawingml/2006/main" noGrp="1"/>
          </p:cNvSpPr>
          <p:nvPr/>
        </p:nvSpPr>
        <p:spPr>
          <a:xfrm xmlns:a="http://schemas.openxmlformats.org/drawingml/2006/main">
            <a:off x="5581650" y="1809750"/>
            <a:ext cx="2971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CHANGE</a:t>
            </a:r>
          </a:p>
        </p:txBody>
      </p:sp>
      <p:sp>
        <p:nvSpPr>
          <p:cNvPr id="13" name="">
            <a:extLst xmlns:a="http://schemas.openxmlformats.org/drawingml/2006/main">
              <a:ext uri="{FF2B5EF4-FFF2-40B4-BE49-F238E27FC236}">
                <a16:creationId xmlns:a16="http://schemas.microsoft.com/office/drawing/2014/main" id="{6FF1544E-FE25-41E0-B3EB-0D5C696998C9}"/>
              </a:ext>
            </a:extLst>
          </p:cNvPr>
          <p:cNvSpPr>
            <a:spLocks xmlns:a="http://schemas.openxmlformats.org/drawingml/2006/main" noGrp="1"/>
          </p:cNvSpPr>
          <p:nvPr/>
        </p:nvSpPr>
        <p:spPr>
          <a:xfrm xmlns:a="http://schemas.openxmlformats.org/drawingml/2006/main" rot="0">
            <a:off x="8686800" y="1809750"/>
            <a:ext cx="28956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F1DBBBA9-66CD-4CFE-AEE5-94D0393868E0}"/>
              </a:ext>
            </a:extLst>
          </p:cNvPr>
          <p:cNvSpPr>
            <a:spLocks xmlns:a="http://schemas.openxmlformats.org/drawingml/2006/main" noGrp="1"/>
          </p:cNvSpPr>
          <p:nvPr/>
        </p:nvSpPr>
        <p:spPr>
          <a:xfrm xmlns:a="http://schemas.openxmlformats.org/drawingml/2006/main">
            <a:off x="8820150" y="1809750"/>
            <a:ext cx="2628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DECISION</a:t>
            </a:r>
          </a:p>
        </p:txBody>
      </p:sp>
      <p:sp>
        <p:nvSpPr>
          <p:cNvPr id="15" name="">
            <a:extLst xmlns:a="http://schemas.openxmlformats.org/drawingml/2006/main">
              <a:ext uri="{FF2B5EF4-FFF2-40B4-BE49-F238E27FC236}">
                <a16:creationId xmlns:a16="http://schemas.microsoft.com/office/drawing/2014/main" id="{97D45082-6E0B-4CB2-8B31-82673DCE63A3}"/>
              </a:ext>
            </a:extLst>
          </p:cNvPr>
          <p:cNvSpPr>
            <a:spLocks xmlns:a="http://schemas.openxmlformats.org/drawingml/2006/main" noGrp="1"/>
          </p:cNvSpPr>
          <p:nvPr/>
        </p:nvSpPr>
        <p:spPr>
          <a:xfrm xmlns:a="http://schemas.openxmlformats.org/drawingml/2006/main" rot="0">
            <a:off x="609600" y="2343150"/>
            <a:ext cx="16002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96EB40A-FE1A-454B-AE5D-EA4FC8249724}"/>
              </a:ext>
            </a:extLst>
          </p:cNvPr>
          <p:cNvSpPr>
            <a:spLocks xmlns:a="http://schemas.openxmlformats.org/drawingml/2006/main" noGrp="1"/>
          </p:cNvSpPr>
          <p:nvPr/>
        </p:nvSpPr>
        <p:spPr>
          <a:xfrm xmlns:a="http://schemas.openxmlformats.org/drawingml/2006/main">
            <a:off x="742950" y="23431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v0.1.0</a:t>
            </a:r>
          </a:p>
        </p:txBody>
      </p:sp>
      <p:sp>
        <p:nvSpPr>
          <p:cNvPr id="17" name="">
            <a:extLst xmlns:a="http://schemas.openxmlformats.org/drawingml/2006/main">
              <a:ext uri="{FF2B5EF4-FFF2-40B4-BE49-F238E27FC236}">
                <a16:creationId xmlns:a16="http://schemas.microsoft.com/office/drawing/2014/main" id="{2347DE28-D3F4-47F3-BCC0-BAD5020B0CAF}"/>
              </a:ext>
            </a:extLst>
          </p:cNvPr>
          <p:cNvSpPr>
            <a:spLocks xmlns:a="http://schemas.openxmlformats.org/drawingml/2006/main" noGrp="1"/>
          </p:cNvSpPr>
          <p:nvPr/>
        </p:nvSpPr>
        <p:spPr>
          <a:xfrm xmlns:a="http://schemas.openxmlformats.org/drawingml/2006/main" rot="0">
            <a:off x="2209800" y="23431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BA603EA7-5508-4F77-A1AC-2658BF842BA7}"/>
              </a:ext>
            </a:extLst>
          </p:cNvPr>
          <p:cNvSpPr>
            <a:spLocks xmlns:a="http://schemas.openxmlformats.org/drawingml/2006/main" noGrp="1"/>
          </p:cNvSpPr>
          <p:nvPr/>
        </p:nvSpPr>
        <p:spPr>
          <a:xfrm xmlns:a="http://schemas.openxmlformats.org/drawingml/2006/main">
            <a:off x="2343150" y="23431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교환 절차 누락 감소</a:t>
            </a:r>
          </a:p>
        </p:txBody>
      </p:sp>
      <p:sp>
        <p:nvSpPr>
          <p:cNvPr id="19" name="">
            <a:extLst xmlns:a="http://schemas.openxmlformats.org/drawingml/2006/main">
              <a:ext uri="{FF2B5EF4-FFF2-40B4-BE49-F238E27FC236}">
                <a16:creationId xmlns:a16="http://schemas.microsoft.com/office/drawing/2014/main" id="{6B90D961-117C-4FA6-B5D6-3B161F2AD320}"/>
              </a:ext>
            </a:extLst>
          </p:cNvPr>
          <p:cNvSpPr>
            <a:spLocks xmlns:a="http://schemas.openxmlformats.org/drawingml/2006/main" noGrp="1"/>
          </p:cNvSpPr>
          <p:nvPr/>
        </p:nvSpPr>
        <p:spPr>
          <a:xfrm xmlns:a="http://schemas.openxmlformats.org/drawingml/2006/main" rot="0">
            <a:off x="5448300" y="23431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F78201D0-16F6-404E-BAE7-BA094382B08B}"/>
              </a:ext>
            </a:extLst>
          </p:cNvPr>
          <p:cNvSpPr>
            <a:spLocks xmlns:a="http://schemas.openxmlformats.org/drawingml/2006/main" noGrp="1"/>
          </p:cNvSpPr>
          <p:nvPr/>
        </p:nvSpPr>
        <p:spPr>
          <a:xfrm xmlns:a="http://schemas.openxmlformats.org/drawingml/2006/main">
            <a:off x="5581650" y="23431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스키마와 예시 추가</a:t>
            </a:r>
          </a:p>
        </p:txBody>
      </p:sp>
      <p:sp>
        <p:nvSpPr>
          <p:cNvPr id="21" name="">
            <a:extLst xmlns:a="http://schemas.openxmlformats.org/drawingml/2006/main">
              <a:ext uri="{FF2B5EF4-FFF2-40B4-BE49-F238E27FC236}">
                <a16:creationId xmlns:a16="http://schemas.microsoft.com/office/drawing/2014/main" id="{A1AAE939-5E16-4254-BACF-13FB88B505D4}"/>
              </a:ext>
            </a:extLst>
          </p:cNvPr>
          <p:cNvSpPr>
            <a:spLocks xmlns:a="http://schemas.openxmlformats.org/drawingml/2006/main" noGrp="1"/>
          </p:cNvSpPr>
          <p:nvPr/>
        </p:nvSpPr>
        <p:spPr>
          <a:xfrm xmlns:a="http://schemas.openxmlformats.org/drawingml/2006/main" rot="0">
            <a:off x="8686800" y="2343150"/>
            <a:ext cx="28956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CB74E2A1-987F-4943-A2A9-B9008B57ABC3}"/>
              </a:ext>
            </a:extLst>
          </p:cNvPr>
          <p:cNvSpPr>
            <a:spLocks xmlns:a="http://schemas.openxmlformats.org/drawingml/2006/main" noGrp="1"/>
          </p:cNvSpPr>
          <p:nvPr/>
        </p:nvSpPr>
        <p:spPr>
          <a:xfrm xmlns:a="http://schemas.openxmlformats.org/drawingml/2006/main">
            <a:off x="8820150" y="23431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기준선</a:t>
            </a:r>
          </a:p>
        </p:txBody>
      </p:sp>
      <p:sp>
        <p:nvSpPr>
          <p:cNvPr id="23" name="">
            <a:extLst xmlns:a="http://schemas.openxmlformats.org/drawingml/2006/main">
              <a:ext uri="{FF2B5EF4-FFF2-40B4-BE49-F238E27FC236}">
                <a16:creationId xmlns:a16="http://schemas.microsoft.com/office/drawing/2014/main" id="{D83B5E32-B365-4D43-90FD-65C9302F3246}"/>
              </a:ext>
            </a:extLst>
          </p:cNvPr>
          <p:cNvSpPr>
            <a:spLocks xmlns:a="http://schemas.openxmlformats.org/drawingml/2006/main" noGrp="1"/>
          </p:cNvSpPr>
          <p:nvPr/>
        </p:nvSpPr>
        <p:spPr>
          <a:xfrm xmlns:a="http://schemas.openxmlformats.org/drawingml/2006/main" rot="0">
            <a:off x="609600" y="3371850"/>
            <a:ext cx="16002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1C661A0F-7148-493F-A511-F4D36161A809}"/>
              </a:ext>
            </a:extLst>
          </p:cNvPr>
          <p:cNvSpPr>
            <a:spLocks xmlns:a="http://schemas.openxmlformats.org/drawingml/2006/main" noGrp="1"/>
          </p:cNvSpPr>
          <p:nvPr/>
        </p:nvSpPr>
        <p:spPr>
          <a:xfrm xmlns:a="http://schemas.openxmlformats.org/drawingml/2006/main">
            <a:off x="742950" y="33718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v0.2.0</a:t>
            </a:r>
          </a:p>
        </p:txBody>
      </p:sp>
      <p:sp>
        <p:nvSpPr>
          <p:cNvPr id="25" name="">
            <a:extLst xmlns:a="http://schemas.openxmlformats.org/drawingml/2006/main">
              <a:ext uri="{FF2B5EF4-FFF2-40B4-BE49-F238E27FC236}">
                <a16:creationId xmlns:a16="http://schemas.microsoft.com/office/drawing/2014/main" id="{F260F421-5B5C-4767-A189-1D667DB08CF2}"/>
              </a:ext>
            </a:extLst>
          </p:cNvPr>
          <p:cNvSpPr>
            <a:spLocks xmlns:a="http://schemas.openxmlformats.org/drawingml/2006/main" noGrp="1"/>
          </p:cNvSpPr>
          <p:nvPr/>
        </p:nvSpPr>
        <p:spPr>
          <a:xfrm xmlns:a="http://schemas.openxmlformats.org/drawingml/2006/main" rot="0">
            <a:off x="2209800" y="3371850"/>
            <a:ext cx="32385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CC26B675-0EE0-447F-8388-5E299B4E3F00}"/>
              </a:ext>
            </a:extLst>
          </p:cNvPr>
          <p:cNvSpPr>
            <a:spLocks xmlns:a="http://schemas.openxmlformats.org/drawingml/2006/main" noGrp="1"/>
          </p:cNvSpPr>
          <p:nvPr/>
        </p:nvSpPr>
        <p:spPr>
          <a:xfrm xmlns:a="http://schemas.openxmlformats.org/drawingml/2006/main">
            <a:off x="2343150" y="33718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마찰 필드 완전성 향상</a:t>
            </a:r>
          </a:p>
        </p:txBody>
      </p:sp>
      <p:sp>
        <p:nvSpPr>
          <p:cNvPr id="27" name="">
            <a:extLst xmlns:a="http://schemas.openxmlformats.org/drawingml/2006/main">
              <a:ext uri="{FF2B5EF4-FFF2-40B4-BE49-F238E27FC236}">
                <a16:creationId xmlns:a16="http://schemas.microsoft.com/office/drawing/2014/main" id="{98320CE9-D94A-4484-B024-68AB27D570BD}"/>
              </a:ext>
            </a:extLst>
          </p:cNvPr>
          <p:cNvSpPr>
            <a:spLocks xmlns:a="http://schemas.openxmlformats.org/drawingml/2006/main" noGrp="1"/>
          </p:cNvSpPr>
          <p:nvPr/>
        </p:nvSpPr>
        <p:spPr>
          <a:xfrm xmlns:a="http://schemas.openxmlformats.org/drawingml/2006/main" rot="0">
            <a:off x="5448300" y="3371850"/>
            <a:ext cx="32385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CD67CC03-9A52-444B-BDCD-84246E00FFEF}"/>
              </a:ext>
            </a:extLst>
          </p:cNvPr>
          <p:cNvSpPr>
            <a:spLocks xmlns:a="http://schemas.openxmlformats.org/drawingml/2006/main" noGrp="1"/>
          </p:cNvSpPr>
          <p:nvPr/>
        </p:nvSpPr>
        <p:spPr>
          <a:xfrm xmlns:a="http://schemas.openxmlformats.org/drawingml/2006/main">
            <a:off x="5581650" y="33718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프롬프트 버전만 변경</a:t>
            </a:r>
          </a:p>
        </p:txBody>
      </p:sp>
      <p:sp>
        <p:nvSpPr>
          <p:cNvPr id="29" name="">
            <a:extLst xmlns:a="http://schemas.openxmlformats.org/drawingml/2006/main">
              <a:ext uri="{FF2B5EF4-FFF2-40B4-BE49-F238E27FC236}">
                <a16:creationId xmlns:a16="http://schemas.microsoft.com/office/drawing/2014/main" id="{7A4E8607-40C2-4DEA-891A-7EBBF6D9792F}"/>
              </a:ext>
            </a:extLst>
          </p:cNvPr>
          <p:cNvSpPr>
            <a:spLocks xmlns:a="http://schemas.openxmlformats.org/drawingml/2006/main" noGrp="1"/>
          </p:cNvSpPr>
          <p:nvPr/>
        </p:nvSpPr>
        <p:spPr>
          <a:xfrm xmlns:a="http://schemas.openxmlformats.org/drawingml/2006/main" rot="0">
            <a:off x="8686800" y="3371850"/>
            <a:ext cx="2895600" cy="10287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1A233889-D848-4AD4-A2FB-B8BD7915D452}"/>
              </a:ext>
            </a:extLst>
          </p:cNvPr>
          <p:cNvSpPr>
            <a:spLocks xmlns:a="http://schemas.openxmlformats.org/drawingml/2006/main" noGrp="1"/>
          </p:cNvSpPr>
          <p:nvPr/>
        </p:nvSpPr>
        <p:spPr>
          <a:xfrm xmlns:a="http://schemas.openxmlformats.org/drawingml/2006/main">
            <a:off x="8820150" y="33718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2563EB"/>
                </a:solidFill>
                <a:latin typeface="AppleGothic"/>
                <a:ea typeface="AppleGothic"/>
                <a:cs typeface="AppleGothic"/>
              </a:defRPr>
            </a:pPr>
            <a:r>
              <a:rPr sz="1275" b="1">
                <a:solidFill>
                  <a:srgbClr val="2563EB"/>
                </a:solidFill>
                <a:latin typeface="AppleGothic"/>
                <a:ea typeface="AppleGothic"/>
                <a:cs typeface="AppleGothic"/>
              </a:rPr>
              <a:t>승격</a:t>
            </a:r>
          </a:p>
        </p:txBody>
      </p:sp>
      <p:sp>
        <p:nvSpPr>
          <p:cNvPr id="31" name="">
            <a:extLst xmlns:a="http://schemas.openxmlformats.org/drawingml/2006/main">
              <a:ext uri="{FF2B5EF4-FFF2-40B4-BE49-F238E27FC236}">
                <a16:creationId xmlns:a16="http://schemas.microsoft.com/office/drawing/2014/main" id="{9766FD2B-3A2D-4FC9-AF0C-F0610FB4F8C4}"/>
              </a:ext>
            </a:extLst>
          </p:cNvPr>
          <p:cNvSpPr>
            <a:spLocks xmlns:a="http://schemas.openxmlformats.org/drawingml/2006/main" noGrp="1"/>
          </p:cNvSpPr>
          <p:nvPr/>
        </p:nvSpPr>
        <p:spPr>
          <a:xfrm xmlns:a="http://schemas.openxmlformats.org/drawingml/2006/main" rot="0">
            <a:off x="609600" y="4400550"/>
            <a:ext cx="16002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08EAAF1C-9DF6-44FB-8853-F512DD466EFD}"/>
              </a:ext>
            </a:extLst>
          </p:cNvPr>
          <p:cNvSpPr>
            <a:spLocks xmlns:a="http://schemas.openxmlformats.org/drawingml/2006/main" noGrp="1"/>
          </p:cNvSpPr>
          <p:nvPr/>
        </p:nvSpPr>
        <p:spPr>
          <a:xfrm xmlns:a="http://schemas.openxmlformats.org/drawingml/2006/main">
            <a:off x="742950" y="4400550"/>
            <a:ext cx="133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350" b="1">
                <a:solidFill>
                  <a:srgbClr val="191919"/>
                </a:solidFill>
                <a:latin typeface="Menlo"/>
                <a:ea typeface="Menlo"/>
                <a:cs typeface="Menlo"/>
              </a:defRPr>
            </a:pPr>
            <a:r>
              <a:rPr sz="1350" b="1">
                <a:solidFill>
                  <a:srgbClr val="191919"/>
                </a:solidFill>
                <a:latin typeface="Menlo"/>
                <a:ea typeface="Menlo"/>
                <a:cs typeface="Menlo"/>
              </a:rPr>
              <a:t>v0.2.1</a:t>
            </a:r>
          </a:p>
        </p:txBody>
      </p:sp>
      <p:sp>
        <p:nvSpPr>
          <p:cNvPr id="33" name="">
            <a:extLst xmlns:a="http://schemas.openxmlformats.org/drawingml/2006/main">
              <a:ext uri="{FF2B5EF4-FFF2-40B4-BE49-F238E27FC236}">
                <a16:creationId xmlns:a16="http://schemas.microsoft.com/office/drawing/2014/main" id="{FE818F93-C69A-4BA8-9E92-033F166965D9}"/>
              </a:ext>
            </a:extLst>
          </p:cNvPr>
          <p:cNvSpPr>
            <a:spLocks xmlns:a="http://schemas.openxmlformats.org/drawingml/2006/main" noGrp="1"/>
          </p:cNvSpPr>
          <p:nvPr/>
        </p:nvSpPr>
        <p:spPr>
          <a:xfrm xmlns:a="http://schemas.openxmlformats.org/drawingml/2006/main" rot="0">
            <a:off x="2209800" y="44005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F7F87F95-135F-4920-829F-CCABEBA6BE5E}"/>
              </a:ext>
            </a:extLst>
          </p:cNvPr>
          <p:cNvSpPr>
            <a:spLocks xmlns:a="http://schemas.openxmlformats.org/drawingml/2006/main" noGrp="1"/>
          </p:cNvSpPr>
          <p:nvPr/>
        </p:nvSpPr>
        <p:spPr>
          <a:xfrm xmlns:a="http://schemas.openxmlformats.org/drawingml/2006/main">
            <a:off x="2343150" y="44005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지연 증가 없는 표현 축약</a:t>
            </a:r>
          </a:p>
        </p:txBody>
      </p:sp>
      <p:sp>
        <p:nvSpPr>
          <p:cNvPr id="35" name="">
            <a:extLst xmlns:a="http://schemas.openxmlformats.org/drawingml/2006/main">
              <a:ext uri="{FF2B5EF4-FFF2-40B4-BE49-F238E27FC236}">
                <a16:creationId xmlns:a16="http://schemas.microsoft.com/office/drawing/2014/main" id="{5827D5E4-9EE7-4748-9631-6C48F1E9E0F4}"/>
              </a:ext>
            </a:extLst>
          </p:cNvPr>
          <p:cNvSpPr>
            <a:spLocks xmlns:a="http://schemas.openxmlformats.org/drawingml/2006/main" noGrp="1"/>
          </p:cNvSpPr>
          <p:nvPr/>
        </p:nvSpPr>
        <p:spPr>
          <a:xfrm xmlns:a="http://schemas.openxmlformats.org/drawingml/2006/main" rot="0">
            <a:off x="5448300" y="4400550"/>
            <a:ext cx="3238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2429045B-58FE-4766-A627-023085DC44D9}"/>
              </a:ext>
            </a:extLst>
          </p:cNvPr>
          <p:cNvSpPr>
            <a:spLocks xmlns:a="http://schemas.openxmlformats.org/drawingml/2006/main" noGrp="1"/>
          </p:cNvSpPr>
          <p:nvPr/>
        </p:nvSpPr>
        <p:spPr>
          <a:xfrm xmlns:a="http://schemas.openxmlformats.org/drawingml/2006/main">
            <a:off x="5581650" y="4400550"/>
            <a:ext cx="2971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0">
                <a:solidFill>
                  <a:srgbClr val="191919"/>
                </a:solidFill>
                <a:latin typeface="AppleGothic"/>
                <a:ea typeface="AppleGothic"/>
                <a:cs typeface="AppleGothic"/>
              </a:defRPr>
            </a:pPr>
            <a:r>
              <a:rPr sz="1275" b="0">
                <a:solidFill>
                  <a:srgbClr val="191919"/>
                </a:solidFill>
                <a:latin typeface="AppleGothic"/>
                <a:ea typeface="AppleGothic"/>
                <a:cs typeface="AppleGothic"/>
              </a:rPr>
              <a:t>최대 길이 조정</a:t>
            </a:r>
          </a:p>
        </p:txBody>
      </p:sp>
      <p:sp>
        <p:nvSpPr>
          <p:cNvPr id="37" name="">
            <a:extLst xmlns:a="http://schemas.openxmlformats.org/drawingml/2006/main">
              <a:ext uri="{FF2B5EF4-FFF2-40B4-BE49-F238E27FC236}">
                <a16:creationId xmlns:a16="http://schemas.microsoft.com/office/drawing/2014/main" id="{F7F773BF-EA81-4BFC-8773-6F4100A9EDEC}"/>
              </a:ext>
            </a:extLst>
          </p:cNvPr>
          <p:cNvSpPr>
            <a:spLocks xmlns:a="http://schemas.openxmlformats.org/drawingml/2006/main" noGrp="1"/>
          </p:cNvSpPr>
          <p:nvPr/>
        </p:nvSpPr>
        <p:spPr>
          <a:xfrm xmlns:a="http://schemas.openxmlformats.org/drawingml/2006/main" rot="0">
            <a:off x="8686800" y="4400550"/>
            <a:ext cx="28956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E4220648-4EFF-474B-822A-50BBD375C23C}"/>
              </a:ext>
            </a:extLst>
          </p:cNvPr>
          <p:cNvSpPr>
            <a:spLocks xmlns:a="http://schemas.openxmlformats.org/drawingml/2006/main" noGrp="1"/>
          </p:cNvSpPr>
          <p:nvPr/>
        </p:nvSpPr>
        <p:spPr>
          <a:xfrm xmlns:a="http://schemas.openxmlformats.org/drawingml/2006/main">
            <a:off x="8820150" y="4400550"/>
            <a:ext cx="26289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20000"/>
              </a:lnSpc>
              <a:buNone/>
              <a:defRPr sz="1275" b="1">
                <a:solidFill>
                  <a:srgbClr val="191919"/>
                </a:solidFill>
                <a:latin typeface="AppleGothic"/>
                <a:ea typeface="AppleGothic"/>
                <a:cs typeface="AppleGothic"/>
              </a:defRPr>
            </a:pPr>
            <a:r>
              <a:rPr sz="1275" b="1">
                <a:solidFill>
                  <a:srgbClr val="191919"/>
                </a:solidFill>
                <a:latin typeface="AppleGothic"/>
                <a:ea typeface="AppleGothic"/>
                <a:cs typeface="AppleGothic"/>
              </a:rPr>
              <a:t>보류</a:t>
            </a:r>
          </a:p>
        </p:txBody>
      </p:sp>
      <p:sp>
        <p:nvSpPr>
          <p:cNvPr id="39" name="">
            <a:extLst xmlns:a="http://schemas.openxmlformats.org/drawingml/2006/main">
              <a:ext uri="{FF2B5EF4-FFF2-40B4-BE49-F238E27FC236}">
                <a16:creationId xmlns:a16="http://schemas.microsoft.com/office/drawing/2014/main" id="{C773130A-3172-43C1-BD59-91C5F96D729B}"/>
              </a:ext>
            </a:extLst>
          </p:cNvPr>
          <p:cNvSpPr>
            <a:spLocks xmlns:a="http://schemas.openxmlformats.org/drawingml/2006/main" noGrp="1"/>
          </p:cNvSpPr>
          <p:nvPr/>
        </p:nvSpPr>
        <p:spPr>
          <a:xfrm xmlns:a="http://schemas.openxmlformats.org/drawingml/2006/main">
            <a:off x="609600" y="56197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425" b="1">
                <a:solidFill>
                  <a:srgbClr val="191919"/>
                </a:solidFill>
                <a:latin typeface="AppleGothic"/>
                <a:ea typeface="AppleGothic"/>
                <a:cs typeface="AppleGothic"/>
              </a:defRPr>
            </a:pPr>
            <a:r>
              <a:rPr sz="1425" b="1">
                <a:solidFill>
                  <a:srgbClr val="191919"/>
                </a:solidFill>
                <a:latin typeface="AppleGothic"/>
                <a:ea typeface="AppleGothic"/>
                <a:cs typeface="AppleGothic"/>
              </a:rPr>
              <a:t>버전 번호보다 중요한 연결: 가설 → 변경 → 실행 추적 → 의사결정</a:t>
            </a:r>
          </a:p>
        </p:txBody>
      </p:sp>
    </p:spTree>
    <p:extLst>
      <p:ext uri="{BB962C8B-B14F-4D97-AF65-F5344CB8AC3E}">
        <p14:creationId xmlns:p14="http://schemas.microsoft.com/office/powerpoint/2010/main" val="835595225"/>
      </p:ext>
    </p:extLst>
  </p:cSld>
</p:sld>
</file>

<file path=ppt/slides/slide6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5432ECE-9B95-4AD1-B23F-4EA88C2F6BA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LIFECYCLE</a:t>
            </a:r>
          </a:p>
        </p:txBody>
      </p:sp>
      <p:sp>
        <p:nvSpPr>
          <p:cNvPr id="2" name="">
            <a:extLst xmlns:a="http://schemas.openxmlformats.org/drawingml/2006/main">
              <a:ext uri="{FF2B5EF4-FFF2-40B4-BE49-F238E27FC236}">
                <a16:creationId xmlns:a16="http://schemas.microsoft.com/office/drawing/2014/main" id="{67AB9B7F-0CBB-41C3-8F89-29290E05B46A}"/>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65</a:t>
            </a:r>
          </a:p>
        </p:txBody>
      </p:sp>
      <p:sp>
        <p:nvSpPr>
          <p:cNvPr id="3" name="">
            <a:extLst xmlns:a="http://schemas.openxmlformats.org/drawingml/2006/main">
              <a:ext uri="{FF2B5EF4-FFF2-40B4-BE49-F238E27FC236}">
                <a16:creationId xmlns:a16="http://schemas.microsoft.com/office/drawing/2014/main" id="{EBBB4D13-1B83-4D9B-B398-B10096FEE5C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86E38D6C-028B-4136-9A88-6D93EC123DC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2187ECC0-FE8B-4837-AAB0-7FE791401CE2}"/>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51BA1415-9746-41CD-BCC7-44DEC6854008}"/>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서비스 개선 단계와 학기 일정</a:t>
            </a:r>
          </a:p>
        </p:txBody>
      </p:sp>
      <p:sp>
        <p:nvSpPr>
          <p:cNvPr id="7" name="">
            <a:extLst xmlns:a="http://schemas.openxmlformats.org/drawingml/2006/main">
              <a:ext uri="{FF2B5EF4-FFF2-40B4-BE49-F238E27FC236}">
                <a16:creationId xmlns:a16="http://schemas.microsoft.com/office/drawing/2014/main" id="{40CC4821-A2D6-4C06-913C-50992CD80F96}"/>
              </a:ext>
            </a:extLst>
          </p:cNvPr>
          <p:cNvSpPr>
            <a:spLocks xmlns:a="http://schemas.openxmlformats.org/drawingml/2006/main" noGrp="1"/>
          </p:cNvSpPr>
          <p:nvPr/>
        </p:nvSpPr>
        <p:spPr>
          <a:xfrm xmlns:a="http://schemas.openxmlformats.org/drawingml/2006/main">
            <a:off x="609600" y="17907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서비스 개선 단계</a:t>
            </a:r>
          </a:p>
        </p:txBody>
      </p:sp>
      <p:sp>
        <p:nvSpPr>
          <p:cNvPr id="8" name="">
            <a:extLst xmlns:a="http://schemas.openxmlformats.org/drawingml/2006/main">
              <a:ext uri="{FF2B5EF4-FFF2-40B4-BE49-F238E27FC236}">
                <a16:creationId xmlns:a16="http://schemas.microsoft.com/office/drawing/2014/main" id="{851EFF0D-DB2F-4ACE-8151-7C8E0A6C04BE}"/>
              </a:ext>
            </a:extLst>
          </p:cNvPr>
          <p:cNvSpPr>
            <a:spLocks xmlns:a="http://schemas.openxmlformats.org/drawingml/2006/main" noGrp="1"/>
          </p:cNvSpPr>
          <p:nvPr/>
        </p:nvSpPr>
        <p:spPr>
          <a:xfrm xmlns:a="http://schemas.openxmlformats.org/drawingml/2006/main" flipH="0" flipV="0">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FFFFFF"/>
            </a:solidFill>
            <a:prstDash val="solid"/>
          </a:ln>
        </p:spPr>
      </p:sp>
      <p:sp>
        <p:nvSpPr>
          <p:cNvPr id="9" name="">
            <a:extLst xmlns:a="http://schemas.openxmlformats.org/drawingml/2006/main">
              <a:ext uri="{FF2B5EF4-FFF2-40B4-BE49-F238E27FC236}">
                <a16:creationId xmlns:a16="http://schemas.microsoft.com/office/drawing/2014/main" id="{F074A63F-21F2-4733-BC10-26BE2B2B6E35}"/>
              </a:ext>
            </a:extLst>
          </p:cNvPr>
          <p:cNvSpPr>
            <a:spLocks xmlns:a="http://schemas.openxmlformats.org/drawingml/2006/main" noGrp="1"/>
          </p:cNvSpPr>
          <p:nvPr/>
        </p:nvSpPr>
        <p:spPr>
          <a:xfrm xmlns:a="http://schemas.openxmlformats.org/drawingml/2006/main">
            <a:off x="60960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01</a:t>
            </a:r>
          </a:p>
        </p:txBody>
      </p:sp>
      <p:sp>
        <p:nvSpPr>
          <p:cNvPr id="10" name="">
            <a:extLst xmlns:a="http://schemas.openxmlformats.org/drawingml/2006/main">
              <a:ext uri="{FF2B5EF4-FFF2-40B4-BE49-F238E27FC236}">
                <a16:creationId xmlns:a16="http://schemas.microsoft.com/office/drawing/2014/main" id="{23FB06AC-64C1-4E24-B645-0FA6D560451A}"/>
              </a:ext>
            </a:extLst>
          </p:cNvPr>
          <p:cNvSpPr>
            <a:spLocks xmlns:a="http://schemas.openxmlformats.org/drawingml/2006/main" noGrp="1"/>
          </p:cNvSpPr>
          <p:nvPr/>
        </p:nvSpPr>
        <p:spPr>
          <a:xfrm xmlns:a="http://schemas.openxmlformats.org/drawingml/2006/main">
            <a:off x="60960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기획·데이터</a:t>
            </a:r>
          </a:p>
        </p:txBody>
      </p:sp>
      <p:sp>
        <p:nvSpPr>
          <p:cNvPr id="11" name="">
            <a:extLst xmlns:a="http://schemas.openxmlformats.org/drawingml/2006/main">
              <a:ext uri="{FF2B5EF4-FFF2-40B4-BE49-F238E27FC236}">
                <a16:creationId xmlns:a16="http://schemas.microsoft.com/office/drawing/2014/main" id="{B2381369-DB23-4159-96E4-B22328E6B342}"/>
              </a:ext>
            </a:extLst>
          </p:cNvPr>
          <p:cNvSpPr>
            <a:spLocks xmlns:a="http://schemas.openxmlformats.org/drawingml/2006/main" noGrp="1"/>
          </p:cNvSpPr>
          <p:nvPr/>
        </p:nvSpPr>
        <p:spPr>
          <a:xfrm xmlns:a="http://schemas.openxmlformats.org/drawingml/2006/main">
            <a:off x="280416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F5C5FB2B-70B8-48CF-BF9B-555A5BC50683}"/>
              </a:ext>
            </a:extLst>
          </p:cNvPr>
          <p:cNvSpPr>
            <a:spLocks xmlns:a="http://schemas.openxmlformats.org/drawingml/2006/main" noGrp="1"/>
          </p:cNvSpPr>
          <p:nvPr/>
        </p:nvSpPr>
        <p:spPr>
          <a:xfrm xmlns:a="http://schemas.openxmlformats.org/drawingml/2006/main">
            <a:off x="280416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프롬프트·맥락</a:t>
            </a:r>
          </a:p>
        </p:txBody>
      </p:sp>
      <p:sp>
        <p:nvSpPr>
          <p:cNvPr id="13" name="">
            <a:extLst xmlns:a="http://schemas.openxmlformats.org/drawingml/2006/main">
              <a:ext uri="{FF2B5EF4-FFF2-40B4-BE49-F238E27FC236}">
                <a16:creationId xmlns:a16="http://schemas.microsoft.com/office/drawing/2014/main" id="{3E61C028-8A0F-4247-900D-60F876BD566E}"/>
              </a:ext>
            </a:extLst>
          </p:cNvPr>
          <p:cNvSpPr>
            <a:spLocks xmlns:a="http://schemas.openxmlformats.org/drawingml/2006/main" noGrp="1"/>
          </p:cNvSpPr>
          <p:nvPr/>
        </p:nvSpPr>
        <p:spPr>
          <a:xfrm xmlns:a="http://schemas.openxmlformats.org/drawingml/2006/main">
            <a:off x="499872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03</a:t>
            </a:r>
          </a:p>
        </p:txBody>
      </p:sp>
      <p:sp>
        <p:nvSpPr>
          <p:cNvPr id="14" name="">
            <a:extLst xmlns:a="http://schemas.openxmlformats.org/drawingml/2006/main">
              <a:ext uri="{FF2B5EF4-FFF2-40B4-BE49-F238E27FC236}">
                <a16:creationId xmlns:a16="http://schemas.microsoft.com/office/drawing/2014/main" id="{BCFB4CE5-A073-4546-8B76-FC05AE38C468}"/>
              </a:ext>
            </a:extLst>
          </p:cNvPr>
          <p:cNvSpPr>
            <a:spLocks xmlns:a="http://schemas.openxmlformats.org/drawingml/2006/main" noGrp="1"/>
          </p:cNvSpPr>
          <p:nvPr/>
        </p:nvSpPr>
        <p:spPr>
          <a:xfrm xmlns:a="http://schemas.openxmlformats.org/drawingml/2006/main">
            <a:off x="499872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실행·배포</a:t>
            </a:r>
          </a:p>
        </p:txBody>
      </p:sp>
      <p:sp>
        <p:nvSpPr>
          <p:cNvPr id="15" name="">
            <a:extLst xmlns:a="http://schemas.openxmlformats.org/drawingml/2006/main">
              <a:ext uri="{FF2B5EF4-FFF2-40B4-BE49-F238E27FC236}">
                <a16:creationId xmlns:a16="http://schemas.microsoft.com/office/drawing/2014/main" id="{5FB79680-AE6A-48E8-B5F7-69C72D6BFECD}"/>
              </a:ext>
            </a:extLst>
          </p:cNvPr>
          <p:cNvSpPr>
            <a:spLocks xmlns:a="http://schemas.openxmlformats.org/drawingml/2006/main" noGrp="1"/>
          </p:cNvSpPr>
          <p:nvPr/>
        </p:nvSpPr>
        <p:spPr>
          <a:xfrm xmlns:a="http://schemas.openxmlformats.org/drawingml/2006/main">
            <a:off x="719328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04</a:t>
            </a:r>
          </a:p>
        </p:txBody>
      </p:sp>
      <p:sp>
        <p:nvSpPr>
          <p:cNvPr id="16" name="">
            <a:extLst xmlns:a="http://schemas.openxmlformats.org/drawingml/2006/main">
              <a:ext uri="{FF2B5EF4-FFF2-40B4-BE49-F238E27FC236}">
                <a16:creationId xmlns:a16="http://schemas.microsoft.com/office/drawing/2014/main" id="{3EAA9209-E937-466B-B65E-55D50E909EDB}"/>
              </a:ext>
            </a:extLst>
          </p:cNvPr>
          <p:cNvSpPr>
            <a:spLocks xmlns:a="http://schemas.openxmlformats.org/drawingml/2006/main" noGrp="1"/>
          </p:cNvSpPr>
          <p:nvPr/>
        </p:nvSpPr>
        <p:spPr>
          <a:xfrm xmlns:a="http://schemas.openxmlformats.org/drawingml/2006/main">
            <a:off x="719328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평가·관찰</a:t>
            </a:r>
          </a:p>
        </p:txBody>
      </p:sp>
      <p:sp>
        <p:nvSpPr>
          <p:cNvPr id="17" name="">
            <a:extLst xmlns:a="http://schemas.openxmlformats.org/drawingml/2006/main">
              <a:ext uri="{FF2B5EF4-FFF2-40B4-BE49-F238E27FC236}">
                <a16:creationId xmlns:a16="http://schemas.microsoft.com/office/drawing/2014/main" id="{507AC5A4-C370-45F1-9460-B005F87ABB2A}"/>
              </a:ext>
            </a:extLst>
          </p:cNvPr>
          <p:cNvSpPr>
            <a:spLocks xmlns:a="http://schemas.openxmlformats.org/drawingml/2006/main" noGrp="1"/>
          </p:cNvSpPr>
          <p:nvPr/>
        </p:nvSpPr>
        <p:spPr>
          <a:xfrm xmlns:a="http://schemas.openxmlformats.org/drawingml/2006/main">
            <a:off x="9387840" y="2476500"/>
            <a:ext cx="20040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05</a:t>
            </a:r>
          </a:p>
        </p:txBody>
      </p:sp>
      <p:sp>
        <p:nvSpPr>
          <p:cNvPr id="18" name="">
            <a:extLst xmlns:a="http://schemas.openxmlformats.org/drawingml/2006/main">
              <a:ext uri="{FF2B5EF4-FFF2-40B4-BE49-F238E27FC236}">
                <a16:creationId xmlns:a16="http://schemas.microsoft.com/office/drawing/2014/main" id="{DDDBF816-C4E0-4DB9-99F0-5D4E4C3C9E2F}"/>
              </a:ext>
            </a:extLst>
          </p:cNvPr>
          <p:cNvSpPr>
            <a:spLocks xmlns:a="http://schemas.openxmlformats.org/drawingml/2006/main" noGrp="1"/>
          </p:cNvSpPr>
          <p:nvPr/>
        </p:nvSpPr>
        <p:spPr>
          <a:xfrm xmlns:a="http://schemas.openxmlformats.org/drawingml/2006/main">
            <a:off x="9387840" y="2857500"/>
            <a:ext cx="196596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개선·버전</a:t>
            </a:r>
          </a:p>
        </p:txBody>
      </p:sp>
      <p:sp>
        <p:nvSpPr>
          <p:cNvPr id="19" name="">
            <a:extLst xmlns:a="http://schemas.openxmlformats.org/drawingml/2006/main">
              <a:ext uri="{FF2B5EF4-FFF2-40B4-BE49-F238E27FC236}">
                <a16:creationId xmlns:a16="http://schemas.microsoft.com/office/drawing/2014/main" id="{00041FEC-63A3-42CE-B781-2531BCFA56EA}"/>
              </a:ext>
            </a:extLst>
          </p:cNvPr>
          <p:cNvSpPr>
            <a:spLocks xmlns:a="http://schemas.openxmlformats.org/drawingml/2006/main" noGrp="1"/>
          </p:cNvSpPr>
          <p:nvPr/>
        </p:nvSpPr>
        <p:spPr>
          <a:xfrm xmlns:a="http://schemas.openxmlformats.org/drawingml/2006/main">
            <a:off x="609600" y="38290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학기 마일스톤</a:t>
            </a:r>
          </a:p>
        </p:txBody>
      </p:sp>
      <p:sp>
        <p:nvSpPr>
          <p:cNvPr id="20" name="">
            <a:extLst xmlns:a="http://schemas.openxmlformats.org/drawingml/2006/main">
              <a:ext uri="{FF2B5EF4-FFF2-40B4-BE49-F238E27FC236}">
                <a16:creationId xmlns:a16="http://schemas.microsoft.com/office/drawing/2014/main" id="{E9FE52D7-073A-4BB5-A7E1-DC216EFE9211}"/>
              </a:ext>
            </a:extLst>
          </p:cNvPr>
          <p:cNvSpPr>
            <a:spLocks xmlns:a="http://schemas.openxmlformats.org/drawingml/2006/main" noGrp="1"/>
          </p:cNvSpPr>
          <p:nvPr/>
        </p:nvSpPr>
        <p:spPr>
          <a:xfrm xmlns:a="http://schemas.openxmlformats.org/drawingml/2006/main" flipH="0" flipV="0">
            <a:off x="609600" y="4229100"/>
            <a:ext cx="10972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1" name="">
            <a:extLst xmlns:a="http://schemas.openxmlformats.org/drawingml/2006/main">
              <a:ext uri="{FF2B5EF4-FFF2-40B4-BE49-F238E27FC236}">
                <a16:creationId xmlns:a16="http://schemas.microsoft.com/office/drawing/2014/main" id="{1381FFAD-7930-4861-9FCB-4BC95203068E}"/>
              </a:ext>
            </a:extLst>
          </p:cNvPr>
          <p:cNvSpPr>
            <a:spLocks xmlns:a="http://schemas.openxmlformats.org/drawingml/2006/main" noGrp="1"/>
          </p:cNvSpPr>
          <p:nvPr/>
        </p:nvSpPr>
        <p:spPr>
          <a:xfrm xmlns:a="http://schemas.openxmlformats.org/drawingml/2006/main">
            <a:off x="6096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W01–07</a:t>
            </a:r>
          </a:p>
        </p:txBody>
      </p:sp>
      <p:sp>
        <p:nvSpPr>
          <p:cNvPr id="22" name="">
            <a:extLst xmlns:a="http://schemas.openxmlformats.org/drawingml/2006/main">
              <a:ext uri="{FF2B5EF4-FFF2-40B4-BE49-F238E27FC236}">
                <a16:creationId xmlns:a16="http://schemas.microsoft.com/office/drawing/2014/main" id="{9CAB1F94-6C05-41F1-B9A5-6469E5B83182}"/>
              </a:ext>
            </a:extLst>
          </p:cNvPr>
          <p:cNvSpPr>
            <a:spLocks xmlns:a="http://schemas.openxmlformats.org/drawingml/2006/main" noGrp="1"/>
          </p:cNvSpPr>
          <p:nvPr/>
        </p:nvSpPr>
        <p:spPr>
          <a:xfrm xmlns:a="http://schemas.openxmlformats.org/drawingml/2006/main">
            <a:off x="6096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온라인 운영</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W04·06 녹화</a:t>
            </a:r>
          </a:p>
        </p:txBody>
      </p:sp>
      <p:sp>
        <p:nvSpPr>
          <p:cNvPr id="23" name="">
            <a:extLst xmlns:a="http://schemas.openxmlformats.org/drawingml/2006/main">
              <a:ext uri="{FF2B5EF4-FFF2-40B4-BE49-F238E27FC236}">
                <a16:creationId xmlns:a16="http://schemas.microsoft.com/office/drawing/2014/main" id="{AD8E595F-5260-4EC9-8981-F059507BB8EA}"/>
              </a:ext>
            </a:extLst>
          </p:cNvPr>
          <p:cNvSpPr>
            <a:spLocks xmlns:a="http://schemas.openxmlformats.org/drawingml/2006/main" noGrp="1"/>
          </p:cNvSpPr>
          <p:nvPr/>
        </p:nvSpPr>
        <p:spPr>
          <a:xfrm xmlns:a="http://schemas.openxmlformats.org/drawingml/2006/main">
            <a:off x="33528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W08</a:t>
            </a:r>
          </a:p>
        </p:txBody>
      </p:sp>
      <p:sp>
        <p:nvSpPr>
          <p:cNvPr id="24" name="">
            <a:extLst xmlns:a="http://schemas.openxmlformats.org/drawingml/2006/main">
              <a:ext uri="{FF2B5EF4-FFF2-40B4-BE49-F238E27FC236}">
                <a16:creationId xmlns:a16="http://schemas.microsoft.com/office/drawing/2014/main" id="{4B7FFB09-6F89-4C39-870E-56BB8D7CDF6C}"/>
              </a:ext>
            </a:extLst>
          </p:cNvPr>
          <p:cNvSpPr>
            <a:spLocks xmlns:a="http://schemas.openxmlformats.org/drawingml/2006/main" noGrp="1"/>
          </p:cNvSpPr>
          <p:nvPr/>
        </p:nvSpPr>
        <p:spPr>
          <a:xfrm xmlns:a="http://schemas.openxmlformats.org/drawingml/2006/main">
            <a:off x="33528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온라인 제출</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제출본 평가</a:t>
            </a:r>
          </a:p>
        </p:txBody>
      </p:sp>
      <p:sp>
        <p:nvSpPr>
          <p:cNvPr id="25" name="">
            <a:extLst xmlns:a="http://schemas.openxmlformats.org/drawingml/2006/main">
              <a:ext uri="{FF2B5EF4-FFF2-40B4-BE49-F238E27FC236}">
                <a16:creationId xmlns:a16="http://schemas.microsoft.com/office/drawing/2014/main" id="{936FF3E4-3669-4801-95BA-3AB5D6E35343}"/>
              </a:ext>
            </a:extLst>
          </p:cNvPr>
          <p:cNvSpPr>
            <a:spLocks xmlns:a="http://schemas.openxmlformats.org/drawingml/2006/main" noGrp="1"/>
          </p:cNvSpPr>
          <p:nvPr/>
        </p:nvSpPr>
        <p:spPr>
          <a:xfrm xmlns:a="http://schemas.openxmlformats.org/drawingml/2006/main">
            <a:off x="60960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W09–15</a:t>
            </a:r>
          </a:p>
        </p:txBody>
      </p:sp>
      <p:sp>
        <p:nvSpPr>
          <p:cNvPr id="26" name="">
            <a:extLst xmlns:a="http://schemas.openxmlformats.org/drawingml/2006/main">
              <a:ext uri="{FF2B5EF4-FFF2-40B4-BE49-F238E27FC236}">
                <a16:creationId xmlns:a16="http://schemas.microsoft.com/office/drawing/2014/main" id="{6476DBA6-A61D-43A7-AC58-D93BDFD75C16}"/>
              </a:ext>
            </a:extLst>
          </p:cNvPr>
          <p:cNvSpPr>
            <a:spLocks xmlns:a="http://schemas.openxmlformats.org/drawingml/2006/main" noGrp="1"/>
          </p:cNvSpPr>
          <p:nvPr/>
        </p:nvSpPr>
        <p:spPr>
          <a:xfrm xmlns:a="http://schemas.openxmlformats.org/drawingml/2006/main">
            <a:off x="60960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실시간 온라인</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구현·운영 검증</a:t>
            </a:r>
          </a:p>
        </p:txBody>
      </p:sp>
      <p:sp>
        <p:nvSpPr>
          <p:cNvPr id="27" name="">
            <a:extLst xmlns:a="http://schemas.openxmlformats.org/drawingml/2006/main">
              <a:ext uri="{FF2B5EF4-FFF2-40B4-BE49-F238E27FC236}">
                <a16:creationId xmlns:a16="http://schemas.microsoft.com/office/drawing/2014/main" id="{9A13A082-2463-48A8-B771-9AD975AEBEFA}"/>
              </a:ext>
            </a:extLst>
          </p:cNvPr>
          <p:cNvSpPr>
            <a:spLocks xmlns:a="http://schemas.openxmlformats.org/drawingml/2006/main" noGrp="1"/>
          </p:cNvSpPr>
          <p:nvPr/>
        </p:nvSpPr>
        <p:spPr>
          <a:xfrm xmlns:a="http://schemas.openxmlformats.org/drawingml/2006/main">
            <a:off x="8839200" y="4514850"/>
            <a:ext cx="2552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W16</a:t>
            </a:r>
          </a:p>
        </p:txBody>
      </p:sp>
      <p:sp>
        <p:nvSpPr>
          <p:cNvPr id="28" name="">
            <a:extLst xmlns:a="http://schemas.openxmlformats.org/drawingml/2006/main">
              <a:ext uri="{FF2B5EF4-FFF2-40B4-BE49-F238E27FC236}">
                <a16:creationId xmlns:a16="http://schemas.microsoft.com/office/drawing/2014/main" id="{49DC705A-7894-4D95-9E99-F43206EC4DE9}"/>
              </a:ext>
            </a:extLst>
          </p:cNvPr>
          <p:cNvSpPr>
            <a:spLocks xmlns:a="http://schemas.openxmlformats.org/drawingml/2006/main" noGrp="1"/>
          </p:cNvSpPr>
          <p:nvPr/>
        </p:nvSpPr>
        <p:spPr>
          <a:xfrm xmlns:a="http://schemas.openxmlformats.org/drawingml/2006/main">
            <a:off x="8839200" y="4895850"/>
            <a:ext cx="2514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실시간 온라인</a:t>
            </a:r>
          </a:p>
          <a:p xmlns:a="http://schemas.openxmlformats.org/drawingml/2006/main">
            <a:pPr algn="l">
              <a:lnSpc>
                <a:spcPct val="115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프로젝트 발표</a:t>
            </a:r>
          </a:p>
        </p:txBody>
      </p:sp>
      <p:sp>
        <p:nvSpPr>
          <p:cNvPr id="29" name="">
            <a:extLst xmlns:a="http://schemas.openxmlformats.org/drawingml/2006/main">
              <a:ext uri="{FF2B5EF4-FFF2-40B4-BE49-F238E27FC236}">
                <a16:creationId xmlns:a16="http://schemas.microsoft.com/office/drawing/2014/main" id="{F33622F4-F6D1-47F7-BD91-5EFC97E43D03}"/>
              </a:ext>
            </a:extLst>
          </p:cNvPr>
          <p:cNvSpPr>
            <a:spLocks xmlns:a="http://schemas.openxmlformats.org/drawingml/2006/main" noGrp="1"/>
          </p:cNvSpPr>
          <p:nvPr/>
        </p:nvSpPr>
        <p:spPr>
          <a:xfrm xmlns:a="http://schemas.openxmlformats.org/drawingml/2006/main">
            <a:off x="609600" y="57340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W08 온라인 제출본 평가 · W16 실시간 온라인 프로젝트 발표</a:t>
            </a:r>
          </a:p>
        </p:txBody>
      </p:sp>
    </p:spTree>
    <p:extLst>
      <p:ext uri="{BB962C8B-B14F-4D97-AF65-F5344CB8AC3E}">
        <p14:creationId xmlns:p14="http://schemas.microsoft.com/office/powerpoint/2010/main" val="1117632558"/>
      </p:ext>
    </p:extLst>
  </p:cSld>
</p:sld>
</file>

<file path=ppt/slides/slide66.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41E024-EFF5-452C-B0B0-94DCB7D255BD}"/>
              </a:ext>
            </a:extLst>
          </p:cNvPr>
          <p:cNvSpPr>
            <a:spLocks xmlns:a="http://schemas.openxmlformats.org/drawingml/2006/main" noGrp="1"/>
          </p:cNvSpPr>
          <p:nvPr/>
        </p:nvSpPr>
        <p:spPr>
          <a:xfrm xmlns:a="http://schemas.openxmlformats.org/drawingml/2006/main">
            <a:off x="609600" y="742950"/>
            <a:ext cx="2000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8850" b="1">
                <a:solidFill>
                  <a:srgbClr val="FFFFFF"/>
                </a:solidFill>
                <a:latin typeface="Menlo"/>
                <a:ea typeface="Menlo"/>
                <a:cs typeface="Menlo"/>
              </a:defRPr>
            </a:pPr>
            <a:r>
              <a:rPr sz="8850" b="1">
                <a:solidFill>
                  <a:srgbClr val="FFFFFF"/>
                </a:solidFill>
                <a:latin typeface="Menlo"/>
                <a:ea typeface="Menlo"/>
                <a:cs typeface="Menlo"/>
              </a:rPr>
              <a:t>04</a:t>
            </a:r>
          </a:p>
        </p:txBody>
      </p:sp>
      <p:sp>
        <p:nvSpPr>
          <p:cNvPr id="2" name="">
            <a:extLst xmlns:a="http://schemas.openxmlformats.org/drawingml/2006/main">
              <a:ext uri="{FF2B5EF4-FFF2-40B4-BE49-F238E27FC236}">
                <a16:creationId xmlns:a16="http://schemas.microsoft.com/office/drawing/2014/main" id="{5D0E8597-5488-4AC7-9748-8F06A708E7EE}"/>
              </a:ext>
            </a:extLst>
          </p:cNvPr>
          <p:cNvSpPr>
            <a:spLocks xmlns:a="http://schemas.openxmlformats.org/drawingml/2006/main" noGrp="1"/>
          </p:cNvSpPr>
          <p:nvPr/>
        </p:nvSpPr>
        <p:spPr>
          <a:xfrm xmlns:a="http://schemas.openxmlformats.org/drawingml/2006/main">
            <a:off x="6724650" y="933450"/>
            <a:ext cx="485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200" b="1">
                <a:solidFill>
                  <a:srgbClr val="98A2B3"/>
                </a:solidFill>
                <a:latin typeface="Menlo"/>
                <a:ea typeface="Menlo"/>
                <a:cs typeface="Menlo"/>
              </a:defRPr>
            </a:pPr>
            <a:r>
              <a:rPr sz="1200" b="1">
                <a:solidFill>
                  <a:srgbClr val="98A2B3"/>
                </a:solidFill>
                <a:latin typeface="Menlo"/>
                <a:ea typeface="Menlo"/>
                <a:cs typeface="Menlo"/>
              </a:rPr>
              <a:t>TRACE / 01 LAB</a:t>
            </a:r>
          </a:p>
        </p:txBody>
      </p:sp>
      <p:sp>
        <p:nvSpPr>
          <p:cNvPr id="3" name="">
            <a:extLst xmlns:a="http://schemas.openxmlformats.org/drawingml/2006/main">
              <a:ext uri="{FF2B5EF4-FFF2-40B4-BE49-F238E27FC236}">
                <a16:creationId xmlns:a16="http://schemas.microsoft.com/office/drawing/2014/main" id="{2F8BDE3D-B0B0-4E20-ADC4-56C562557DC8}"/>
              </a:ext>
            </a:extLst>
          </p:cNvPr>
          <p:cNvSpPr>
            <a:spLocks xmlns:a="http://schemas.openxmlformats.org/drawingml/2006/main" noGrp="1"/>
          </p:cNvSpPr>
          <p:nvPr/>
        </p:nvSpPr>
        <p:spPr>
          <a:xfrm xmlns:a="http://schemas.openxmlformats.org/drawingml/2006/main" flipH="0" flipV="0">
            <a:off x="609600" y="27241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EFE68C62-06F8-4A7C-A7AA-638C73ED4B0A}"/>
              </a:ext>
            </a:extLst>
          </p:cNvPr>
          <p:cNvSpPr>
            <a:spLocks xmlns:a="http://schemas.openxmlformats.org/drawingml/2006/main" noGrp="1"/>
          </p:cNvSpPr>
          <p:nvPr/>
        </p:nvSpPr>
        <p:spPr>
          <a:xfrm xmlns:a="http://schemas.openxmlformats.org/drawingml/2006/main">
            <a:off x="609600" y="3162300"/>
            <a:ext cx="1066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첫 LLM 서비스 실행과 기록</a:t>
            </a:r>
          </a:p>
        </p:txBody>
      </p:sp>
      <p:sp>
        <p:nvSpPr>
          <p:cNvPr id="5" name="">
            <a:extLst xmlns:a="http://schemas.openxmlformats.org/drawingml/2006/main">
              <a:ext uri="{FF2B5EF4-FFF2-40B4-BE49-F238E27FC236}">
                <a16:creationId xmlns:a16="http://schemas.microsoft.com/office/drawing/2014/main" id="{4FB4E9CC-C085-4050-BBCA-3D8650590EEB}"/>
              </a:ext>
            </a:extLst>
          </p:cNvPr>
          <p:cNvSpPr>
            <a:spLocks xmlns:a="http://schemas.openxmlformats.org/drawingml/2006/main" noGrp="1"/>
          </p:cNvSpPr>
          <p:nvPr/>
        </p:nvSpPr>
        <p:spPr>
          <a:xfrm xmlns:a="http://schemas.openxmlformats.org/drawingml/2006/main">
            <a:off x="609600" y="47625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0">
                <a:solidFill>
                  <a:srgbClr val="98A2B3"/>
                </a:solidFill>
                <a:latin typeface="AppleGothic"/>
                <a:ea typeface="AppleGothic"/>
                <a:cs typeface="AppleGothic"/>
              </a:defRPr>
            </a:pPr>
            <a:r>
              <a:rPr sz="1800" b="0">
                <a:solidFill>
                  <a:srgbClr val="98A2B3"/>
                </a:solidFill>
                <a:latin typeface="AppleGothic"/>
                <a:ea typeface="AppleGothic"/>
                <a:cs typeface="AppleGothic"/>
              </a:rPr>
              <a:t>Python 3.11.14 · Demo 기준선 · Qwen3 4B Instruct · 실행 추적과 비교</a:t>
            </a:r>
          </a:p>
        </p:txBody>
      </p:sp>
      <p:sp>
        <p:nvSpPr>
          <p:cNvPr id="6" name="">
            <a:extLst xmlns:a="http://schemas.openxmlformats.org/drawingml/2006/main">
              <a:ext uri="{FF2B5EF4-FFF2-40B4-BE49-F238E27FC236}">
                <a16:creationId xmlns:a16="http://schemas.microsoft.com/office/drawing/2014/main" id="{39574F8F-8693-424A-9770-A6DF5B59B95E}"/>
              </a:ext>
            </a:extLst>
          </p:cNvPr>
          <p:cNvSpPr>
            <a:spLocks xmlns:a="http://schemas.openxmlformats.org/drawingml/2006/main" noGrp="1"/>
          </p:cNvSpPr>
          <p:nvPr/>
        </p:nvSpPr>
        <p:spPr>
          <a:xfrm xmlns:a="http://schemas.openxmlformats.org/drawingml/2006/main">
            <a:off x="609600" y="6076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W01 · 66</a:t>
            </a:r>
          </a:p>
        </p:txBody>
      </p:sp>
    </p:spTree>
    <p:extLst>
      <p:ext uri="{BB962C8B-B14F-4D97-AF65-F5344CB8AC3E}">
        <p14:creationId xmlns:p14="http://schemas.microsoft.com/office/powerpoint/2010/main" val="136942070"/>
      </p:ext>
    </p:extLst>
  </p:cSld>
</p:sld>
</file>

<file path=ppt/slides/slide6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6EC87D2-EF19-484A-B20A-CEFFDC0636F5}"/>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8EBF39C9-86AF-4F6D-8219-59ED490D226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67</a:t>
            </a:r>
          </a:p>
        </p:txBody>
      </p:sp>
      <p:sp>
        <p:nvSpPr>
          <p:cNvPr id="3" name="">
            <a:extLst xmlns:a="http://schemas.openxmlformats.org/drawingml/2006/main">
              <a:ext uri="{FF2B5EF4-FFF2-40B4-BE49-F238E27FC236}">
                <a16:creationId xmlns:a16="http://schemas.microsoft.com/office/drawing/2014/main" id="{0536AAEE-BB18-48A1-8F02-3698CF5EB5D4}"/>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98B000C-E73D-4930-8BF6-DB6AAC69CF95}"/>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AAF55A27-125A-40E9-9F7F-447468B77207}"/>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2BEC5E2C-1F53-4D13-B06F-55B79427A58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오늘 실습의 순서와 완료 기준</a:t>
            </a:r>
          </a:p>
        </p:txBody>
      </p:sp>
      <p:sp>
        <p:nvSpPr>
          <p:cNvPr id="7" name="">
            <a:extLst xmlns:a="http://schemas.openxmlformats.org/drawingml/2006/main">
              <a:ext uri="{FF2B5EF4-FFF2-40B4-BE49-F238E27FC236}">
                <a16:creationId xmlns:a16="http://schemas.microsoft.com/office/drawing/2014/main" id="{0C04129F-15FB-4E98-82DC-3ACC162B3240}"/>
              </a:ext>
            </a:extLst>
          </p:cNvPr>
          <p:cNvSpPr>
            <a:spLocks xmlns:a="http://schemas.openxmlformats.org/drawingml/2006/main" noGrp="1"/>
          </p:cNvSpPr>
          <p:nvPr/>
        </p:nvSpPr>
        <p:spPr>
          <a:xfrm xmlns:a="http://schemas.openxmlformats.org/drawingml/2006/main" rot="0">
            <a:off x="666750" y="16192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8" name="">
            <a:extLst xmlns:a="http://schemas.openxmlformats.org/drawingml/2006/main">
              <a:ext uri="{FF2B5EF4-FFF2-40B4-BE49-F238E27FC236}">
                <a16:creationId xmlns:a16="http://schemas.microsoft.com/office/drawing/2014/main" id="{B2585DF9-1597-4C22-943A-704003904E22}"/>
              </a:ext>
            </a:extLst>
          </p:cNvPr>
          <p:cNvSpPr>
            <a:spLocks xmlns:a="http://schemas.openxmlformats.org/drawingml/2006/main" noGrp="1"/>
          </p:cNvSpPr>
          <p:nvPr/>
        </p:nvSpPr>
        <p:spPr>
          <a:xfrm xmlns:a="http://schemas.openxmlformats.org/drawingml/2006/main">
            <a:off x="666750" y="16192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AD28CF4B-1824-42E6-B3BE-E60D006277AD}"/>
              </a:ext>
            </a:extLst>
          </p:cNvPr>
          <p:cNvSpPr>
            <a:spLocks xmlns:a="http://schemas.openxmlformats.org/drawingml/2006/main" noGrp="1"/>
          </p:cNvSpPr>
          <p:nvPr/>
        </p:nvSpPr>
        <p:spPr>
          <a:xfrm xmlns:a="http://schemas.openxmlformats.org/drawingml/2006/main">
            <a:off x="1295400" y="15621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개발환경 준비</a:t>
            </a:r>
          </a:p>
        </p:txBody>
      </p:sp>
      <p:sp>
        <p:nvSpPr>
          <p:cNvPr id="10" name="">
            <a:extLst xmlns:a="http://schemas.openxmlformats.org/drawingml/2006/main">
              <a:ext uri="{FF2B5EF4-FFF2-40B4-BE49-F238E27FC236}">
                <a16:creationId xmlns:a16="http://schemas.microsoft.com/office/drawing/2014/main" id="{50778710-F7B5-4D26-9AC5-5EF4AEDA7E05}"/>
              </a:ext>
            </a:extLst>
          </p:cNvPr>
          <p:cNvSpPr>
            <a:spLocks xmlns:a="http://schemas.openxmlformats.org/drawingml/2006/main" noGrp="1"/>
          </p:cNvSpPr>
          <p:nvPr/>
        </p:nvSpPr>
        <p:spPr>
          <a:xfrm xmlns:a="http://schemas.openxmlformats.org/drawingml/2006/main">
            <a:off x="5657850" y="16002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Python 3.11.14 · .venv 선택</a:t>
            </a:r>
          </a:p>
        </p:txBody>
      </p:sp>
      <p:sp>
        <p:nvSpPr>
          <p:cNvPr id="11" name="">
            <a:extLst xmlns:a="http://schemas.openxmlformats.org/drawingml/2006/main">
              <a:ext uri="{FF2B5EF4-FFF2-40B4-BE49-F238E27FC236}">
                <a16:creationId xmlns:a16="http://schemas.microsoft.com/office/drawing/2014/main" id="{B6092E76-A4E7-4ED7-AE38-AD284778341E}"/>
              </a:ext>
            </a:extLst>
          </p:cNvPr>
          <p:cNvSpPr>
            <a:spLocks xmlns:a="http://schemas.openxmlformats.org/drawingml/2006/main" noGrp="1"/>
          </p:cNvSpPr>
          <p:nvPr/>
        </p:nvSpPr>
        <p:spPr>
          <a:xfrm xmlns:a="http://schemas.openxmlformats.org/drawingml/2006/main" flipH="0" flipV="0">
            <a:off x="1295400" y="21526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B14DFB6E-D70D-476F-A677-B033930FDBF3}"/>
              </a:ext>
            </a:extLst>
          </p:cNvPr>
          <p:cNvSpPr>
            <a:spLocks xmlns:a="http://schemas.openxmlformats.org/drawingml/2006/main" noGrp="1"/>
          </p:cNvSpPr>
          <p:nvPr/>
        </p:nvSpPr>
        <p:spPr>
          <a:xfrm xmlns:a="http://schemas.openxmlformats.org/drawingml/2006/main" rot="0">
            <a:off x="666750" y="24955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3" name="">
            <a:extLst xmlns:a="http://schemas.openxmlformats.org/drawingml/2006/main">
              <a:ext uri="{FF2B5EF4-FFF2-40B4-BE49-F238E27FC236}">
                <a16:creationId xmlns:a16="http://schemas.microsoft.com/office/drawing/2014/main" id="{0E1BCA72-DA49-4977-9F62-36724C946245}"/>
              </a:ext>
            </a:extLst>
          </p:cNvPr>
          <p:cNvSpPr>
            <a:spLocks xmlns:a="http://schemas.openxmlformats.org/drawingml/2006/main" noGrp="1"/>
          </p:cNvSpPr>
          <p:nvPr/>
        </p:nvSpPr>
        <p:spPr>
          <a:xfrm xmlns:a="http://schemas.openxmlformats.org/drawingml/2006/main">
            <a:off x="666750" y="24955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4" name="">
            <a:extLst xmlns:a="http://schemas.openxmlformats.org/drawingml/2006/main">
              <a:ext uri="{FF2B5EF4-FFF2-40B4-BE49-F238E27FC236}">
                <a16:creationId xmlns:a16="http://schemas.microsoft.com/office/drawing/2014/main" id="{95913334-2393-4483-BE7F-C58BFB5FFAFC}"/>
              </a:ext>
            </a:extLst>
          </p:cNvPr>
          <p:cNvSpPr>
            <a:spLocks xmlns:a="http://schemas.openxmlformats.org/drawingml/2006/main" noGrp="1"/>
          </p:cNvSpPr>
          <p:nvPr/>
        </p:nvSpPr>
        <p:spPr>
          <a:xfrm xmlns:a="http://schemas.openxmlformats.org/drawingml/2006/main">
            <a:off x="1295400" y="24384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테스트와 서버 실행</a:t>
            </a:r>
          </a:p>
        </p:txBody>
      </p:sp>
      <p:sp>
        <p:nvSpPr>
          <p:cNvPr id="15" name="">
            <a:extLst xmlns:a="http://schemas.openxmlformats.org/drawingml/2006/main">
              <a:ext uri="{FF2B5EF4-FFF2-40B4-BE49-F238E27FC236}">
                <a16:creationId xmlns:a16="http://schemas.microsoft.com/office/drawing/2014/main" id="{36708BC8-D63C-40C8-9E38-8BD9E0D56D35}"/>
              </a:ext>
            </a:extLst>
          </p:cNvPr>
          <p:cNvSpPr>
            <a:spLocks xmlns:a="http://schemas.openxmlformats.org/drawingml/2006/main" noGrp="1"/>
          </p:cNvSpPr>
          <p:nvPr/>
        </p:nvSpPr>
        <p:spPr>
          <a:xfrm xmlns:a="http://schemas.openxmlformats.org/drawingml/2006/main">
            <a:off x="5657850" y="24765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자동 테스트 실패 0건 · GET /health 정상</a:t>
            </a:r>
          </a:p>
        </p:txBody>
      </p:sp>
      <p:sp>
        <p:nvSpPr>
          <p:cNvPr id="16" name="">
            <a:extLst xmlns:a="http://schemas.openxmlformats.org/drawingml/2006/main">
              <a:ext uri="{FF2B5EF4-FFF2-40B4-BE49-F238E27FC236}">
                <a16:creationId xmlns:a16="http://schemas.microsoft.com/office/drawing/2014/main" id="{575127AD-6303-41BF-9057-F49B6C52850B}"/>
              </a:ext>
            </a:extLst>
          </p:cNvPr>
          <p:cNvSpPr>
            <a:spLocks xmlns:a="http://schemas.openxmlformats.org/drawingml/2006/main" noGrp="1"/>
          </p:cNvSpPr>
          <p:nvPr/>
        </p:nvSpPr>
        <p:spPr>
          <a:xfrm xmlns:a="http://schemas.openxmlformats.org/drawingml/2006/main" flipH="0" flipV="0">
            <a:off x="1295400" y="30289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88A4B4E-211E-42DF-B867-64F040577C76}"/>
              </a:ext>
            </a:extLst>
          </p:cNvPr>
          <p:cNvSpPr>
            <a:spLocks xmlns:a="http://schemas.openxmlformats.org/drawingml/2006/main" noGrp="1"/>
          </p:cNvSpPr>
          <p:nvPr/>
        </p:nvSpPr>
        <p:spPr>
          <a:xfrm xmlns:a="http://schemas.openxmlformats.org/drawingml/2006/main" rot="0">
            <a:off x="666750" y="33718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18" name="">
            <a:extLst xmlns:a="http://schemas.openxmlformats.org/drawingml/2006/main">
              <a:ext uri="{FF2B5EF4-FFF2-40B4-BE49-F238E27FC236}">
                <a16:creationId xmlns:a16="http://schemas.microsoft.com/office/drawing/2014/main" id="{0FF3E5B3-4862-4834-86D5-E49726E35E1B}"/>
              </a:ext>
            </a:extLst>
          </p:cNvPr>
          <p:cNvSpPr>
            <a:spLocks xmlns:a="http://schemas.openxmlformats.org/drawingml/2006/main" noGrp="1"/>
          </p:cNvSpPr>
          <p:nvPr/>
        </p:nvSpPr>
        <p:spPr>
          <a:xfrm xmlns:a="http://schemas.openxmlformats.org/drawingml/2006/main">
            <a:off x="666750" y="3371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19" name="">
            <a:extLst xmlns:a="http://schemas.openxmlformats.org/drawingml/2006/main">
              <a:ext uri="{FF2B5EF4-FFF2-40B4-BE49-F238E27FC236}">
                <a16:creationId xmlns:a16="http://schemas.microsoft.com/office/drawing/2014/main" id="{D0A2B808-4F9B-4C26-9FC9-F5FE768C821A}"/>
              </a:ext>
            </a:extLst>
          </p:cNvPr>
          <p:cNvSpPr>
            <a:spLocks xmlns:a="http://schemas.openxmlformats.org/drawingml/2006/main" noGrp="1"/>
          </p:cNvSpPr>
          <p:nvPr/>
        </p:nvSpPr>
        <p:spPr>
          <a:xfrm xmlns:a="http://schemas.openxmlformats.org/drawingml/2006/main">
            <a:off x="1295400" y="33147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Demo 기준선 2회</a:t>
            </a:r>
          </a:p>
        </p:txBody>
      </p:sp>
      <p:sp>
        <p:nvSpPr>
          <p:cNvPr id="20" name="">
            <a:extLst xmlns:a="http://schemas.openxmlformats.org/drawingml/2006/main">
              <a:ext uri="{FF2B5EF4-FFF2-40B4-BE49-F238E27FC236}">
                <a16:creationId xmlns:a16="http://schemas.microsoft.com/office/drawing/2014/main" id="{9E596888-4ED0-4C35-AD77-771006245793}"/>
              </a:ext>
            </a:extLst>
          </p:cNvPr>
          <p:cNvSpPr>
            <a:spLocks xmlns:a="http://schemas.openxmlformats.org/drawingml/2006/main" noGrp="1"/>
          </p:cNvSpPr>
          <p:nvPr/>
        </p:nvSpPr>
        <p:spPr>
          <a:xfrm xmlns:a="http://schemas.openxmlformats.org/drawingml/2006/main">
            <a:off x="5657850" y="33528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같은 입력의 실행 추적 2건</a:t>
            </a:r>
          </a:p>
        </p:txBody>
      </p:sp>
      <p:sp>
        <p:nvSpPr>
          <p:cNvPr id="21" name="">
            <a:extLst xmlns:a="http://schemas.openxmlformats.org/drawingml/2006/main">
              <a:ext uri="{FF2B5EF4-FFF2-40B4-BE49-F238E27FC236}">
                <a16:creationId xmlns:a16="http://schemas.microsoft.com/office/drawing/2014/main" id="{6D20927C-21A9-4505-9391-932BCE1C434F}"/>
              </a:ext>
            </a:extLst>
          </p:cNvPr>
          <p:cNvSpPr>
            <a:spLocks xmlns:a="http://schemas.openxmlformats.org/drawingml/2006/main" noGrp="1"/>
          </p:cNvSpPr>
          <p:nvPr/>
        </p:nvSpPr>
        <p:spPr>
          <a:xfrm xmlns:a="http://schemas.openxmlformats.org/drawingml/2006/main" flipH="0" flipV="0">
            <a:off x="1295400" y="39052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A2DBBC36-69C2-4426-B859-39FF55C39923}"/>
              </a:ext>
            </a:extLst>
          </p:cNvPr>
          <p:cNvSpPr>
            <a:spLocks xmlns:a="http://schemas.openxmlformats.org/drawingml/2006/main" noGrp="1"/>
          </p:cNvSpPr>
          <p:nvPr/>
        </p:nvSpPr>
        <p:spPr>
          <a:xfrm xmlns:a="http://schemas.openxmlformats.org/drawingml/2006/main" rot="0">
            <a:off x="666750" y="4248150"/>
            <a:ext cx="361950" cy="36195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23" name="">
            <a:extLst xmlns:a="http://schemas.openxmlformats.org/drawingml/2006/main">
              <a:ext uri="{FF2B5EF4-FFF2-40B4-BE49-F238E27FC236}">
                <a16:creationId xmlns:a16="http://schemas.microsoft.com/office/drawing/2014/main" id="{63C075A7-C364-4DF1-BA32-53EE89F236A2}"/>
              </a:ext>
            </a:extLst>
          </p:cNvPr>
          <p:cNvSpPr>
            <a:spLocks xmlns:a="http://schemas.openxmlformats.org/drawingml/2006/main" noGrp="1"/>
          </p:cNvSpPr>
          <p:nvPr/>
        </p:nvSpPr>
        <p:spPr>
          <a:xfrm xmlns:a="http://schemas.openxmlformats.org/drawingml/2006/main">
            <a:off x="666750" y="4248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4" name="">
            <a:extLst xmlns:a="http://schemas.openxmlformats.org/drawingml/2006/main">
              <a:ext uri="{FF2B5EF4-FFF2-40B4-BE49-F238E27FC236}">
                <a16:creationId xmlns:a16="http://schemas.microsoft.com/office/drawing/2014/main" id="{44B7C00F-FB67-4A94-8003-DFC8ED0F6374}"/>
              </a:ext>
            </a:extLst>
          </p:cNvPr>
          <p:cNvSpPr>
            <a:spLocks xmlns:a="http://schemas.openxmlformats.org/drawingml/2006/main" noGrp="1"/>
          </p:cNvSpPr>
          <p:nvPr/>
        </p:nvSpPr>
        <p:spPr>
          <a:xfrm xmlns:a="http://schemas.openxmlformats.org/drawingml/2006/main">
            <a:off x="1295400" y="4191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2563EB"/>
                </a:solidFill>
                <a:latin typeface="AppleGothic"/>
                <a:ea typeface="AppleGothic"/>
                <a:cs typeface="AppleGothic"/>
              </a:defRPr>
            </a:pPr>
            <a:r>
              <a:rPr sz="1950" b="1">
                <a:solidFill>
                  <a:srgbClr val="2563EB"/>
                </a:solidFill>
                <a:latin typeface="AppleGothic"/>
                <a:ea typeface="AppleGothic"/>
                <a:cs typeface="AppleGothic"/>
              </a:rPr>
              <a:t>Ollama 선택 실행</a:t>
            </a:r>
          </a:p>
        </p:txBody>
      </p:sp>
      <p:sp>
        <p:nvSpPr>
          <p:cNvPr id="25" name="">
            <a:extLst xmlns:a="http://schemas.openxmlformats.org/drawingml/2006/main">
              <a:ext uri="{FF2B5EF4-FFF2-40B4-BE49-F238E27FC236}">
                <a16:creationId xmlns:a16="http://schemas.microsoft.com/office/drawing/2014/main" id="{E9614288-262B-4795-9181-337FF4DF729F}"/>
              </a:ext>
            </a:extLst>
          </p:cNvPr>
          <p:cNvSpPr>
            <a:spLocks xmlns:a="http://schemas.openxmlformats.org/drawingml/2006/main" noGrp="1"/>
          </p:cNvSpPr>
          <p:nvPr/>
        </p:nvSpPr>
        <p:spPr>
          <a:xfrm xmlns:a="http://schemas.openxmlformats.org/drawingml/2006/main">
            <a:off x="5657850" y="42291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qwen3:4b-instruct · Thinking OFF</a:t>
            </a:r>
          </a:p>
        </p:txBody>
      </p:sp>
      <p:sp>
        <p:nvSpPr>
          <p:cNvPr id="26" name="">
            <a:extLst xmlns:a="http://schemas.openxmlformats.org/drawingml/2006/main">
              <a:ext uri="{FF2B5EF4-FFF2-40B4-BE49-F238E27FC236}">
                <a16:creationId xmlns:a16="http://schemas.microsoft.com/office/drawing/2014/main" id="{3073B871-9D48-46B3-A698-B546CEC83839}"/>
              </a:ext>
            </a:extLst>
          </p:cNvPr>
          <p:cNvSpPr>
            <a:spLocks xmlns:a="http://schemas.openxmlformats.org/drawingml/2006/main" noGrp="1"/>
          </p:cNvSpPr>
          <p:nvPr/>
        </p:nvSpPr>
        <p:spPr>
          <a:xfrm xmlns:a="http://schemas.openxmlformats.org/drawingml/2006/main" flipH="0" flipV="0">
            <a:off x="1295400" y="4781550"/>
            <a:ext cx="99441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27" name="">
            <a:extLst xmlns:a="http://schemas.openxmlformats.org/drawingml/2006/main">
              <a:ext uri="{FF2B5EF4-FFF2-40B4-BE49-F238E27FC236}">
                <a16:creationId xmlns:a16="http://schemas.microsoft.com/office/drawing/2014/main" id="{D1E2289E-66A8-4986-A416-8DFD58694D3D}"/>
              </a:ext>
            </a:extLst>
          </p:cNvPr>
          <p:cNvSpPr>
            <a:spLocks xmlns:a="http://schemas.openxmlformats.org/drawingml/2006/main" noGrp="1"/>
          </p:cNvSpPr>
          <p:nvPr/>
        </p:nvSpPr>
        <p:spPr>
          <a:xfrm xmlns:a="http://schemas.openxmlformats.org/drawingml/2006/main" rot="0">
            <a:off x="666750" y="5124450"/>
            <a:ext cx="361950" cy="36195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28" name="">
            <a:extLst xmlns:a="http://schemas.openxmlformats.org/drawingml/2006/main">
              <a:ext uri="{FF2B5EF4-FFF2-40B4-BE49-F238E27FC236}">
                <a16:creationId xmlns:a16="http://schemas.microsoft.com/office/drawing/2014/main" id="{76BAC5FE-8C11-421D-8F24-9060D1412446}"/>
              </a:ext>
            </a:extLst>
          </p:cNvPr>
          <p:cNvSpPr>
            <a:spLocks xmlns:a="http://schemas.openxmlformats.org/drawingml/2006/main" noGrp="1"/>
          </p:cNvSpPr>
          <p:nvPr/>
        </p:nvSpPr>
        <p:spPr>
          <a:xfrm xmlns:a="http://schemas.openxmlformats.org/drawingml/2006/main">
            <a:off x="666750" y="51244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a:t>
            </a:r>
          </a:p>
        </p:txBody>
      </p:sp>
      <p:sp>
        <p:nvSpPr>
          <p:cNvPr id="29" name="">
            <a:extLst xmlns:a="http://schemas.openxmlformats.org/drawingml/2006/main">
              <a:ext uri="{FF2B5EF4-FFF2-40B4-BE49-F238E27FC236}">
                <a16:creationId xmlns:a16="http://schemas.microsoft.com/office/drawing/2014/main" id="{E3636FDA-0DD0-48CC-8A26-FE3153360CA0}"/>
              </a:ext>
            </a:extLst>
          </p:cNvPr>
          <p:cNvSpPr>
            <a:spLocks xmlns:a="http://schemas.openxmlformats.org/drawingml/2006/main" noGrp="1"/>
          </p:cNvSpPr>
          <p:nvPr/>
        </p:nvSpPr>
        <p:spPr>
          <a:xfrm xmlns:a="http://schemas.openxmlformats.org/drawingml/2006/main">
            <a:off x="1295400" y="5067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950" b="1">
                <a:solidFill>
                  <a:srgbClr val="191919"/>
                </a:solidFill>
                <a:latin typeface="AppleGothic"/>
                <a:ea typeface="AppleGothic"/>
                <a:cs typeface="AppleGothic"/>
              </a:defRPr>
            </a:pPr>
            <a:r>
              <a:rPr sz="1950" b="1">
                <a:solidFill>
                  <a:srgbClr val="191919"/>
                </a:solidFill>
                <a:latin typeface="AppleGothic"/>
                <a:ea typeface="AppleGothic"/>
                <a:cs typeface="AppleGothic"/>
              </a:rPr>
              <a:t>비교표와 다음 가설</a:t>
            </a:r>
          </a:p>
        </p:txBody>
      </p:sp>
      <p:sp>
        <p:nvSpPr>
          <p:cNvPr id="30" name="">
            <a:extLst xmlns:a="http://schemas.openxmlformats.org/drawingml/2006/main">
              <a:ext uri="{FF2B5EF4-FFF2-40B4-BE49-F238E27FC236}">
                <a16:creationId xmlns:a16="http://schemas.microsoft.com/office/drawing/2014/main" id="{D361C80C-1B6A-4954-ACB5-469E475A60CD}"/>
              </a:ext>
            </a:extLst>
          </p:cNvPr>
          <p:cNvSpPr>
            <a:spLocks xmlns:a="http://schemas.openxmlformats.org/drawingml/2006/main" noGrp="1"/>
          </p:cNvSpPr>
          <p:nvPr/>
        </p:nvSpPr>
        <p:spPr>
          <a:xfrm xmlns:a="http://schemas.openxmlformats.org/drawingml/2006/main">
            <a:off x="5657850" y="5105400"/>
            <a:ext cx="558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비교 판단 1건 · 변경 가설 1개</a:t>
            </a:r>
          </a:p>
        </p:txBody>
      </p:sp>
      <p:sp>
        <p:nvSpPr>
          <p:cNvPr id="31" name="">
            <a:extLst xmlns:a="http://schemas.openxmlformats.org/drawingml/2006/main">
              <a:ext uri="{FF2B5EF4-FFF2-40B4-BE49-F238E27FC236}">
                <a16:creationId xmlns:a16="http://schemas.microsoft.com/office/drawing/2014/main" id="{9150FE43-6122-48D9-9135-09D1A9B66A48}"/>
              </a:ext>
            </a:extLst>
          </p:cNvPr>
          <p:cNvSpPr>
            <a:spLocks xmlns:a="http://schemas.openxmlformats.org/drawingml/2006/main" noGrp="1"/>
          </p:cNvSpPr>
          <p:nvPr/>
        </p:nvSpPr>
        <p:spPr>
          <a:xfrm xmlns:a="http://schemas.openxmlformats.org/drawingml/2006/main" flipH="0" flipV="0">
            <a:off x="1295400" y="5657850"/>
            <a:ext cx="99441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103802521"/>
      </p:ext>
    </p:extLst>
  </p:cSld>
</p:sld>
</file>

<file path=ppt/slides/slide6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F007B5B-4496-4C60-AC3D-0318180CB5A7}"/>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6CE2C0AF-A2D1-4506-9E9B-E590C5B1977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68</a:t>
            </a:r>
          </a:p>
        </p:txBody>
      </p:sp>
      <p:sp>
        <p:nvSpPr>
          <p:cNvPr id="3" name="">
            <a:extLst xmlns:a="http://schemas.openxmlformats.org/drawingml/2006/main">
              <a:ext uri="{FF2B5EF4-FFF2-40B4-BE49-F238E27FC236}">
                <a16:creationId xmlns:a16="http://schemas.microsoft.com/office/drawing/2014/main" id="{E5AF9406-044E-419B-80EC-8E76ED0E4929}"/>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853316E-93C0-4916-B0D4-A09E6B4FC87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636175A6-B7DF-4E1F-9A68-D8BC5755368C}"/>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9C476346-5275-4920-A6CE-1C3EA6DC8DFA}"/>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TRACE/01 실행 구조와 실습 파일</a:t>
            </a:r>
          </a:p>
        </p:txBody>
      </p:sp>
      <p:sp>
        <p:nvSpPr>
          <p:cNvPr id="7" name="">
            <a:extLst xmlns:a="http://schemas.openxmlformats.org/drawingml/2006/main">
              <a:ext uri="{FF2B5EF4-FFF2-40B4-BE49-F238E27FC236}">
                <a16:creationId xmlns:a16="http://schemas.microsoft.com/office/drawing/2014/main" id="{4170D1AB-E612-4FC7-A47A-35E9199B7B03}"/>
              </a:ext>
            </a:extLst>
          </p:cNvPr>
          <p:cNvSpPr>
            <a:spLocks xmlns:a="http://schemas.openxmlformats.org/drawingml/2006/main" noGrp="1"/>
          </p:cNvSpPr>
          <p:nvPr/>
        </p:nvSpPr>
        <p:spPr>
          <a:xfrm xmlns:a="http://schemas.openxmlformats.org/drawingml/2006/main" rot="0">
            <a:off x="609600" y="2533650"/>
            <a:ext cx="19050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B2BB4316-B9A3-4F1A-B94E-1FF96CC58056}"/>
              </a:ext>
            </a:extLst>
          </p:cNvPr>
          <p:cNvSpPr>
            <a:spLocks xmlns:a="http://schemas.openxmlformats.org/drawingml/2006/main" noGrp="1"/>
          </p:cNvSpPr>
          <p:nvPr/>
        </p:nvSpPr>
        <p:spPr>
          <a:xfrm xmlns:a="http://schemas.openxmlformats.org/drawingml/2006/main">
            <a:off x="78105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01</a:t>
            </a:r>
          </a:p>
        </p:txBody>
      </p:sp>
      <p:sp>
        <p:nvSpPr>
          <p:cNvPr id="9" name="">
            <a:extLst xmlns:a="http://schemas.openxmlformats.org/drawingml/2006/main">
              <a:ext uri="{FF2B5EF4-FFF2-40B4-BE49-F238E27FC236}">
                <a16:creationId xmlns:a16="http://schemas.microsoft.com/office/drawing/2014/main" id="{70FBA68E-8870-4CCE-B924-9665E4631118}"/>
              </a:ext>
            </a:extLst>
          </p:cNvPr>
          <p:cNvSpPr>
            <a:spLocks xmlns:a="http://schemas.openxmlformats.org/drawingml/2006/main" noGrp="1"/>
          </p:cNvSpPr>
          <p:nvPr/>
        </p:nvSpPr>
        <p:spPr>
          <a:xfrm xmlns:a="http://schemas.openxmlformats.org/drawingml/2006/main">
            <a:off x="781050" y="3143250"/>
            <a:ext cx="156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사용자 화면</a:t>
            </a:r>
          </a:p>
        </p:txBody>
      </p:sp>
      <p:sp>
        <p:nvSpPr>
          <p:cNvPr id="10" name="">
            <a:extLst xmlns:a="http://schemas.openxmlformats.org/drawingml/2006/main">
              <a:ext uri="{FF2B5EF4-FFF2-40B4-BE49-F238E27FC236}">
                <a16:creationId xmlns:a16="http://schemas.microsoft.com/office/drawing/2014/main" id="{CE7721A7-363F-4895-BA59-BD040B2DED86}"/>
              </a:ext>
            </a:extLst>
          </p:cNvPr>
          <p:cNvSpPr>
            <a:spLocks xmlns:a="http://schemas.openxmlformats.org/drawingml/2006/main" noGrp="1"/>
          </p:cNvSpPr>
          <p:nvPr/>
        </p:nvSpPr>
        <p:spPr>
          <a:xfrm xmlns:a="http://schemas.openxmlformats.org/drawingml/2006/main">
            <a:off x="781050" y="360045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입력 · 결과 · 실행 추적</a:t>
            </a:r>
          </a:p>
        </p:txBody>
      </p:sp>
      <p:sp>
        <p:nvSpPr>
          <p:cNvPr id="11" name="">
            <a:extLst xmlns:a="http://schemas.openxmlformats.org/drawingml/2006/main">
              <a:ext uri="{FF2B5EF4-FFF2-40B4-BE49-F238E27FC236}">
                <a16:creationId xmlns:a16="http://schemas.microsoft.com/office/drawing/2014/main" id="{93BEE63C-283C-4900-B1E4-87EA17317B46}"/>
              </a:ext>
            </a:extLst>
          </p:cNvPr>
          <p:cNvSpPr>
            <a:spLocks xmlns:a="http://schemas.openxmlformats.org/drawingml/2006/main" noGrp="1"/>
          </p:cNvSpPr>
          <p:nvPr/>
        </p:nvSpPr>
        <p:spPr>
          <a:xfrm xmlns:a="http://schemas.openxmlformats.org/drawingml/2006/main">
            <a:off x="251460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12" name="">
            <a:extLst xmlns:a="http://schemas.openxmlformats.org/drawingml/2006/main">
              <a:ext uri="{FF2B5EF4-FFF2-40B4-BE49-F238E27FC236}">
                <a16:creationId xmlns:a16="http://schemas.microsoft.com/office/drawing/2014/main" id="{4DDCB260-F227-4D41-BC95-3ABD8F401734}"/>
              </a:ext>
            </a:extLst>
          </p:cNvPr>
          <p:cNvSpPr>
            <a:spLocks xmlns:a="http://schemas.openxmlformats.org/drawingml/2006/main" noGrp="1"/>
          </p:cNvSpPr>
          <p:nvPr/>
        </p:nvSpPr>
        <p:spPr>
          <a:xfrm xmlns:a="http://schemas.openxmlformats.org/drawingml/2006/main" rot="0">
            <a:off x="3162300" y="2533650"/>
            <a:ext cx="2152650" cy="1562100"/>
          </a:xfrm>
          <a:prstGeom xmlns:a="http://schemas.openxmlformats.org/drawingml/2006/main" prst="rect">
            <a:avLst/>
          </a:prstGeom>
          <a:solidFill xmlns:a="http://schemas.openxmlformats.org/drawingml/2006/main">
            <a:srgbClr val="0B1F3A"/>
          </a:solidFill>
          <a:ln xmlns:a="http://schemas.openxmlformats.org/drawingml/2006/main" w="9525">
            <a:solidFill>
              <a:srgbClr val="0B1F3A"/>
            </a:solidFill>
            <a:prstDash val="solid"/>
          </a:ln>
        </p:spPr>
      </p:sp>
      <p:sp>
        <p:nvSpPr>
          <p:cNvPr id="13" name="">
            <a:extLst xmlns:a="http://schemas.openxmlformats.org/drawingml/2006/main">
              <a:ext uri="{FF2B5EF4-FFF2-40B4-BE49-F238E27FC236}">
                <a16:creationId xmlns:a16="http://schemas.microsoft.com/office/drawing/2014/main" id="{743A4994-C3CF-4B91-9AF1-DCCE37785450}"/>
              </a:ext>
            </a:extLst>
          </p:cNvPr>
          <p:cNvSpPr>
            <a:spLocks xmlns:a="http://schemas.openxmlformats.org/drawingml/2006/main" noGrp="1"/>
          </p:cNvSpPr>
          <p:nvPr/>
        </p:nvSpPr>
        <p:spPr>
          <a:xfrm xmlns:a="http://schemas.openxmlformats.org/drawingml/2006/main">
            <a:off x="333375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02</a:t>
            </a:r>
          </a:p>
        </p:txBody>
      </p:sp>
      <p:sp>
        <p:nvSpPr>
          <p:cNvPr id="14" name="">
            <a:extLst xmlns:a="http://schemas.openxmlformats.org/drawingml/2006/main">
              <a:ext uri="{FF2B5EF4-FFF2-40B4-BE49-F238E27FC236}">
                <a16:creationId xmlns:a16="http://schemas.microsoft.com/office/drawing/2014/main" id="{021D3F2F-D08A-495B-B0D5-DFEA630FC39E}"/>
              </a:ext>
            </a:extLst>
          </p:cNvPr>
          <p:cNvSpPr>
            <a:spLocks xmlns:a="http://schemas.openxmlformats.org/drawingml/2006/main" noGrp="1"/>
          </p:cNvSpPr>
          <p:nvPr/>
        </p:nvSpPr>
        <p:spPr>
          <a:xfrm xmlns:a="http://schemas.openxmlformats.org/drawingml/2006/main">
            <a:off x="3333750" y="31432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FastAPI</a:t>
            </a:r>
          </a:p>
        </p:txBody>
      </p:sp>
      <p:sp>
        <p:nvSpPr>
          <p:cNvPr id="15" name="">
            <a:extLst xmlns:a="http://schemas.openxmlformats.org/drawingml/2006/main">
              <a:ext uri="{FF2B5EF4-FFF2-40B4-BE49-F238E27FC236}">
                <a16:creationId xmlns:a16="http://schemas.microsoft.com/office/drawing/2014/main" id="{3ED4955C-97CC-44F1-8331-80F243653BAF}"/>
              </a:ext>
            </a:extLst>
          </p:cNvPr>
          <p:cNvSpPr>
            <a:spLocks xmlns:a="http://schemas.openxmlformats.org/drawingml/2006/main" noGrp="1"/>
          </p:cNvSpPr>
          <p:nvPr/>
        </p:nvSpPr>
        <p:spPr>
          <a:xfrm xmlns:a="http://schemas.openxmlformats.org/drawingml/2006/main">
            <a:off x="3333750" y="3600450"/>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요청 데이터 구조 · 경로</a:t>
            </a:r>
          </a:p>
        </p:txBody>
      </p:sp>
      <p:sp>
        <p:nvSpPr>
          <p:cNvPr id="16" name="">
            <a:extLst xmlns:a="http://schemas.openxmlformats.org/drawingml/2006/main">
              <a:ext uri="{FF2B5EF4-FFF2-40B4-BE49-F238E27FC236}">
                <a16:creationId xmlns:a16="http://schemas.microsoft.com/office/drawing/2014/main" id="{B68417BD-D75E-4F2F-8A2D-C685FE6690A8}"/>
              </a:ext>
            </a:extLst>
          </p:cNvPr>
          <p:cNvSpPr>
            <a:spLocks xmlns:a="http://schemas.openxmlformats.org/drawingml/2006/main" noGrp="1"/>
          </p:cNvSpPr>
          <p:nvPr/>
        </p:nvSpPr>
        <p:spPr>
          <a:xfrm xmlns:a="http://schemas.openxmlformats.org/drawingml/2006/main">
            <a:off x="531495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17" name="">
            <a:extLst xmlns:a="http://schemas.openxmlformats.org/drawingml/2006/main">
              <a:ext uri="{FF2B5EF4-FFF2-40B4-BE49-F238E27FC236}">
                <a16:creationId xmlns:a16="http://schemas.microsoft.com/office/drawing/2014/main" id="{C64DB056-7EC6-4E29-BCE4-6820A1F07913}"/>
              </a:ext>
            </a:extLst>
          </p:cNvPr>
          <p:cNvSpPr>
            <a:spLocks xmlns:a="http://schemas.openxmlformats.org/drawingml/2006/main" noGrp="1"/>
          </p:cNvSpPr>
          <p:nvPr/>
        </p:nvSpPr>
        <p:spPr>
          <a:xfrm xmlns:a="http://schemas.openxmlformats.org/drawingml/2006/main" rot="0">
            <a:off x="5962650" y="2533650"/>
            <a:ext cx="23241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1011A104-2444-4FD5-BEFD-6DAF4EB53AC6}"/>
              </a:ext>
            </a:extLst>
          </p:cNvPr>
          <p:cNvSpPr>
            <a:spLocks xmlns:a="http://schemas.openxmlformats.org/drawingml/2006/main" noGrp="1"/>
          </p:cNvSpPr>
          <p:nvPr/>
        </p:nvSpPr>
        <p:spPr>
          <a:xfrm xmlns:a="http://schemas.openxmlformats.org/drawingml/2006/main">
            <a:off x="613410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03</a:t>
            </a:r>
          </a:p>
        </p:txBody>
      </p:sp>
      <p:sp>
        <p:nvSpPr>
          <p:cNvPr id="19" name="">
            <a:extLst xmlns:a="http://schemas.openxmlformats.org/drawingml/2006/main">
              <a:ext uri="{FF2B5EF4-FFF2-40B4-BE49-F238E27FC236}">
                <a16:creationId xmlns:a16="http://schemas.microsoft.com/office/drawing/2014/main" id="{8F38D283-1DFE-4CB7-ACCE-A546A3156609}"/>
              </a:ext>
            </a:extLst>
          </p:cNvPr>
          <p:cNvSpPr>
            <a:spLocks xmlns:a="http://schemas.openxmlformats.org/drawingml/2006/main" noGrp="1"/>
          </p:cNvSpPr>
          <p:nvPr/>
        </p:nvSpPr>
        <p:spPr>
          <a:xfrm xmlns:a="http://schemas.openxmlformats.org/drawingml/2006/main">
            <a:off x="6134100" y="3143250"/>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191919"/>
                </a:solidFill>
                <a:latin typeface="AppleGothic"/>
                <a:ea typeface="AppleGothic"/>
                <a:cs typeface="AppleGothic"/>
              </a:defRPr>
            </a:pPr>
            <a:r>
              <a:rPr sz="1500" b="1">
                <a:solidFill>
                  <a:srgbClr val="191919"/>
                </a:solidFill>
                <a:latin typeface="AppleGothic"/>
                <a:ea typeface="AppleGothic"/>
                <a:cs typeface="AppleGothic"/>
              </a:rPr>
              <a:t>모델 제공자</a:t>
            </a:r>
          </a:p>
        </p:txBody>
      </p:sp>
      <p:sp>
        <p:nvSpPr>
          <p:cNvPr id="20" name="">
            <a:extLst xmlns:a="http://schemas.openxmlformats.org/drawingml/2006/main">
              <a:ext uri="{FF2B5EF4-FFF2-40B4-BE49-F238E27FC236}">
                <a16:creationId xmlns:a16="http://schemas.microsoft.com/office/drawing/2014/main" id="{8A686BB9-7E40-4F9B-BA03-B0F937F21E90}"/>
              </a:ext>
            </a:extLst>
          </p:cNvPr>
          <p:cNvSpPr>
            <a:spLocks xmlns:a="http://schemas.openxmlformats.org/drawingml/2006/main" noGrp="1"/>
          </p:cNvSpPr>
          <p:nvPr/>
        </p:nvSpPr>
        <p:spPr>
          <a:xfrm xmlns:a="http://schemas.openxmlformats.org/drawingml/2006/main">
            <a:off x="6134100" y="36004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667085"/>
                </a:solidFill>
                <a:latin typeface="AppleGothic"/>
                <a:ea typeface="AppleGothic"/>
                <a:cs typeface="AppleGothic"/>
              </a:defRPr>
            </a:pPr>
            <a:r>
              <a:rPr sz="1200" b="0">
                <a:solidFill>
                  <a:srgbClr val="667085"/>
                </a:solidFill>
                <a:latin typeface="AppleGothic"/>
                <a:ea typeface="AppleGothic"/>
                <a:cs typeface="AppleGothic"/>
              </a:rPr>
              <a:t>데모 모드 · Ollama</a:t>
            </a:r>
          </a:p>
        </p:txBody>
      </p:sp>
      <p:sp>
        <p:nvSpPr>
          <p:cNvPr id="21" name="">
            <a:extLst xmlns:a="http://schemas.openxmlformats.org/drawingml/2006/main">
              <a:ext uri="{FF2B5EF4-FFF2-40B4-BE49-F238E27FC236}">
                <a16:creationId xmlns:a16="http://schemas.microsoft.com/office/drawing/2014/main" id="{8D3239CB-11BE-4887-920F-FE9F3728EFE7}"/>
              </a:ext>
            </a:extLst>
          </p:cNvPr>
          <p:cNvSpPr>
            <a:spLocks xmlns:a="http://schemas.openxmlformats.org/drawingml/2006/main" noGrp="1"/>
          </p:cNvSpPr>
          <p:nvPr/>
        </p:nvSpPr>
        <p:spPr>
          <a:xfrm xmlns:a="http://schemas.openxmlformats.org/drawingml/2006/main">
            <a:off x="8286750" y="3105150"/>
            <a:ext cx="647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800" b="1">
                <a:solidFill>
                  <a:srgbClr val="667085"/>
                </a:solidFill>
                <a:latin typeface="Menlo"/>
                <a:ea typeface="Menlo"/>
                <a:cs typeface="Menlo"/>
              </a:defRPr>
            </a:pPr>
            <a:r>
              <a:rPr sz="1800" b="1">
                <a:solidFill>
                  <a:srgbClr val="667085"/>
                </a:solidFill>
                <a:latin typeface="Menlo"/>
                <a:ea typeface="Menlo"/>
                <a:cs typeface="Menlo"/>
              </a:rPr>
              <a:t>→</a:t>
            </a:r>
          </a:p>
        </p:txBody>
      </p:sp>
      <p:sp>
        <p:nvSpPr>
          <p:cNvPr id="22" name="">
            <a:extLst xmlns:a="http://schemas.openxmlformats.org/drawingml/2006/main">
              <a:ext uri="{FF2B5EF4-FFF2-40B4-BE49-F238E27FC236}">
                <a16:creationId xmlns:a16="http://schemas.microsoft.com/office/drawing/2014/main" id="{1030C4D6-1527-4879-8C3A-540E4EDB72CA}"/>
              </a:ext>
            </a:extLst>
          </p:cNvPr>
          <p:cNvSpPr>
            <a:spLocks xmlns:a="http://schemas.openxmlformats.org/drawingml/2006/main" noGrp="1"/>
          </p:cNvSpPr>
          <p:nvPr/>
        </p:nvSpPr>
        <p:spPr>
          <a:xfrm xmlns:a="http://schemas.openxmlformats.org/drawingml/2006/main" rot="0">
            <a:off x="8934450" y="2533650"/>
            <a:ext cx="2647950" cy="1562100"/>
          </a:xfrm>
          <a:prstGeom xmlns:a="http://schemas.openxmlformats.org/drawingml/2006/main" prst="rect">
            <a:avLst/>
          </a:prstGeom>
          <a:solidFill xmlns:a="http://schemas.openxmlformats.org/drawingml/2006/main">
            <a:srgbClr val="0B1F3A"/>
          </a:solidFill>
          <a:ln xmlns:a="http://schemas.openxmlformats.org/drawingml/2006/main" w="9525">
            <a:solidFill>
              <a:srgbClr val="0B1F3A"/>
            </a:solidFill>
            <a:prstDash val="solid"/>
          </a:ln>
        </p:spPr>
      </p:sp>
      <p:sp>
        <p:nvSpPr>
          <p:cNvPr id="23" name="">
            <a:extLst xmlns:a="http://schemas.openxmlformats.org/drawingml/2006/main">
              <a:ext uri="{FF2B5EF4-FFF2-40B4-BE49-F238E27FC236}">
                <a16:creationId xmlns:a16="http://schemas.microsoft.com/office/drawing/2014/main" id="{5A9C67C8-4B31-44E5-A491-29EC64B952FB}"/>
              </a:ext>
            </a:extLst>
          </p:cNvPr>
          <p:cNvSpPr>
            <a:spLocks xmlns:a="http://schemas.openxmlformats.org/drawingml/2006/main" noGrp="1"/>
          </p:cNvSpPr>
          <p:nvPr/>
        </p:nvSpPr>
        <p:spPr>
          <a:xfrm xmlns:a="http://schemas.openxmlformats.org/drawingml/2006/main">
            <a:off x="9105900" y="27241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04</a:t>
            </a:r>
          </a:p>
        </p:txBody>
      </p:sp>
      <p:sp>
        <p:nvSpPr>
          <p:cNvPr id="24" name="">
            <a:extLst xmlns:a="http://schemas.openxmlformats.org/drawingml/2006/main">
              <a:ext uri="{FF2B5EF4-FFF2-40B4-BE49-F238E27FC236}">
                <a16:creationId xmlns:a16="http://schemas.microsoft.com/office/drawing/2014/main" id="{3680320A-EDD6-4F19-8752-A00CA3079EF2}"/>
              </a:ext>
            </a:extLst>
          </p:cNvPr>
          <p:cNvSpPr>
            <a:spLocks xmlns:a="http://schemas.openxmlformats.org/drawingml/2006/main" noGrp="1"/>
          </p:cNvSpPr>
          <p:nvPr/>
        </p:nvSpPr>
        <p:spPr>
          <a:xfrm xmlns:a="http://schemas.openxmlformats.org/drawingml/2006/main">
            <a:off x="9105900" y="3143250"/>
            <a:ext cx="2305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실행 추적 저장소</a:t>
            </a:r>
          </a:p>
        </p:txBody>
      </p:sp>
      <p:sp>
        <p:nvSpPr>
          <p:cNvPr id="25" name="">
            <a:extLst xmlns:a="http://schemas.openxmlformats.org/drawingml/2006/main">
              <a:ext uri="{FF2B5EF4-FFF2-40B4-BE49-F238E27FC236}">
                <a16:creationId xmlns:a16="http://schemas.microsoft.com/office/drawing/2014/main" id="{FABD81C1-0876-497C-B237-E8B4AAC27083}"/>
              </a:ext>
            </a:extLst>
          </p:cNvPr>
          <p:cNvSpPr>
            <a:spLocks xmlns:a="http://schemas.openxmlformats.org/drawingml/2006/main" noGrp="1"/>
          </p:cNvSpPr>
          <p:nvPr/>
        </p:nvSpPr>
        <p:spPr>
          <a:xfrm xmlns:a="http://schemas.openxmlformats.org/drawingml/2006/main">
            <a:off x="9105900" y="3600450"/>
            <a:ext cx="2305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0">
                <a:solidFill>
                  <a:srgbClr val="FFFFFF"/>
                </a:solidFill>
                <a:latin typeface="AppleGothic"/>
                <a:ea typeface="AppleGothic"/>
                <a:cs typeface="AppleGothic"/>
              </a:defRPr>
            </a:pPr>
            <a:r>
              <a:rPr sz="1200" b="0">
                <a:solidFill>
                  <a:srgbClr val="FFFFFF"/>
                </a:solidFill>
                <a:latin typeface="AppleGothic"/>
                <a:ea typeface="AppleGothic"/>
                <a:cs typeface="AppleGothic"/>
              </a:rPr>
              <a:t>메모리 · 줄 단위 기록</a:t>
            </a:r>
          </a:p>
        </p:txBody>
      </p:sp>
      <p:sp>
        <p:nvSpPr>
          <p:cNvPr id="26" name="">
            <a:extLst xmlns:a="http://schemas.openxmlformats.org/drawingml/2006/main">
              <a:ext uri="{FF2B5EF4-FFF2-40B4-BE49-F238E27FC236}">
                <a16:creationId xmlns:a16="http://schemas.microsoft.com/office/drawing/2014/main" id="{25FDEA78-6B27-47D0-B001-7FE0F363F17C}"/>
              </a:ext>
            </a:extLst>
          </p:cNvPr>
          <p:cNvSpPr>
            <a:spLocks xmlns:a="http://schemas.openxmlformats.org/drawingml/2006/main" noGrp="1"/>
          </p:cNvSpPr>
          <p:nvPr/>
        </p:nvSpPr>
        <p:spPr>
          <a:xfrm xmlns:a="http://schemas.openxmlformats.org/drawingml/2006/main">
            <a:off x="609600" y="4838700"/>
            <a:ext cx="10972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가이드 · week01/VS_CODE_GUIDE.md</a:t>
            </a:r>
          </a:p>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노트북 · week01/lab/week01_trace01_lab.ipynb</a:t>
            </a:r>
          </a:p>
        </p:txBody>
      </p:sp>
    </p:spTree>
    <p:extLst>
      <p:ext uri="{BB962C8B-B14F-4D97-AF65-F5344CB8AC3E}">
        <p14:creationId xmlns:p14="http://schemas.microsoft.com/office/powerpoint/2010/main" val="801760835"/>
      </p:ext>
    </p:extLst>
  </p:cSld>
</p:sld>
</file>

<file path=ppt/slides/slide6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258D58-0342-43C3-A15D-DC6BFAEE761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1DB69B21-254F-47A5-ACE4-2949FF4BF4CC}"/>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69</a:t>
            </a:r>
          </a:p>
        </p:txBody>
      </p:sp>
      <p:sp>
        <p:nvSpPr>
          <p:cNvPr id="3" name="">
            <a:extLst xmlns:a="http://schemas.openxmlformats.org/drawingml/2006/main">
              <a:ext uri="{FF2B5EF4-FFF2-40B4-BE49-F238E27FC236}">
                <a16:creationId xmlns:a16="http://schemas.microsoft.com/office/drawing/2014/main" id="{E6EDF5E2-68A7-484A-A5FF-DE56720660B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8D6E60F-C350-4B2F-B3F2-87C3EFD05267}"/>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4DBA83B3-1762-4123-8276-D8F2C6D885D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86869071-F82E-4866-B254-A64489F72414}"/>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Python 3.11 개발환경 준비</a:t>
            </a:r>
          </a:p>
        </p:txBody>
      </p:sp>
      <p:sp>
        <p:nvSpPr>
          <p:cNvPr id="7" name="">
            <a:extLst xmlns:a="http://schemas.openxmlformats.org/drawingml/2006/main">
              <a:ext uri="{FF2B5EF4-FFF2-40B4-BE49-F238E27FC236}">
                <a16:creationId xmlns:a16="http://schemas.microsoft.com/office/drawing/2014/main" id="{07CF935C-C84B-4D41-8865-117A6859493E}"/>
              </a:ext>
            </a:extLst>
          </p:cNvPr>
          <p:cNvSpPr>
            <a:spLocks xmlns:a="http://schemas.openxmlformats.org/drawingml/2006/main" noGrp="1"/>
          </p:cNvSpPr>
          <p:nvPr/>
        </p:nvSpPr>
        <p:spPr>
          <a:xfrm xmlns:a="http://schemas.openxmlformats.org/drawingml/2006/main" rot="0">
            <a:off x="609600" y="1657350"/>
            <a:ext cx="7429500" cy="4171950"/>
          </a:xfrm>
          <a:prstGeom xmlns:a="http://schemas.openxmlformats.org/drawingml/2006/main" prst="rect">
            <a:avLst/>
          </a:prstGeom>
          <a:solidFill xmlns:a="http://schemas.openxmlformats.org/drawingml/2006/main">
            <a:srgbClr val="050505"/>
          </a:solidFill>
          <a:ln xmlns:a="http://schemas.openxmlformats.org/drawingml/2006/main" w="0">
            <a:solidFill>
              <a:srgbClr val="050505"/>
            </a:solidFill>
            <a:prstDash val="solid"/>
          </a:ln>
        </p:spPr>
      </p:sp>
      <p:sp>
        <p:nvSpPr>
          <p:cNvPr id="8" name="">
            <a:extLst xmlns:a="http://schemas.openxmlformats.org/drawingml/2006/main">
              <a:ext uri="{FF2B5EF4-FFF2-40B4-BE49-F238E27FC236}">
                <a16:creationId xmlns:a16="http://schemas.microsoft.com/office/drawing/2014/main" id="{3A5CA765-E838-4882-8277-A0DF8E518A65}"/>
              </a:ext>
            </a:extLst>
          </p:cNvPr>
          <p:cNvSpPr>
            <a:spLocks xmlns:a="http://schemas.openxmlformats.org/drawingml/2006/main" noGrp="1"/>
          </p:cNvSpPr>
          <p:nvPr/>
        </p:nvSpPr>
        <p:spPr>
          <a:xfrm xmlns:a="http://schemas.openxmlformats.org/drawingml/2006/main">
            <a:off x="857250" y="1924050"/>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TERMINAL / REPOSITORY ROOT</a:t>
            </a:r>
          </a:p>
        </p:txBody>
      </p:sp>
      <p:sp>
        <p:nvSpPr>
          <p:cNvPr id="9" name="">
            <a:extLst xmlns:a="http://schemas.openxmlformats.org/drawingml/2006/main">
              <a:ext uri="{FF2B5EF4-FFF2-40B4-BE49-F238E27FC236}">
                <a16:creationId xmlns:a16="http://schemas.microsoft.com/office/drawing/2014/main" id="{C8F8A8EF-B241-4B31-B01F-462582208DD2}"/>
              </a:ext>
            </a:extLst>
          </p:cNvPr>
          <p:cNvSpPr>
            <a:spLocks xmlns:a="http://schemas.openxmlformats.org/drawingml/2006/main" noGrp="1"/>
          </p:cNvSpPr>
          <p:nvPr/>
        </p:nvSpPr>
        <p:spPr>
          <a:xfrm xmlns:a="http://schemas.openxmlformats.org/drawingml/2006/main">
            <a:off x="857250" y="2362200"/>
            <a:ext cx="69151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uv python install 3.11.14</a:t>
            </a:r>
          </a:p>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uv venv --python 3.11.14 \</a:t>
            </a:r>
          </a:p>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  --allow-existing .venv</a:t>
            </a:r>
          </a:p>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uv pip install --python .venv/bin/python \</a:t>
            </a:r>
          </a:p>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  -r requirements.txt</a:t>
            </a:r>
          </a:p>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.venv/bin/python -m pytest -q \</a:t>
            </a:r>
          </a:p>
          <a:p xmlns:a="http://schemas.openxmlformats.org/drawingml/2006/main">
            <a:pPr algn="l">
              <a:lnSpc>
                <a:spcPct val="135000"/>
              </a:lnSpc>
              <a:buNone/>
              <a:defRPr sz="1275" b="1">
                <a:solidFill>
                  <a:srgbClr val="FFFFFF"/>
                </a:solidFill>
                <a:latin typeface="Menlo"/>
                <a:ea typeface="Menlo"/>
                <a:cs typeface="Menlo"/>
              </a:defRPr>
            </a:pPr>
            <a:r>
              <a:rPr sz="1275" b="1">
                <a:solidFill>
                  <a:srgbClr val="FFFFFF"/>
                </a:solidFill>
                <a:latin typeface="Menlo"/>
                <a:ea typeface="Menlo"/>
                <a:cs typeface="Menlo"/>
              </a:rPr>
              <a:t>  week01/lab/tests</a:t>
            </a:r>
          </a:p>
        </p:txBody>
      </p:sp>
      <p:sp>
        <p:nvSpPr>
          <p:cNvPr id="10" name="">
            <a:extLst xmlns:a="http://schemas.openxmlformats.org/drawingml/2006/main">
              <a:ext uri="{FF2B5EF4-FFF2-40B4-BE49-F238E27FC236}">
                <a16:creationId xmlns:a16="http://schemas.microsoft.com/office/drawing/2014/main" id="{C97512E9-2267-4EA8-81BB-B3DC62B7762D}"/>
              </a:ext>
            </a:extLst>
          </p:cNvPr>
          <p:cNvSpPr>
            <a:spLocks xmlns:a="http://schemas.openxmlformats.org/drawingml/2006/main" noGrp="1"/>
          </p:cNvSpPr>
          <p:nvPr/>
        </p:nvSpPr>
        <p:spPr>
          <a:xfrm xmlns:a="http://schemas.openxmlformats.org/drawingml/2006/main">
            <a:off x="8496300" y="1924050"/>
            <a:ext cx="27813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4050" b="1">
                <a:solidFill>
                  <a:srgbClr val="2563EB"/>
                </a:solidFill>
                <a:latin typeface="Menlo"/>
                <a:ea typeface="Menlo"/>
                <a:cs typeface="Menlo"/>
              </a:defRPr>
            </a:pPr>
            <a:r>
              <a:rPr sz="4050" b="1">
                <a:solidFill>
                  <a:srgbClr val="2563EB"/>
                </a:solidFill>
                <a:latin typeface="Menlo"/>
                <a:ea typeface="Menlo"/>
                <a:cs typeface="Menlo"/>
              </a:rPr>
              <a:t>3.11.14</a:t>
            </a:r>
          </a:p>
        </p:txBody>
      </p:sp>
      <p:sp>
        <p:nvSpPr>
          <p:cNvPr id="11" name="">
            <a:extLst xmlns:a="http://schemas.openxmlformats.org/drawingml/2006/main">
              <a:ext uri="{FF2B5EF4-FFF2-40B4-BE49-F238E27FC236}">
                <a16:creationId xmlns:a16="http://schemas.microsoft.com/office/drawing/2014/main" id="{292C112D-0163-4F4F-85B6-FC0539C28180}"/>
              </a:ext>
            </a:extLst>
          </p:cNvPr>
          <p:cNvSpPr>
            <a:spLocks xmlns:a="http://schemas.openxmlformats.org/drawingml/2006/main" noGrp="1"/>
          </p:cNvSpPr>
          <p:nvPr/>
        </p:nvSpPr>
        <p:spPr>
          <a:xfrm xmlns:a="http://schemas.openxmlformats.org/drawingml/2006/main">
            <a:off x="8496300" y="3105150"/>
            <a:ext cx="27813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25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VS Code</a:t>
            </a:r>
          </a:p>
          <a:p xmlns:a="http://schemas.openxmlformats.org/drawingml/2006/main">
            <a:pPr algn="r">
              <a:lnSpc>
                <a:spcPct val="125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저장소 루트</a:t>
            </a:r>
          </a:p>
          <a:p xmlns:a="http://schemas.openxmlformats.org/drawingml/2006/main">
            <a:pPr algn="r">
              <a:lnSpc>
                <a:spcPct val="125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llmops-16week</a:t>
            </a:r>
          </a:p>
        </p:txBody>
      </p:sp>
      <p:sp>
        <p:nvSpPr>
          <p:cNvPr id="12" name="">
            <a:extLst xmlns:a="http://schemas.openxmlformats.org/drawingml/2006/main">
              <a:ext uri="{FF2B5EF4-FFF2-40B4-BE49-F238E27FC236}">
                <a16:creationId xmlns:a16="http://schemas.microsoft.com/office/drawing/2014/main" id="{0CC36050-AE40-4605-AD76-3355C9A3314B}"/>
              </a:ext>
            </a:extLst>
          </p:cNvPr>
          <p:cNvSpPr>
            <a:spLocks xmlns:a="http://schemas.openxmlformats.org/drawingml/2006/main" noGrp="1"/>
          </p:cNvSpPr>
          <p:nvPr/>
        </p:nvSpPr>
        <p:spPr>
          <a:xfrm xmlns:a="http://schemas.openxmlformats.org/drawingml/2006/main">
            <a:off x="8496300" y="4705350"/>
            <a:ext cx="27813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2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Environment: Bootstrap</a:t>
            </a:r>
          </a:p>
          <a:p xmlns:a="http://schemas.openxmlformats.org/drawingml/2006/main">
            <a:pPr algn="r">
              <a:lnSpc>
                <a:spcPct val="12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Python: Select Interpreter</a:t>
            </a:r>
          </a:p>
          <a:p xmlns:a="http://schemas.openxmlformats.org/drawingml/2006/main">
            <a:pPr algn="r">
              <a:lnSpc>
                <a:spcPct val="125000"/>
              </a:lnSpc>
              <a:buNone/>
              <a:defRPr sz="1275" b="0">
                <a:solidFill>
                  <a:srgbClr val="667085"/>
                </a:solidFill>
                <a:latin typeface="AppleGothic"/>
                <a:ea typeface="AppleGothic"/>
                <a:cs typeface="AppleGothic"/>
              </a:defRPr>
            </a:pPr>
            <a:r>
              <a:rPr sz="1275" b="0">
                <a:solidFill>
                  <a:srgbClr val="667085"/>
                </a:solidFill>
                <a:latin typeface="AppleGothic"/>
                <a:ea typeface="AppleGothic"/>
                <a:cs typeface="AppleGothic"/>
              </a:rPr>
              <a:t>Tasks: Run Test Task</a:t>
            </a:r>
          </a:p>
        </p:txBody>
      </p:sp>
    </p:spTree>
    <p:extLst>
      <p:ext uri="{BB962C8B-B14F-4D97-AF65-F5344CB8AC3E}">
        <p14:creationId xmlns:p14="http://schemas.microsoft.com/office/powerpoint/2010/main" val="232242248"/>
      </p:ext>
    </p:extLst>
  </p:cSld>
</p:sld>
</file>

<file path=ppt/slides/slide7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F31AB5B-0082-45EC-A2A1-D68700CAB17A}"/>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0D68F6D6-CD2D-454C-8339-EFEFC8F4E482}"/>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70</a:t>
            </a:r>
          </a:p>
        </p:txBody>
      </p:sp>
      <p:sp>
        <p:nvSpPr>
          <p:cNvPr id="3" name="">
            <a:extLst xmlns:a="http://schemas.openxmlformats.org/drawingml/2006/main">
              <a:ext uri="{FF2B5EF4-FFF2-40B4-BE49-F238E27FC236}">
                <a16:creationId xmlns:a16="http://schemas.microsoft.com/office/drawing/2014/main" id="{7BCDF57E-D3E0-424D-9C94-48C8A4236AE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66AC3D5E-27FF-41B0-B389-2853D819997E}"/>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8C0E08BF-3547-45C7-ACEE-53C9996A1B0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6F0488FD-B723-4337-B30C-F8B5DF705441}"/>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TRACE/01 서버의 두 실행 경로</a:t>
            </a:r>
          </a:p>
        </p:txBody>
      </p:sp>
      <p:sp>
        <p:nvSpPr>
          <p:cNvPr id="7" name="">
            <a:extLst xmlns:a="http://schemas.openxmlformats.org/drawingml/2006/main">
              <a:ext uri="{FF2B5EF4-FFF2-40B4-BE49-F238E27FC236}">
                <a16:creationId xmlns:a16="http://schemas.microsoft.com/office/drawing/2014/main" id="{CCFF414C-8253-48DE-B7DC-8D59D3A61C34}"/>
              </a:ext>
            </a:extLst>
          </p:cNvPr>
          <p:cNvSpPr>
            <a:spLocks xmlns:a="http://schemas.openxmlformats.org/drawingml/2006/main" noGrp="1"/>
          </p:cNvSpPr>
          <p:nvPr/>
        </p:nvSpPr>
        <p:spPr>
          <a:xfrm xmlns:a="http://schemas.openxmlformats.org/drawingml/2006/main" rot="0">
            <a:off x="609600" y="2667000"/>
            <a:ext cx="1924050" cy="10668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AB3BE56A-A386-4C74-B637-2BFE3DBF7B08}"/>
              </a:ext>
            </a:extLst>
          </p:cNvPr>
          <p:cNvSpPr>
            <a:spLocks xmlns:a="http://schemas.openxmlformats.org/drawingml/2006/main" noGrp="1"/>
          </p:cNvSpPr>
          <p:nvPr/>
        </p:nvSpPr>
        <p:spPr>
          <a:xfrm xmlns:a="http://schemas.openxmlformats.org/drawingml/2006/main">
            <a:off x="781050" y="2667000"/>
            <a:ext cx="15811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5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같은 합성 입력</a:t>
            </a:r>
          </a:p>
          <a:p xmlns:a="http://schemas.openxmlformats.org/drawingml/2006/main">
            <a:pPr algn="ctr">
              <a:lnSpc>
                <a:spcPct val="115000"/>
              </a:lnSpc>
              <a:buNone/>
              <a:defRPr sz="1575" b="1">
                <a:solidFill>
                  <a:srgbClr val="FFFFFF"/>
                </a:solidFill>
                <a:latin typeface="AppleGothic"/>
                <a:ea typeface="AppleGothic"/>
                <a:cs typeface="AppleGothic"/>
              </a:defRPr>
            </a:pPr>
            <a:r>
              <a:rPr sz="1575" b="1">
                <a:solidFill>
                  <a:srgbClr val="FFFFFF"/>
                </a:solidFill>
                <a:latin typeface="AppleGothic"/>
                <a:ea typeface="AppleGothic"/>
                <a:cs typeface="AppleGothic"/>
              </a:rPr>
              <a:t>같은 작업·온도</a:t>
            </a:r>
          </a:p>
        </p:txBody>
      </p:sp>
      <p:sp>
        <p:nvSpPr>
          <p:cNvPr id="9" name="">
            <a:extLst xmlns:a="http://schemas.openxmlformats.org/drawingml/2006/main">
              <a:ext uri="{FF2B5EF4-FFF2-40B4-BE49-F238E27FC236}">
                <a16:creationId xmlns:a16="http://schemas.microsoft.com/office/drawing/2014/main" id="{FA72D51B-7443-42F8-BBA9-172E4916BAE2}"/>
              </a:ext>
            </a:extLst>
          </p:cNvPr>
          <p:cNvSpPr>
            <a:spLocks xmlns:a="http://schemas.openxmlformats.org/drawingml/2006/main" noGrp="1"/>
          </p:cNvSpPr>
          <p:nvPr/>
        </p:nvSpPr>
        <p:spPr>
          <a:xfrm xmlns:a="http://schemas.openxmlformats.org/drawingml/2006/main" flipH="0" flipV="1">
            <a:off x="2533650" y="2190750"/>
            <a:ext cx="89535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0" name="">
            <a:extLst xmlns:a="http://schemas.openxmlformats.org/drawingml/2006/main">
              <a:ext uri="{FF2B5EF4-FFF2-40B4-BE49-F238E27FC236}">
                <a16:creationId xmlns:a16="http://schemas.microsoft.com/office/drawing/2014/main" id="{4B3B685F-D2CA-46F8-8F3D-F595739FB072}"/>
              </a:ext>
            </a:extLst>
          </p:cNvPr>
          <p:cNvSpPr>
            <a:spLocks xmlns:a="http://schemas.openxmlformats.org/drawingml/2006/main" noGrp="1"/>
          </p:cNvSpPr>
          <p:nvPr/>
        </p:nvSpPr>
        <p:spPr>
          <a:xfrm xmlns:a="http://schemas.openxmlformats.org/drawingml/2006/main" flipH="0" flipV="0">
            <a:off x="2533650" y="3200400"/>
            <a:ext cx="89535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1" name="">
            <a:extLst xmlns:a="http://schemas.openxmlformats.org/drawingml/2006/main">
              <a:ext uri="{FF2B5EF4-FFF2-40B4-BE49-F238E27FC236}">
                <a16:creationId xmlns:a16="http://schemas.microsoft.com/office/drawing/2014/main" id="{D7204879-5B0C-4C19-BC09-FEEC6E8B1BAF}"/>
              </a:ext>
            </a:extLst>
          </p:cNvPr>
          <p:cNvSpPr>
            <a:spLocks xmlns:a="http://schemas.openxmlformats.org/drawingml/2006/main" noGrp="1"/>
          </p:cNvSpPr>
          <p:nvPr/>
        </p:nvSpPr>
        <p:spPr>
          <a:xfrm xmlns:a="http://schemas.openxmlformats.org/drawingml/2006/main">
            <a:off x="3695700" y="16764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필수 · DEMO</a:t>
            </a:r>
          </a:p>
        </p:txBody>
      </p:sp>
      <p:sp>
        <p:nvSpPr>
          <p:cNvPr id="12" name="">
            <a:extLst xmlns:a="http://schemas.openxmlformats.org/drawingml/2006/main">
              <a:ext uri="{FF2B5EF4-FFF2-40B4-BE49-F238E27FC236}">
                <a16:creationId xmlns:a16="http://schemas.microsoft.com/office/drawing/2014/main" id="{3939D6D6-731D-46EB-A0FD-41CDEBE9FBA8}"/>
              </a:ext>
            </a:extLst>
          </p:cNvPr>
          <p:cNvSpPr>
            <a:spLocks xmlns:a="http://schemas.openxmlformats.org/drawingml/2006/main" noGrp="1"/>
          </p:cNvSpPr>
          <p:nvPr/>
        </p:nvSpPr>
        <p:spPr>
          <a:xfrm xmlns:a="http://schemas.openxmlformats.org/drawingml/2006/main" rot="0">
            <a:off x="3695700" y="2038350"/>
            <a:ext cx="2876550" cy="876300"/>
          </a:xfrm>
          <a:prstGeom xmlns:a="http://schemas.openxmlformats.org/drawingml/2006/main" prst="rect">
            <a:avLst/>
          </a:prstGeom>
          <a:solidFill xmlns:a="http://schemas.openxmlformats.org/drawingml/2006/main">
            <a:srgbClr val="FFFFFF"/>
          </a:solidFill>
          <a:ln xmlns:a="http://schemas.openxmlformats.org/drawingml/2006/main" w="28575">
            <a:solidFill>
              <a:srgbClr val="2563EB"/>
            </a:solidFill>
            <a:prstDash val="solid"/>
          </a:ln>
        </p:spPr>
      </p:sp>
      <p:sp>
        <p:nvSpPr>
          <p:cNvPr id="13" name="">
            <a:extLst xmlns:a="http://schemas.openxmlformats.org/drawingml/2006/main">
              <a:ext uri="{FF2B5EF4-FFF2-40B4-BE49-F238E27FC236}">
                <a16:creationId xmlns:a16="http://schemas.microsoft.com/office/drawing/2014/main" id="{8C265A73-4DC1-469C-9F57-E331A433742B}"/>
              </a:ext>
            </a:extLst>
          </p:cNvPr>
          <p:cNvSpPr>
            <a:spLocks xmlns:a="http://schemas.openxmlformats.org/drawingml/2006/main" noGrp="1"/>
          </p:cNvSpPr>
          <p:nvPr/>
        </p:nvSpPr>
        <p:spPr>
          <a:xfrm xmlns:a="http://schemas.openxmlformats.org/drawingml/2006/main">
            <a:off x="3867150" y="2038350"/>
            <a:ext cx="2533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Week 01: Run TRACE/01</a:t>
            </a:r>
          </a:p>
        </p:txBody>
      </p:sp>
      <p:sp>
        <p:nvSpPr>
          <p:cNvPr id="14" name="">
            <a:extLst xmlns:a="http://schemas.openxmlformats.org/drawingml/2006/main">
              <a:ext uri="{FF2B5EF4-FFF2-40B4-BE49-F238E27FC236}">
                <a16:creationId xmlns:a16="http://schemas.microsoft.com/office/drawing/2014/main" id="{AB6E44A0-C360-4494-8BFB-83195FCFDC00}"/>
              </a:ext>
            </a:extLst>
          </p:cNvPr>
          <p:cNvSpPr>
            <a:spLocks xmlns:a="http://schemas.openxmlformats.org/drawingml/2006/main" noGrp="1"/>
          </p:cNvSpPr>
          <p:nvPr/>
        </p:nvSpPr>
        <p:spPr>
          <a:xfrm xmlns:a="http://schemas.openxmlformats.org/drawingml/2006/main" flipH="0" flipV="0">
            <a:off x="6572250" y="2476500"/>
            <a:ext cx="876300" cy="100965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5" name="">
            <a:extLst xmlns:a="http://schemas.openxmlformats.org/drawingml/2006/main">
              <a:ext uri="{FF2B5EF4-FFF2-40B4-BE49-F238E27FC236}">
                <a16:creationId xmlns:a16="http://schemas.microsoft.com/office/drawing/2014/main" id="{F6F86595-375A-45B0-8E68-200505A7135C}"/>
              </a:ext>
            </a:extLst>
          </p:cNvPr>
          <p:cNvSpPr>
            <a:spLocks xmlns:a="http://schemas.openxmlformats.org/drawingml/2006/main" noGrp="1"/>
          </p:cNvSpPr>
          <p:nvPr/>
        </p:nvSpPr>
        <p:spPr>
          <a:xfrm xmlns:a="http://schemas.openxmlformats.org/drawingml/2006/main">
            <a:off x="3695700" y="3714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선택 · OLLAMA</a:t>
            </a:r>
          </a:p>
        </p:txBody>
      </p:sp>
      <p:sp>
        <p:nvSpPr>
          <p:cNvPr id="16" name="">
            <a:extLst xmlns:a="http://schemas.openxmlformats.org/drawingml/2006/main">
              <a:ext uri="{FF2B5EF4-FFF2-40B4-BE49-F238E27FC236}">
                <a16:creationId xmlns:a16="http://schemas.microsoft.com/office/drawing/2014/main" id="{AF2C8082-B65E-4EE3-851F-FCDC10FCAFDF}"/>
              </a:ext>
            </a:extLst>
          </p:cNvPr>
          <p:cNvSpPr>
            <a:spLocks xmlns:a="http://schemas.openxmlformats.org/drawingml/2006/main" noGrp="1"/>
          </p:cNvSpPr>
          <p:nvPr/>
        </p:nvSpPr>
        <p:spPr>
          <a:xfrm xmlns:a="http://schemas.openxmlformats.org/drawingml/2006/main" rot="0">
            <a:off x="3695700" y="4076700"/>
            <a:ext cx="287655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529B03B8-C2E5-40F8-8B33-CF14DDA25712}"/>
              </a:ext>
            </a:extLst>
          </p:cNvPr>
          <p:cNvSpPr>
            <a:spLocks xmlns:a="http://schemas.openxmlformats.org/drawingml/2006/main" noGrp="1"/>
          </p:cNvSpPr>
          <p:nvPr/>
        </p:nvSpPr>
        <p:spPr>
          <a:xfrm xmlns:a="http://schemas.openxmlformats.org/drawingml/2006/main">
            <a:off x="3867150" y="4076700"/>
            <a:ext cx="2533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650" b="1">
                <a:solidFill>
                  <a:srgbClr val="191919"/>
                </a:solidFill>
                <a:latin typeface="AppleGothic"/>
                <a:ea typeface="AppleGothic"/>
                <a:cs typeface="AppleGothic"/>
              </a:defRPr>
            </a:pPr>
            <a:r>
              <a:rPr sz="1650" b="1">
                <a:solidFill>
                  <a:srgbClr val="191919"/>
                </a:solidFill>
                <a:latin typeface="AppleGothic"/>
                <a:ea typeface="AppleGothic"/>
                <a:cs typeface="AppleGothic"/>
              </a:rPr>
              <a:t>Run TRACE/01 with Ollama .env</a:t>
            </a:r>
          </a:p>
        </p:txBody>
      </p:sp>
      <p:sp>
        <p:nvSpPr>
          <p:cNvPr id="18" name="">
            <a:extLst xmlns:a="http://schemas.openxmlformats.org/drawingml/2006/main">
              <a:ext uri="{FF2B5EF4-FFF2-40B4-BE49-F238E27FC236}">
                <a16:creationId xmlns:a16="http://schemas.microsoft.com/office/drawing/2014/main" id="{ED828D66-FCCD-40AE-B2F1-6388749988DE}"/>
              </a:ext>
            </a:extLst>
          </p:cNvPr>
          <p:cNvSpPr>
            <a:spLocks xmlns:a="http://schemas.openxmlformats.org/drawingml/2006/main" noGrp="1"/>
          </p:cNvSpPr>
          <p:nvPr/>
        </p:nvSpPr>
        <p:spPr>
          <a:xfrm xmlns:a="http://schemas.openxmlformats.org/drawingml/2006/main" flipH="0" flipV="1">
            <a:off x="6572250" y="3486150"/>
            <a:ext cx="876300" cy="1028700"/>
          </a:xfrm>
          <a:prstGeom xmlns:a="http://schemas.openxmlformats.org/drawingml/2006/main" prst="line">
            <a:avLst/>
          </a:prstGeom>
          <a:noFill xmlns:a="http://schemas.openxmlformats.org/drawingml/2006/main"/>
          <a:ln xmlns:a="http://schemas.openxmlformats.org/drawingml/2006/main" w="19050">
            <a:solidFill>
              <a:srgbClr val="667085"/>
            </a:solidFill>
            <a:prstDash val="solid"/>
          </a:ln>
        </p:spPr>
      </p:sp>
      <p:sp>
        <p:nvSpPr>
          <p:cNvPr id="19" name="">
            <a:extLst xmlns:a="http://schemas.openxmlformats.org/drawingml/2006/main">
              <a:ext uri="{FF2B5EF4-FFF2-40B4-BE49-F238E27FC236}">
                <a16:creationId xmlns:a16="http://schemas.microsoft.com/office/drawing/2014/main" id="{2867B312-9893-4CD1-AEC5-5E41F55F96A6}"/>
              </a:ext>
            </a:extLst>
          </p:cNvPr>
          <p:cNvSpPr>
            <a:spLocks xmlns:a="http://schemas.openxmlformats.org/drawingml/2006/main" noGrp="1"/>
          </p:cNvSpPr>
          <p:nvPr/>
        </p:nvSpPr>
        <p:spPr>
          <a:xfrm xmlns:a="http://schemas.openxmlformats.org/drawingml/2006/main" rot="0">
            <a:off x="7734300" y="2667000"/>
            <a:ext cx="1581150" cy="10668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20" name="">
            <a:extLst xmlns:a="http://schemas.openxmlformats.org/drawingml/2006/main">
              <a:ext uri="{FF2B5EF4-FFF2-40B4-BE49-F238E27FC236}">
                <a16:creationId xmlns:a16="http://schemas.microsoft.com/office/drawing/2014/main" id="{39529E9F-057F-42B4-9CA8-CDD7E36DE8CA}"/>
              </a:ext>
            </a:extLst>
          </p:cNvPr>
          <p:cNvSpPr>
            <a:spLocks xmlns:a="http://schemas.openxmlformats.org/drawingml/2006/main" noGrp="1"/>
          </p:cNvSpPr>
          <p:nvPr/>
        </p:nvSpPr>
        <p:spPr>
          <a:xfrm xmlns:a="http://schemas.openxmlformats.org/drawingml/2006/main">
            <a:off x="7905750" y="2667000"/>
            <a:ext cx="1238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동일 실행 추적</a:t>
            </a:r>
          </a:p>
          <a:p xmlns:a="http://schemas.openxmlformats.org/drawingml/2006/main">
            <a:pPr algn="ctr">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데이터 구조</a:t>
            </a:r>
          </a:p>
        </p:txBody>
      </p:sp>
      <p:sp>
        <p:nvSpPr>
          <p:cNvPr id="21" name="">
            <a:extLst xmlns:a="http://schemas.openxmlformats.org/drawingml/2006/main">
              <a:ext uri="{FF2B5EF4-FFF2-40B4-BE49-F238E27FC236}">
                <a16:creationId xmlns:a16="http://schemas.microsoft.com/office/drawing/2014/main" id="{2A14F797-7C5E-44AC-8AE4-988DFC1D53E6}"/>
              </a:ext>
            </a:extLst>
          </p:cNvPr>
          <p:cNvSpPr>
            <a:spLocks xmlns:a="http://schemas.openxmlformats.org/drawingml/2006/main" noGrp="1"/>
          </p:cNvSpPr>
          <p:nvPr/>
        </p:nvSpPr>
        <p:spPr>
          <a:xfrm xmlns:a="http://schemas.openxmlformats.org/drawingml/2006/main">
            <a:off x="9410700" y="30289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667085"/>
                </a:solidFill>
                <a:latin typeface="Menlo"/>
                <a:ea typeface="Menlo"/>
                <a:cs typeface="Menlo"/>
              </a:defRPr>
            </a:pPr>
            <a:r>
              <a:rPr sz="1650" b="1">
                <a:solidFill>
                  <a:srgbClr val="667085"/>
                </a:solidFill>
                <a:latin typeface="Menlo"/>
                <a:ea typeface="Menlo"/>
                <a:cs typeface="Menlo"/>
              </a:rPr>
              <a:t>→</a:t>
            </a:r>
          </a:p>
        </p:txBody>
      </p:sp>
      <p:sp>
        <p:nvSpPr>
          <p:cNvPr id="22" name="">
            <a:extLst xmlns:a="http://schemas.openxmlformats.org/drawingml/2006/main">
              <a:ext uri="{FF2B5EF4-FFF2-40B4-BE49-F238E27FC236}">
                <a16:creationId xmlns:a16="http://schemas.microsoft.com/office/drawing/2014/main" id="{8B3D6CA7-A387-41AF-9156-12A7A456FCFC}"/>
              </a:ext>
            </a:extLst>
          </p:cNvPr>
          <p:cNvSpPr>
            <a:spLocks xmlns:a="http://schemas.openxmlformats.org/drawingml/2006/main" noGrp="1"/>
          </p:cNvSpPr>
          <p:nvPr/>
        </p:nvSpPr>
        <p:spPr>
          <a:xfrm xmlns:a="http://schemas.openxmlformats.org/drawingml/2006/main" rot="0">
            <a:off x="10001250" y="2667000"/>
            <a:ext cx="158115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0B7D793B-CBC8-43E6-88F5-6C99D9A0E12C}"/>
              </a:ext>
            </a:extLst>
          </p:cNvPr>
          <p:cNvSpPr>
            <a:spLocks xmlns:a="http://schemas.openxmlformats.org/drawingml/2006/main" noGrp="1"/>
          </p:cNvSpPr>
          <p:nvPr/>
        </p:nvSpPr>
        <p:spPr>
          <a:xfrm xmlns:a="http://schemas.openxmlformats.org/drawingml/2006/main">
            <a:off x="10172700" y="2667000"/>
            <a:ext cx="1238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같은 기준</a:t>
            </a:r>
          </a:p>
          <a:p xmlns:a="http://schemas.openxmlformats.org/drawingml/2006/main">
            <a:pPr algn="ctr">
              <a:lnSpc>
                <a:spcPct val="100000"/>
              </a:lnSpc>
              <a:buNone/>
              <a:defRPr sz="1575" b="1">
                <a:solidFill>
                  <a:srgbClr val="191919"/>
                </a:solidFill>
                <a:latin typeface="AppleGothic"/>
                <a:ea typeface="AppleGothic"/>
                <a:cs typeface="AppleGothic"/>
              </a:defRPr>
            </a:pPr>
            <a:r>
              <a:rPr sz="1575" b="1">
                <a:solidFill>
                  <a:srgbClr val="191919"/>
                </a:solidFill>
                <a:latin typeface="AppleGothic"/>
                <a:ea typeface="AppleGothic"/>
                <a:cs typeface="AppleGothic"/>
              </a:rPr>
              <a:t>비교</a:t>
            </a:r>
          </a:p>
        </p:txBody>
      </p:sp>
      <p:sp>
        <p:nvSpPr>
          <p:cNvPr id="24" name="">
            <a:extLst xmlns:a="http://schemas.openxmlformats.org/drawingml/2006/main">
              <a:ext uri="{FF2B5EF4-FFF2-40B4-BE49-F238E27FC236}">
                <a16:creationId xmlns:a16="http://schemas.microsoft.com/office/drawing/2014/main" id="{850DC64D-9F44-484D-BFEB-62D9737066A0}"/>
              </a:ext>
            </a:extLst>
          </p:cNvPr>
          <p:cNvSpPr>
            <a:spLocks xmlns:a="http://schemas.openxmlformats.org/drawingml/2006/main" noGrp="1"/>
          </p:cNvSpPr>
          <p:nvPr/>
        </p:nvSpPr>
        <p:spPr>
          <a:xfrm xmlns:a="http://schemas.openxmlformats.org/drawingml/2006/main">
            <a:off x="609600" y="541020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사용자 화면 · http://127.0.0.1:8000    |    상태 · GET /health    |    서버 터미널 유지</a:t>
            </a:r>
          </a:p>
        </p:txBody>
      </p:sp>
    </p:spTree>
    <p:extLst>
      <p:ext uri="{BB962C8B-B14F-4D97-AF65-F5344CB8AC3E}">
        <p14:creationId xmlns:p14="http://schemas.microsoft.com/office/powerpoint/2010/main" val="849486625"/>
      </p:ext>
    </p:extLst>
  </p:cSld>
</p:sld>
</file>

<file path=ppt/slides/slide7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B808AA8-F8D5-495B-ABC9-3024158BB60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6BE57448-70D6-48B7-B752-A11E9A3BDD4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71</a:t>
            </a:r>
          </a:p>
        </p:txBody>
      </p:sp>
      <p:sp>
        <p:nvSpPr>
          <p:cNvPr id="3" name="">
            <a:extLst xmlns:a="http://schemas.openxmlformats.org/drawingml/2006/main">
              <a:ext uri="{FF2B5EF4-FFF2-40B4-BE49-F238E27FC236}">
                <a16:creationId xmlns:a16="http://schemas.microsoft.com/office/drawing/2014/main" id="{A66D1E13-02CC-4D61-905E-A59EAB8F39FC}"/>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664EC3A0-1BA0-4E06-8645-0556BEBEAF8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D0712AD2-0D02-40CB-A80C-719EEC107AD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E46235DA-7240-42D5-8AF8-EFAE823AC9FC}"/>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VS Code 개발환경과 테스트 결과</a:t>
            </a:r>
          </a:p>
        </p:txBody>
      </p:sp>
      <p:sp>
        <p:nvSpPr>
          <p:cNvPr id="7" name="">
            <a:extLst xmlns:a="http://schemas.openxmlformats.org/drawingml/2006/main">
              <a:ext uri="{FF2B5EF4-FFF2-40B4-BE49-F238E27FC236}">
                <a16:creationId xmlns:a16="http://schemas.microsoft.com/office/drawing/2014/main" id="{A806710F-49F9-4EF0-958F-41E4632B2F4B}"/>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9f25df9eda54de2"/>
          <a:stretch xmlns:a="http://schemas.openxmlformats.org/drawingml/2006/main"/>
        </p:blipFill>
        <p:spPr>
          <a:xfrm xmlns:a="http://schemas.openxmlformats.org/drawingml/2006/main">
            <a:off x="647700" y="1432917"/>
            <a:ext cx="7943850" cy="4468416"/>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3201994-60A3-457B-A7EF-9277F6FFF875}"/>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실제 검증</a:t>
            </a:r>
          </a:p>
        </p:txBody>
      </p:sp>
      <p:sp>
        <p:nvSpPr>
          <p:cNvPr id="10" name="">
            <a:extLst xmlns:a="http://schemas.openxmlformats.org/drawingml/2006/main">
              <a:ext uri="{FF2B5EF4-FFF2-40B4-BE49-F238E27FC236}">
                <a16:creationId xmlns:a16="http://schemas.microsoft.com/office/drawing/2014/main" id="{E117C1DF-7160-410B-8AF4-FA8D2C85B613}"/>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실행 위치</a:t>
            </a:r>
          </a:p>
        </p:txBody>
      </p:sp>
      <p:sp>
        <p:nvSpPr>
          <p:cNvPr id="11" name="">
            <a:extLst xmlns:a="http://schemas.openxmlformats.org/drawingml/2006/main">
              <a:ext uri="{FF2B5EF4-FFF2-40B4-BE49-F238E27FC236}">
                <a16:creationId xmlns:a16="http://schemas.microsoft.com/office/drawing/2014/main" id="{944D3563-B92B-4E4E-A095-4FC42A79C680}"/>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llmops-16week</a:t>
            </a:r>
          </a:p>
        </p:txBody>
      </p:sp>
      <p:sp>
        <p:nvSpPr>
          <p:cNvPr id="12" name="">
            <a:extLst xmlns:a="http://schemas.openxmlformats.org/drawingml/2006/main">
              <a:ext uri="{FF2B5EF4-FFF2-40B4-BE49-F238E27FC236}">
                <a16:creationId xmlns:a16="http://schemas.microsoft.com/office/drawing/2014/main" id="{D3AA85D4-3D99-40D8-B176-71C7DBA46CC4}"/>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2B1D03AA-3394-4B71-9EF6-860FF192FA3A}"/>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인터프리터</a:t>
            </a:r>
          </a:p>
        </p:txBody>
      </p:sp>
      <p:sp>
        <p:nvSpPr>
          <p:cNvPr id="14" name="">
            <a:extLst xmlns:a="http://schemas.openxmlformats.org/drawingml/2006/main">
              <a:ext uri="{FF2B5EF4-FFF2-40B4-BE49-F238E27FC236}">
                <a16:creationId xmlns:a16="http://schemas.microsoft.com/office/drawing/2014/main" id="{82F44D92-CDA0-49A8-B2F4-7ED6DB0677BC}"/>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Python 3.11.14</a:t>
            </a:r>
          </a:p>
        </p:txBody>
      </p:sp>
      <p:sp>
        <p:nvSpPr>
          <p:cNvPr id="15" name="">
            <a:extLst xmlns:a="http://schemas.openxmlformats.org/drawingml/2006/main">
              <a:ext uri="{FF2B5EF4-FFF2-40B4-BE49-F238E27FC236}">
                <a16:creationId xmlns:a16="http://schemas.microsoft.com/office/drawing/2014/main" id="{62964C6F-4D55-4BDA-A2A1-E0D4E00D7E96}"/>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9BC72809-CD67-4BDF-8B9B-07806DC8A865}"/>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자동 테스트</a:t>
            </a:r>
          </a:p>
        </p:txBody>
      </p:sp>
      <p:sp>
        <p:nvSpPr>
          <p:cNvPr id="17" name="">
            <a:extLst xmlns:a="http://schemas.openxmlformats.org/drawingml/2006/main">
              <a:ext uri="{FF2B5EF4-FFF2-40B4-BE49-F238E27FC236}">
                <a16:creationId xmlns:a16="http://schemas.microsoft.com/office/drawing/2014/main" id="{E55E0F9A-B4C7-4E03-864F-110D31F8EB34}"/>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8 passed · 0 failed</a:t>
            </a:r>
          </a:p>
        </p:txBody>
      </p:sp>
      <p:sp>
        <p:nvSpPr>
          <p:cNvPr id="18" name="">
            <a:extLst xmlns:a="http://schemas.openxmlformats.org/drawingml/2006/main">
              <a:ext uri="{FF2B5EF4-FFF2-40B4-BE49-F238E27FC236}">
                <a16:creationId xmlns:a16="http://schemas.microsoft.com/office/drawing/2014/main" id="{BE77BBEE-5B54-437A-AB79-AE47E4560135}"/>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717542187"/>
      </p:ext>
    </p:extLst>
  </p:cSld>
</p:sld>
</file>

<file path=ppt/slides/slide7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289A36F-F4EF-46D8-B373-0BDE3C1D3F2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974AE247-13BC-4E11-9471-8DEE55A5214E}"/>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72</a:t>
            </a:r>
          </a:p>
        </p:txBody>
      </p:sp>
      <p:sp>
        <p:nvSpPr>
          <p:cNvPr id="3" name="">
            <a:extLst xmlns:a="http://schemas.openxmlformats.org/drawingml/2006/main">
              <a:ext uri="{FF2B5EF4-FFF2-40B4-BE49-F238E27FC236}">
                <a16:creationId xmlns:a16="http://schemas.microsoft.com/office/drawing/2014/main" id="{A2AB3A7D-8B18-4C10-B81A-2D546E6FB9AB}"/>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C1C27BD1-AFE4-4ADC-B86E-05A14A31F88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AEA39D9-A22C-4E8F-BF4A-19E572A5E47B}"/>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E57B7F8B-2B48-4CDF-94AD-E79FFCE677A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API 요청과 운영 확인 주소</a:t>
            </a:r>
          </a:p>
        </p:txBody>
      </p:sp>
      <p:sp>
        <p:nvSpPr>
          <p:cNvPr id="7" name="">
            <a:extLst xmlns:a="http://schemas.openxmlformats.org/drawingml/2006/main">
              <a:ext uri="{FF2B5EF4-FFF2-40B4-BE49-F238E27FC236}">
                <a16:creationId xmlns:a16="http://schemas.microsoft.com/office/drawing/2014/main" id="{6CA787BF-8D5A-4030-8471-8DB4258CD4C7}"/>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9b435000bc542db"/>
          <a:stretch xmlns:a="http://schemas.openxmlformats.org/drawingml/2006/main"/>
        </p:blipFill>
        <p:spPr>
          <a:xfrm xmlns:a="http://schemas.openxmlformats.org/drawingml/2006/main">
            <a:off x="647700" y="1432917"/>
            <a:ext cx="7943850" cy="4468416"/>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16CD953-4342-4B71-A26D-F6084B643EA6}"/>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기준 경로</a:t>
            </a:r>
          </a:p>
        </p:txBody>
      </p:sp>
      <p:sp>
        <p:nvSpPr>
          <p:cNvPr id="10" name="">
            <a:extLst xmlns:a="http://schemas.openxmlformats.org/drawingml/2006/main">
              <a:ext uri="{FF2B5EF4-FFF2-40B4-BE49-F238E27FC236}">
                <a16:creationId xmlns:a16="http://schemas.microsoft.com/office/drawing/2014/main" id="{04264235-F81D-4576-B135-C368F93DF067}"/>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서비스 상태</a:t>
            </a:r>
          </a:p>
        </p:txBody>
      </p:sp>
      <p:sp>
        <p:nvSpPr>
          <p:cNvPr id="11" name="">
            <a:extLst xmlns:a="http://schemas.openxmlformats.org/drawingml/2006/main">
              <a:ext uri="{FF2B5EF4-FFF2-40B4-BE49-F238E27FC236}">
                <a16:creationId xmlns:a16="http://schemas.microsoft.com/office/drawing/2014/main" id="{019594A3-4FDB-4E29-A2FD-A846BE4BAE49}"/>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GET /health</a:t>
            </a:r>
          </a:p>
        </p:txBody>
      </p:sp>
      <p:sp>
        <p:nvSpPr>
          <p:cNvPr id="12" name="">
            <a:extLst xmlns:a="http://schemas.openxmlformats.org/drawingml/2006/main">
              <a:ext uri="{FF2B5EF4-FFF2-40B4-BE49-F238E27FC236}">
                <a16:creationId xmlns:a16="http://schemas.microsoft.com/office/drawing/2014/main" id="{8B667D9B-C91F-4E1F-B4DE-97DFA6229533}"/>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85794859-0215-49A9-A68E-E89FAC7CE656}"/>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현재 설정</a:t>
            </a:r>
          </a:p>
        </p:txBody>
      </p:sp>
      <p:sp>
        <p:nvSpPr>
          <p:cNvPr id="14" name="">
            <a:extLst xmlns:a="http://schemas.openxmlformats.org/drawingml/2006/main">
              <a:ext uri="{FF2B5EF4-FFF2-40B4-BE49-F238E27FC236}">
                <a16:creationId xmlns:a16="http://schemas.microsoft.com/office/drawing/2014/main" id="{C6F08ECA-0A75-43C8-8085-5083DCA43B3A}"/>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GET /api/v1/config</a:t>
            </a:r>
          </a:p>
        </p:txBody>
      </p:sp>
      <p:sp>
        <p:nvSpPr>
          <p:cNvPr id="15" name="">
            <a:extLst xmlns:a="http://schemas.openxmlformats.org/drawingml/2006/main">
              <a:ext uri="{FF2B5EF4-FFF2-40B4-BE49-F238E27FC236}">
                <a16:creationId xmlns:a16="http://schemas.microsoft.com/office/drawing/2014/main" id="{955F9A0A-6ACD-4C73-908D-052F3FE189E5}"/>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B5573C1-CBDF-4355-9A7B-51D0CB6001CB}"/>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667085"/>
                </a:solidFill>
                <a:latin typeface="AppleGothic"/>
                <a:ea typeface="AppleGothic"/>
                <a:cs typeface="AppleGothic"/>
              </a:defRPr>
            </a:pPr>
            <a:r>
              <a:rPr sz="1200" b="1">
                <a:solidFill>
                  <a:srgbClr val="667085"/>
                </a:solidFill>
                <a:latin typeface="AppleGothic"/>
                <a:ea typeface="AppleGothic"/>
                <a:cs typeface="AppleGothic"/>
              </a:rPr>
              <a:t>생성 요청</a:t>
            </a:r>
          </a:p>
        </p:txBody>
      </p:sp>
      <p:sp>
        <p:nvSpPr>
          <p:cNvPr id="17" name="">
            <a:extLst xmlns:a="http://schemas.openxmlformats.org/drawingml/2006/main">
              <a:ext uri="{FF2B5EF4-FFF2-40B4-BE49-F238E27FC236}">
                <a16:creationId xmlns:a16="http://schemas.microsoft.com/office/drawing/2014/main" id="{2646951F-57A0-4456-9DD2-960546778593}"/>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191919"/>
                </a:solidFill>
                <a:latin typeface="AppleGothic"/>
                <a:ea typeface="AppleGothic"/>
                <a:cs typeface="AppleGothic"/>
              </a:defRPr>
            </a:pPr>
            <a:r>
              <a:rPr sz="1800" b="1">
                <a:solidFill>
                  <a:srgbClr val="191919"/>
                </a:solidFill>
                <a:latin typeface="AppleGothic"/>
                <a:ea typeface="AppleGothic"/>
                <a:cs typeface="AppleGothic"/>
              </a:rPr>
              <a:t>POST /api/v1/generate</a:t>
            </a:r>
          </a:p>
        </p:txBody>
      </p:sp>
      <p:sp>
        <p:nvSpPr>
          <p:cNvPr id="18" name="">
            <a:extLst xmlns:a="http://schemas.openxmlformats.org/drawingml/2006/main">
              <a:ext uri="{FF2B5EF4-FFF2-40B4-BE49-F238E27FC236}">
                <a16:creationId xmlns:a16="http://schemas.microsoft.com/office/drawing/2014/main" id="{46670CB8-33B2-4786-9ACD-5C43E9CEAE60}"/>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Tree>
    <p:extLst>
      <p:ext uri="{BB962C8B-B14F-4D97-AF65-F5344CB8AC3E}">
        <p14:creationId xmlns:p14="http://schemas.microsoft.com/office/powerpoint/2010/main" val="552841584"/>
      </p:ext>
    </p:extLst>
  </p:cSld>
</p:sld>
</file>

<file path=ppt/slides/slide7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E430DF1-694F-4DD0-AA8B-FA87BDB45746}"/>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6B34ADB5-F78B-455D-8B8B-C18CB31FA91D}"/>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73</a:t>
            </a:r>
          </a:p>
        </p:txBody>
      </p:sp>
      <p:sp>
        <p:nvSpPr>
          <p:cNvPr id="3" name="">
            <a:extLst xmlns:a="http://schemas.openxmlformats.org/drawingml/2006/main">
              <a:ext uri="{FF2B5EF4-FFF2-40B4-BE49-F238E27FC236}">
                <a16:creationId xmlns:a16="http://schemas.microsoft.com/office/drawing/2014/main" id="{1D6ACBDF-7517-47D7-B34D-939B810CE895}"/>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C5A4C318-1948-4A46-9735-53C31A3A761D}"/>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211CE162-B4AF-4B29-B22F-03425FA452B1}"/>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B31D776-50FC-4ABA-B477-92E12F20C913}"/>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실행 기록과 운영 지표의 정확한 경로</a:t>
            </a:r>
          </a:p>
        </p:txBody>
      </p:sp>
      <p:sp>
        <p:nvSpPr>
          <p:cNvPr id="7" name="">
            <a:extLst xmlns:a="http://schemas.openxmlformats.org/drawingml/2006/main">
              <a:ext uri="{FF2B5EF4-FFF2-40B4-BE49-F238E27FC236}">
                <a16:creationId xmlns:a16="http://schemas.microsoft.com/office/drawing/2014/main" id="{E739D640-31E9-47F8-A2E0-A7510374EF18}"/>
              </a:ext>
            </a:extLst>
          </p:cNvPr>
          <p:cNvSpPr>
            <a:spLocks xmlns:a="http://schemas.openxmlformats.org/drawingml/2006/main" noGrp="1"/>
          </p:cNvSpPr>
          <p:nvPr/>
        </p:nvSpPr>
        <p:spPr>
          <a:xfrm xmlns:a="http://schemas.openxmlformats.org/drawingml/2006/main">
            <a:off x="6096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2563EB"/>
                </a:solidFill>
                <a:latin typeface="Menlo"/>
                <a:ea typeface="Menlo"/>
                <a:cs typeface="Menlo"/>
              </a:defRPr>
            </a:pPr>
            <a:r>
              <a:rPr sz="1650" b="1">
                <a:solidFill>
                  <a:srgbClr val="2563EB"/>
                </a:solidFill>
                <a:latin typeface="Menlo"/>
                <a:ea typeface="Menlo"/>
                <a:cs typeface="Menlo"/>
              </a:rPr>
              <a:t>01</a:t>
            </a:r>
          </a:p>
        </p:txBody>
      </p:sp>
      <p:sp>
        <p:nvSpPr>
          <p:cNvPr id="8" name="">
            <a:extLst xmlns:a="http://schemas.openxmlformats.org/drawingml/2006/main">
              <a:ext uri="{FF2B5EF4-FFF2-40B4-BE49-F238E27FC236}">
                <a16:creationId xmlns:a16="http://schemas.microsoft.com/office/drawing/2014/main" id="{A36CDE16-7398-4BEB-A2C6-1CF2ABB63ACF}"/>
              </a:ext>
            </a:extLst>
          </p:cNvPr>
          <p:cNvSpPr>
            <a:spLocks xmlns:a="http://schemas.openxmlformats.org/drawingml/2006/main" noGrp="1"/>
          </p:cNvSpPr>
          <p:nvPr/>
        </p:nvSpPr>
        <p:spPr>
          <a:xfrm xmlns:a="http://schemas.openxmlformats.org/drawingml/2006/main">
            <a:off x="6096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2563EB"/>
                </a:solidFill>
                <a:latin typeface="AppleGothic"/>
                <a:ea typeface="AppleGothic"/>
                <a:cs typeface="AppleGothic"/>
              </a:defRPr>
            </a:pPr>
            <a:r>
              <a:rPr sz="2100" b="1">
                <a:solidFill>
                  <a:srgbClr val="2563EB"/>
                </a:solidFill>
                <a:latin typeface="AppleGothic"/>
                <a:ea typeface="AppleGothic"/>
                <a:cs typeface="AppleGothic"/>
              </a:rPr>
              <a:t>/api/v1/config</a:t>
            </a:r>
          </a:p>
        </p:txBody>
      </p:sp>
      <p:sp>
        <p:nvSpPr>
          <p:cNvPr id="9" name="">
            <a:extLst xmlns:a="http://schemas.openxmlformats.org/drawingml/2006/main">
              <a:ext uri="{FF2B5EF4-FFF2-40B4-BE49-F238E27FC236}">
                <a16:creationId xmlns:a16="http://schemas.microsoft.com/office/drawing/2014/main" id="{582A23C5-05FF-4A4D-ADC1-69F9A8E73DDF}"/>
              </a:ext>
            </a:extLst>
          </p:cNvPr>
          <p:cNvSpPr>
            <a:spLocks xmlns:a="http://schemas.openxmlformats.org/drawingml/2006/main" noGrp="1"/>
          </p:cNvSpPr>
          <p:nvPr/>
        </p:nvSpPr>
        <p:spPr>
          <a:xfrm xmlns:a="http://schemas.openxmlformats.org/drawingml/2006/main" flipH="0" flipV="0">
            <a:off x="609600" y="3448050"/>
            <a:ext cx="2571750" cy="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0" name="">
            <a:extLst xmlns:a="http://schemas.openxmlformats.org/drawingml/2006/main">
              <a:ext uri="{FF2B5EF4-FFF2-40B4-BE49-F238E27FC236}">
                <a16:creationId xmlns:a16="http://schemas.microsoft.com/office/drawing/2014/main" id="{A050976B-6838-4062-AFAF-01BC92662E8E}"/>
              </a:ext>
            </a:extLst>
          </p:cNvPr>
          <p:cNvSpPr>
            <a:spLocks xmlns:a="http://schemas.openxmlformats.org/drawingml/2006/main" noGrp="1"/>
          </p:cNvSpPr>
          <p:nvPr/>
        </p:nvSpPr>
        <p:spPr>
          <a:xfrm xmlns:a="http://schemas.openxmlformats.org/drawingml/2006/main">
            <a:off x="6096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모델 · Thinking 요청값</a:t>
            </a:r>
          </a:p>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컨텍스트 · 출력 상한</a:t>
            </a:r>
          </a:p>
        </p:txBody>
      </p:sp>
      <p:sp>
        <p:nvSpPr>
          <p:cNvPr id="11" name="">
            <a:extLst xmlns:a="http://schemas.openxmlformats.org/drawingml/2006/main">
              <a:ext uri="{FF2B5EF4-FFF2-40B4-BE49-F238E27FC236}">
                <a16:creationId xmlns:a16="http://schemas.microsoft.com/office/drawing/2014/main" id="{D0115A26-5DD3-4FF0-95F7-27C0D6050C8A}"/>
              </a:ext>
            </a:extLst>
          </p:cNvPr>
          <p:cNvSpPr>
            <a:spLocks xmlns:a="http://schemas.openxmlformats.org/drawingml/2006/main" noGrp="1"/>
          </p:cNvSpPr>
          <p:nvPr/>
        </p:nvSpPr>
        <p:spPr>
          <a:xfrm xmlns:a="http://schemas.openxmlformats.org/drawingml/2006/main">
            <a:off x="34099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7E1760FE-07E2-4100-962F-988DC11A0A2D}"/>
              </a:ext>
            </a:extLst>
          </p:cNvPr>
          <p:cNvSpPr>
            <a:spLocks xmlns:a="http://schemas.openxmlformats.org/drawingml/2006/main" noGrp="1"/>
          </p:cNvSpPr>
          <p:nvPr/>
        </p:nvSpPr>
        <p:spPr>
          <a:xfrm xmlns:a="http://schemas.openxmlformats.org/drawingml/2006/main">
            <a:off x="34099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/api/v1/traces</a:t>
            </a:r>
          </a:p>
        </p:txBody>
      </p:sp>
      <p:sp>
        <p:nvSpPr>
          <p:cNvPr id="13" name="">
            <a:extLst xmlns:a="http://schemas.openxmlformats.org/drawingml/2006/main">
              <a:ext uri="{FF2B5EF4-FFF2-40B4-BE49-F238E27FC236}">
                <a16:creationId xmlns:a16="http://schemas.microsoft.com/office/drawing/2014/main" id="{2B84DAA0-FD06-4FB9-8367-BFD9FF9DB9C5}"/>
              </a:ext>
            </a:extLst>
          </p:cNvPr>
          <p:cNvSpPr>
            <a:spLocks xmlns:a="http://schemas.openxmlformats.org/drawingml/2006/main" noGrp="1"/>
          </p:cNvSpPr>
          <p:nvPr/>
        </p:nvSpPr>
        <p:spPr>
          <a:xfrm xmlns:a="http://schemas.openxmlformats.org/drawingml/2006/main" flipH="0" flipV="0">
            <a:off x="340995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4" name="">
            <a:extLst xmlns:a="http://schemas.openxmlformats.org/drawingml/2006/main">
              <a:ext uri="{FF2B5EF4-FFF2-40B4-BE49-F238E27FC236}">
                <a16:creationId xmlns:a16="http://schemas.microsoft.com/office/drawing/2014/main" id="{D0239A7E-4D52-4068-BA0D-A4D90496193E}"/>
              </a:ext>
            </a:extLst>
          </p:cNvPr>
          <p:cNvSpPr>
            <a:spLocks xmlns:a="http://schemas.openxmlformats.org/drawingml/2006/main" noGrp="1"/>
          </p:cNvSpPr>
          <p:nvPr/>
        </p:nvSpPr>
        <p:spPr>
          <a:xfrm xmlns:a="http://schemas.openxmlformats.org/drawingml/2006/main">
            <a:off x="34099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최근 실행 추적과</a:t>
            </a:r>
          </a:p>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요청별 메타데이터</a:t>
            </a:r>
          </a:p>
        </p:txBody>
      </p:sp>
      <p:sp>
        <p:nvSpPr>
          <p:cNvPr id="15" name="">
            <a:extLst xmlns:a="http://schemas.openxmlformats.org/drawingml/2006/main">
              <a:ext uri="{FF2B5EF4-FFF2-40B4-BE49-F238E27FC236}">
                <a16:creationId xmlns:a16="http://schemas.microsoft.com/office/drawing/2014/main" id="{D0A0501C-5E79-4E97-B506-F2C0F93E7007}"/>
              </a:ext>
            </a:extLst>
          </p:cNvPr>
          <p:cNvSpPr>
            <a:spLocks xmlns:a="http://schemas.openxmlformats.org/drawingml/2006/main" noGrp="1"/>
          </p:cNvSpPr>
          <p:nvPr/>
        </p:nvSpPr>
        <p:spPr>
          <a:xfrm xmlns:a="http://schemas.openxmlformats.org/drawingml/2006/main">
            <a:off x="621030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03</a:t>
            </a:r>
          </a:p>
        </p:txBody>
      </p:sp>
      <p:sp>
        <p:nvSpPr>
          <p:cNvPr id="16" name="">
            <a:extLst xmlns:a="http://schemas.openxmlformats.org/drawingml/2006/main">
              <a:ext uri="{FF2B5EF4-FFF2-40B4-BE49-F238E27FC236}">
                <a16:creationId xmlns:a16="http://schemas.microsoft.com/office/drawing/2014/main" id="{B2A92958-6A43-4EC0-874C-0A88508E525E}"/>
              </a:ext>
            </a:extLst>
          </p:cNvPr>
          <p:cNvSpPr>
            <a:spLocks xmlns:a="http://schemas.openxmlformats.org/drawingml/2006/main" noGrp="1"/>
          </p:cNvSpPr>
          <p:nvPr/>
        </p:nvSpPr>
        <p:spPr>
          <a:xfrm xmlns:a="http://schemas.openxmlformats.org/drawingml/2006/main">
            <a:off x="621030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/api/v1/stats</a:t>
            </a:r>
          </a:p>
        </p:txBody>
      </p:sp>
      <p:sp>
        <p:nvSpPr>
          <p:cNvPr id="17" name="">
            <a:extLst xmlns:a="http://schemas.openxmlformats.org/drawingml/2006/main">
              <a:ext uri="{FF2B5EF4-FFF2-40B4-BE49-F238E27FC236}">
                <a16:creationId xmlns:a16="http://schemas.microsoft.com/office/drawing/2014/main" id="{34D470D3-BD38-4DCF-9639-680C23C07BCB}"/>
              </a:ext>
            </a:extLst>
          </p:cNvPr>
          <p:cNvSpPr>
            <a:spLocks xmlns:a="http://schemas.openxmlformats.org/drawingml/2006/main" noGrp="1"/>
          </p:cNvSpPr>
          <p:nvPr/>
        </p:nvSpPr>
        <p:spPr>
          <a:xfrm xmlns:a="http://schemas.openxmlformats.org/drawingml/2006/main" flipH="0" flipV="0">
            <a:off x="621030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8" name="">
            <a:extLst xmlns:a="http://schemas.openxmlformats.org/drawingml/2006/main">
              <a:ext uri="{FF2B5EF4-FFF2-40B4-BE49-F238E27FC236}">
                <a16:creationId xmlns:a16="http://schemas.microsoft.com/office/drawing/2014/main" id="{082BDAB8-3769-49A4-97D1-374D0781E26D}"/>
              </a:ext>
            </a:extLst>
          </p:cNvPr>
          <p:cNvSpPr>
            <a:spLocks xmlns:a="http://schemas.openxmlformats.org/drawingml/2006/main" noGrp="1"/>
          </p:cNvSpPr>
          <p:nvPr/>
        </p:nvSpPr>
        <p:spPr>
          <a:xfrm xmlns:a="http://schemas.openxmlformats.org/drawingml/2006/main">
            <a:off x="621030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성공률 · 평균·95백분위</a:t>
            </a:r>
          </a:p>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응답 지연 · 추정 토큰</a:t>
            </a:r>
          </a:p>
        </p:txBody>
      </p:sp>
      <p:sp>
        <p:nvSpPr>
          <p:cNvPr id="19" name="">
            <a:extLst xmlns:a="http://schemas.openxmlformats.org/drawingml/2006/main">
              <a:ext uri="{FF2B5EF4-FFF2-40B4-BE49-F238E27FC236}">
                <a16:creationId xmlns:a16="http://schemas.microsoft.com/office/drawing/2014/main" id="{660B8E1C-0422-4652-B22E-41AFA409444E}"/>
              </a:ext>
            </a:extLst>
          </p:cNvPr>
          <p:cNvSpPr>
            <a:spLocks xmlns:a="http://schemas.openxmlformats.org/drawingml/2006/main" noGrp="1"/>
          </p:cNvSpPr>
          <p:nvPr/>
        </p:nvSpPr>
        <p:spPr>
          <a:xfrm xmlns:a="http://schemas.openxmlformats.org/drawingml/2006/main">
            <a:off x="9010650" y="2076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04</a:t>
            </a:r>
          </a:p>
        </p:txBody>
      </p:sp>
      <p:sp>
        <p:nvSpPr>
          <p:cNvPr id="20" name="">
            <a:extLst xmlns:a="http://schemas.openxmlformats.org/drawingml/2006/main">
              <a:ext uri="{FF2B5EF4-FFF2-40B4-BE49-F238E27FC236}">
                <a16:creationId xmlns:a16="http://schemas.microsoft.com/office/drawing/2014/main" id="{AD11A5BC-DCBA-4214-A5B3-6841D439B953}"/>
              </a:ext>
            </a:extLst>
          </p:cNvPr>
          <p:cNvSpPr>
            <a:spLocks xmlns:a="http://schemas.openxmlformats.org/drawingml/2006/main" noGrp="1"/>
          </p:cNvSpPr>
          <p:nvPr/>
        </p:nvSpPr>
        <p:spPr>
          <a:xfrm xmlns:a="http://schemas.openxmlformats.org/drawingml/2006/main">
            <a:off x="9010650" y="26670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/metrics</a:t>
            </a:r>
          </a:p>
          <a:p xmlns:a="http://schemas.openxmlformats.org/drawingml/2006/main">
            <a:pPr algn="ctr">
              <a:lnSpc>
                <a:spcPct val="100000"/>
              </a:lnSpc>
              <a:buNone/>
              <a:defRPr sz="2100" b="1">
                <a:solidFill>
                  <a:srgbClr val="FFFFFF"/>
                </a:solidFill>
                <a:latin typeface="AppleGothic"/>
                <a:ea typeface="AppleGothic"/>
                <a:cs typeface="AppleGothic"/>
              </a:defRPr>
            </a:pPr>
            <a:r>
              <a:rPr sz="2100" b="1">
                <a:solidFill>
                  <a:srgbClr val="FFFFFF"/>
                </a:solidFill>
                <a:latin typeface="AppleGothic"/>
                <a:ea typeface="AppleGothic"/>
                <a:cs typeface="AppleGothic"/>
              </a:rPr>
              <a:t>/docs</a:t>
            </a:r>
          </a:p>
        </p:txBody>
      </p:sp>
      <p:sp>
        <p:nvSpPr>
          <p:cNvPr id="21" name="">
            <a:extLst xmlns:a="http://schemas.openxmlformats.org/drawingml/2006/main">
              <a:ext uri="{FF2B5EF4-FFF2-40B4-BE49-F238E27FC236}">
                <a16:creationId xmlns:a16="http://schemas.microsoft.com/office/drawing/2014/main" id="{614820D1-87CF-42F8-A05B-4AA484820D57}"/>
              </a:ext>
            </a:extLst>
          </p:cNvPr>
          <p:cNvSpPr>
            <a:spLocks xmlns:a="http://schemas.openxmlformats.org/drawingml/2006/main" noGrp="1"/>
          </p:cNvSpPr>
          <p:nvPr/>
        </p:nvSpPr>
        <p:spPr>
          <a:xfrm xmlns:a="http://schemas.openxmlformats.org/drawingml/2006/main" flipH="0" flipV="0">
            <a:off x="9010650" y="34480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C67E79B5-A7B1-4A80-882C-50457D044147}"/>
              </a:ext>
            </a:extLst>
          </p:cNvPr>
          <p:cNvSpPr>
            <a:spLocks xmlns:a="http://schemas.openxmlformats.org/drawingml/2006/main" noGrp="1"/>
          </p:cNvSpPr>
          <p:nvPr/>
        </p:nvSpPr>
        <p:spPr>
          <a:xfrm xmlns:a="http://schemas.openxmlformats.org/drawingml/2006/main">
            <a:off x="9010650" y="3790950"/>
            <a:ext cx="2571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Prometheus 지표</a:t>
            </a:r>
          </a:p>
          <a:p xmlns:a="http://schemas.openxmlformats.org/drawingml/2006/main">
            <a:pPr algn="ctr">
              <a:lnSpc>
                <a:spcPct val="13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OpenAPI 데이터 구조</a:t>
            </a:r>
          </a:p>
        </p:txBody>
      </p:sp>
      <p:sp>
        <p:nvSpPr>
          <p:cNvPr id="23" name="">
            <a:extLst xmlns:a="http://schemas.openxmlformats.org/drawingml/2006/main">
              <a:ext uri="{FF2B5EF4-FFF2-40B4-BE49-F238E27FC236}">
                <a16:creationId xmlns:a16="http://schemas.microsoft.com/office/drawing/2014/main" id="{51EC63FA-4DD3-4A6D-BE41-C511FC342C2D}"/>
              </a:ext>
            </a:extLst>
          </p:cNvPr>
          <p:cNvSpPr>
            <a:spLocks xmlns:a="http://schemas.openxmlformats.org/drawingml/2006/main" noGrp="1"/>
          </p:cNvSpPr>
          <p:nvPr/>
        </p:nvSpPr>
        <p:spPr>
          <a:xfrm xmlns:a="http://schemas.openxmlformats.org/drawingml/2006/main">
            <a:off x="609600" y="55816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축약 경로가 아닌 서버에 구현된 전체 경로 사용</a:t>
            </a:r>
          </a:p>
        </p:txBody>
      </p:sp>
    </p:spTree>
    <p:extLst>
      <p:ext uri="{BB962C8B-B14F-4D97-AF65-F5344CB8AC3E}">
        <p14:creationId xmlns:p14="http://schemas.microsoft.com/office/powerpoint/2010/main" val="1516232096"/>
      </p:ext>
    </p:extLst>
  </p:cSld>
</p:sld>
</file>

<file path=ppt/slides/slide7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F21A61A-2EBC-4975-BE8B-54A43EB1A793}"/>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E0700349-C375-4D55-81DC-7C88B6F3F4D8}"/>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74</a:t>
            </a:r>
          </a:p>
        </p:txBody>
      </p:sp>
      <p:sp>
        <p:nvSpPr>
          <p:cNvPr id="3" name="">
            <a:extLst xmlns:a="http://schemas.openxmlformats.org/drawingml/2006/main">
              <a:ext uri="{FF2B5EF4-FFF2-40B4-BE49-F238E27FC236}">
                <a16:creationId xmlns:a16="http://schemas.microsoft.com/office/drawing/2014/main" id="{024E2CEB-ECA2-4EDC-B83F-8F150ADE6F72}"/>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763CC71E-006A-4805-B65B-6CD7614C61D3}"/>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749B250-0741-4470-A8BC-9095C68F90B0}"/>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A1608177-C04B-4A16-BD2F-22A8D8376E6E}"/>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Demo 기준선 실행 화면</a:t>
            </a:r>
          </a:p>
        </p:txBody>
      </p:sp>
      <p:sp>
        <p:nvSpPr>
          <p:cNvPr id="7" name="">
            <a:extLst xmlns:a="http://schemas.openxmlformats.org/drawingml/2006/main">
              <a:ext uri="{FF2B5EF4-FFF2-40B4-BE49-F238E27FC236}">
                <a16:creationId xmlns:a16="http://schemas.microsoft.com/office/drawing/2014/main" id="{1E803215-EE97-4CF9-B8FE-5BC49C798459}"/>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d2b2acd80aa4f4c"/>
          <a:stretch xmlns:a="http://schemas.openxmlformats.org/drawingml/2006/main"/>
        </p:blipFill>
        <p:spPr>
          <a:xfrm xmlns:a="http://schemas.openxmlformats.org/drawingml/2006/main">
            <a:off x="647700" y="1758739"/>
            <a:ext cx="7943850" cy="381677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F965548-9A35-4DCB-9200-BD1829F8C727}"/>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기준선 실행</a:t>
            </a:r>
          </a:p>
        </p:txBody>
      </p:sp>
      <p:sp>
        <p:nvSpPr>
          <p:cNvPr id="10" name="">
            <a:extLst xmlns:a="http://schemas.openxmlformats.org/drawingml/2006/main">
              <a:ext uri="{FF2B5EF4-FFF2-40B4-BE49-F238E27FC236}">
                <a16:creationId xmlns:a16="http://schemas.microsoft.com/office/drawing/2014/main" id="{CD30E52F-5FE8-4D70-A8B3-14FA096826A8}"/>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제공자</a:t>
            </a:r>
          </a:p>
        </p:txBody>
      </p:sp>
      <p:sp>
        <p:nvSpPr>
          <p:cNvPr id="11" name="">
            <a:extLst xmlns:a="http://schemas.openxmlformats.org/drawingml/2006/main">
              <a:ext uri="{FF2B5EF4-FFF2-40B4-BE49-F238E27FC236}">
                <a16:creationId xmlns:a16="http://schemas.microsoft.com/office/drawing/2014/main" id="{3631B6EB-D90D-42B3-B8FB-848684A75E67}"/>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Demo</a:t>
            </a:r>
          </a:p>
        </p:txBody>
      </p:sp>
      <p:sp>
        <p:nvSpPr>
          <p:cNvPr id="12" name="">
            <a:extLst xmlns:a="http://schemas.openxmlformats.org/drawingml/2006/main">
              <a:ext uri="{FF2B5EF4-FFF2-40B4-BE49-F238E27FC236}">
                <a16:creationId xmlns:a16="http://schemas.microsoft.com/office/drawing/2014/main" id="{1C00399A-EC3E-4443-930E-B71343C74E10}"/>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E3A380A2-9255-4D6B-9888-753A2A0E5B9D}"/>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응답 지연</a:t>
            </a:r>
          </a:p>
        </p:txBody>
      </p:sp>
      <p:sp>
        <p:nvSpPr>
          <p:cNvPr id="14" name="">
            <a:extLst xmlns:a="http://schemas.openxmlformats.org/drawingml/2006/main">
              <a:ext uri="{FF2B5EF4-FFF2-40B4-BE49-F238E27FC236}">
                <a16:creationId xmlns:a16="http://schemas.microsoft.com/office/drawing/2014/main" id="{8DAB4D6E-D55F-40B6-8BF4-6F572258F808}"/>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현재 실행값</a:t>
            </a:r>
          </a:p>
        </p:txBody>
      </p:sp>
      <p:sp>
        <p:nvSpPr>
          <p:cNvPr id="15" name="">
            <a:extLst xmlns:a="http://schemas.openxmlformats.org/drawingml/2006/main">
              <a:ext uri="{FF2B5EF4-FFF2-40B4-BE49-F238E27FC236}">
                <a16:creationId xmlns:a16="http://schemas.microsoft.com/office/drawing/2014/main" id="{A071ED8F-3C4E-4CB3-9E2F-1D88ECC50779}"/>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7BE0949A-9B95-4BE2-A1D2-6329C5C628E4}"/>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완료 증거</a:t>
            </a:r>
          </a:p>
        </p:txBody>
      </p:sp>
      <p:sp>
        <p:nvSpPr>
          <p:cNvPr id="17" name="">
            <a:extLst xmlns:a="http://schemas.openxmlformats.org/drawingml/2006/main">
              <a:ext uri="{FF2B5EF4-FFF2-40B4-BE49-F238E27FC236}">
                <a16:creationId xmlns:a16="http://schemas.microsoft.com/office/drawing/2014/main" id="{DD407422-032C-4B36-B36E-76D9EE14DCAB}"/>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Trace ID · 지문</a:t>
            </a:r>
          </a:p>
        </p:txBody>
      </p:sp>
      <p:sp>
        <p:nvSpPr>
          <p:cNvPr id="18" name="">
            <a:extLst xmlns:a="http://schemas.openxmlformats.org/drawingml/2006/main">
              <a:ext uri="{FF2B5EF4-FFF2-40B4-BE49-F238E27FC236}">
                <a16:creationId xmlns:a16="http://schemas.microsoft.com/office/drawing/2014/main" id="{1414C002-79C0-476D-A65D-CBD0377D6037}"/>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359520735"/>
      </p:ext>
    </p:extLst>
  </p:cSld>
</p:sld>
</file>

<file path=ppt/slides/slide7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857512C-E9AA-4F66-8B9D-EF7681BEA422}"/>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A19012D0-29E9-469C-81E2-8E077F8D5F54}"/>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75</a:t>
            </a:r>
          </a:p>
        </p:txBody>
      </p:sp>
      <p:sp>
        <p:nvSpPr>
          <p:cNvPr id="3" name="">
            <a:extLst xmlns:a="http://schemas.openxmlformats.org/drawingml/2006/main">
              <a:ext uri="{FF2B5EF4-FFF2-40B4-BE49-F238E27FC236}">
                <a16:creationId xmlns:a16="http://schemas.microsoft.com/office/drawing/2014/main" id="{A2B7F68C-0A89-46AF-9BC1-06882AEB339A}"/>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4533CDAE-FC47-43FE-988C-D6F5CEACEC8F}"/>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C050C4C1-5349-4FE4-A7F5-9571D2DD7735}"/>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3B3F7959-778E-4FAE-B067-041A39AB4807}"/>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Qwen3 4B 응답 시간 설정</a:t>
            </a:r>
          </a:p>
        </p:txBody>
      </p:sp>
      <p:sp>
        <p:nvSpPr>
          <p:cNvPr id="7" name="">
            <a:extLst xmlns:a="http://schemas.openxmlformats.org/drawingml/2006/main">
              <a:ext uri="{FF2B5EF4-FFF2-40B4-BE49-F238E27FC236}">
                <a16:creationId xmlns:a16="http://schemas.microsoft.com/office/drawing/2014/main" id="{62168699-CC94-477B-A920-6112A4C33227}"/>
              </a:ext>
            </a:extLst>
          </p:cNvPr>
          <p:cNvSpPr>
            <a:spLocks xmlns:a="http://schemas.openxmlformats.org/drawingml/2006/main" noGrp="1"/>
          </p:cNvSpPr>
          <p:nvPr/>
        </p:nvSpPr>
        <p:spPr>
          <a:xfrm xmlns:a="http://schemas.openxmlformats.org/drawingml/2006/main">
            <a:off x="609600" y="17907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qwen3:4b-instruct</a:t>
            </a:r>
          </a:p>
        </p:txBody>
      </p:sp>
      <p:sp>
        <p:nvSpPr>
          <p:cNvPr id="8" name="">
            <a:extLst xmlns:a="http://schemas.openxmlformats.org/drawingml/2006/main">
              <a:ext uri="{FF2B5EF4-FFF2-40B4-BE49-F238E27FC236}">
                <a16:creationId xmlns:a16="http://schemas.microsoft.com/office/drawing/2014/main" id="{C1A0675A-A88A-48B9-8A0A-8B227C68E591}"/>
              </a:ext>
            </a:extLst>
          </p:cNvPr>
          <p:cNvSpPr>
            <a:spLocks xmlns:a="http://schemas.openxmlformats.org/drawingml/2006/main" noGrp="1"/>
          </p:cNvSpPr>
          <p:nvPr/>
        </p:nvSpPr>
        <p:spPr>
          <a:xfrm xmlns:a="http://schemas.openxmlformats.org/drawingml/2006/main">
            <a:off x="3390900" y="17907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2563EB"/>
                </a:solidFill>
                <a:latin typeface="Menlo"/>
                <a:ea typeface="Menlo"/>
                <a:cs typeface="Menlo"/>
              </a:defRPr>
            </a:pPr>
            <a:r>
              <a:rPr sz="1500" b="1">
                <a:solidFill>
                  <a:srgbClr val="2563EB"/>
                </a:solidFill>
                <a:latin typeface="Menlo"/>
                <a:ea typeface="Menlo"/>
                <a:cs typeface="Menlo"/>
              </a:rPr>
              <a:t>MODEL</a:t>
            </a:r>
          </a:p>
        </p:txBody>
      </p:sp>
      <p:sp>
        <p:nvSpPr>
          <p:cNvPr id="9" name="">
            <a:extLst xmlns:a="http://schemas.openxmlformats.org/drawingml/2006/main">
              <a:ext uri="{FF2B5EF4-FFF2-40B4-BE49-F238E27FC236}">
                <a16:creationId xmlns:a16="http://schemas.microsoft.com/office/drawing/2014/main" id="{3C291C9C-59B5-48AA-931F-24779CB7DC13}"/>
              </a:ext>
            </a:extLst>
          </p:cNvPr>
          <p:cNvSpPr>
            <a:spLocks xmlns:a="http://schemas.openxmlformats.org/drawingml/2006/main" noGrp="1"/>
          </p:cNvSpPr>
          <p:nvPr/>
        </p:nvSpPr>
        <p:spPr>
          <a:xfrm xmlns:a="http://schemas.openxmlformats.org/drawingml/2006/main">
            <a:off x="5314950" y="17907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Thinking 전용이 아닌 지시 수행 모델</a:t>
            </a:r>
          </a:p>
        </p:txBody>
      </p:sp>
      <p:sp>
        <p:nvSpPr>
          <p:cNvPr id="10" name="">
            <a:extLst xmlns:a="http://schemas.openxmlformats.org/drawingml/2006/main">
              <a:ext uri="{FF2B5EF4-FFF2-40B4-BE49-F238E27FC236}">
                <a16:creationId xmlns:a16="http://schemas.microsoft.com/office/drawing/2014/main" id="{033E555D-7A9D-4F66-B8FF-760C130968A8}"/>
              </a:ext>
            </a:extLst>
          </p:cNvPr>
          <p:cNvSpPr>
            <a:spLocks xmlns:a="http://schemas.openxmlformats.org/drawingml/2006/main" noGrp="1"/>
          </p:cNvSpPr>
          <p:nvPr/>
        </p:nvSpPr>
        <p:spPr>
          <a:xfrm xmlns:a="http://schemas.openxmlformats.org/drawingml/2006/main" flipH="0" flipV="0">
            <a:off x="609600" y="2419350"/>
            <a:ext cx="10591800" cy="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11" name="">
            <a:extLst xmlns:a="http://schemas.openxmlformats.org/drawingml/2006/main">
              <a:ext uri="{FF2B5EF4-FFF2-40B4-BE49-F238E27FC236}">
                <a16:creationId xmlns:a16="http://schemas.microsoft.com/office/drawing/2014/main" id="{3C383F31-4C4A-4183-90F5-D11ABCBFF0F1}"/>
              </a:ext>
            </a:extLst>
          </p:cNvPr>
          <p:cNvSpPr>
            <a:spLocks xmlns:a="http://schemas.openxmlformats.org/drawingml/2006/main" noGrp="1"/>
          </p:cNvSpPr>
          <p:nvPr/>
        </p:nvSpPr>
        <p:spPr>
          <a:xfrm xmlns:a="http://schemas.openxmlformats.org/drawingml/2006/main">
            <a:off x="609600" y="27813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Thinking 요청값</a:t>
            </a:r>
          </a:p>
        </p:txBody>
      </p:sp>
      <p:sp>
        <p:nvSpPr>
          <p:cNvPr id="12" name="">
            <a:extLst xmlns:a="http://schemas.openxmlformats.org/drawingml/2006/main">
              <a:ext uri="{FF2B5EF4-FFF2-40B4-BE49-F238E27FC236}">
                <a16:creationId xmlns:a16="http://schemas.microsoft.com/office/drawing/2014/main" id="{D389C637-DD1D-430D-B707-1E1912E838EC}"/>
              </a:ext>
            </a:extLst>
          </p:cNvPr>
          <p:cNvSpPr>
            <a:spLocks xmlns:a="http://schemas.openxmlformats.org/drawingml/2006/main" noGrp="1"/>
          </p:cNvSpPr>
          <p:nvPr/>
        </p:nvSpPr>
        <p:spPr>
          <a:xfrm xmlns:a="http://schemas.openxmlformats.org/drawingml/2006/main">
            <a:off x="3390900" y="27813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false</a:t>
            </a:r>
          </a:p>
        </p:txBody>
      </p:sp>
      <p:sp>
        <p:nvSpPr>
          <p:cNvPr id="13" name="">
            <a:extLst xmlns:a="http://schemas.openxmlformats.org/drawingml/2006/main">
              <a:ext uri="{FF2B5EF4-FFF2-40B4-BE49-F238E27FC236}">
                <a16:creationId xmlns:a16="http://schemas.microsoft.com/office/drawing/2014/main" id="{8147C30E-9836-4FCD-B484-F54B6EB4AF00}"/>
              </a:ext>
            </a:extLst>
          </p:cNvPr>
          <p:cNvSpPr>
            <a:spLocks xmlns:a="http://schemas.openxmlformats.org/drawingml/2006/main" noGrp="1"/>
          </p:cNvSpPr>
          <p:nvPr/>
        </p:nvSpPr>
        <p:spPr>
          <a:xfrm xmlns:a="http://schemas.openxmlformats.org/drawingml/2006/main">
            <a:off x="5314950" y="27813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별도 추론 출력을 요청하지 않는 API 설정</a:t>
            </a:r>
          </a:p>
        </p:txBody>
      </p:sp>
      <p:sp>
        <p:nvSpPr>
          <p:cNvPr id="14" name="">
            <a:extLst xmlns:a="http://schemas.openxmlformats.org/drawingml/2006/main">
              <a:ext uri="{FF2B5EF4-FFF2-40B4-BE49-F238E27FC236}">
                <a16:creationId xmlns:a16="http://schemas.microsoft.com/office/drawing/2014/main" id="{5C452AF2-55B1-4BA1-B9F6-534A6D0A05F5}"/>
              </a:ext>
            </a:extLst>
          </p:cNvPr>
          <p:cNvSpPr>
            <a:spLocks xmlns:a="http://schemas.openxmlformats.org/drawingml/2006/main" noGrp="1"/>
          </p:cNvSpPr>
          <p:nvPr/>
        </p:nvSpPr>
        <p:spPr>
          <a:xfrm xmlns:a="http://schemas.openxmlformats.org/drawingml/2006/main" flipH="0" flipV="0">
            <a:off x="609600" y="34099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10AC1682-A73A-4383-9BD1-FCD3368F659C}"/>
              </a:ext>
            </a:extLst>
          </p:cNvPr>
          <p:cNvSpPr>
            <a:spLocks xmlns:a="http://schemas.openxmlformats.org/drawingml/2006/main" noGrp="1"/>
          </p:cNvSpPr>
          <p:nvPr/>
        </p:nvSpPr>
        <p:spPr>
          <a:xfrm xmlns:a="http://schemas.openxmlformats.org/drawingml/2006/main">
            <a:off x="609600" y="37719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입력·출력 한도</a:t>
            </a:r>
          </a:p>
        </p:txBody>
      </p:sp>
      <p:sp>
        <p:nvSpPr>
          <p:cNvPr id="16" name="">
            <a:extLst xmlns:a="http://schemas.openxmlformats.org/drawingml/2006/main">
              <a:ext uri="{FF2B5EF4-FFF2-40B4-BE49-F238E27FC236}">
                <a16:creationId xmlns:a16="http://schemas.microsoft.com/office/drawing/2014/main" id="{9DD29853-099A-453F-B17B-8D785A821D53}"/>
              </a:ext>
            </a:extLst>
          </p:cNvPr>
          <p:cNvSpPr>
            <a:spLocks xmlns:a="http://schemas.openxmlformats.org/drawingml/2006/main" noGrp="1"/>
          </p:cNvSpPr>
          <p:nvPr/>
        </p:nvSpPr>
        <p:spPr>
          <a:xfrm xmlns:a="http://schemas.openxmlformats.org/drawingml/2006/main">
            <a:off x="3390900" y="37719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2048 · 128</a:t>
            </a:r>
          </a:p>
        </p:txBody>
      </p:sp>
      <p:sp>
        <p:nvSpPr>
          <p:cNvPr id="17" name="">
            <a:extLst xmlns:a="http://schemas.openxmlformats.org/drawingml/2006/main">
              <a:ext uri="{FF2B5EF4-FFF2-40B4-BE49-F238E27FC236}">
                <a16:creationId xmlns:a16="http://schemas.microsoft.com/office/drawing/2014/main" id="{05C71919-D004-4C79-B0EF-D37AB39D7CE2}"/>
              </a:ext>
            </a:extLst>
          </p:cNvPr>
          <p:cNvSpPr>
            <a:spLocks xmlns:a="http://schemas.openxmlformats.org/drawingml/2006/main" noGrp="1"/>
          </p:cNvSpPr>
          <p:nvPr/>
        </p:nvSpPr>
        <p:spPr>
          <a:xfrm xmlns:a="http://schemas.openxmlformats.org/drawingml/2006/main">
            <a:off x="5314950" y="37719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짧은 수업 입력의 컨텍스트와 최대 생성 토큰</a:t>
            </a:r>
          </a:p>
        </p:txBody>
      </p:sp>
      <p:sp>
        <p:nvSpPr>
          <p:cNvPr id="18" name="">
            <a:extLst xmlns:a="http://schemas.openxmlformats.org/drawingml/2006/main">
              <a:ext uri="{FF2B5EF4-FFF2-40B4-BE49-F238E27FC236}">
                <a16:creationId xmlns:a16="http://schemas.microsoft.com/office/drawing/2014/main" id="{C2B9A723-D797-41E2-8364-DFACC8DE89EC}"/>
              </a:ext>
            </a:extLst>
          </p:cNvPr>
          <p:cNvSpPr>
            <a:spLocks xmlns:a="http://schemas.openxmlformats.org/drawingml/2006/main" noGrp="1"/>
          </p:cNvSpPr>
          <p:nvPr/>
        </p:nvSpPr>
        <p:spPr>
          <a:xfrm xmlns:a="http://schemas.openxmlformats.org/drawingml/2006/main" flipH="0" flipV="0">
            <a:off x="609600" y="44005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21D2C64B-48A5-493D-A200-443D936915EA}"/>
              </a:ext>
            </a:extLst>
          </p:cNvPr>
          <p:cNvSpPr>
            <a:spLocks xmlns:a="http://schemas.openxmlformats.org/drawingml/2006/main" noGrp="1"/>
          </p:cNvSpPr>
          <p:nvPr/>
        </p:nvSpPr>
        <p:spPr>
          <a:xfrm xmlns:a="http://schemas.openxmlformats.org/drawingml/2006/main">
            <a:off x="609600" y="4762500"/>
            <a:ext cx="2457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725" b="1">
                <a:solidFill>
                  <a:srgbClr val="191919"/>
                </a:solidFill>
                <a:latin typeface="AppleGothic"/>
                <a:ea typeface="AppleGothic"/>
                <a:cs typeface="AppleGothic"/>
              </a:defRPr>
            </a:pPr>
            <a:r>
              <a:rPr sz="1725" b="1">
                <a:solidFill>
                  <a:srgbClr val="191919"/>
                </a:solidFill>
                <a:latin typeface="AppleGothic"/>
                <a:ea typeface="AppleGothic"/>
                <a:cs typeface="AppleGothic"/>
              </a:rPr>
              <a:t>메모리·재현</a:t>
            </a:r>
          </a:p>
        </p:txBody>
      </p:sp>
      <p:sp>
        <p:nvSpPr>
          <p:cNvPr id="20" name="">
            <a:extLst xmlns:a="http://schemas.openxmlformats.org/drawingml/2006/main">
              <a:ext uri="{FF2B5EF4-FFF2-40B4-BE49-F238E27FC236}">
                <a16:creationId xmlns:a16="http://schemas.microsoft.com/office/drawing/2014/main" id="{D85DEC73-69C7-4EE3-B801-B8F79E0EB070}"/>
              </a:ext>
            </a:extLst>
          </p:cNvPr>
          <p:cNvSpPr>
            <a:spLocks xmlns:a="http://schemas.openxmlformats.org/drawingml/2006/main" noGrp="1"/>
          </p:cNvSpPr>
          <p:nvPr/>
        </p:nvSpPr>
        <p:spPr>
          <a:xfrm xmlns:a="http://schemas.openxmlformats.org/drawingml/2006/main">
            <a:off x="3390900" y="4762500"/>
            <a:ext cx="160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0B1F3A"/>
                </a:solidFill>
                <a:latin typeface="Menlo"/>
                <a:ea typeface="Menlo"/>
                <a:cs typeface="Menlo"/>
              </a:defRPr>
            </a:pPr>
            <a:r>
              <a:rPr sz="1500" b="1">
                <a:solidFill>
                  <a:srgbClr val="0B1F3A"/>
                </a:solidFill>
                <a:latin typeface="Menlo"/>
                <a:ea typeface="Menlo"/>
                <a:cs typeface="Menlo"/>
              </a:rPr>
              <a:t>30m · seed 42</a:t>
            </a:r>
          </a:p>
        </p:txBody>
      </p:sp>
      <p:sp>
        <p:nvSpPr>
          <p:cNvPr id="21" name="">
            <a:extLst xmlns:a="http://schemas.openxmlformats.org/drawingml/2006/main">
              <a:ext uri="{FF2B5EF4-FFF2-40B4-BE49-F238E27FC236}">
                <a16:creationId xmlns:a16="http://schemas.microsoft.com/office/drawing/2014/main" id="{183A6837-2906-45B0-BAF8-5EAB22A420BB}"/>
              </a:ext>
            </a:extLst>
          </p:cNvPr>
          <p:cNvSpPr>
            <a:spLocks xmlns:a="http://schemas.openxmlformats.org/drawingml/2006/main" noGrp="1"/>
          </p:cNvSpPr>
          <p:nvPr/>
        </p:nvSpPr>
        <p:spPr>
          <a:xfrm xmlns:a="http://schemas.openxmlformats.org/drawingml/2006/main">
            <a:off x="5314950" y="4762500"/>
            <a:ext cx="5886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buNone/>
              <a:defRPr sz="1350" b="0">
                <a:solidFill>
                  <a:srgbClr val="667085"/>
                </a:solidFill>
                <a:latin typeface="AppleGothic"/>
                <a:ea typeface="AppleGothic"/>
                <a:cs typeface="AppleGothic"/>
              </a:defRPr>
            </a:pPr>
            <a:r>
              <a:rPr sz="1350" b="0">
                <a:solidFill>
                  <a:srgbClr val="667085"/>
                </a:solidFill>
                <a:latin typeface="AppleGothic"/>
                <a:ea typeface="AppleGothic"/>
                <a:cs typeface="AppleGothic"/>
              </a:rPr>
              <a:t>반복 호출의 재적재 감소와 비교 조건 고정</a:t>
            </a:r>
          </a:p>
        </p:txBody>
      </p:sp>
      <p:sp>
        <p:nvSpPr>
          <p:cNvPr id="22" name="">
            <a:extLst xmlns:a="http://schemas.openxmlformats.org/drawingml/2006/main">
              <a:ext uri="{FF2B5EF4-FFF2-40B4-BE49-F238E27FC236}">
                <a16:creationId xmlns:a16="http://schemas.microsoft.com/office/drawing/2014/main" id="{18186B72-90A8-41F0-9D20-9F3DD6E43113}"/>
              </a:ext>
            </a:extLst>
          </p:cNvPr>
          <p:cNvSpPr>
            <a:spLocks xmlns:a="http://schemas.openxmlformats.org/drawingml/2006/main" noGrp="1"/>
          </p:cNvSpPr>
          <p:nvPr/>
        </p:nvSpPr>
        <p:spPr>
          <a:xfrm xmlns:a="http://schemas.openxmlformats.org/drawingml/2006/main" flipH="0" flipV="0">
            <a:off x="609600" y="5391150"/>
            <a:ext cx="10591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F3FCC216-BC1E-46AB-B9FE-965C987C6BDA}"/>
              </a:ext>
            </a:extLst>
          </p:cNvPr>
          <p:cNvSpPr>
            <a:spLocks xmlns:a="http://schemas.openxmlformats.org/drawingml/2006/main" noGrp="1"/>
          </p:cNvSpPr>
          <p:nvPr/>
        </p:nvSpPr>
        <p:spPr>
          <a:xfrm xmlns:a="http://schemas.openxmlformats.org/drawingml/2006/main">
            <a:off x="609600" y="56578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--hidethinking은 표시만 숨기는 옵션 · 속도 설정은 비추론 모델과 think:false의 조합</a:t>
            </a:r>
          </a:p>
        </p:txBody>
      </p:sp>
    </p:spTree>
    <p:extLst>
      <p:ext uri="{BB962C8B-B14F-4D97-AF65-F5344CB8AC3E}">
        <p14:creationId xmlns:p14="http://schemas.microsoft.com/office/powerpoint/2010/main" val="330486456"/>
      </p:ext>
    </p:extLst>
  </p:cSld>
</p:sld>
</file>

<file path=ppt/slides/slide7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4105F8D-85FE-4CAB-96A9-2B1344FAFC1C}"/>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1B583613-55D6-4C1B-B8D3-CA3806AFAA39}"/>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76</a:t>
            </a:r>
          </a:p>
        </p:txBody>
      </p:sp>
      <p:sp>
        <p:nvSpPr>
          <p:cNvPr id="3" name="">
            <a:extLst xmlns:a="http://schemas.openxmlformats.org/drawingml/2006/main">
              <a:ext uri="{FF2B5EF4-FFF2-40B4-BE49-F238E27FC236}">
                <a16:creationId xmlns:a16="http://schemas.microsoft.com/office/drawing/2014/main" id="{B16AD4BC-B00A-412F-9CF0-44CFFD46D9F7}"/>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286598DD-7EAF-47E7-930D-028ABBA4A6EB}"/>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D5379AB4-8D7A-4E3A-B37F-FB66D20C923F}"/>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4865D7BE-E2AE-4667-8C24-C170EDBF91C5}"/>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Qwen3 Instruct 실행 결과</a:t>
            </a:r>
          </a:p>
        </p:txBody>
      </p:sp>
      <p:sp>
        <p:nvSpPr>
          <p:cNvPr id="7" name="">
            <a:extLst xmlns:a="http://schemas.openxmlformats.org/drawingml/2006/main">
              <a:ext uri="{FF2B5EF4-FFF2-40B4-BE49-F238E27FC236}">
                <a16:creationId xmlns:a16="http://schemas.microsoft.com/office/drawing/2014/main" id="{C9FD39F9-485C-4CE1-837F-8DF90BEB1549}"/>
              </a:ext>
            </a:extLst>
          </p:cNvPr>
          <p:cNvSpPr>
            <a:spLocks xmlns:a="http://schemas.openxmlformats.org/drawingml/2006/main" noGrp="1"/>
          </p:cNvSpPr>
          <p:nvPr/>
        </p:nvSpPr>
        <p:spPr>
          <a:xfrm xmlns:a="http://schemas.openxmlformats.org/drawingml/2006/main" rot="0">
            <a:off x="609600" y="1390650"/>
            <a:ext cx="8020050" cy="4552950"/>
          </a:xfrm>
          <a:prstGeom xmlns:a="http://schemas.openxmlformats.org/drawingml/2006/main" prst="rect">
            <a:avLst/>
          </a:prstGeom>
          <a:solidFill xmlns:a="http://schemas.openxmlformats.org/drawingml/2006/main">
            <a:srgbClr val="050505"/>
          </a:solidFill>
          <a:ln xmlns:a="http://schemas.openxmlformats.org/drawingml/2006/main" w="9525">
            <a:solidFill>
              <a:srgbClr val="25324A"/>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fb22f00f8164159"/>
          <a:stretch xmlns:a="http://schemas.openxmlformats.org/drawingml/2006/main"/>
        </p:blipFill>
        <p:spPr>
          <a:xfrm xmlns:a="http://schemas.openxmlformats.org/drawingml/2006/main">
            <a:off x="647700" y="1758739"/>
            <a:ext cx="7943850" cy="381677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7C88D49-2001-4821-8325-06A07D719A4D}"/>
              </a:ext>
            </a:extLst>
          </p:cNvPr>
          <p:cNvSpPr>
            <a:spLocks xmlns:a="http://schemas.openxmlformats.org/drawingml/2006/main" noGrp="1"/>
          </p:cNvSpPr>
          <p:nvPr/>
        </p:nvSpPr>
        <p:spPr>
          <a:xfrm xmlns:a="http://schemas.openxmlformats.org/drawingml/2006/main">
            <a:off x="9010650" y="15049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AppleGothic"/>
                <a:ea typeface="AppleGothic"/>
                <a:cs typeface="AppleGothic"/>
              </a:defRPr>
            </a:pPr>
            <a:r>
              <a:rPr sz="1050" b="1">
                <a:solidFill>
                  <a:srgbClr val="2563EB"/>
                </a:solidFill>
                <a:latin typeface="AppleGothic"/>
                <a:ea typeface="AppleGothic"/>
                <a:cs typeface="AppleGothic"/>
              </a:rPr>
              <a:t>실행 예시 · 환경별 차이</a:t>
            </a:r>
          </a:p>
        </p:txBody>
      </p:sp>
      <p:sp>
        <p:nvSpPr>
          <p:cNvPr id="10" name="">
            <a:extLst xmlns:a="http://schemas.openxmlformats.org/drawingml/2006/main">
              <a:ext uri="{FF2B5EF4-FFF2-40B4-BE49-F238E27FC236}">
                <a16:creationId xmlns:a16="http://schemas.microsoft.com/office/drawing/2014/main" id="{E9951D60-BC8E-4481-A786-96D82EBEB73B}"/>
              </a:ext>
            </a:extLst>
          </p:cNvPr>
          <p:cNvSpPr>
            <a:spLocks xmlns:a="http://schemas.openxmlformats.org/drawingml/2006/main" noGrp="1"/>
          </p:cNvSpPr>
          <p:nvPr/>
        </p:nvSpPr>
        <p:spPr>
          <a:xfrm xmlns:a="http://schemas.openxmlformats.org/drawingml/2006/main">
            <a:off x="9010650" y="20193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모델</a:t>
            </a:r>
          </a:p>
        </p:txBody>
      </p:sp>
      <p:sp>
        <p:nvSpPr>
          <p:cNvPr id="11" name="">
            <a:extLst xmlns:a="http://schemas.openxmlformats.org/drawingml/2006/main">
              <a:ext uri="{FF2B5EF4-FFF2-40B4-BE49-F238E27FC236}">
                <a16:creationId xmlns:a16="http://schemas.microsoft.com/office/drawing/2014/main" id="{0B03260F-B5EB-4BC2-99E8-AAC6510547C9}"/>
              </a:ext>
            </a:extLst>
          </p:cNvPr>
          <p:cNvSpPr>
            <a:spLocks xmlns:a="http://schemas.openxmlformats.org/drawingml/2006/main" noGrp="1"/>
          </p:cNvSpPr>
          <p:nvPr/>
        </p:nvSpPr>
        <p:spPr>
          <a:xfrm xmlns:a="http://schemas.openxmlformats.org/drawingml/2006/main">
            <a:off x="9010650" y="2381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qwen3:4b-instruct</a:t>
            </a:r>
          </a:p>
        </p:txBody>
      </p:sp>
      <p:sp>
        <p:nvSpPr>
          <p:cNvPr id="12" name="">
            <a:extLst xmlns:a="http://schemas.openxmlformats.org/drawingml/2006/main">
              <a:ext uri="{FF2B5EF4-FFF2-40B4-BE49-F238E27FC236}">
                <a16:creationId xmlns:a16="http://schemas.microsoft.com/office/drawing/2014/main" id="{91E1C0E3-6EE9-445D-A63C-C610EFAB9FA8}"/>
              </a:ext>
            </a:extLst>
          </p:cNvPr>
          <p:cNvSpPr>
            <a:spLocks xmlns:a="http://schemas.openxmlformats.org/drawingml/2006/main" noGrp="1"/>
          </p:cNvSpPr>
          <p:nvPr/>
        </p:nvSpPr>
        <p:spPr>
          <a:xfrm xmlns:a="http://schemas.openxmlformats.org/drawingml/2006/main" flipH="0" flipV="0">
            <a:off x="9010650" y="29337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3" name="">
            <a:extLst xmlns:a="http://schemas.openxmlformats.org/drawingml/2006/main">
              <a:ext uri="{FF2B5EF4-FFF2-40B4-BE49-F238E27FC236}">
                <a16:creationId xmlns:a16="http://schemas.microsoft.com/office/drawing/2014/main" id="{B540B1ED-81D1-40F3-9E83-43C10D54FF13}"/>
              </a:ext>
            </a:extLst>
          </p:cNvPr>
          <p:cNvSpPr>
            <a:spLocks xmlns:a="http://schemas.openxmlformats.org/drawingml/2006/main" noGrp="1"/>
          </p:cNvSpPr>
          <p:nvPr/>
        </p:nvSpPr>
        <p:spPr>
          <a:xfrm xmlns:a="http://schemas.openxmlformats.org/drawingml/2006/main">
            <a:off x="9010650" y="31432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Thinking</a:t>
            </a:r>
          </a:p>
        </p:txBody>
      </p:sp>
      <p:sp>
        <p:nvSpPr>
          <p:cNvPr id="14" name="">
            <a:extLst xmlns:a="http://schemas.openxmlformats.org/drawingml/2006/main">
              <a:ext uri="{FF2B5EF4-FFF2-40B4-BE49-F238E27FC236}">
                <a16:creationId xmlns:a16="http://schemas.microsoft.com/office/drawing/2014/main" id="{CA86F84E-6DC9-436D-8AA0-523CD647C401}"/>
              </a:ext>
            </a:extLst>
          </p:cNvPr>
          <p:cNvSpPr>
            <a:spLocks xmlns:a="http://schemas.openxmlformats.org/drawingml/2006/main" noGrp="1"/>
          </p:cNvSpPr>
          <p:nvPr/>
        </p:nvSpPr>
        <p:spPr>
          <a:xfrm xmlns:a="http://schemas.openxmlformats.org/drawingml/2006/main">
            <a:off x="9010650" y="35052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OFF</a:t>
            </a:r>
          </a:p>
        </p:txBody>
      </p:sp>
      <p:sp>
        <p:nvSpPr>
          <p:cNvPr id="15" name="">
            <a:extLst xmlns:a="http://schemas.openxmlformats.org/drawingml/2006/main">
              <a:ext uri="{FF2B5EF4-FFF2-40B4-BE49-F238E27FC236}">
                <a16:creationId xmlns:a16="http://schemas.microsoft.com/office/drawing/2014/main" id="{E8331546-C82F-4832-9B59-FC12CE5384AF}"/>
              </a:ext>
            </a:extLst>
          </p:cNvPr>
          <p:cNvSpPr>
            <a:spLocks xmlns:a="http://schemas.openxmlformats.org/drawingml/2006/main" noGrp="1"/>
          </p:cNvSpPr>
          <p:nvPr/>
        </p:nvSpPr>
        <p:spPr>
          <a:xfrm xmlns:a="http://schemas.openxmlformats.org/drawingml/2006/main" flipH="0" flipV="0">
            <a:off x="9010650" y="405765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6" name="">
            <a:extLst xmlns:a="http://schemas.openxmlformats.org/drawingml/2006/main">
              <a:ext uri="{FF2B5EF4-FFF2-40B4-BE49-F238E27FC236}">
                <a16:creationId xmlns:a16="http://schemas.microsoft.com/office/drawing/2014/main" id="{9D6D7853-5FF4-49F5-8978-829E3FE90B31}"/>
              </a:ext>
            </a:extLst>
          </p:cNvPr>
          <p:cNvSpPr>
            <a:spLocks xmlns:a="http://schemas.openxmlformats.org/drawingml/2006/main" noGrp="1"/>
          </p:cNvSpPr>
          <p:nvPr/>
        </p:nvSpPr>
        <p:spPr>
          <a:xfrm xmlns:a="http://schemas.openxmlformats.org/drawingml/2006/main">
            <a:off x="9010650" y="42672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200" b="1">
                <a:solidFill>
                  <a:srgbClr val="98A2B3"/>
                </a:solidFill>
                <a:latin typeface="AppleGothic"/>
                <a:ea typeface="AppleGothic"/>
                <a:cs typeface="AppleGothic"/>
              </a:defRPr>
            </a:pPr>
            <a:r>
              <a:rPr sz="1200" b="1">
                <a:solidFill>
                  <a:srgbClr val="98A2B3"/>
                </a:solidFill>
                <a:latin typeface="AppleGothic"/>
                <a:ea typeface="AppleGothic"/>
                <a:cs typeface="AppleGothic"/>
              </a:rPr>
              <a:t>종료 사유</a:t>
            </a:r>
          </a:p>
        </p:txBody>
      </p:sp>
      <p:sp>
        <p:nvSpPr>
          <p:cNvPr id="17" name="">
            <a:extLst xmlns:a="http://schemas.openxmlformats.org/drawingml/2006/main">
              <a:ext uri="{FF2B5EF4-FFF2-40B4-BE49-F238E27FC236}">
                <a16:creationId xmlns:a16="http://schemas.microsoft.com/office/drawing/2014/main" id="{DDB14BA3-9169-4063-BE11-F31EFFFF249B}"/>
              </a:ext>
            </a:extLst>
          </p:cNvPr>
          <p:cNvSpPr>
            <a:spLocks xmlns:a="http://schemas.openxmlformats.org/drawingml/2006/main" noGrp="1"/>
          </p:cNvSpPr>
          <p:nvPr/>
        </p:nvSpPr>
        <p:spPr>
          <a:xfrm xmlns:a="http://schemas.openxmlformats.org/drawingml/2006/main">
            <a:off x="9010650" y="46291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0000"/>
              </a:lnSpc>
              <a:buNone/>
              <a:defRPr sz="1800" b="1">
                <a:solidFill>
                  <a:srgbClr val="FFFFFF"/>
                </a:solidFill>
                <a:latin typeface="AppleGothic"/>
                <a:ea typeface="AppleGothic"/>
                <a:cs typeface="AppleGothic"/>
              </a:defRPr>
            </a:pPr>
            <a:r>
              <a:rPr sz="1800" b="1">
                <a:solidFill>
                  <a:srgbClr val="FFFFFF"/>
                </a:solidFill>
                <a:latin typeface="AppleGothic"/>
                <a:ea typeface="AppleGothic"/>
                <a:cs typeface="AppleGothic"/>
              </a:rPr>
              <a:t>stop</a:t>
            </a:r>
          </a:p>
        </p:txBody>
      </p:sp>
      <p:sp>
        <p:nvSpPr>
          <p:cNvPr id="18" name="">
            <a:extLst xmlns:a="http://schemas.openxmlformats.org/drawingml/2006/main">
              <a:ext uri="{FF2B5EF4-FFF2-40B4-BE49-F238E27FC236}">
                <a16:creationId xmlns:a16="http://schemas.microsoft.com/office/drawing/2014/main" id="{6B98F794-D9AD-4550-B267-9393AFC00280}"/>
              </a:ext>
            </a:extLst>
          </p:cNvPr>
          <p:cNvSpPr>
            <a:spLocks xmlns:a="http://schemas.openxmlformats.org/drawingml/2006/main" noGrp="1"/>
          </p:cNvSpPr>
          <p:nvPr/>
        </p:nvSpPr>
        <p:spPr>
          <a:xfrm xmlns:a="http://schemas.openxmlformats.org/drawingml/2006/main" flipH="0" flipV="0">
            <a:off x="9010650" y="5181600"/>
            <a:ext cx="2571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480069684"/>
      </p:ext>
    </p:extLst>
  </p:cSld>
</p:sld>
</file>

<file path=ppt/slides/slide7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9AD16C78-E809-4BD4-A633-36536F2C353D}"/>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2D4D9AA5-58A8-4331-B91D-D7330D8C22E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77</a:t>
            </a:r>
          </a:p>
        </p:txBody>
      </p:sp>
      <p:sp>
        <p:nvSpPr>
          <p:cNvPr id="3" name="">
            <a:extLst xmlns:a="http://schemas.openxmlformats.org/drawingml/2006/main">
              <a:ext uri="{FF2B5EF4-FFF2-40B4-BE49-F238E27FC236}">
                <a16:creationId xmlns:a16="http://schemas.microsoft.com/office/drawing/2014/main" id="{84B8FE40-A255-4F5E-83F4-D2A3A21AF660}"/>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E94FE1F-38F4-48B3-8816-C88F19D36D09}"/>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285E9FD6-B81A-4F1D-9764-D934B8F3911E}"/>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55DE601E-78F8-4757-81D2-AF7DCD6E2262}"/>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Demo와 Ollama 실행 경로 비교</a:t>
            </a:r>
          </a:p>
        </p:txBody>
      </p:sp>
      <p:sp>
        <p:nvSpPr>
          <p:cNvPr id="7" name="">
            <a:extLst xmlns:a="http://schemas.openxmlformats.org/drawingml/2006/main">
              <a:ext uri="{FF2B5EF4-FFF2-40B4-BE49-F238E27FC236}">
                <a16:creationId xmlns:a16="http://schemas.microsoft.com/office/drawing/2014/main" id="{E0604DAA-26C0-4F42-B40C-6784B38F30B4}"/>
              </a:ext>
            </a:extLst>
          </p:cNvPr>
          <p:cNvSpPr>
            <a:spLocks xmlns:a="http://schemas.openxmlformats.org/drawingml/2006/main" noGrp="1"/>
          </p:cNvSpPr>
          <p:nvPr/>
        </p:nvSpPr>
        <p:spPr>
          <a:xfrm xmlns:a="http://schemas.openxmlformats.org/drawingml/2006/main" rot="0">
            <a:off x="609600" y="1752600"/>
            <a:ext cx="211455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7A69C474-F00F-4ECD-B03A-BCF4741D018D}"/>
              </a:ext>
            </a:extLst>
          </p:cNvPr>
          <p:cNvSpPr>
            <a:spLocks xmlns:a="http://schemas.openxmlformats.org/drawingml/2006/main" noGrp="1"/>
          </p:cNvSpPr>
          <p:nvPr/>
        </p:nvSpPr>
        <p:spPr>
          <a:xfrm xmlns:a="http://schemas.openxmlformats.org/drawingml/2006/main">
            <a:off x="723900" y="175260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r>
              <a:t/>
            </a:r>
          </a:p>
        </p:txBody>
      </p:sp>
      <p:sp>
        <p:nvSpPr>
          <p:cNvPr id="9" name="">
            <a:extLst xmlns:a="http://schemas.openxmlformats.org/drawingml/2006/main">
              <a:ext uri="{FF2B5EF4-FFF2-40B4-BE49-F238E27FC236}">
                <a16:creationId xmlns:a16="http://schemas.microsoft.com/office/drawing/2014/main" id="{3B25331B-0FD1-4B92-922F-C3366F0D860F}"/>
              </a:ext>
            </a:extLst>
          </p:cNvPr>
          <p:cNvSpPr>
            <a:spLocks xmlns:a="http://schemas.openxmlformats.org/drawingml/2006/main" noGrp="1"/>
          </p:cNvSpPr>
          <p:nvPr/>
        </p:nvSpPr>
        <p:spPr>
          <a:xfrm xmlns:a="http://schemas.openxmlformats.org/drawingml/2006/main" rot="0">
            <a:off x="2724150" y="1752600"/>
            <a:ext cx="354330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975A9454-52CE-447E-82F5-04369928C227}"/>
              </a:ext>
            </a:extLst>
          </p:cNvPr>
          <p:cNvSpPr>
            <a:spLocks xmlns:a="http://schemas.openxmlformats.org/drawingml/2006/main" noGrp="1"/>
          </p:cNvSpPr>
          <p:nvPr/>
        </p:nvSpPr>
        <p:spPr>
          <a:xfrm xmlns:a="http://schemas.openxmlformats.org/drawingml/2006/main">
            <a:off x="2838450" y="1752600"/>
            <a:ext cx="3314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RUN A / BASELINE</a:t>
            </a:r>
          </a:p>
        </p:txBody>
      </p:sp>
      <p:sp>
        <p:nvSpPr>
          <p:cNvPr id="11" name="">
            <a:extLst xmlns:a="http://schemas.openxmlformats.org/drawingml/2006/main">
              <a:ext uri="{FF2B5EF4-FFF2-40B4-BE49-F238E27FC236}">
                <a16:creationId xmlns:a16="http://schemas.microsoft.com/office/drawing/2014/main" id="{79233058-B039-4AE5-AA25-8BEBDA80E0BB}"/>
              </a:ext>
            </a:extLst>
          </p:cNvPr>
          <p:cNvSpPr>
            <a:spLocks xmlns:a="http://schemas.openxmlformats.org/drawingml/2006/main" noGrp="1"/>
          </p:cNvSpPr>
          <p:nvPr/>
        </p:nvSpPr>
        <p:spPr>
          <a:xfrm xmlns:a="http://schemas.openxmlformats.org/drawingml/2006/main" rot="0">
            <a:off x="6267450" y="1752600"/>
            <a:ext cx="1333500" cy="533400"/>
          </a:xfrm>
          <a:prstGeom xmlns:a="http://schemas.openxmlformats.org/drawingml/2006/main" prst="rect">
            <a:avLst/>
          </a:prstGeom>
          <a:solidFill xmlns:a="http://schemas.openxmlformats.org/drawingml/2006/main">
            <a:srgbClr val="2563EB"/>
          </a:solidFill>
          <a:ln xmlns:a="http://schemas.openxmlformats.org/drawingml/2006/main" w="0">
            <a:solidFill>
              <a:srgbClr val="2563EB"/>
            </a:solidFill>
            <a:prstDash val="solid"/>
          </a:ln>
        </p:spPr>
      </p:sp>
      <p:sp>
        <p:nvSpPr>
          <p:cNvPr id="12" name="">
            <a:extLst xmlns:a="http://schemas.openxmlformats.org/drawingml/2006/main">
              <a:ext uri="{FF2B5EF4-FFF2-40B4-BE49-F238E27FC236}">
                <a16:creationId xmlns:a16="http://schemas.microsoft.com/office/drawing/2014/main" id="{C676E8C7-967D-4906-BECE-290B795CAB53}"/>
              </a:ext>
            </a:extLst>
          </p:cNvPr>
          <p:cNvSpPr>
            <a:spLocks xmlns:a="http://schemas.openxmlformats.org/drawingml/2006/main" noGrp="1"/>
          </p:cNvSpPr>
          <p:nvPr/>
        </p:nvSpPr>
        <p:spPr>
          <a:xfrm xmlns:a="http://schemas.openxmlformats.org/drawingml/2006/main">
            <a:off x="6381750" y="1752600"/>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Δ</a:t>
            </a:r>
          </a:p>
        </p:txBody>
      </p:sp>
      <p:sp>
        <p:nvSpPr>
          <p:cNvPr id="13" name="">
            <a:extLst xmlns:a="http://schemas.openxmlformats.org/drawingml/2006/main">
              <a:ext uri="{FF2B5EF4-FFF2-40B4-BE49-F238E27FC236}">
                <a16:creationId xmlns:a16="http://schemas.microsoft.com/office/drawing/2014/main" id="{3CF8436A-572E-4A32-BD5E-49148ACB2DD8}"/>
              </a:ext>
            </a:extLst>
          </p:cNvPr>
          <p:cNvSpPr>
            <a:spLocks xmlns:a="http://schemas.openxmlformats.org/drawingml/2006/main" noGrp="1"/>
          </p:cNvSpPr>
          <p:nvPr/>
        </p:nvSpPr>
        <p:spPr>
          <a:xfrm xmlns:a="http://schemas.openxmlformats.org/drawingml/2006/main" rot="0">
            <a:off x="7600950" y="1752600"/>
            <a:ext cx="3981450" cy="53340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4" name="">
            <a:extLst xmlns:a="http://schemas.openxmlformats.org/drawingml/2006/main">
              <a:ext uri="{FF2B5EF4-FFF2-40B4-BE49-F238E27FC236}">
                <a16:creationId xmlns:a16="http://schemas.microsoft.com/office/drawing/2014/main" id="{9C09D04C-CFF7-43B1-B54F-14C6732C0C88}"/>
              </a:ext>
            </a:extLst>
          </p:cNvPr>
          <p:cNvSpPr>
            <a:spLocks xmlns:a="http://schemas.openxmlformats.org/drawingml/2006/main" noGrp="1"/>
          </p:cNvSpPr>
          <p:nvPr/>
        </p:nvSpPr>
        <p:spPr>
          <a:xfrm xmlns:a="http://schemas.openxmlformats.org/drawingml/2006/main">
            <a:off x="7715250" y="1752600"/>
            <a:ext cx="3752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200" b="1">
                <a:solidFill>
                  <a:srgbClr val="FFFFFF"/>
                </a:solidFill>
                <a:latin typeface="Menlo"/>
                <a:ea typeface="Menlo"/>
                <a:cs typeface="Menlo"/>
              </a:defRPr>
            </a:pPr>
            <a:r>
              <a:rPr sz="1200" b="1">
                <a:solidFill>
                  <a:srgbClr val="FFFFFF"/>
                </a:solidFill>
                <a:latin typeface="Menlo"/>
                <a:ea typeface="Menlo"/>
                <a:cs typeface="Menlo"/>
              </a:rPr>
              <a:t>RUN B / VARIANT</a:t>
            </a:r>
          </a:p>
        </p:txBody>
      </p:sp>
      <p:sp>
        <p:nvSpPr>
          <p:cNvPr id="15" name="">
            <a:extLst xmlns:a="http://schemas.openxmlformats.org/drawingml/2006/main">
              <a:ext uri="{FF2B5EF4-FFF2-40B4-BE49-F238E27FC236}">
                <a16:creationId xmlns:a16="http://schemas.microsoft.com/office/drawing/2014/main" id="{1A5C8E98-7FBB-4946-BDA2-11150EDDB3E2}"/>
              </a:ext>
            </a:extLst>
          </p:cNvPr>
          <p:cNvSpPr>
            <a:spLocks xmlns:a="http://schemas.openxmlformats.org/drawingml/2006/main" noGrp="1"/>
          </p:cNvSpPr>
          <p:nvPr/>
        </p:nvSpPr>
        <p:spPr>
          <a:xfrm xmlns:a="http://schemas.openxmlformats.org/drawingml/2006/main" rot="0">
            <a:off x="609600" y="2286000"/>
            <a:ext cx="21145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CE86CE93-C103-42E5-BF4D-CDEED021B377}"/>
              </a:ext>
            </a:extLst>
          </p:cNvPr>
          <p:cNvSpPr>
            <a:spLocks xmlns:a="http://schemas.openxmlformats.org/drawingml/2006/main" noGrp="1"/>
          </p:cNvSpPr>
          <p:nvPr/>
        </p:nvSpPr>
        <p:spPr>
          <a:xfrm xmlns:a="http://schemas.openxmlformats.org/drawingml/2006/main">
            <a:off x="723900" y="22860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입력</a:t>
            </a:r>
          </a:p>
        </p:txBody>
      </p:sp>
      <p:sp>
        <p:nvSpPr>
          <p:cNvPr id="17" name="">
            <a:extLst xmlns:a="http://schemas.openxmlformats.org/drawingml/2006/main">
              <a:ext uri="{FF2B5EF4-FFF2-40B4-BE49-F238E27FC236}">
                <a16:creationId xmlns:a16="http://schemas.microsoft.com/office/drawing/2014/main" id="{898C8A41-13E2-489A-9DE9-DE9BA002612D}"/>
              </a:ext>
            </a:extLst>
          </p:cNvPr>
          <p:cNvSpPr>
            <a:spLocks xmlns:a="http://schemas.openxmlformats.org/drawingml/2006/main" noGrp="1"/>
          </p:cNvSpPr>
          <p:nvPr/>
        </p:nvSpPr>
        <p:spPr>
          <a:xfrm xmlns:a="http://schemas.openxmlformats.org/drawingml/2006/main" rot="0">
            <a:off x="2724150" y="2286000"/>
            <a:ext cx="35433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08B65057-5C5A-4599-B936-C60B9432C0C8}"/>
              </a:ext>
            </a:extLst>
          </p:cNvPr>
          <p:cNvSpPr>
            <a:spLocks xmlns:a="http://schemas.openxmlformats.org/drawingml/2006/main" noGrp="1"/>
          </p:cNvSpPr>
          <p:nvPr/>
        </p:nvSpPr>
        <p:spPr>
          <a:xfrm xmlns:a="http://schemas.openxmlformats.org/drawingml/2006/main">
            <a:off x="2838450" y="22860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동일 합성 고객 피드백</a:t>
            </a:r>
          </a:p>
        </p:txBody>
      </p:sp>
      <p:sp>
        <p:nvSpPr>
          <p:cNvPr id="19" name="">
            <a:extLst xmlns:a="http://schemas.openxmlformats.org/drawingml/2006/main">
              <a:ext uri="{FF2B5EF4-FFF2-40B4-BE49-F238E27FC236}">
                <a16:creationId xmlns:a16="http://schemas.microsoft.com/office/drawing/2014/main" id="{4BECAB89-79EC-4C08-AF2B-768B91B268DF}"/>
              </a:ext>
            </a:extLst>
          </p:cNvPr>
          <p:cNvSpPr>
            <a:spLocks xmlns:a="http://schemas.openxmlformats.org/drawingml/2006/main" noGrp="1"/>
          </p:cNvSpPr>
          <p:nvPr/>
        </p:nvSpPr>
        <p:spPr>
          <a:xfrm xmlns:a="http://schemas.openxmlformats.org/drawingml/2006/main" rot="0">
            <a:off x="6267450" y="2286000"/>
            <a:ext cx="1333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31DF4311-9782-4630-8FA5-460CF883C6DF}"/>
              </a:ext>
            </a:extLst>
          </p:cNvPr>
          <p:cNvSpPr>
            <a:spLocks xmlns:a="http://schemas.openxmlformats.org/drawingml/2006/main" noGrp="1"/>
          </p:cNvSpPr>
          <p:nvPr/>
        </p:nvSpPr>
        <p:spPr>
          <a:xfrm xmlns:a="http://schemas.openxmlformats.org/drawingml/2006/main">
            <a:off x="6381750" y="22860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21" name="">
            <a:extLst xmlns:a="http://schemas.openxmlformats.org/drawingml/2006/main">
              <a:ext uri="{FF2B5EF4-FFF2-40B4-BE49-F238E27FC236}">
                <a16:creationId xmlns:a16="http://schemas.microsoft.com/office/drawing/2014/main" id="{7DE81DD0-AB4E-43F9-9503-86A8FCB57A94}"/>
              </a:ext>
            </a:extLst>
          </p:cNvPr>
          <p:cNvSpPr>
            <a:spLocks xmlns:a="http://schemas.openxmlformats.org/drawingml/2006/main" noGrp="1"/>
          </p:cNvSpPr>
          <p:nvPr/>
        </p:nvSpPr>
        <p:spPr>
          <a:xfrm xmlns:a="http://schemas.openxmlformats.org/drawingml/2006/main" rot="0">
            <a:off x="7600950" y="2286000"/>
            <a:ext cx="39814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2C251257-557D-43D1-9F96-D4F5AADF809F}"/>
              </a:ext>
            </a:extLst>
          </p:cNvPr>
          <p:cNvSpPr>
            <a:spLocks xmlns:a="http://schemas.openxmlformats.org/drawingml/2006/main" noGrp="1"/>
          </p:cNvSpPr>
          <p:nvPr/>
        </p:nvSpPr>
        <p:spPr>
          <a:xfrm xmlns:a="http://schemas.openxmlformats.org/drawingml/2006/main">
            <a:off x="7715250" y="22860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동일 합성 고객 피드백</a:t>
            </a:r>
          </a:p>
        </p:txBody>
      </p:sp>
      <p:sp>
        <p:nvSpPr>
          <p:cNvPr id="23" name="">
            <a:extLst xmlns:a="http://schemas.openxmlformats.org/drawingml/2006/main">
              <a:ext uri="{FF2B5EF4-FFF2-40B4-BE49-F238E27FC236}">
                <a16:creationId xmlns:a16="http://schemas.microsoft.com/office/drawing/2014/main" id="{D597D2DF-03C1-4B78-A878-D9A7D516004A}"/>
              </a:ext>
            </a:extLst>
          </p:cNvPr>
          <p:cNvSpPr>
            <a:spLocks xmlns:a="http://schemas.openxmlformats.org/drawingml/2006/main" noGrp="1"/>
          </p:cNvSpPr>
          <p:nvPr/>
        </p:nvSpPr>
        <p:spPr>
          <a:xfrm xmlns:a="http://schemas.openxmlformats.org/drawingml/2006/main" rot="0">
            <a:off x="609600" y="2971800"/>
            <a:ext cx="21145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64562839-A710-4927-96AE-24E190E1772C}"/>
              </a:ext>
            </a:extLst>
          </p:cNvPr>
          <p:cNvSpPr>
            <a:spLocks xmlns:a="http://schemas.openxmlformats.org/drawingml/2006/main" noGrp="1"/>
          </p:cNvSpPr>
          <p:nvPr/>
        </p:nvSpPr>
        <p:spPr>
          <a:xfrm xmlns:a="http://schemas.openxmlformats.org/drawingml/2006/main">
            <a:off x="723900" y="29718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작업·온도</a:t>
            </a:r>
          </a:p>
        </p:txBody>
      </p:sp>
      <p:sp>
        <p:nvSpPr>
          <p:cNvPr id="25" name="">
            <a:extLst xmlns:a="http://schemas.openxmlformats.org/drawingml/2006/main">
              <a:ext uri="{FF2B5EF4-FFF2-40B4-BE49-F238E27FC236}">
                <a16:creationId xmlns:a16="http://schemas.microsoft.com/office/drawing/2014/main" id="{813C05C5-CD54-4766-918B-1CFBC69040BE}"/>
              </a:ext>
            </a:extLst>
          </p:cNvPr>
          <p:cNvSpPr>
            <a:spLocks xmlns:a="http://schemas.openxmlformats.org/drawingml/2006/main" noGrp="1"/>
          </p:cNvSpPr>
          <p:nvPr/>
        </p:nvSpPr>
        <p:spPr>
          <a:xfrm xmlns:a="http://schemas.openxmlformats.org/drawingml/2006/main" rot="0">
            <a:off x="2724150" y="2971800"/>
            <a:ext cx="35433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0181A206-D7C9-41B5-907A-002E25F69A61}"/>
              </a:ext>
            </a:extLst>
          </p:cNvPr>
          <p:cNvSpPr>
            <a:spLocks xmlns:a="http://schemas.openxmlformats.org/drawingml/2006/main" noGrp="1"/>
          </p:cNvSpPr>
          <p:nvPr/>
        </p:nvSpPr>
        <p:spPr>
          <a:xfrm xmlns:a="http://schemas.openxmlformats.org/drawingml/2006/main">
            <a:off x="2838450" y="29718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extract · 0.2</a:t>
            </a:r>
          </a:p>
        </p:txBody>
      </p:sp>
      <p:sp>
        <p:nvSpPr>
          <p:cNvPr id="27" name="">
            <a:extLst xmlns:a="http://schemas.openxmlformats.org/drawingml/2006/main">
              <a:ext uri="{FF2B5EF4-FFF2-40B4-BE49-F238E27FC236}">
                <a16:creationId xmlns:a16="http://schemas.microsoft.com/office/drawing/2014/main" id="{77F6C567-94ED-44E0-80E6-3CD042BC5FC9}"/>
              </a:ext>
            </a:extLst>
          </p:cNvPr>
          <p:cNvSpPr>
            <a:spLocks xmlns:a="http://schemas.openxmlformats.org/drawingml/2006/main" noGrp="1"/>
          </p:cNvSpPr>
          <p:nvPr/>
        </p:nvSpPr>
        <p:spPr>
          <a:xfrm xmlns:a="http://schemas.openxmlformats.org/drawingml/2006/main" rot="0">
            <a:off x="6267450" y="2971800"/>
            <a:ext cx="13335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CD5D89BF-7511-4090-A6A1-F4157F18E76F}"/>
              </a:ext>
            </a:extLst>
          </p:cNvPr>
          <p:cNvSpPr>
            <a:spLocks xmlns:a="http://schemas.openxmlformats.org/drawingml/2006/main" noGrp="1"/>
          </p:cNvSpPr>
          <p:nvPr/>
        </p:nvSpPr>
        <p:spPr>
          <a:xfrm xmlns:a="http://schemas.openxmlformats.org/drawingml/2006/main">
            <a:off x="6381750" y="29718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29" name="">
            <a:extLst xmlns:a="http://schemas.openxmlformats.org/drawingml/2006/main">
              <a:ext uri="{FF2B5EF4-FFF2-40B4-BE49-F238E27FC236}">
                <a16:creationId xmlns:a16="http://schemas.microsoft.com/office/drawing/2014/main" id="{A7EB0660-9757-4C00-8640-E71820C93079}"/>
              </a:ext>
            </a:extLst>
          </p:cNvPr>
          <p:cNvSpPr>
            <a:spLocks xmlns:a="http://schemas.openxmlformats.org/drawingml/2006/main" noGrp="1"/>
          </p:cNvSpPr>
          <p:nvPr/>
        </p:nvSpPr>
        <p:spPr>
          <a:xfrm xmlns:a="http://schemas.openxmlformats.org/drawingml/2006/main" rot="0">
            <a:off x="7600950" y="2971800"/>
            <a:ext cx="39814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D7EDDD7D-9E55-41E3-8E01-20C1F266EB1E}"/>
              </a:ext>
            </a:extLst>
          </p:cNvPr>
          <p:cNvSpPr>
            <a:spLocks xmlns:a="http://schemas.openxmlformats.org/drawingml/2006/main" noGrp="1"/>
          </p:cNvSpPr>
          <p:nvPr/>
        </p:nvSpPr>
        <p:spPr>
          <a:xfrm xmlns:a="http://schemas.openxmlformats.org/drawingml/2006/main">
            <a:off x="7715250" y="29718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extract · 0.2</a:t>
            </a:r>
          </a:p>
        </p:txBody>
      </p:sp>
      <p:sp>
        <p:nvSpPr>
          <p:cNvPr id="31" name="">
            <a:extLst xmlns:a="http://schemas.openxmlformats.org/drawingml/2006/main">
              <a:ext uri="{FF2B5EF4-FFF2-40B4-BE49-F238E27FC236}">
                <a16:creationId xmlns:a16="http://schemas.microsoft.com/office/drawing/2014/main" id="{14FD5B90-0138-45A8-BF78-D75243D9BBB9}"/>
              </a:ext>
            </a:extLst>
          </p:cNvPr>
          <p:cNvSpPr>
            <a:spLocks xmlns:a="http://schemas.openxmlformats.org/drawingml/2006/main" noGrp="1"/>
          </p:cNvSpPr>
          <p:nvPr/>
        </p:nvSpPr>
        <p:spPr>
          <a:xfrm xmlns:a="http://schemas.openxmlformats.org/drawingml/2006/main" rot="0">
            <a:off x="609600" y="3657600"/>
            <a:ext cx="21145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C3AF2FB6-0AF4-4B64-8985-C07A00D3BA61}"/>
              </a:ext>
            </a:extLst>
          </p:cNvPr>
          <p:cNvSpPr>
            <a:spLocks xmlns:a="http://schemas.openxmlformats.org/drawingml/2006/main" noGrp="1"/>
          </p:cNvSpPr>
          <p:nvPr/>
        </p:nvSpPr>
        <p:spPr>
          <a:xfrm xmlns:a="http://schemas.openxmlformats.org/drawingml/2006/main">
            <a:off x="723900" y="36576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제공자·모델</a:t>
            </a:r>
          </a:p>
        </p:txBody>
      </p:sp>
      <p:sp>
        <p:nvSpPr>
          <p:cNvPr id="33" name="">
            <a:extLst xmlns:a="http://schemas.openxmlformats.org/drawingml/2006/main">
              <a:ext uri="{FF2B5EF4-FFF2-40B4-BE49-F238E27FC236}">
                <a16:creationId xmlns:a16="http://schemas.microsoft.com/office/drawing/2014/main" id="{862C116C-FB61-48F7-94C1-D40CCA9DA945}"/>
              </a:ext>
            </a:extLst>
          </p:cNvPr>
          <p:cNvSpPr>
            <a:spLocks xmlns:a="http://schemas.openxmlformats.org/drawingml/2006/main" noGrp="1"/>
          </p:cNvSpPr>
          <p:nvPr/>
        </p:nvSpPr>
        <p:spPr>
          <a:xfrm xmlns:a="http://schemas.openxmlformats.org/drawingml/2006/main" rot="0">
            <a:off x="2724150" y="3657600"/>
            <a:ext cx="35433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418EB49E-1A15-482B-84A5-50C841CFFAF5}"/>
              </a:ext>
            </a:extLst>
          </p:cNvPr>
          <p:cNvSpPr>
            <a:spLocks xmlns:a="http://schemas.openxmlformats.org/drawingml/2006/main" noGrp="1"/>
          </p:cNvSpPr>
          <p:nvPr/>
        </p:nvSpPr>
        <p:spPr>
          <a:xfrm xmlns:a="http://schemas.openxmlformats.org/drawingml/2006/main">
            <a:off x="2838450" y="36576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demo · trace-demo-1</a:t>
            </a:r>
          </a:p>
        </p:txBody>
      </p:sp>
      <p:sp>
        <p:nvSpPr>
          <p:cNvPr id="35" name="">
            <a:extLst xmlns:a="http://schemas.openxmlformats.org/drawingml/2006/main">
              <a:ext uri="{FF2B5EF4-FFF2-40B4-BE49-F238E27FC236}">
                <a16:creationId xmlns:a16="http://schemas.microsoft.com/office/drawing/2014/main" id="{2EBA2AC7-709B-4AFE-ABF2-7B6146D70A65}"/>
              </a:ext>
            </a:extLst>
          </p:cNvPr>
          <p:cNvSpPr>
            <a:spLocks xmlns:a="http://schemas.openxmlformats.org/drawingml/2006/main" noGrp="1"/>
          </p:cNvSpPr>
          <p:nvPr/>
        </p:nvSpPr>
        <p:spPr>
          <a:xfrm xmlns:a="http://schemas.openxmlformats.org/drawingml/2006/main" rot="0">
            <a:off x="6267450" y="3657600"/>
            <a:ext cx="1333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A43DF8A4-2A8D-46FF-9450-C38ACB2A9BF1}"/>
              </a:ext>
            </a:extLst>
          </p:cNvPr>
          <p:cNvSpPr>
            <a:spLocks xmlns:a="http://schemas.openxmlformats.org/drawingml/2006/main" noGrp="1"/>
          </p:cNvSpPr>
          <p:nvPr/>
        </p:nvSpPr>
        <p:spPr>
          <a:xfrm xmlns:a="http://schemas.openxmlformats.org/drawingml/2006/main">
            <a:off x="6381750" y="36576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37" name="">
            <a:extLst xmlns:a="http://schemas.openxmlformats.org/drawingml/2006/main">
              <a:ext uri="{FF2B5EF4-FFF2-40B4-BE49-F238E27FC236}">
                <a16:creationId xmlns:a16="http://schemas.microsoft.com/office/drawing/2014/main" id="{E63EB2D1-0FD7-4C39-941D-B77405F7CB60}"/>
              </a:ext>
            </a:extLst>
          </p:cNvPr>
          <p:cNvSpPr>
            <a:spLocks xmlns:a="http://schemas.openxmlformats.org/drawingml/2006/main" noGrp="1"/>
          </p:cNvSpPr>
          <p:nvPr/>
        </p:nvSpPr>
        <p:spPr>
          <a:xfrm xmlns:a="http://schemas.openxmlformats.org/drawingml/2006/main" rot="0">
            <a:off x="7600950" y="3657600"/>
            <a:ext cx="39814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F5FEC1EA-532C-4F2A-8995-997EE43F2FF1}"/>
              </a:ext>
            </a:extLst>
          </p:cNvPr>
          <p:cNvSpPr>
            <a:spLocks xmlns:a="http://schemas.openxmlformats.org/drawingml/2006/main" noGrp="1"/>
          </p:cNvSpPr>
          <p:nvPr/>
        </p:nvSpPr>
        <p:spPr>
          <a:xfrm xmlns:a="http://schemas.openxmlformats.org/drawingml/2006/main">
            <a:off x="7715250" y="36576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ollama · qwen3:4b-instruct</a:t>
            </a:r>
          </a:p>
        </p:txBody>
      </p:sp>
      <p:sp>
        <p:nvSpPr>
          <p:cNvPr id="39" name="">
            <a:extLst xmlns:a="http://schemas.openxmlformats.org/drawingml/2006/main">
              <a:ext uri="{FF2B5EF4-FFF2-40B4-BE49-F238E27FC236}">
                <a16:creationId xmlns:a16="http://schemas.microsoft.com/office/drawing/2014/main" id="{B488F1A7-BC79-407C-99EB-AD6AC6FE4321}"/>
              </a:ext>
            </a:extLst>
          </p:cNvPr>
          <p:cNvSpPr>
            <a:spLocks xmlns:a="http://schemas.openxmlformats.org/drawingml/2006/main" noGrp="1"/>
          </p:cNvSpPr>
          <p:nvPr/>
        </p:nvSpPr>
        <p:spPr>
          <a:xfrm xmlns:a="http://schemas.openxmlformats.org/drawingml/2006/main" rot="0">
            <a:off x="609600" y="4343400"/>
            <a:ext cx="21145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C894054F-E5E8-416B-A92F-A4CF9103F377}"/>
              </a:ext>
            </a:extLst>
          </p:cNvPr>
          <p:cNvSpPr>
            <a:spLocks xmlns:a="http://schemas.openxmlformats.org/drawingml/2006/main" noGrp="1"/>
          </p:cNvSpPr>
          <p:nvPr/>
        </p:nvSpPr>
        <p:spPr>
          <a:xfrm xmlns:a="http://schemas.openxmlformats.org/drawingml/2006/main">
            <a:off x="723900" y="434340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191919"/>
                </a:solidFill>
                <a:latin typeface="Menlo"/>
                <a:ea typeface="Menlo"/>
                <a:cs typeface="Menlo"/>
              </a:defRPr>
            </a:pPr>
            <a:r>
              <a:rPr sz="1275" b="1">
                <a:solidFill>
                  <a:srgbClr val="191919"/>
                </a:solidFill>
                <a:latin typeface="Menlo"/>
                <a:ea typeface="Menlo"/>
                <a:cs typeface="Menlo"/>
              </a:rPr>
              <a:t>확인</a:t>
            </a:r>
          </a:p>
        </p:txBody>
      </p:sp>
      <p:sp>
        <p:nvSpPr>
          <p:cNvPr id="41" name="">
            <a:extLst xmlns:a="http://schemas.openxmlformats.org/drawingml/2006/main">
              <a:ext uri="{FF2B5EF4-FFF2-40B4-BE49-F238E27FC236}">
                <a16:creationId xmlns:a16="http://schemas.microsoft.com/office/drawing/2014/main" id="{0E05091C-100B-4E6C-9CE2-A3D739C46E65}"/>
              </a:ext>
            </a:extLst>
          </p:cNvPr>
          <p:cNvSpPr>
            <a:spLocks xmlns:a="http://schemas.openxmlformats.org/drawingml/2006/main" noGrp="1"/>
          </p:cNvSpPr>
          <p:nvPr/>
        </p:nvSpPr>
        <p:spPr>
          <a:xfrm xmlns:a="http://schemas.openxmlformats.org/drawingml/2006/main" rot="0">
            <a:off x="2724150" y="4343400"/>
            <a:ext cx="35433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ABA271FC-382A-4C66-8806-D23D5541D8C6}"/>
              </a:ext>
            </a:extLst>
          </p:cNvPr>
          <p:cNvSpPr>
            <a:spLocks xmlns:a="http://schemas.openxmlformats.org/drawingml/2006/main" noGrp="1"/>
          </p:cNvSpPr>
          <p:nvPr/>
        </p:nvSpPr>
        <p:spPr>
          <a:xfrm xmlns:a="http://schemas.openxmlformats.org/drawingml/2006/main">
            <a:off x="2838450" y="43434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형식 · 근거 · 상태 · 지연</a:t>
            </a:r>
          </a:p>
        </p:txBody>
      </p:sp>
      <p:sp>
        <p:nvSpPr>
          <p:cNvPr id="43" name="">
            <a:extLst xmlns:a="http://schemas.openxmlformats.org/drawingml/2006/main">
              <a:ext uri="{FF2B5EF4-FFF2-40B4-BE49-F238E27FC236}">
                <a16:creationId xmlns:a16="http://schemas.microsoft.com/office/drawing/2014/main" id="{B3851372-A1E0-4334-AD75-D55D213E5970}"/>
              </a:ext>
            </a:extLst>
          </p:cNvPr>
          <p:cNvSpPr>
            <a:spLocks xmlns:a="http://schemas.openxmlformats.org/drawingml/2006/main" noGrp="1"/>
          </p:cNvSpPr>
          <p:nvPr/>
        </p:nvSpPr>
        <p:spPr>
          <a:xfrm xmlns:a="http://schemas.openxmlformats.org/drawingml/2006/main" rot="0">
            <a:off x="6267450" y="4343400"/>
            <a:ext cx="133350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4" name="">
            <a:extLst xmlns:a="http://schemas.openxmlformats.org/drawingml/2006/main">
              <a:ext uri="{FF2B5EF4-FFF2-40B4-BE49-F238E27FC236}">
                <a16:creationId xmlns:a16="http://schemas.microsoft.com/office/drawing/2014/main" id="{AB484CB7-F3F7-48C8-A2C0-BED1E734EE5D}"/>
              </a:ext>
            </a:extLst>
          </p:cNvPr>
          <p:cNvSpPr>
            <a:spLocks xmlns:a="http://schemas.openxmlformats.org/drawingml/2006/main" noGrp="1"/>
          </p:cNvSpPr>
          <p:nvPr/>
        </p:nvSpPr>
        <p:spPr>
          <a:xfrm xmlns:a="http://schemas.openxmlformats.org/drawingml/2006/main">
            <a:off x="6381750" y="4343400"/>
            <a:ext cx="1104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0000"/>
              </a:lnSpc>
              <a:buNone/>
              <a:defRPr sz="1350" b="1">
                <a:solidFill>
                  <a:srgbClr val="2563EB"/>
                </a:solidFill>
                <a:latin typeface="AppleGothic"/>
                <a:ea typeface="AppleGothic"/>
                <a:cs typeface="AppleGothic"/>
              </a:defRPr>
            </a:pPr>
            <a:r>
              <a:rPr sz="1350" b="1">
                <a:solidFill>
                  <a:srgbClr val="2563EB"/>
                </a:solidFill>
                <a:latin typeface="AppleGothic"/>
                <a:ea typeface="AppleGothic"/>
                <a:cs typeface="AppleGothic"/>
              </a:rPr>
              <a:t>↔</a:t>
            </a:r>
          </a:p>
        </p:txBody>
      </p:sp>
      <p:sp>
        <p:nvSpPr>
          <p:cNvPr id="45" name="">
            <a:extLst xmlns:a="http://schemas.openxmlformats.org/drawingml/2006/main">
              <a:ext uri="{FF2B5EF4-FFF2-40B4-BE49-F238E27FC236}">
                <a16:creationId xmlns:a16="http://schemas.microsoft.com/office/drawing/2014/main" id="{E31521CA-7B9A-46B4-93AA-98FB048C8622}"/>
              </a:ext>
            </a:extLst>
          </p:cNvPr>
          <p:cNvSpPr>
            <a:spLocks xmlns:a="http://schemas.openxmlformats.org/drawingml/2006/main" noGrp="1"/>
          </p:cNvSpPr>
          <p:nvPr/>
        </p:nvSpPr>
        <p:spPr>
          <a:xfrm xmlns:a="http://schemas.openxmlformats.org/drawingml/2006/main" rot="0">
            <a:off x="7600950" y="4343400"/>
            <a:ext cx="3981450" cy="68580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6" name="">
            <a:extLst xmlns:a="http://schemas.openxmlformats.org/drawingml/2006/main">
              <a:ext uri="{FF2B5EF4-FFF2-40B4-BE49-F238E27FC236}">
                <a16:creationId xmlns:a16="http://schemas.microsoft.com/office/drawing/2014/main" id="{BB01076B-A484-45E2-AF1A-9E513366F614}"/>
              </a:ext>
            </a:extLst>
          </p:cNvPr>
          <p:cNvSpPr>
            <a:spLocks xmlns:a="http://schemas.openxmlformats.org/drawingml/2006/main" noGrp="1"/>
          </p:cNvSpPr>
          <p:nvPr/>
        </p:nvSpPr>
        <p:spPr>
          <a:xfrm xmlns:a="http://schemas.openxmlformats.org/drawingml/2006/main">
            <a:off x="7715250" y="4343400"/>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350" b="0">
                <a:solidFill>
                  <a:srgbClr val="191919"/>
                </a:solidFill>
                <a:latin typeface="AppleGothic"/>
                <a:ea typeface="AppleGothic"/>
                <a:cs typeface="AppleGothic"/>
              </a:defRPr>
            </a:pPr>
            <a:r>
              <a:rPr sz="1350" b="0">
                <a:solidFill>
                  <a:srgbClr val="191919"/>
                </a:solidFill>
                <a:latin typeface="AppleGothic"/>
                <a:ea typeface="AppleGothic"/>
                <a:cs typeface="AppleGothic"/>
              </a:rPr>
              <a:t>형식 · 근거 · 적재 · 생성</a:t>
            </a:r>
          </a:p>
        </p:txBody>
      </p:sp>
      <p:sp>
        <p:nvSpPr>
          <p:cNvPr id="47" name="">
            <a:extLst xmlns:a="http://schemas.openxmlformats.org/drawingml/2006/main">
              <a:ext uri="{FF2B5EF4-FFF2-40B4-BE49-F238E27FC236}">
                <a16:creationId xmlns:a16="http://schemas.microsoft.com/office/drawing/2014/main" id="{6D3CE080-75C6-4B85-B6D2-A256879B5F72}"/>
              </a:ext>
            </a:extLst>
          </p:cNvPr>
          <p:cNvSpPr>
            <a:spLocks xmlns:a="http://schemas.openxmlformats.org/drawingml/2006/main" noGrp="1"/>
          </p:cNvSpPr>
          <p:nvPr/>
        </p:nvSpPr>
        <p:spPr>
          <a:xfrm xmlns:a="http://schemas.openxmlformats.org/drawingml/2006/main">
            <a:off x="609600" y="56578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191919"/>
                </a:solidFill>
                <a:latin typeface="AppleGothic"/>
                <a:ea typeface="AppleGothic"/>
                <a:cs typeface="AppleGothic"/>
              </a:defRPr>
            </a:pPr>
            <a:r>
              <a:rPr sz="1350" b="1">
                <a:solidFill>
                  <a:srgbClr val="191919"/>
                </a:solidFill>
                <a:latin typeface="AppleGothic"/>
                <a:ea typeface="AppleGothic"/>
                <a:cs typeface="AppleGothic"/>
              </a:rPr>
              <a:t>운영 경로 비교이며 모델 성능의 우열 결론은 아님</a:t>
            </a:r>
          </a:p>
        </p:txBody>
      </p:sp>
    </p:spTree>
    <p:extLst>
      <p:ext uri="{BB962C8B-B14F-4D97-AF65-F5344CB8AC3E}">
        <p14:creationId xmlns:p14="http://schemas.microsoft.com/office/powerpoint/2010/main" val="519938595"/>
      </p:ext>
    </p:extLst>
  </p:cSld>
</p:sld>
</file>

<file path=ppt/slides/slide7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48938AA4-8175-4D61-A266-AB104061D19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27642453-6535-4D88-8CE0-5733F9C8D07B}"/>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667085"/>
                </a:solidFill>
                <a:latin typeface="Menlo"/>
                <a:ea typeface="Menlo"/>
                <a:cs typeface="Menlo"/>
              </a:defRPr>
            </a:pPr>
            <a:r>
              <a:rPr sz="1050" b="1">
                <a:solidFill>
                  <a:srgbClr val="667085"/>
                </a:solidFill>
                <a:latin typeface="Menlo"/>
                <a:ea typeface="Menlo"/>
                <a:cs typeface="Menlo"/>
              </a:rPr>
              <a:t>78</a:t>
            </a:r>
          </a:p>
        </p:txBody>
      </p:sp>
      <p:sp>
        <p:nvSpPr>
          <p:cNvPr id="3" name="">
            <a:extLst xmlns:a="http://schemas.openxmlformats.org/drawingml/2006/main">
              <a:ext uri="{FF2B5EF4-FFF2-40B4-BE49-F238E27FC236}">
                <a16:creationId xmlns:a16="http://schemas.microsoft.com/office/drawing/2014/main" id="{208335C7-E40D-4898-838E-7478C0C52C9E}"/>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4" name="">
            <a:extLst xmlns:a="http://schemas.openxmlformats.org/drawingml/2006/main">
              <a:ext uri="{FF2B5EF4-FFF2-40B4-BE49-F238E27FC236}">
                <a16:creationId xmlns:a16="http://schemas.microsoft.com/office/drawing/2014/main" id="{E9A022C5-20BF-499D-B75B-62FACB06402A}"/>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667085"/>
                </a:solidFill>
                <a:latin typeface="AppleGothic"/>
                <a:ea typeface="AppleGothic"/>
                <a:cs typeface="AppleGothic"/>
              </a:defRPr>
            </a:pPr>
            <a:r>
              <a:rPr sz="1050" b="1">
                <a:solidFill>
                  <a:srgbClr val="667085"/>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4EE4F443-353C-422F-A772-7DAF19EF8BD6}"/>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191919"/>
          </a:solidFill>
          <a:ln xmlns:a="http://schemas.openxmlformats.org/drawingml/2006/main" w="0">
            <a:solidFill>
              <a:srgbClr val="191919"/>
            </a:solidFill>
            <a:prstDash val="solid"/>
          </a:ln>
        </p:spPr>
      </p:sp>
      <p:sp>
        <p:nvSpPr>
          <p:cNvPr id="6" name="">
            <a:extLst xmlns:a="http://schemas.openxmlformats.org/drawingml/2006/main">
              <a:ext uri="{FF2B5EF4-FFF2-40B4-BE49-F238E27FC236}">
                <a16:creationId xmlns:a16="http://schemas.microsoft.com/office/drawing/2014/main" id="{FA52915D-4F1D-49CD-ABC2-AB84C5A614F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191919"/>
                </a:solidFill>
                <a:latin typeface="AppleGothic"/>
                <a:ea typeface="AppleGothic"/>
                <a:cs typeface="AppleGothic"/>
              </a:defRPr>
            </a:pPr>
            <a:r>
              <a:rPr sz="3000" b="1">
                <a:solidFill>
                  <a:srgbClr val="191919"/>
                </a:solidFill>
                <a:latin typeface="AppleGothic"/>
                <a:ea typeface="AppleGothic"/>
                <a:cs typeface="AppleGothic"/>
              </a:rPr>
              <a:t>실습 노트북 실행 순서</a:t>
            </a:r>
          </a:p>
        </p:txBody>
      </p:sp>
      <p:sp>
        <p:nvSpPr>
          <p:cNvPr id="7" name="">
            <a:extLst xmlns:a="http://schemas.openxmlformats.org/drawingml/2006/main">
              <a:ext uri="{FF2B5EF4-FFF2-40B4-BE49-F238E27FC236}">
                <a16:creationId xmlns:a16="http://schemas.microsoft.com/office/drawing/2014/main" id="{56BE7C85-AADC-4DDD-A1F5-215E6AB89AC6}"/>
              </a:ext>
            </a:extLst>
          </p:cNvPr>
          <p:cNvSpPr>
            <a:spLocks xmlns:a="http://schemas.openxmlformats.org/drawingml/2006/main" noGrp="1"/>
          </p:cNvSpPr>
          <p:nvPr/>
        </p:nvSpPr>
        <p:spPr>
          <a:xfrm xmlns:a="http://schemas.openxmlformats.org/drawingml/2006/main" rot="0">
            <a:off x="609600" y="1466850"/>
            <a:ext cx="10477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8" name="">
            <a:extLst xmlns:a="http://schemas.openxmlformats.org/drawingml/2006/main">
              <a:ext uri="{FF2B5EF4-FFF2-40B4-BE49-F238E27FC236}">
                <a16:creationId xmlns:a16="http://schemas.microsoft.com/office/drawing/2014/main" id="{48824145-5337-4610-B8A7-B0524F30FCA6}"/>
              </a:ext>
            </a:extLst>
          </p:cNvPr>
          <p:cNvSpPr>
            <a:spLocks xmlns:a="http://schemas.openxmlformats.org/drawingml/2006/main" noGrp="1"/>
          </p:cNvSpPr>
          <p:nvPr/>
        </p:nvSpPr>
        <p:spPr>
          <a:xfrm xmlns:a="http://schemas.openxmlformats.org/drawingml/2006/main">
            <a:off x="742950" y="1466850"/>
            <a:ext cx="78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순서</a:t>
            </a:r>
          </a:p>
        </p:txBody>
      </p:sp>
      <p:sp>
        <p:nvSpPr>
          <p:cNvPr id="9" name="">
            <a:extLst xmlns:a="http://schemas.openxmlformats.org/drawingml/2006/main">
              <a:ext uri="{FF2B5EF4-FFF2-40B4-BE49-F238E27FC236}">
                <a16:creationId xmlns:a16="http://schemas.microsoft.com/office/drawing/2014/main" id="{2291DE85-29D4-4DA9-A844-0A493AFBFFAD}"/>
              </a:ext>
            </a:extLst>
          </p:cNvPr>
          <p:cNvSpPr>
            <a:spLocks xmlns:a="http://schemas.openxmlformats.org/drawingml/2006/main" noGrp="1"/>
          </p:cNvSpPr>
          <p:nvPr/>
        </p:nvSpPr>
        <p:spPr>
          <a:xfrm xmlns:a="http://schemas.openxmlformats.org/drawingml/2006/main" rot="0">
            <a:off x="1657350" y="1466850"/>
            <a:ext cx="381000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0" name="">
            <a:extLst xmlns:a="http://schemas.openxmlformats.org/drawingml/2006/main">
              <a:ext uri="{FF2B5EF4-FFF2-40B4-BE49-F238E27FC236}">
                <a16:creationId xmlns:a16="http://schemas.microsoft.com/office/drawing/2014/main" id="{44EB8A4E-B892-45AF-974E-7C375DDA0464}"/>
              </a:ext>
            </a:extLst>
          </p:cNvPr>
          <p:cNvSpPr>
            <a:spLocks xmlns:a="http://schemas.openxmlformats.org/drawingml/2006/main" noGrp="1"/>
          </p:cNvSpPr>
          <p:nvPr/>
        </p:nvSpPr>
        <p:spPr>
          <a:xfrm xmlns:a="http://schemas.openxmlformats.org/drawingml/2006/main">
            <a:off x="1790700" y="1466850"/>
            <a:ext cx="3543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노트북 단계</a:t>
            </a:r>
          </a:p>
        </p:txBody>
      </p:sp>
      <p:sp>
        <p:nvSpPr>
          <p:cNvPr id="11" name="">
            <a:extLst xmlns:a="http://schemas.openxmlformats.org/drawingml/2006/main">
              <a:ext uri="{FF2B5EF4-FFF2-40B4-BE49-F238E27FC236}">
                <a16:creationId xmlns:a16="http://schemas.microsoft.com/office/drawing/2014/main" id="{D4D714C6-9926-4D5A-9DA3-E8BB5879D905}"/>
              </a:ext>
            </a:extLst>
          </p:cNvPr>
          <p:cNvSpPr>
            <a:spLocks xmlns:a="http://schemas.openxmlformats.org/drawingml/2006/main" noGrp="1"/>
          </p:cNvSpPr>
          <p:nvPr/>
        </p:nvSpPr>
        <p:spPr>
          <a:xfrm xmlns:a="http://schemas.openxmlformats.org/drawingml/2006/main" rot="0">
            <a:off x="5467350" y="1466850"/>
            <a:ext cx="6115050" cy="514350"/>
          </a:xfrm>
          <a:prstGeom xmlns:a="http://schemas.openxmlformats.org/drawingml/2006/main" prst="rect">
            <a:avLst/>
          </a:prstGeom>
          <a:solidFill xmlns:a="http://schemas.openxmlformats.org/drawingml/2006/main">
            <a:srgbClr val="0B1F3A"/>
          </a:solidFill>
          <a:ln xmlns:a="http://schemas.openxmlformats.org/drawingml/2006/main" w="0">
            <a:solidFill>
              <a:srgbClr val="0B1F3A"/>
            </a:solidFill>
            <a:prstDash val="solid"/>
          </a:ln>
        </p:spPr>
      </p:sp>
      <p:sp>
        <p:nvSpPr>
          <p:cNvPr id="12" name="">
            <a:extLst xmlns:a="http://schemas.openxmlformats.org/drawingml/2006/main">
              <a:ext uri="{FF2B5EF4-FFF2-40B4-BE49-F238E27FC236}">
                <a16:creationId xmlns:a16="http://schemas.microsoft.com/office/drawing/2014/main" id="{8D951452-5DF5-44F7-9DA9-F43968C94D3C}"/>
              </a:ext>
            </a:extLst>
          </p:cNvPr>
          <p:cNvSpPr>
            <a:spLocks xmlns:a="http://schemas.openxmlformats.org/drawingml/2006/main" noGrp="1"/>
          </p:cNvSpPr>
          <p:nvPr/>
        </p:nvSpPr>
        <p:spPr>
          <a:xfrm xmlns:a="http://schemas.openxmlformats.org/drawingml/2006/main">
            <a:off x="5600700" y="1466850"/>
            <a:ext cx="5848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0000"/>
              </a:lnSpc>
              <a:buNone/>
              <a:defRPr sz="1275" b="1">
                <a:solidFill>
                  <a:srgbClr val="FFFFFF"/>
                </a:solidFill>
                <a:latin typeface="AppleGothic"/>
                <a:ea typeface="AppleGothic"/>
                <a:cs typeface="AppleGothic"/>
              </a:defRPr>
            </a:pPr>
            <a:r>
              <a:rPr sz="1275" b="1">
                <a:solidFill>
                  <a:srgbClr val="FFFFFF"/>
                </a:solidFill>
                <a:latin typeface="AppleGothic"/>
                <a:ea typeface="AppleGothic"/>
                <a:cs typeface="AppleGothic"/>
              </a:rPr>
              <a:t>완료 증거</a:t>
            </a:r>
          </a:p>
        </p:txBody>
      </p:sp>
      <p:sp>
        <p:nvSpPr>
          <p:cNvPr id="13" name="">
            <a:extLst xmlns:a="http://schemas.openxmlformats.org/drawingml/2006/main">
              <a:ext uri="{FF2B5EF4-FFF2-40B4-BE49-F238E27FC236}">
                <a16:creationId xmlns:a16="http://schemas.microsoft.com/office/drawing/2014/main" id="{3AC7C789-33E9-466A-A6D0-50525B86CA58}"/>
              </a:ext>
            </a:extLst>
          </p:cNvPr>
          <p:cNvSpPr>
            <a:spLocks xmlns:a="http://schemas.openxmlformats.org/drawingml/2006/main" noGrp="1"/>
          </p:cNvSpPr>
          <p:nvPr/>
        </p:nvSpPr>
        <p:spPr>
          <a:xfrm xmlns:a="http://schemas.openxmlformats.org/drawingml/2006/main" rot="0">
            <a:off x="609600" y="1981200"/>
            <a:ext cx="10477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4" name="">
            <a:extLst xmlns:a="http://schemas.openxmlformats.org/drawingml/2006/main">
              <a:ext uri="{FF2B5EF4-FFF2-40B4-BE49-F238E27FC236}">
                <a16:creationId xmlns:a16="http://schemas.microsoft.com/office/drawing/2014/main" id="{2BC47599-B4A8-48F6-8B00-828C03C7EB9A}"/>
              </a:ext>
            </a:extLst>
          </p:cNvPr>
          <p:cNvSpPr>
            <a:spLocks xmlns:a="http://schemas.openxmlformats.org/drawingml/2006/main" noGrp="1"/>
          </p:cNvSpPr>
          <p:nvPr/>
        </p:nvSpPr>
        <p:spPr>
          <a:xfrm xmlns:a="http://schemas.openxmlformats.org/drawingml/2006/main">
            <a:off x="742950" y="1981200"/>
            <a:ext cx="781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01</a:t>
            </a:r>
          </a:p>
        </p:txBody>
      </p:sp>
      <p:sp>
        <p:nvSpPr>
          <p:cNvPr id="15" name="">
            <a:extLst xmlns:a="http://schemas.openxmlformats.org/drawingml/2006/main">
              <a:ext uri="{FF2B5EF4-FFF2-40B4-BE49-F238E27FC236}">
                <a16:creationId xmlns:a16="http://schemas.microsoft.com/office/drawing/2014/main" id="{AA9D2787-680E-428D-AAC3-42022E59A4A7}"/>
              </a:ext>
            </a:extLst>
          </p:cNvPr>
          <p:cNvSpPr>
            <a:spLocks xmlns:a="http://schemas.openxmlformats.org/drawingml/2006/main" noGrp="1"/>
          </p:cNvSpPr>
          <p:nvPr/>
        </p:nvSpPr>
        <p:spPr>
          <a:xfrm xmlns:a="http://schemas.openxmlformats.org/drawingml/2006/main" rot="0">
            <a:off x="1657350" y="1981200"/>
            <a:ext cx="38100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27BE3858-9260-4FC9-BCD6-B8AE1BA2E4D7}"/>
              </a:ext>
            </a:extLst>
          </p:cNvPr>
          <p:cNvSpPr>
            <a:spLocks xmlns:a="http://schemas.openxmlformats.org/drawingml/2006/main" noGrp="1"/>
          </p:cNvSpPr>
          <p:nvPr/>
        </p:nvSpPr>
        <p:spPr>
          <a:xfrm xmlns:a="http://schemas.openxmlformats.org/drawingml/2006/main">
            <a:off x="1790700" y="1981200"/>
            <a:ext cx="3543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Python 버전과 서버 주소</a:t>
            </a:r>
          </a:p>
        </p:txBody>
      </p:sp>
      <p:sp>
        <p:nvSpPr>
          <p:cNvPr id="17" name="">
            <a:extLst xmlns:a="http://schemas.openxmlformats.org/drawingml/2006/main">
              <a:ext uri="{FF2B5EF4-FFF2-40B4-BE49-F238E27FC236}">
                <a16:creationId xmlns:a16="http://schemas.microsoft.com/office/drawing/2014/main" id="{6BAA17D9-4658-40C3-B8B8-C872B32B6EB2}"/>
              </a:ext>
            </a:extLst>
          </p:cNvPr>
          <p:cNvSpPr>
            <a:spLocks xmlns:a="http://schemas.openxmlformats.org/drawingml/2006/main" noGrp="1"/>
          </p:cNvSpPr>
          <p:nvPr/>
        </p:nvSpPr>
        <p:spPr>
          <a:xfrm xmlns:a="http://schemas.openxmlformats.org/drawingml/2006/main" rot="0">
            <a:off x="5467350" y="1981200"/>
            <a:ext cx="61150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940AF073-157D-41D9-815D-18DB9750FA49}"/>
              </a:ext>
            </a:extLst>
          </p:cNvPr>
          <p:cNvSpPr>
            <a:spLocks xmlns:a="http://schemas.openxmlformats.org/drawingml/2006/main" noGrp="1"/>
          </p:cNvSpPr>
          <p:nvPr/>
        </p:nvSpPr>
        <p:spPr>
          <a:xfrm xmlns:a="http://schemas.openxmlformats.org/drawingml/2006/main">
            <a:off x="5600700" y="1981200"/>
            <a:ext cx="5848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.venv/bin/python · http://127.0.0.1:8000</a:t>
            </a:r>
          </a:p>
        </p:txBody>
      </p:sp>
      <p:sp>
        <p:nvSpPr>
          <p:cNvPr id="19" name="">
            <a:extLst xmlns:a="http://schemas.openxmlformats.org/drawingml/2006/main">
              <a:ext uri="{FF2B5EF4-FFF2-40B4-BE49-F238E27FC236}">
                <a16:creationId xmlns:a16="http://schemas.microsoft.com/office/drawing/2014/main" id="{A7027171-9EFE-4D89-BCF5-B20B2C3BDF66}"/>
              </a:ext>
            </a:extLst>
          </p:cNvPr>
          <p:cNvSpPr>
            <a:spLocks xmlns:a="http://schemas.openxmlformats.org/drawingml/2006/main" noGrp="1"/>
          </p:cNvSpPr>
          <p:nvPr/>
        </p:nvSpPr>
        <p:spPr>
          <a:xfrm xmlns:a="http://schemas.openxmlformats.org/drawingml/2006/main" rot="0">
            <a:off x="609600" y="2647950"/>
            <a:ext cx="104775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F00E35D-55D0-4CB5-BA05-D38BF490AEBE}"/>
              </a:ext>
            </a:extLst>
          </p:cNvPr>
          <p:cNvSpPr>
            <a:spLocks xmlns:a="http://schemas.openxmlformats.org/drawingml/2006/main" noGrp="1"/>
          </p:cNvSpPr>
          <p:nvPr/>
        </p:nvSpPr>
        <p:spPr>
          <a:xfrm xmlns:a="http://schemas.openxmlformats.org/drawingml/2006/main">
            <a:off x="742950" y="2647950"/>
            <a:ext cx="781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02</a:t>
            </a:r>
          </a:p>
        </p:txBody>
      </p:sp>
      <p:sp>
        <p:nvSpPr>
          <p:cNvPr id="21" name="">
            <a:extLst xmlns:a="http://schemas.openxmlformats.org/drawingml/2006/main">
              <a:ext uri="{FF2B5EF4-FFF2-40B4-BE49-F238E27FC236}">
                <a16:creationId xmlns:a16="http://schemas.microsoft.com/office/drawing/2014/main" id="{110918C7-623D-42CC-B12C-A1833FB1C48B}"/>
              </a:ext>
            </a:extLst>
          </p:cNvPr>
          <p:cNvSpPr>
            <a:spLocks xmlns:a="http://schemas.openxmlformats.org/drawingml/2006/main" noGrp="1"/>
          </p:cNvSpPr>
          <p:nvPr/>
        </p:nvSpPr>
        <p:spPr>
          <a:xfrm xmlns:a="http://schemas.openxmlformats.org/drawingml/2006/main" rot="0">
            <a:off x="1657350" y="2647950"/>
            <a:ext cx="381000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4FBBF3FD-8503-4472-B0F6-297CD9CE4FE8}"/>
              </a:ext>
            </a:extLst>
          </p:cNvPr>
          <p:cNvSpPr>
            <a:spLocks xmlns:a="http://schemas.openxmlformats.org/drawingml/2006/main" noGrp="1"/>
          </p:cNvSpPr>
          <p:nvPr/>
        </p:nvSpPr>
        <p:spPr>
          <a:xfrm xmlns:a="http://schemas.openxmlformats.org/drawingml/2006/main">
            <a:off x="1790700" y="2647950"/>
            <a:ext cx="3543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상태와 현재 설정</a:t>
            </a:r>
          </a:p>
        </p:txBody>
      </p:sp>
      <p:sp>
        <p:nvSpPr>
          <p:cNvPr id="23" name="">
            <a:extLst xmlns:a="http://schemas.openxmlformats.org/drawingml/2006/main">
              <a:ext uri="{FF2B5EF4-FFF2-40B4-BE49-F238E27FC236}">
                <a16:creationId xmlns:a16="http://schemas.microsoft.com/office/drawing/2014/main" id="{5278A078-7D65-44C4-8B21-51195284A714}"/>
              </a:ext>
            </a:extLst>
          </p:cNvPr>
          <p:cNvSpPr>
            <a:spLocks xmlns:a="http://schemas.openxmlformats.org/drawingml/2006/main" noGrp="1"/>
          </p:cNvSpPr>
          <p:nvPr/>
        </p:nvSpPr>
        <p:spPr>
          <a:xfrm xmlns:a="http://schemas.openxmlformats.org/drawingml/2006/main" rot="0">
            <a:off x="5467350" y="2647950"/>
            <a:ext cx="611505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B8F9A6F3-1E15-4FD8-B6FD-48FFDA2355FC}"/>
              </a:ext>
            </a:extLst>
          </p:cNvPr>
          <p:cNvSpPr>
            <a:spLocks xmlns:a="http://schemas.openxmlformats.org/drawingml/2006/main" noGrp="1"/>
          </p:cNvSpPr>
          <p:nvPr/>
        </p:nvSpPr>
        <p:spPr>
          <a:xfrm xmlns:a="http://schemas.openxmlformats.org/drawingml/2006/main">
            <a:off x="5600700" y="2647950"/>
            <a:ext cx="5848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/health 정상 · /api/v1/config 설정 확인</a:t>
            </a:r>
          </a:p>
        </p:txBody>
      </p:sp>
      <p:sp>
        <p:nvSpPr>
          <p:cNvPr id="25" name="">
            <a:extLst xmlns:a="http://schemas.openxmlformats.org/drawingml/2006/main">
              <a:ext uri="{FF2B5EF4-FFF2-40B4-BE49-F238E27FC236}">
                <a16:creationId xmlns:a16="http://schemas.microsoft.com/office/drawing/2014/main" id="{47B1AFFD-940F-4DBC-B8D4-62579ED455CF}"/>
              </a:ext>
            </a:extLst>
          </p:cNvPr>
          <p:cNvSpPr>
            <a:spLocks xmlns:a="http://schemas.openxmlformats.org/drawingml/2006/main" noGrp="1"/>
          </p:cNvSpPr>
          <p:nvPr/>
        </p:nvSpPr>
        <p:spPr>
          <a:xfrm xmlns:a="http://schemas.openxmlformats.org/drawingml/2006/main" rot="0">
            <a:off x="609600" y="3314700"/>
            <a:ext cx="10477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871C145F-219E-467C-8F13-8C3384C4730A}"/>
              </a:ext>
            </a:extLst>
          </p:cNvPr>
          <p:cNvSpPr>
            <a:spLocks xmlns:a="http://schemas.openxmlformats.org/drawingml/2006/main" noGrp="1"/>
          </p:cNvSpPr>
          <p:nvPr/>
        </p:nvSpPr>
        <p:spPr>
          <a:xfrm xmlns:a="http://schemas.openxmlformats.org/drawingml/2006/main">
            <a:off x="742950" y="3314700"/>
            <a:ext cx="781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03</a:t>
            </a:r>
          </a:p>
        </p:txBody>
      </p:sp>
      <p:sp>
        <p:nvSpPr>
          <p:cNvPr id="27" name="">
            <a:extLst xmlns:a="http://schemas.openxmlformats.org/drawingml/2006/main">
              <a:ext uri="{FF2B5EF4-FFF2-40B4-BE49-F238E27FC236}">
                <a16:creationId xmlns:a16="http://schemas.microsoft.com/office/drawing/2014/main" id="{30B32BC0-2FA3-4FE7-B4F1-8D4ED9A55486}"/>
              </a:ext>
            </a:extLst>
          </p:cNvPr>
          <p:cNvSpPr>
            <a:spLocks xmlns:a="http://schemas.openxmlformats.org/drawingml/2006/main" noGrp="1"/>
          </p:cNvSpPr>
          <p:nvPr/>
        </p:nvSpPr>
        <p:spPr>
          <a:xfrm xmlns:a="http://schemas.openxmlformats.org/drawingml/2006/main" rot="0">
            <a:off x="1657350" y="3314700"/>
            <a:ext cx="38100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28" name="">
            <a:extLst xmlns:a="http://schemas.openxmlformats.org/drawingml/2006/main">
              <a:ext uri="{FF2B5EF4-FFF2-40B4-BE49-F238E27FC236}">
                <a16:creationId xmlns:a16="http://schemas.microsoft.com/office/drawing/2014/main" id="{0C690D7C-63CC-4223-8124-DF671B9846C8}"/>
              </a:ext>
            </a:extLst>
          </p:cNvPr>
          <p:cNvSpPr>
            <a:spLocks xmlns:a="http://schemas.openxmlformats.org/drawingml/2006/main" noGrp="1"/>
          </p:cNvSpPr>
          <p:nvPr/>
        </p:nvSpPr>
        <p:spPr>
          <a:xfrm xmlns:a="http://schemas.openxmlformats.org/drawingml/2006/main">
            <a:off x="1790700" y="3314700"/>
            <a:ext cx="3543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Demo 기준선 2회</a:t>
            </a:r>
          </a:p>
        </p:txBody>
      </p:sp>
      <p:sp>
        <p:nvSpPr>
          <p:cNvPr id="29" name="">
            <a:extLst xmlns:a="http://schemas.openxmlformats.org/drawingml/2006/main">
              <a:ext uri="{FF2B5EF4-FFF2-40B4-BE49-F238E27FC236}">
                <a16:creationId xmlns:a16="http://schemas.microsoft.com/office/drawing/2014/main" id="{4B091A0A-7C1F-4770-AC9D-90D6D632A047}"/>
              </a:ext>
            </a:extLst>
          </p:cNvPr>
          <p:cNvSpPr>
            <a:spLocks xmlns:a="http://schemas.openxmlformats.org/drawingml/2006/main" noGrp="1"/>
          </p:cNvSpPr>
          <p:nvPr/>
        </p:nvSpPr>
        <p:spPr>
          <a:xfrm xmlns:a="http://schemas.openxmlformats.org/drawingml/2006/main" rot="0">
            <a:off x="5467350" y="3314700"/>
            <a:ext cx="61150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0" name="">
            <a:extLst xmlns:a="http://schemas.openxmlformats.org/drawingml/2006/main">
              <a:ext uri="{FF2B5EF4-FFF2-40B4-BE49-F238E27FC236}">
                <a16:creationId xmlns:a16="http://schemas.microsoft.com/office/drawing/2014/main" id="{26E4AE85-9EFF-4186-94CB-5D85CB052DB6}"/>
              </a:ext>
            </a:extLst>
          </p:cNvPr>
          <p:cNvSpPr>
            <a:spLocks xmlns:a="http://schemas.openxmlformats.org/drawingml/2006/main" noGrp="1"/>
          </p:cNvSpPr>
          <p:nvPr/>
        </p:nvSpPr>
        <p:spPr>
          <a:xfrm xmlns:a="http://schemas.openxmlformats.org/drawingml/2006/main">
            <a:off x="5600700" y="3314700"/>
            <a:ext cx="5848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같은 입력 · 같은 프롬프트 · 추적 식별자 2건</a:t>
            </a:r>
          </a:p>
        </p:txBody>
      </p:sp>
      <p:sp>
        <p:nvSpPr>
          <p:cNvPr id="31" name="">
            <a:extLst xmlns:a="http://schemas.openxmlformats.org/drawingml/2006/main">
              <a:ext uri="{FF2B5EF4-FFF2-40B4-BE49-F238E27FC236}">
                <a16:creationId xmlns:a16="http://schemas.microsoft.com/office/drawing/2014/main" id="{B4FA52F6-6208-456D-9BFE-F3794F83E932}"/>
              </a:ext>
            </a:extLst>
          </p:cNvPr>
          <p:cNvSpPr>
            <a:spLocks xmlns:a="http://schemas.openxmlformats.org/drawingml/2006/main" noGrp="1"/>
          </p:cNvSpPr>
          <p:nvPr/>
        </p:nvSpPr>
        <p:spPr>
          <a:xfrm xmlns:a="http://schemas.openxmlformats.org/drawingml/2006/main" rot="0">
            <a:off x="609600" y="3981450"/>
            <a:ext cx="104775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30B1EF75-E266-47D0-992E-FFDADB3FC7DC}"/>
              </a:ext>
            </a:extLst>
          </p:cNvPr>
          <p:cNvSpPr>
            <a:spLocks xmlns:a="http://schemas.openxmlformats.org/drawingml/2006/main" noGrp="1"/>
          </p:cNvSpPr>
          <p:nvPr/>
        </p:nvSpPr>
        <p:spPr>
          <a:xfrm xmlns:a="http://schemas.openxmlformats.org/drawingml/2006/main">
            <a:off x="742950" y="3981450"/>
            <a:ext cx="781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04</a:t>
            </a:r>
          </a:p>
        </p:txBody>
      </p:sp>
      <p:sp>
        <p:nvSpPr>
          <p:cNvPr id="33" name="">
            <a:extLst xmlns:a="http://schemas.openxmlformats.org/drawingml/2006/main">
              <a:ext uri="{FF2B5EF4-FFF2-40B4-BE49-F238E27FC236}">
                <a16:creationId xmlns:a16="http://schemas.microsoft.com/office/drawing/2014/main" id="{60DD4D12-8AC4-48D1-833F-6C242E236EF2}"/>
              </a:ext>
            </a:extLst>
          </p:cNvPr>
          <p:cNvSpPr>
            <a:spLocks xmlns:a="http://schemas.openxmlformats.org/drawingml/2006/main" noGrp="1"/>
          </p:cNvSpPr>
          <p:nvPr/>
        </p:nvSpPr>
        <p:spPr>
          <a:xfrm xmlns:a="http://schemas.openxmlformats.org/drawingml/2006/main" rot="0">
            <a:off x="1657350" y="3981450"/>
            <a:ext cx="381000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C2C80F9F-83BA-4260-A96F-46F07D01B8EA}"/>
              </a:ext>
            </a:extLst>
          </p:cNvPr>
          <p:cNvSpPr>
            <a:spLocks xmlns:a="http://schemas.openxmlformats.org/drawingml/2006/main" noGrp="1"/>
          </p:cNvSpPr>
          <p:nvPr/>
        </p:nvSpPr>
        <p:spPr>
          <a:xfrm xmlns:a="http://schemas.openxmlformats.org/drawingml/2006/main">
            <a:off x="1790700" y="3981450"/>
            <a:ext cx="3543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실행 추적 비교표</a:t>
            </a:r>
          </a:p>
        </p:txBody>
      </p:sp>
      <p:sp>
        <p:nvSpPr>
          <p:cNvPr id="35" name="">
            <a:extLst xmlns:a="http://schemas.openxmlformats.org/drawingml/2006/main">
              <a:ext uri="{FF2B5EF4-FFF2-40B4-BE49-F238E27FC236}">
                <a16:creationId xmlns:a16="http://schemas.microsoft.com/office/drawing/2014/main" id="{E68C4D5E-D7B3-4DF1-9BB5-F77983637B8E}"/>
              </a:ext>
            </a:extLst>
          </p:cNvPr>
          <p:cNvSpPr>
            <a:spLocks xmlns:a="http://schemas.openxmlformats.org/drawingml/2006/main" noGrp="1"/>
          </p:cNvSpPr>
          <p:nvPr/>
        </p:nvSpPr>
        <p:spPr>
          <a:xfrm xmlns:a="http://schemas.openxmlformats.org/drawingml/2006/main" rot="0">
            <a:off x="5467350" y="3981450"/>
            <a:ext cx="611505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4A2C8C7B-173A-46DB-905B-4329DCE2DE41}"/>
              </a:ext>
            </a:extLst>
          </p:cNvPr>
          <p:cNvSpPr>
            <a:spLocks xmlns:a="http://schemas.openxmlformats.org/drawingml/2006/main" noGrp="1"/>
          </p:cNvSpPr>
          <p:nvPr/>
        </p:nvSpPr>
        <p:spPr>
          <a:xfrm xmlns:a="http://schemas.openxmlformats.org/drawingml/2006/main">
            <a:off x="5600700" y="3981450"/>
            <a:ext cx="5848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모델 · 온도 · Thinking · 지연 · 콘텐츠 지문</a:t>
            </a:r>
          </a:p>
        </p:txBody>
      </p:sp>
      <p:sp>
        <p:nvSpPr>
          <p:cNvPr id="37" name="">
            <a:extLst xmlns:a="http://schemas.openxmlformats.org/drawingml/2006/main">
              <a:ext uri="{FF2B5EF4-FFF2-40B4-BE49-F238E27FC236}">
                <a16:creationId xmlns:a16="http://schemas.microsoft.com/office/drawing/2014/main" id="{0E4A3066-740F-42C9-B4E9-F5323B3BC23E}"/>
              </a:ext>
            </a:extLst>
          </p:cNvPr>
          <p:cNvSpPr>
            <a:spLocks xmlns:a="http://schemas.openxmlformats.org/drawingml/2006/main" noGrp="1"/>
          </p:cNvSpPr>
          <p:nvPr/>
        </p:nvSpPr>
        <p:spPr>
          <a:xfrm xmlns:a="http://schemas.openxmlformats.org/drawingml/2006/main" rot="0">
            <a:off x="609600" y="4648200"/>
            <a:ext cx="10477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38" name="">
            <a:extLst xmlns:a="http://schemas.openxmlformats.org/drawingml/2006/main">
              <a:ext uri="{FF2B5EF4-FFF2-40B4-BE49-F238E27FC236}">
                <a16:creationId xmlns:a16="http://schemas.microsoft.com/office/drawing/2014/main" id="{6248F4CF-5AB3-4733-9FCC-197C82E69420}"/>
              </a:ext>
            </a:extLst>
          </p:cNvPr>
          <p:cNvSpPr>
            <a:spLocks xmlns:a="http://schemas.openxmlformats.org/drawingml/2006/main" noGrp="1"/>
          </p:cNvSpPr>
          <p:nvPr/>
        </p:nvSpPr>
        <p:spPr>
          <a:xfrm xmlns:a="http://schemas.openxmlformats.org/drawingml/2006/main">
            <a:off x="742950" y="4648200"/>
            <a:ext cx="781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05</a:t>
            </a:r>
          </a:p>
        </p:txBody>
      </p:sp>
      <p:sp>
        <p:nvSpPr>
          <p:cNvPr id="39" name="">
            <a:extLst xmlns:a="http://schemas.openxmlformats.org/drawingml/2006/main">
              <a:ext uri="{FF2B5EF4-FFF2-40B4-BE49-F238E27FC236}">
                <a16:creationId xmlns:a16="http://schemas.microsoft.com/office/drawing/2014/main" id="{AB6CCD66-4385-44C0-98BE-45BCE75FFF4C}"/>
              </a:ext>
            </a:extLst>
          </p:cNvPr>
          <p:cNvSpPr>
            <a:spLocks xmlns:a="http://schemas.openxmlformats.org/drawingml/2006/main" noGrp="1"/>
          </p:cNvSpPr>
          <p:nvPr/>
        </p:nvSpPr>
        <p:spPr>
          <a:xfrm xmlns:a="http://schemas.openxmlformats.org/drawingml/2006/main" rot="0">
            <a:off x="1657350" y="4648200"/>
            <a:ext cx="38100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0" name="">
            <a:extLst xmlns:a="http://schemas.openxmlformats.org/drawingml/2006/main">
              <a:ext uri="{FF2B5EF4-FFF2-40B4-BE49-F238E27FC236}">
                <a16:creationId xmlns:a16="http://schemas.microsoft.com/office/drawing/2014/main" id="{A975A7C7-D491-4545-B9D1-1CF41B40B593}"/>
              </a:ext>
            </a:extLst>
          </p:cNvPr>
          <p:cNvSpPr>
            <a:spLocks xmlns:a="http://schemas.openxmlformats.org/drawingml/2006/main" noGrp="1"/>
          </p:cNvSpPr>
          <p:nvPr/>
        </p:nvSpPr>
        <p:spPr>
          <a:xfrm xmlns:a="http://schemas.openxmlformats.org/drawingml/2006/main">
            <a:off x="1790700" y="4648200"/>
            <a:ext cx="3543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traces · stats · metrics</a:t>
            </a:r>
          </a:p>
        </p:txBody>
      </p:sp>
      <p:sp>
        <p:nvSpPr>
          <p:cNvPr id="41" name="">
            <a:extLst xmlns:a="http://schemas.openxmlformats.org/drawingml/2006/main">
              <a:ext uri="{FF2B5EF4-FFF2-40B4-BE49-F238E27FC236}">
                <a16:creationId xmlns:a16="http://schemas.microsoft.com/office/drawing/2014/main" id="{09FBFAF9-111F-4451-80C0-EDA8748DE1EF}"/>
              </a:ext>
            </a:extLst>
          </p:cNvPr>
          <p:cNvSpPr>
            <a:spLocks xmlns:a="http://schemas.openxmlformats.org/drawingml/2006/main" noGrp="1"/>
          </p:cNvSpPr>
          <p:nvPr/>
        </p:nvSpPr>
        <p:spPr>
          <a:xfrm xmlns:a="http://schemas.openxmlformats.org/drawingml/2006/main" rot="0">
            <a:off x="5467350" y="4648200"/>
            <a:ext cx="61150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D0D5DD"/>
            </a:solidFill>
            <a:prstDash val="solid"/>
          </a:ln>
        </p:spPr>
      </p:sp>
      <p:sp>
        <p:nvSpPr>
          <p:cNvPr id="42" name="">
            <a:extLst xmlns:a="http://schemas.openxmlformats.org/drawingml/2006/main">
              <a:ext uri="{FF2B5EF4-FFF2-40B4-BE49-F238E27FC236}">
                <a16:creationId xmlns:a16="http://schemas.microsoft.com/office/drawing/2014/main" id="{8056B719-8F89-4F1E-8F27-9915F390C504}"/>
              </a:ext>
            </a:extLst>
          </p:cNvPr>
          <p:cNvSpPr>
            <a:spLocks xmlns:a="http://schemas.openxmlformats.org/drawingml/2006/main" noGrp="1"/>
          </p:cNvSpPr>
          <p:nvPr/>
        </p:nvSpPr>
        <p:spPr>
          <a:xfrm xmlns:a="http://schemas.openxmlformats.org/drawingml/2006/main">
            <a:off x="5600700" y="4648200"/>
            <a:ext cx="5848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개별 실행 · 집계 · 수집 지표의 차이</a:t>
            </a:r>
          </a:p>
        </p:txBody>
      </p:sp>
      <p:sp>
        <p:nvSpPr>
          <p:cNvPr id="43" name="">
            <a:extLst xmlns:a="http://schemas.openxmlformats.org/drawingml/2006/main">
              <a:ext uri="{FF2B5EF4-FFF2-40B4-BE49-F238E27FC236}">
                <a16:creationId xmlns:a16="http://schemas.microsoft.com/office/drawing/2014/main" id="{3F4A7FE9-B2E8-4250-BEBA-F20AC47B77A6}"/>
              </a:ext>
            </a:extLst>
          </p:cNvPr>
          <p:cNvSpPr>
            <a:spLocks xmlns:a="http://schemas.openxmlformats.org/drawingml/2006/main" noGrp="1"/>
          </p:cNvSpPr>
          <p:nvPr/>
        </p:nvSpPr>
        <p:spPr>
          <a:xfrm xmlns:a="http://schemas.openxmlformats.org/drawingml/2006/main" rot="0">
            <a:off x="609600" y="5314950"/>
            <a:ext cx="104775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4" name="">
            <a:extLst xmlns:a="http://schemas.openxmlformats.org/drawingml/2006/main">
              <a:ext uri="{FF2B5EF4-FFF2-40B4-BE49-F238E27FC236}">
                <a16:creationId xmlns:a16="http://schemas.microsoft.com/office/drawing/2014/main" id="{43A489A5-5853-4CAB-AA57-FBA85401664C}"/>
              </a:ext>
            </a:extLst>
          </p:cNvPr>
          <p:cNvSpPr>
            <a:spLocks xmlns:a="http://schemas.openxmlformats.org/drawingml/2006/main" noGrp="1"/>
          </p:cNvSpPr>
          <p:nvPr/>
        </p:nvSpPr>
        <p:spPr>
          <a:xfrm xmlns:a="http://schemas.openxmlformats.org/drawingml/2006/main">
            <a:off x="742950" y="5314950"/>
            <a:ext cx="781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1">
                <a:solidFill>
                  <a:srgbClr val="191919"/>
                </a:solidFill>
                <a:latin typeface="AppleGothic"/>
                <a:ea typeface="AppleGothic"/>
                <a:cs typeface="AppleGothic"/>
              </a:defRPr>
            </a:pPr>
            <a:r>
              <a:rPr sz="1125" b="1">
                <a:solidFill>
                  <a:srgbClr val="191919"/>
                </a:solidFill>
                <a:latin typeface="AppleGothic"/>
                <a:ea typeface="AppleGothic"/>
                <a:cs typeface="AppleGothic"/>
              </a:rPr>
              <a:t>06</a:t>
            </a:r>
          </a:p>
        </p:txBody>
      </p:sp>
      <p:sp>
        <p:nvSpPr>
          <p:cNvPr id="45" name="">
            <a:extLst xmlns:a="http://schemas.openxmlformats.org/drawingml/2006/main">
              <a:ext uri="{FF2B5EF4-FFF2-40B4-BE49-F238E27FC236}">
                <a16:creationId xmlns:a16="http://schemas.microsoft.com/office/drawing/2014/main" id="{9840D7B0-1B60-40C5-A765-9A63D0029100}"/>
              </a:ext>
            </a:extLst>
          </p:cNvPr>
          <p:cNvSpPr>
            <a:spLocks xmlns:a="http://schemas.openxmlformats.org/drawingml/2006/main" noGrp="1"/>
          </p:cNvSpPr>
          <p:nvPr/>
        </p:nvSpPr>
        <p:spPr>
          <a:xfrm xmlns:a="http://schemas.openxmlformats.org/drawingml/2006/main" rot="0">
            <a:off x="1657350" y="5314950"/>
            <a:ext cx="381000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6" name="">
            <a:extLst xmlns:a="http://schemas.openxmlformats.org/drawingml/2006/main">
              <a:ext uri="{FF2B5EF4-FFF2-40B4-BE49-F238E27FC236}">
                <a16:creationId xmlns:a16="http://schemas.microsoft.com/office/drawing/2014/main" id="{731688FF-CB6A-4037-AB4C-35558724E6D1}"/>
              </a:ext>
            </a:extLst>
          </p:cNvPr>
          <p:cNvSpPr>
            <a:spLocks xmlns:a="http://schemas.openxmlformats.org/drawingml/2006/main" noGrp="1"/>
          </p:cNvSpPr>
          <p:nvPr/>
        </p:nvSpPr>
        <p:spPr>
          <a:xfrm xmlns:a="http://schemas.openxmlformats.org/drawingml/2006/main">
            <a:off x="1790700" y="5314950"/>
            <a:ext cx="3543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선택형 Ollama 실행</a:t>
            </a:r>
          </a:p>
        </p:txBody>
      </p:sp>
      <p:sp>
        <p:nvSpPr>
          <p:cNvPr id="47" name="">
            <a:extLst xmlns:a="http://schemas.openxmlformats.org/drawingml/2006/main">
              <a:ext uri="{FF2B5EF4-FFF2-40B4-BE49-F238E27FC236}">
                <a16:creationId xmlns:a16="http://schemas.microsoft.com/office/drawing/2014/main" id="{DBD11BB8-298C-4EC5-9F86-67FB88C7094E}"/>
              </a:ext>
            </a:extLst>
          </p:cNvPr>
          <p:cNvSpPr>
            <a:spLocks xmlns:a="http://schemas.openxmlformats.org/drawingml/2006/main" noGrp="1"/>
          </p:cNvSpPr>
          <p:nvPr/>
        </p:nvSpPr>
        <p:spPr>
          <a:xfrm xmlns:a="http://schemas.openxmlformats.org/drawingml/2006/main" rot="0">
            <a:off x="5467350" y="5314950"/>
            <a:ext cx="6115050" cy="666750"/>
          </a:xfrm>
          <a:prstGeom xmlns:a="http://schemas.openxmlformats.org/drawingml/2006/main" prst="rect">
            <a:avLst/>
          </a:prstGeom>
          <a:solidFill xmlns:a="http://schemas.openxmlformats.org/drawingml/2006/main">
            <a:srgbClr val="F7F8FA"/>
          </a:solidFill>
          <a:ln xmlns:a="http://schemas.openxmlformats.org/drawingml/2006/main" w="9525">
            <a:solidFill>
              <a:srgbClr val="D0D5DD"/>
            </a:solidFill>
            <a:prstDash val="solid"/>
          </a:ln>
        </p:spPr>
      </p:sp>
      <p:sp>
        <p:nvSpPr>
          <p:cNvPr id="48" name="">
            <a:extLst xmlns:a="http://schemas.openxmlformats.org/drawingml/2006/main">
              <a:ext uri="{FF2B5EF4-FFF2-40B4-BE49-F238E27FC236}">
                <a16:creationId xmlns:a16="http://schemas.microsoft.com/office/drawing/2014/main" id="{3F4C24CD-00C7-4375-8022-A5EC72DA9573}"/>
              </a:ext>
            </a:extLst>
          </p:cNvPr>
          <p:cNvSpPr>
            <a:spLocks xmlns:a="http://schemas.openxmlformats.org/drawingml/2006/main" noGrp="1"/>
          </p:cNvSpPr>
          <p:nvPr/>
        </p:nvSpPr>
        <p:spPr>
          <a:xfrm xmlns:a="http://schemas.openxmlformats.org/drawingml/2006/main">
            <a:off x="5600700" y="5314950"/>
            <a:ext cx="5848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5000"/>
              </a:lnSpc>
              <a:buNone/>
              <a:defRPr sz="1125" b="0">
                <a:solidFill>
                  <a:srgbClr val="191919"/>
                </a:solidFill>
                <a:latin typeface="AppleGothic"/>
                <a:ea typeface="AppleGothic"/>
                <a:cs typeface="AppleGothic"/>
              </a:defRPr>
            </a:pPr>
            <a:r>
              <a:rPr sz="1125" b="0">
                <a:solidFill>
                  <a:srgbClr val="191919"/>
                </a:solidFill>
                <a:latin typeface="AppleGothic"/>
                <a:ea typeface="AppleGothic"/>
                <a:cs typeface="AppleGothic"/>
              </a:rPr>
              <a:t>qwen3:4b-instruct · 종료 사유 · 다음 변경</a:t>
            </a:r>
          </a:p>
        </p:txBody>
      </p:sp>
    </p:spTree>
    <p:extLst>
      <p:ext uri="{BB962C8B-B14F-4D97-AF65-F5344CB8AC3E}">
        <p14:creationId xmlns:p14="http://schemas.microsoft.com/office/powerpoint/2010/main" val="784099417"/>
      </p:ext>
    </p:extLst>
  </p:cSld>
</p:sld>
</file>

<file path=ppt/slides/slide7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9CE79BC-3EC6-41D9-A9A6-21C795600118}"/>
              </a:ext>
            </a:extLst>
          </p:cNvPr>
          <p:cNvSpPr>
            <a:spLocks xmlns:a="http://schemas.openxmlformats.org/drawingml/2006/main" noGrp="1"/>
          </p:cNvSpPr>
          <p:nvPr/>
        </p:nvSpPr>
        <p:spPr>
          <a:xfrm xmlns:a="http://schemas.openxmlformats.org/drawingml/2006/main">
            <a:off x="609600" y="266700"/>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W01 / LAB</a:t>
            </a:r>
          </a:p>
        </p:txBody>
      </p:sp>
      <p:sp>
        <p:nvSpPr>
          <p:cNvPr id="2" name="">
            <a:extLst xmlns:a="http://schemas.openxmlformats.org/drawingml/2006/main">
              <a:ext uri="{FF2B5EF4-FFF2-40B4-BE49-F238E27FC236}">
                <a16:creationId xmlns:a16="http://schemas.microsoft.com/office/drawing/2014/main" id="{689EDC1F-4C88-4B7D-B7E4-A8DF35AA76A3}"/>
              </a:ext>
            </a:extLst>
          </p:cNvPr>
          <p:cNvSpPr>
            <a:spLocks xmlns:a="http://schemas.openxmlformats.org/drawingml/2006/main" noGrp="1"/>
          </p:cNvSpPr>
          <p:nvPr/>
        </p:nvSpPr>
        <p:spPr>
          <a:xfrm xmlns:a="http://schemas.openxmlformats.org/drawingml/2006/main">
            <a:off x="10991850" y="24765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0000"/>
              </a:lnSpc>
              <a:buNone/>
              <a:defRPr sz="1050" b="1">
                <a:solidFill>
                  <a:srgbClr val="98A2B3"/>
                </a:solidFill>
                <a:latin typeface="Menlo"/>
                <a:ea typeface="Menlo"/>
                <a:cs typeface="Menlo"/>
              </a:defRPr>
            </a:pPr>
            <a:r>
              <a:rPr sz="1050" b="1">
                <a:solidFill>
                  <a:srgbClr val="98A2B3"/>
                </a:solidFill>
                <a:latin typeface="Menlo"/>
                <a:ea typeface="Menlo"/>
                <a:cs typeface="Menlo"/>
              </a:rPr>
              <a:t>79</a:t>
            </a:r>
          </a:p>
        </p:txBody>
      </p:sp>
      <p:sp>
        <p:nvSpPr>
          <p:cNvPr id="3" name="">
            <a:extLst xmlns:a="http://schemas.openxmlformats.org/drawingml/2006/main">
              <a:ext uri="{FF2B5EF4-FFF2-40B4-BE49-F238E27FC236}">
                <a16:creationId xmlns:a16="http://schemas.microsoft.com/office/drawing/2014/main" id="{5130825C-1804-4F89-A619-E4389C91AAED}"/>
              </a:ext>
            </a:extLst>
          </p:cNvPr>
          <p:cNvSpPr>
            <a:spLocks xmlns:a="http://schemas.openxmlformats.org/drawingml/2006/main" noGrp="1"/>
          </p:cNvSpPr>
          <p:nvPr/>
        </p:nvSpPr>
        <p:spPr>
          <a:xfrm xmlns:a="http://schemas.openxmlformats.org/drawingml/2006/main" flipH="0" flipV="0">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4" name="">
            <a:extLst xmlns:a="http://schemas.openxmlformats.org/drawingml/2006/main">
              <a:ext uri="{FF2B5EF4-FFF2-40B4-BE49-F238E27FC236}">
                <a16:creationId xmlns:a16="http://schemas.microsoft.com/office/drawing/2014/main" id="{924E46DF-6F9F-454B-8B47-5EA5A8EC35CC}"/>
              </a:ext>
            </a:extLst>
          </p:cNvPr>
          <p:cNvSpPr>
            <a:spLocks xmlns:a="http://schemas.openxmlformats.org/drawingml/2006/main" noGrp="1"/>
          </p:cNvSpPr>
          <p:nvPr/>
        </p:nvSpPr>
        <p:spPr>
          <a:xfrm xmlns:a="http://schemas.openxmlformats.org/drawingml/2006/main">
            <a:off x="609600" y="65151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98A2B3"/>
                </a:solidFill>
                <a:latin typeface="AppleGothic"/>
                <a:ea typeface="AppleGothic"/>
                <a:cs typeface="AppleGothic"/>
              </a:defRPr>
            </a:pPr>
            <a:r>
              <a:rPr sz="1050" b="1">
                <a:solidFill>
                  <a:srgbClr val="98A2B3"/>
                </a:solidFill>
                <a:latin typeface="AppleGothic"/>
                <a:ea typeface="AppleGothic"/>
                <a:cs typeface="AppleGothic"/>
              </a:rPr>
              <a:t>LLMOPS · 대학생·대학원생 대상 통합 강좌</a:t>
            </a:r>
          </a:p>
        </p:txBody>
      </p:sp>
      <p:sp>
        <p:nvSpPr>
          <p:cNvPr id="5" name="">
            <a:extLst xmlns:a="http://schemas.openxmlformats.org/drawingml/2006/main">
              <a:ext uri="{FF2B5EF4-FFF2-40B4-BE49-F238E27FC236}">
                <a16:creationId xmlns:a16="http://schemas.microsoft.com/office/drawing/2014/main" id="{F5A7B4ED-86A9-42F8-8877-BD96E1A5B468}"/>
              </a:ext>
            </a:extLst>
          </p:cNvPr>
          <p:cNvSpPr>
            <a:spLocks xmlns:a="http://schemas.openxmlformats.org/drawingml/2006/main" noGrp="1"/>
          </p:cNvSpPr>
          <p:nvPr/>
        </p:nvSpPr>
        <p:spPr>
          <a:xfrm xmlns:a="http://schemas.openxmlformats.org/drawingml/2006/main" rot="0">
            <a:off x="609600" y="723900"/>
            <a:ext cx="5715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 name="">
            <a:extLst xmlns:a="http://schemas.openxmlformats.org/drawingml/2006/main">
              <a:ext uri="{FF2B5EF4-FFF2-40B4-BE49-F238E27FC236}">
                <a16:creationId xmlns:a16="http://schemas.microsoft.com/office/drawing/2014/main" id="{7F184FC9-4AC5-4B0F-AD9C-B463CD2D235F}"/>
              </a:ext>
            </a:extLst>
          </p:cNvPr>
          <p:cNvSpPr>
            <a:spLocks xmlns:a="http://schemas.openxmlformats.org/drawingml/2006/main" noGrp="1"/>
          </p:cNvSpPr>
          <p:nvPr/>
        </p:nvSpPr>
        <p:spPr>
          <a:xfrm xmlns:a="http://schemas.openxmlformats.org/drawingml/2006/main">
            <a:off x="838200" y="68580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Ollama 오류와 지연 점검</a:t>
            </a:r>
          </a:p>
        </p:txBody>
      </p:sp>
      <p:sp>
        <p:nvSpPr>
          <p:cNvPr id="7" name="">
            <a:extLst xmlns:a="http://schemas.openxmlformats.org/drawingml/2006/main">
              <a:ext uri="{FF2B5EF4-FFF2-40B4-BE49-F238E27FC236}">
                <a16:creationId xmlns:a16="http://schemas.microsoft.com/office/drawing/2014/main" id="{0B4B1239-D60C-481F-9F32-C77B3EC5CDE8}"/>
              </a:ext>
            </a:extLst>
          </p:cNvPr>
          <p:cNvSpPr>
            <a:spLocks xmlns:a="http://schemas.openxmlformats.org/drawingml/2006/main" noGrp="1"/>
          </p:cNvSpPr>
          <p:nvPr/>
        </p:nvSpPr>
        <p:spPr>
          <a:xfrm xmlns:a="http://schemas.openxmlformats.org/drawingml/2006/main">
            <a:off x="609600" y="16192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503 / MODEL</a:t>
            </a:r>
          </a:p>
        </p:txBody>
      </p:sp>
      <p:sp>
        <p:nvSpPr>
          <p:cNvPr id="8" name="">
            <a:extLst xmlns:a="http://schemas.openxmlformats.org/drawingml/2006/main">
              <a:ext uri="{FF2B5EF4-FFF2-40B4-BE49-F238E27FC236}">
                <a16:creationId xmlns:a16="http://schemas.microsoft.com/office/drawing/2014/main" id="{B6879B84-FE46-4004-A326-837AB54D7107}"/>
              </a:ext>
            </a:extLst>
          </p:cNvPr>
          <p:cNvSpPr>
            <a:spLocks xmlns:a="http://schemas.openxmlformats.org/drawingml/2006/main" noGrp="1"/>
          </p:cNvSpPr>
          <p:nvPr/>
        </p:nvSpPr>
        <p:spPr>
          <a:xfrm xmlns:a="http://schemas.openxmlformats.org/drawingml/2006/main">
            <a:off x="2324100" y="16192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모델 태그 불일치</a:t>
            </a:r>
          </a:p>
        </p:txBody>
      </p:sp>
      <p:sp>
        <p:nvSpPr>
          <p:cNvPr id="9" name="">
            <a:extLst xmlns:a="http://schemas.openxmlformats.org/drawingml/2006/main">
              <a:ext uri="{FF2B5EF4-FFF2-40B4-BE49-F238E27FC236}">
                <a16:creationId xmlns:a16="http://schemas.microsoft.com/office/drawing/2014/main" id="{2652E990-B776-442B-805E-871DB17C9DA3}"/>
              </a:ext>
            </a:extLst>
          </p:cNvPr>
          <p:cNvSpPr>
            <a:spLocks xmlns:a="http://schemas.openxmlformats.org/drawingml/2006/main" noGrp="1"/>
          </p:cNvSpPr>
          <p:nvPr/>
        </p:nvSpPr>
        <p:spPr>
          <a:xfrm xmlns:a="http://schemas.openxmlformats.org/drawingml/2006/main">
            <a:off x="5810250" y="16192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10" name="">
            <a:extLst xmlns:a="http://schemas.openxmlformats.org/drawingml/2006/main">
              <a:ext uri="{FF2B5EF4-FFF2-40B4-BE49-F238E27FC236}">
                <a16:creationId xmlns:a16="http://schemas.microsoft.com/office/drawing/2014/main" id="{D76A3C20-B220-4CFB-886C-D2F5BA7A3318}"/>
              </a:ext>
            </a:extLst>
          </p:cNvPr>
          <p:cNvSpPr>
            <a:spLocks xmlns:a="http://schemas.openxmlformats.org/drawingml/2006/main" noGrp="1"/>
          </p:cNvSpPr>
          <p:nvPr/>
        </p:nvSpPr>
        <p:spPr>
          <a:xfrm xmlns:a="http://schemas.openxmlformats.org/drawingml/2006/main">
            <a:off x="6591300" y="16192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ollama list → qwen3:4b-instruct 설치 → .env 재실행</a:t>
            </a:r>
          </a:p>
        </p:txBody>
      </p:sp>
      <p:sp>
        <p:nvSpPr>
          <p:cNvPr id="11" name="">
            <a:extLst xmlns:a="http://schemas.openxmlformats.org/drawingml/2006/main">
              <a:ext uri="{FF2B5EF4-FFF2-40B4-BE49-F238E27FC236}">
                <a16:creationId xmlns:a16="http://schemas.microsoft.com/office/drawing/2014/main" id="{C5B72B66-5758-40B7-9066-24DFEDFB905F}"/>
              </a:ext>
            </a:extLst>
          </p:cNvPr>
          <p:cNvSpPr>
            <a:spLocks xmlns:a="http://schemas.openxmlformats.org/drawingml/2006/main" noGrp="1"/>
          </p:cNvSpPr>
          <p:nvPr/>
        </p:nvSpPr>
        <p:spPr>
          <a:xfrm xmlns:a="http://schemas.openxmlformats.org/drawingml/2006/main" flipH="0" flipV="0">
            <a:off x="2324100" y="22098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2" name="">
            <a:extLst xmlns:a="http://schemas.openxmlformats.org/drawingml/2006/main">
              <a:ext uri="{FF2B5EF4-FFF2-40B4-BE49-F238E27FC236}">
                <a16:creationId xmlns:a16="http://schemas.microsoft.com/office/drawing/2014/main" id="{8BBCE866-920C-4567-88E2-B31DD83AFB52}"/>
              </a:ext>
            </a:extLst>
          </p:cNvPr>
          <p:cNvSpPr>
            <a:spLocks xmlns:a="http://schemas.openxmlformats.org/drawingml/2006/main" noGrp="1"/>
          </p:cNvSpPr>
          <p:nvPr/>
        </p:nvSpPr>
        <p:spPr>
          <a:xfrm xmlns:a="http://schemas.openxmlformats.org/drawingml/2006/main">
            <a:off x="609600" y="26098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503 / SERVER</a:t>
            </a:r>
          </a:p>
        </p:txBody>
      </p:sp>
      <p:sp>
        <p:nvSpPr>
          <p:cNvPr id="13" name="">
            <a:extLst xmlns:a="http://schemas.openxmlformats.org/drawingml/2006/main">
              <a:ext uri="{FF2B5EF4-FFF2-40B4-BE49-F238E27FC236}">
                <a16:creationId xmlns:a16="http://schemas.microsoft.com/office/drawing/2014/main" id="{5068B59D-0515-478E-9196-AA1E45BA1A27}"/>
              </a:ext>
            </a:extLst>
          </p:cNvPr>
          <p:cNvSpPr>
            <a:spLocks xmlns:a="http://schemas.openxmlformats.org/drawingml/2006/main" noGrp="1"/>
          </p:cNvSpPr>
          <p:nvPr/>
        </p:nvSpPr>
        <p:spPr>
          <a:xfrm xmlns:a="http://schemas.openxmlformats.org/drawingml/2006/main">
            <a:off x="2324100" y="26098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Ollama 연결 실패</a:t>
            </a:r>
          </a:p>
        </p:txBody>
      </p:sp>
      <p:sp>
        <p:nvSpPr>
          <p:cNvPr id="14" name="">
            <a:extLst xmlns:a="http://schemas.openxmlformats.org/drawingml/2006/main">
              <a:ext uri="{FF2B5EF4-FFF2-40B4-BE49-F238E27FC236}">
                <a16:creationId xmlns:a16="http://schemas.microsoft.com/office/drawing/2014/main" id="{A5172FFE-9032-4074-9F5F-1200D444C53B}"/>
              </a:ext>
            </a:extLst>
          </p:cNvPr>
          <p:cNvSpPr>
            <a:spLocks xmlns:a="http://schemas.openxmlformats.org/drawingml/2006/main" noGrp="1"/>
          </p:cNvSpPr>
          <p:nvPr/>
        </p:nvSpPr>
        <p:spPr>
          <a:xfrm xmlns:a="http://schemas.openxmlformats.org/drawingml/2006/main">
            <a:off x="5810250" y="26098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15" name="">
            <a:extLst xmlns:a="http://schemas.openxmlformats.org/drawingml/2006/main">
              <a:ext uri="{FF2B5EF4-FFF2-40B4-BE49-F238E27FC236}">
                <a16:creationId xmlns:a16="http://schemas.microsoft.com/office/drawing/2014/main" id="{D3ACA489-CB65-4451-B957-A852C35E7693}"/>
              </a:ext>
            </a:extLst>
          </p:cNvPr>
          <p:cNvSpPr>
            <a:spLocks xmlns:a="http://schemas.openxmlformats.org/drawingml/2006/main" noGrp="1"/>
          </p:cNvSpPr>
          <p:nvPr/>
        </p:nvSpPr>
        <p:spPr>
          <a:xfrm xmlns:a="http://schemas.openxmlformats.org/drawingml/2006/main">
            <a:off x="6591300" y="26098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/api/version 확인 → 앱 또는 ollama serve 하나만 실행</a:t>
            </a:r>
          </a:p>
        </p:txBody>
      </p:sp>
      <p:sp>
        <p:nvSpPr>
          <p:cNvPr id="16" name="">
            <a:extLst xmlns:a="http://schemas.openxmlformats.org/drawingml/2006/main">
              <a:ext uri="{FF2B5EF4-FFF2-40B4-BE49-F238E27FC236}">
                <a16:creationId xmlns:a16="http://schemas.microsoft.com/office/drawing/2014/main" id="{FA45B65F-67A5-42BB-99D7-A51917BC7983}"/>
              </a:ext>
            </a:extLst>
          </p:cNvPr>
          <p:cNvSpPr>
            <a:spLocks xmlns:a="http://schemas.openxmlformats.org/drawingml/2006/main" noGrp="1"/>
          </p:cNvSpPr>
          <p:nvPr/>
        </p:nvSpPr>
        <p:spPr>
          <a:xfrm xmlns:a="http://schemas.openxmlformats.org/drawingml/2006/main" flipH="0" flipV="0">
            <a:off x="2324100" y="32004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7" name="">
            <a:extLst xmlns:a="http://schemas.openxmlformats.org/drawingml/2006/main">
              <a:ext uri="{FF2B5EF4-FFF2-40B4-BE49-F238E27FC236}">
                <a16:creationId xmlns:a16="http://schemas.microsoft.com/office/drawing/2014/main" id="{0D10C3FF-036B-4A91-AA09-482B0653A4FD}"/>
              </a:ext>
            </a:extLst>
          </p:cNvPr>
          <p:cNvSpPr>
            <a:spLocks xmlns:a="http://schemas.openxmlformats.org/drawingml/2006/main" noGrp="1"/>
          </p:cNvSpPr>
          <p:nvPr/>
        </p:nvSpPr>
        <p:spPr>
          <a:xfrm xmlns:a="http://schemas.openxmlformats.org/drawingml/2006/main">
            <a:off x="609600" y="36004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SLOW</a:t>
            </a:r>
          </a:p>
        </p:txBody>
      </p:sp>
      <p:sp>
        <p:nvSpPr>
          <p:cNvPr id="18" name="">
            <a:extLst xmlns:a="http://schemas.openxmlformats.org/drawingml/2006/main">
              <a:ext uri="{FF2B5EF4-FFF2-40B4-BE49-F238E27FC236}">
                <a16:creationId xmlns:a16="http://schemas.microsoft.com/office/drawing/2014/main" id="{F2ABA8AD-90B8-4B68-95E2-DFE8CF574870}"/>
              </a:ext>
            </a:extLst>
          </p:cNvPr>
          <p:cNvSpPr>
            <a:spLocks xmlns:a="http://schemas.openxmlformats.org/drawingml/2006/main" noGrp="1"/>
          </p:cNvSpPr>
          <p:nvPr/>
        </p:nvSpPr>
        <p:spPr>
          <a:xfrm xmlns:a="http://schemas.openxmlformats.org/drawingml/2006/main">
            <a:off x="2324100" y="36004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응답 시간 과다</a:t>
            </a:r>
          </a:p>
        </p:txBody>
      </p:sp>
      <p:sp>
        <p:nvSpPr>
          <p:cNvPr id="19" name="">
            <a:extLst xmlns:a="http://schemas.openxmlformats.org/drawingml/2006/main">
              <a:ext uri="{FF2B5EF4-FFF2-40B4-BE49-F238E27FC236}">
                <a16:creationId xmlns:a16="http://schemas.microsoft.com/office/drawing/2014/main" id="{CF2BEB1C-D10F-4ADC-A258-1ECBF66E522A}"/>
              </a:ext>
            </a:extLst>
          </p:cNvPr>
          <p:cNvSpPr>
            <a:spLocks xmlns:a="http://schemas.openxmlformats.org/drawingml/2006/main" noGrp="1"/>
          </p:cNvSpPr>
          <p:nvPr/>
        </p:nvSpPr>
        <p:spPr>
          <a:xfrm xmlns:a="http://schemas.openxmlformats.org/drawingml/2006/main">
            <a:off x="5810250" y="36004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20" name="">
            <a:extLst xmlns:a="http://schemas.openxmlformats.org/drawingml/2006/main">
              <a:ext uri="{FF2B5EF4-FFF2-40B4-BE49-F238E27FC236}">
                <a16:creationId xmlns:a16="http://schemas.microsoft.com/office/drawing/2014/main" id="{0594C023-F75E-4ECB-9D26-1FEC7C68538C}"/>
              </a:ext>
            </a:extLst>
          </p:cNvPr>
          <p:cNvSpPr>
            <a:spLocks xmlns:a="http://schemas.openxmlformats.org/drawingml/2006/main" noGrp="1"/>
          </p:cNvSpPr>
          <p:nvPr/>
        </p:nvSpPr>
        <p:spPr>
          <a:xfrm xmlns:a="http://schemas.openxmlformats.org/drawingml/2006/main">
            <a:off x="6591300" y="36004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/api/v1/config · ollama ps → 두 번째 호출과 비교</a:t>
            </a:r>
          </a:p>
        </p:txBody>
      </p:sp>
      <p:sp>
        <p:nvSpPr>
          <p:cNvPr id="21" name="">
            <a:extLst xmlns:a="http://schemas.openxmlformats.org/drawingml/2006/main">
              <a:ext uri="{FF2B5EF4-FFF2-40B4-BE49-F238E27FC236}">
                <a16:creationId xmlns:a16="http://schemas.microsoft.com/office/drawing/2014/main" id="{0C1CDCD8-C1CB-49DC-8F6A-B0A96F252C7D}"/>
              </a:ext>
            </a:extLst>
          </p:cNvPr>
          <p:cNvSpPr>
            <a:spLocks xmlns:a="http://schemas.openxmlformats.org/drawingml/2006/main" noGrp="1"/>
          </p:cNvSpPr>
          <p:nvPr/>
        </p:nvSpPr>
        <p:spPr>
          <a:xfrm xmlns:a="http://schemas.openxmlformats.org/drawingml/2006/main" flipH="0" flipV="0">
            <a:off x="2324100" y="41910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2" name="">
            <a:extLst xmlns:a="http://schemas.openxmlformats.org/drawingml/2006/main">
              <a:ext uri="{FF2B5EF4-FFF2-40B4-BE49-F238E27FC236}">
                <a16:creationId xmlns:a16="http://schemas.microsoft.com/office/drawing/2014/main" id="{3F392593-ECB9-445C-BFEA-7E649FDAF7EE}"/>
              </a:ext>
            </a:extLst>
          </p:cNvPr>
          <p:cNvSpPr>
            <a:spLocks xmlns:a="http://schemas.openxmlformats.org/drawingml/2006/main" noGrp="1"/>
          </p:cNvSpPr>
          <p:nvPr/>
        </p:nvSpPr>
        <p:spPr>
          <a:xfrm xmlns:a="http://schemas.openxmlformats.org/drawingml/2006/main">
            <a:off x="609600" y="4591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LENGTH</a:t>
            </a:r>
          </a:p>
        </p:txBody>
      </p:sp>
      <p:sp>
        <p:nvSpPr>
          <p:cNvPr id="23" name="">
            <a:extLst xmlns:a="http://schemas.openxmlformats.org/drawingml/2006/main">
              <a:ext uri="{FF2B5EF4-FFF2-40B4-BE49-F238E27FC236}">
                <a16:creationId xmlns:a16="http://schemas.microsoft.com/office/drawing/2014/main" id="{07C49C3F-5D72-42C3-AA3E-E69BA68F010D}"/>
              </a:ext>
            </a:extLst>
          </p:cNvPr>
          <p:cNvSpPr>
            <a:spLocks xmlns:a="http://schemas.openxmlformats.org/drawingml/2006/main" noGrp="1"/>
          </p:cNvSpPr>
          <p:nvPr/>
        </p:nvSpPr>
        <p:spPr>
          <a:xfrm xmlns:a="http://schemas.openxmlformats.org/drawingml/2006/main">
            <a:off x="2324100" y="45910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출력 상한 도달</a:t>
            </a:r>
          </a:p>
        </p:txBody>
      </p:sp>
      <p:sp>
        <p:nvSpPr>
          <p:cNvPr id="24" name="">
            <a:extLst xmlns:a="http://schemas.openxmlformats.org/drawingml/2006/main">
              <a:ext uri="{FF2B5EF4-FFF2-40B4-BE49-F238E27FC236}">
                <a16:creationId xmlns:a16="http://schemas.microsoft.com/office/drawing/2014/main" id="{DECB7C18-4FCC-4D1A-BA5C-2DA4F5D6C02A}"/>
              </a:ext>
            </a:extLst>
          </p:cNvPr>
          <p:cNvSpPr>
            <a:spLocks xmlns:a="http://schemas.openxmlformats.org/drawingml/2006/main" noGrp="1"/>
          </p:cNvSpPr>
          <p:nvPr/>
        </p:nvSpPr>
        <p:spPr>
          <a:xfrm xmlns:a="http://schemas.openxmlformats.org/drawingml/2006/main">
            <a:off x="5810250" y="45910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25" name="">
            <a:extLst xmlns:a="http://schemas.openxmlformats.org/drawingml/2006/main">
              <a:ext uri="{FF2B5EF4-FFF2-40B4-BE49-F238E27FC236}">
                <a16:creationId xmlns:a16="http://schemas.microsoft.com/office/drawing/2014/main" id="{9CC56922-B588-4E9A-88AF-83F0B8F04540}"/>
              </a:ext>
            </a:extLst>
          </p:cNvPr>
          <p:cNvSpPr>
            <a:spLocks xmlns:a="http://schemas.openxmlformats.org/drawingml/2006/main" noGrp="1"/>
          </p:cNvSpPr>
          <p:nvPr/>
        </p:nvSpPr>
        <p:spPr>
          <a:xfrm xmlns:a="http://schemas.openxmlformats.org/drawingml/2006/main">
            <a:off x="6591300" y="45910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finish_reason=length → 192 또는 256으로 상향</a:t>
            </a:r>
          </a:p>
        </p:txBody>
      </p:sp>
      <p:sp>
        <p:nvSpPr>
          <p:cNvPr id="26" name="">
            <a:extLst xmlns:a="http://schemas.openxmlformats.org/drawingml/2006/main">
              <a:ext uri="{FF2B5EF4-FFF2-40B4-BE49-F238E27FC236}">
                <a16:creationId xmlns:a16="http://schemas.microsoft.com/office/drawing/2014/main" id="{7840B9CB-ABA7-49E0-A751-52141EA53418}"/>
              </a:ext>
            </a:extLst>
          </p:cNvPr>
          <p:cNvSpPr>
            <a:spLocks xmlns:a="http://schemas.openxmlformats.org/drawingml/2006/main" noGrp="1"/>
          </p:cNvSpPr>
          <p:nvPr/>
        </p:nvSpPr>
        <p:spPr>
          <a:xfrm xmlns:a="http://schemas.openxmlformats.org/drawingml/2006/main" flipH="0" flipV="0">
            <a:off x="2324100" y="51816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27" name="">
            <a:extLst xmlns:a="http://schemas.openxmlformats.org/drawingml/2006/main">
              <a:ext uri="{FF2B5EF4-FFF2-40B4-BE49-F238E27FC236}">
                <a16:creationId xmlns:a16="http://schemas.microsoft.com/office/drawing/2014/main" id="{947E91E9-282A-4441-8163-84E405D65A34}"/>
              </a:ext>
            </a:extLst>
          </p:cNvPr>
          <p:cNvSpPr>
            <a:spLocks xmlns:a="http://schemas.openxmlformats.org/drawingml/2006/main" noGrp="1"/>
          </p:cNvSpPr>
          <p:nvPr/>
        </p:nvSpPr>
        <p:spPr>
          <a:xfrm xmlns:a="http://schemas.openxmlformats.org/drawingml/2006/main">
            <a:off x="609600" y="55816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Menlo"/>
                <a:ea typeface="Menlo"/>
                <a:cs typeface="Menlo"/>
              </a:defRPr>
            </a:pPr>
            <a:r>
              <a:rPr sz="1800" b="1">
                <a:solidFill>
                  <a:srgbClr val="FFFFFF"/>
                </a:solidFill>
                <a:latin typeface="Menlo"/>
                <a:ea typeface="Menlo"/>
                <a:cs typeface="Menlo"/>
              </a:rPr>
              <a:t>422</a:t>
            </a:r>
          </a:p>
        </p:txBody>
      </p:sp>
      <p:sp>
        <p:nvSpPr>
          <p:cNvPr id="28" name="">
            <a:extLst xmlns:a="http://schemas.openxmlformats.org/drawingml/2006/main">
              <a:ext uri="{FF2B5EF4-FFF2-40B4-BE49-F238E27FC236}">
                <a16:creationId xmlns:a16="http://schemas.microsoft.com/office/drawing/2014/main" id="{E99B4A2D-D92B-4A84-912F-D355ED08C234}"/>
              </a:ext>
            </a:extLst>
          </p:cNvPr>
          <p:cNvSpPr>
            <a:spLocks xmlns:a="http://schemas.openxmlformats.org/drawingml/2006/main" noGrp="1"/>
          </p:cNvSpPr>
          <p:nvPr/>
        </p:nvSpPr>
        <p:spPr>
          <a:xfrm xmlns:a="http://schemas.openxmlformats.org/drawingml/2006/main">
            <a:off x="2324100" y="5581650"/>
            <a:ext cx="3276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AppleGothic"/>
                <a:ea typeface="AppleGothic"/>
                <a:cs typeface="AppleGothic"/>
              </a:defRPr>
            </a:pPr>
            <a:r>
              <a:rPr sz="1500" b="1">
                <a:solidFill>
                  <a:srgbClr val="FFFFFF"/>
                </a:solidFill>
                <a:latin typeface="AppleGothic"/>
                <a:ea typeface="AppleGothic"/>
                <a:cs typeface="AppleGothic"/>
              </a:rPr>
              <a:t>요청 데이터 구조 오류</a:t>
            </a:r>
          </a:p>
        </p:txBody>
      </p:sp>
      <p:sp>
        <p:nvSpPr>
          <p:cNvPr id="29" name="">
            <a:extLst xmlns:a="http://schemas.openxmlformats.org/drawingml/2006/main">
              <a:ext uri="{FF2B5EF4-FFF2-40B4-BE49-F238E27FC236}">
                <a16:creationId xmlns:a16="http://schemas.microsoft.com/office/drawing/2014/main" id="{B42EF45F-D0EC-431D-BA54-44EE50F8C857}"/>
              </a:ext>
            </a:extLst>
          </p:cNvPr>
          <p:cNvSpPr>
            <a:spLocks xmlns:a="http://schemas.openxmlformats.org/drawingml/2006/main" noGrp="1"/>
          </p:cNvSpPr>
          <p:nvPr/>
        </p:nvSpPr>
        <p:spPr>
          <a:xfrm xmlns:a="http://schemas.openxmlformats.org/drawingml/2006/main">
            <a:off x="5810250" y="558165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0000"/>
              </a:lnSpc>
              <a:buNone/>
              <a:defRPr sz="1650" b="1">
                <a:solidFill>
                  <a:srgbClr val="98A2B3"/>
                </a:solidFill>
                <a:latin typeface="Menlo"/>
                <a:ea typeface="Menlo"/>
                <a:cs typeface="Menlo"/>
              </a:defRPr>
            </a:pPr>
            <a:r>
              <a:rPr sz="1650" b="1">
                <a:solidFill>
                  <a:srgbClr val="98A2B3"/>
                </a:solidFill>
                <a:latin typeface="Menlo"/>
                <a:ea typeface="Menlo"/>
                <a:cs typeface="Menlo"/>
              </a:rPr>
              <a:t>→</a:t>
            </a:r>
          </a:p>
        </p:txBody>
      </p:sp>
      <p:sp>
        <p:nvSpPr>
          <p:cNvPr id="30" name="">
            <a:extLst xmlns:a="http://schemas.openxmlformats.org/drawingml/2006/main">
              <a:ext uri="{FF2B5EF4-FFF2-40B4-BE49-F238E27FC236}">
                <a16:creationId xmlns:a16="http://schemas.microsoft.com/office/drawing/2014/main" id="{C4F186D8-D9A6-44A0-A92D-54983D83B5DE}"/>
              </a:ext>
            </a:extLst>
          </p:cNvPr>
          <p:cNvSpPr>
            <a:spLocks xmlns:a="http://schemas.openxmlformats.org/drawingml/2006/main" noGrp="1"/>
          </p:cNvSpPr>
          <p:nvPr/>
        </p:nvSpPr>
        <p:spPr>
          <a:xfrm xmlns:a="http://schemas.openxmlformats.org/drawingml/2006/main">
            <a:off x="6591300" y="5581650"/>
            <a:ext cx="461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0">
                <a:solidFill>
                  <a:srgbClr val="98A2B3"/>
                </a:solidFill>
                <a:latin typeface="AppleGothic"/>
                <a:ea typeface="AppleGothic"/>
                <a:cs typeface="AppleGothic"/>
              </a:defRPr>
            </a:pPr>
            <a:r>
              <a:rPr sz="1350" b="0">
                <a:solidFill>
                  <a:srgbClr val="98A2B3"/>
                </a:solidFill>
                <a:latin typeface="AppleGothic"/>
                <a:ea typeface="AppleGothic"/>
                <a:cs typeface="AppleGothic"/>
              </a:rPr>
              <a:t>/docs → task · provider · temperature 범위 확인</a:t>
            </a:r>
          </a:p>
        </p:txBody>
      </p:sp>
      <p:sp>
        <p:nvSpPr>
          <p:cNvPr id="31" name="">
            <a:extLst xmlns:a="http://schemas.openxmlformats.org/drawingml/2006/main">
              <a:ext uri="{FF2B5EF4-FFF2-40B4-BE49-F238E27FC236}">
                <a16:creationId xmlns:a16="http://schemas.microsoft.com/office/drawing/2014/main" id="{DA2AC82F-9969-47C6-9CEE-B468F4827B4B}"/>
              </a:ext>
            </a:extLst>
          </p:cNvPr>
          <p:cNvSpPr>
            <a:spLocks xmlns:a="http://schemas.openxmlformats.org/drawingml/2006/main" noGrp="1"/>
          </p:cNvSpPr>
          <p:nvPr/>
        </p:nvSpPr>
        <p:spPr>
          <a:xfrm xmlns:a="http://schemas.openxmlformats.org/drawingml/2006/main" flipH="0" flipV="0">
            <a:off x="2324100" y="6172200"/>
            <a:ext cx="887730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Tree>
    <p:extLst>
      <p:ext uri="{BB962C8B-B14F-4D97-AF65-F5344CB8AC3E}">
        <p14:creationId xmlns:p14="http://schemas.microsoft.com/office/powerpoint/2010/main" val="366171978"/>
      </p:ext>
    </p:extLst>
  </p:cSld>
</p:sld>
</file>

<file path=ppt/slides/slide8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98A7874-5A1E-4A5C-A557-94DD6C404D59}"/>
              </a:ext>
            </a:extLst>
          </p:cNvPr>
          <p:cNvSpPr>
            <a:spLocks xmlns:a="http://schemas.openxmlformats.org/drawingml/2006/main" noGrp="1"/>
          </p:cNvSpPr>
          <p:nvPr/>
        </p:nvSpPr>
        <p:spPr>
          <a:xfrm xmlns:a="http://schemas.openxmlformats.org/drawingml/2006/main">
            <a:off x="609600" y="51435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050" b="1">
                <a:solidFill>
                  <a:srgbClr val="2563EB"/>
                </a:solidFill>
                <a:latin typeface="Menlo"/>
                <a:ea typeface="Menlo"/>
                <a:cs typeface="Menlo"/>
              </a:defRPr>
            </a:pPr>
            <a:r>
              <a:rPr sz="1050" b="1">
                <a:solidFill>
                  <a:srgbClr val="2563EB"/>
                </a:solidFill>
                <a:latin typeface="Menlo"/>
                <a:ea typeface="Menlo"/>
                <a:cs typeface="Menlo"/>
              </a:rPr>
              <a:t>FIRST OPERATING RECORD</a:t>
            </a:r>
          </a:p>
        </p:txBody>
      </p:sp>
      <p:sp>
        <p:nvSpPr>
          <p:cNvPr id="2" name="">
            <a:extLst xmlns:a="http://schemas.openxmlformats.org/drawingml/2006/main">
              <a:ext uri="{FF2B5EF4-FFF2-40B4-BE49-F238E27FC236}">
                <a16:creationId xmlns:a16="http://schemas.microsoft.com/office/drawing/2014/main" id="{9CD7BB6C-923B-4C4A-B36F-BA117AEDAAB3}"/>
              </a:ext>
            </a:extLst>
          </p:cNvPr>
          <p:cNvSpPr>
            <a:spLocks xmlns:a="http://schemas.openxmlformats.org/drawingml/2006/main" noGrp="1"/>
          </p:cNvSpPr>
          <p:nvPr/>
        </p:nvSpPr>
        <p:spPr>
          <a:xfrm xmlns:a="http://schemas.openxmlformats.org/drawingml/2006/main">
            <a:off x="609600" y="1219200"/>
            <a:ext cx="1066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600" b="1">
                <a:solidFill>
                  <a:srgbClr val="FFFFFF"/>
                </a:solidFill>
                <a:latin typeface="AppleGothic"/>
                <a:ea typeface="AppleGothic"/>
                <a:cs typeface="AppleGothic"/>
              </a:defRPr>
            </a:pPr>
            <a:r>
              <a:rPr sz="3600" b="1">
                <a:solidFill>
                  <a:srgbClr val="FFFFFF"/>
                </a:solidFill>
                <a:latin typeface="AppleGothic"/>
                <a:ea typeface="AppleGothic"/>
                <a:cs typeface="AppleGothic"/>
              </a:rPr>
              <a:t>첫 실습 운영 기록</a:t>
            </a:r>
          </a:p>
        </p:txBody>
      </p:sp>
      <p:sp>
        <p:nvSpPr>
          <p:cNvPr id="3" name="">
            <a:extLst xmlns:a="http://schemas.openxmlformats.org/drawingml/2006/main">
              <a:ext uri="{FF2B5EF4-FFF2-40B4-BE49-F238E27FC236}">
                <a16:creationId xmlns:a16="http://schemas.microsoft.com/office/drawing/2014/main" id="{F1595DDC-2955-4CAE-AFC3-8D0242DE8A1B}"/>
              </a:ext>
            </a:extLst>
          </p:cNvPr>
          <p:cNvSpPr>
            <a:spLocks xmlns:a="http://schemas.openxmlformats.org/drawingml/2006/main" noGrp="1"/>
          </p:cNvSpPr>
          <p:nvPr/>
        </p:nvSpPr>
        <p:spPr>
          <a:xfrm xmlns:a="http://schemas.openxmlformats.org/drawingml/2006/main">
            <a:off x="609600" y="24384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01</a:t>
            </a:r>
          </a:p>
        </p:txBody>
      </p:sp>
      <p:sp>
        <p:nvSpPr>
          <p:cNvPr id="4" name="">
            <a:extLst xmlns:a="http://schemas.openxmlformats.org/drawingml/2006/main">
              <a:ext uri="{FF2B5EF4-FFF2-40B4-BE49-F238E27FC236}">
                <a16:creationId xmlns:a16="http://schemas.microsoft.com/office/drawing/2014/main" id="{1DEE22E5-B3C3-475E-B8C3-EB85AEB04AF6}"/>
              </a:ext>
            </a:extLst>
          </p:cNvPr>
          <p:cNvSpPr>
            <a:spLocks xmlns:a="http://schemas.openxmlformats.org/drawingml/2006/main" noGrp="1"/>
          </p:cNvSpPr>
          <p:nvPr/>
        </p:nvSpPr>
        <p:spPr>
          <a:xfrm xmlns:a="http://schemas.openxmlformats.org/drawingml/2006/main">
            <a:off x="1390650" y="24384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환경</a:t>
            </a:r>
          </a:p>
        </p:txBody>
      </p:sp>
      <p:sp>
        <p:nvSpPr>
          <p:cNvPr id="5" name="">
            <a:extLst xmlns:a="http://schemas.openxmlformats.org/drawingml/2006/main">
              <a:ext uri="{FF2B5EF4-FFF2-40B4-BE49-F238E27FC236}">
                <a16:creationId xmlns:a16="http://schemas.microsoft.com/office/drawing/2014/main" id="{4A67B331-AC6C-48C4-985D-653B42753E6E}"/>
              </a:ext>
            </a:extLst>
          </p:cNvPr>
          <p:cNvSpPr>
            <a:spLocks xmlns:a="http://schemas.openxmlformats.org/drawingml/2006/main" noGrp="1"/>
          </p:cNvSpPr>
          <p:nvPr/>
        </p:nvSpPr>
        <p:spPr>
          <a:xfrm xmlns:a="http://schemas.openxmlformats.org/drawingml/2006/main">
            <a:off x="3714750" y="24384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Python · Ollama 버전 · 모델 태그 · Thinking 요청값</a:t>
            </a:r>
          </a:p>
        </p:txBody>
      </p:sp>
      <p:sp>
        <p:nvSpPr>
          <p:cNvPr id="6" name="">
            <a:extLst xmlns:a="http://schemas.openxmlformats.org/drawingml/2006/main">
              <a:ext uri="{FF2B5EF4-FFF2-40B4-BE49-F238E27FC236}">
                <a16:creationId xmlns:a16="http://schemas.microsoft.com/office/drawing/2014/main" id="{AC6F6BDE-539B-47E7-BC14-510D1E16F198}"/>
              </a:ext>
            </a:extLst>
          </p:cNvPr>
          <p:cNvSpPr>
            <a:spLocks xmlns:a="http://schemas.openxmlformats.org/drawingml/2006/main" noGrp="1"/>
          </p:cNvSpPr>
          <p:nvPr/>
        </p:nvSpPr>
        <p:spPr>
          <a:xfrm xmlns:a="http://schemas.openxmlformats.org/drawingml/2006/main" flipH="0" flipV="0">
            <a:off x="1390650" y="29908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7" name="">
            <a:extLst xmlns:a="http://schemas.openxmlformats.org/drawingml/2006/main">
              <a:ext uri="{FF2B5EF4-FFF2-40B4-BE49-F238E27FC236}">
                <a16:creationId xmlns:a16="http://schemas.microsoft.com/office/drawing/2014/main" id="{D4DF8AFE-824C-4FA6-BD50-BCA7839090B0}"/>
              </a:ext>
            </a:extLst>
          </p:cNvPr>
          <p:cNvSpPr>
            <a:spLocks xmlns:a="http://schemas.openxmlformats.org/drawingml/2006/main" noGrp="1"/>
          </p:cNvSpPr>
          <p:nvPr/>
        </p:nvSpPr>
        <p:spPr>
          <a:xfrm xmlns:a="http://schemas.openxmlformats.org/drawingml/2006/main">
            <a:off x="609600" y="34290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02</a:t>
            </a:r>
          </a:p>
        </p:txBody>
      </p:sp>
      <p:sp>
        <p:nvSpPr>
          <p:cNvPr id="8" name="">
            <a:extLst xmlns:a="http://schemas.openxmlformats.org/drawingml/2006/main">
              <a:ext uri="{FF2B5EF4-FFF2-40B4-BE49-F238E27FC236}">
                <a16:creationId xmlns:a16="http://schemas.microsoft.com/office/drawing/2014/main" id="{EF9D0939-2223-4728-B3FE-9D0F2AF93879}"/>
              </a:ext>
            </a:extLst>
          </p:cNvPr>
          <p:cNvSpPr>
            <a:spLocks xmlns:a="http://schemas.openxmlformats.org/drawingml/2006/main" noGrp="1"/>
          </p:cNvSpPr>
          <p:nvPr/>
        </p:nvSpPr>
        <p:spPr>
          <a:xfrm xmlns:a="http://schemas.openxmlformats.org/drawingml/2006/main">
            <a:off x="1390650" y="34290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실행 증거</a:t>
            </a:r>
          </a:p>
        </p:txBody>
      </p:sp>
      <p:sp>
        <p:nvSpPr>
          <p:cNvPr id="9" name="">
            <a:extLst xmlns:a="http://schemas.openxmlformats.org/drawingml/2006/main">
              <a:ext uri="{FF2B5EF4-FFF2-40B4-BE49-F238E27FC236}">
                <a16:creationId xmlns:a16="http://schemas.microsoft.com/office/drawing/2014/main" id="{E50F45FB-BA9A-4562-BE0F-06FDFD380843}"/>
              </a:ext>
            </a:extLst>
          </p:cNvPr>
          <p:cNvSpPr>
            <a:spLocks xmlns:a="http://schemas.openxmlformats.org/drawingml/2006/main" noGrp="1"/>
          </p:cNvSpPr>
          <p:nvPr/>
        </p:nvSpPr>
        <p:spPr>
          <a:xfrm xmlns:a="http://schemas.openxmlformats.org/drawingml/2006/main">
            <a:off x="3714750" y="34290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Demo 추적 2건 · Ollama 선택 추적 1건 · 비교 판단</a:t>
            </a:r>
          </a:p>
        </p:txBody>
      </p:sp>
      <p:sp>
        <p:nvSpPr>
          <p:cNvPr id="10" name="">
            <a:extLst xmlns:a="http://schemas.openxmlformats.org/drawingml/2006/main">
              <a:ext uri="{FF2B5EF4-FFF2-40B4-BE49-F238E27FC236}">
                <a16:creationId xmlns:a16="http://schemas.microsoft.com/office/drawing/2014/main" id="{F3169B10-016C-40C5-A890-270C54465136}"/>
              </a:ext>
            </a:extLst>
          </p:cNvPr>
          <p:cNvSpPr>
            <a:spLocks xmlns:a="http://schemas.openxmlformats.org/drawingml/2006/main" noGrp="1"/>
          </p:cNvSpPr>
          <p:nvPr/>
        </p:nvSpPr>
        <p:spPr>
          <a:xfrm xmlns:a="http://schemas.openxmlformats.org/drawingml/2006/main" flipH="0" flipV="0">
            <a:off x="1390650" y="39814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1" name="">
            <a:extLst xmlns:a="http://schemas.openxmlformats.org/drawingml/2006/main">
              <a:ext uri="{FF2B5EF4-FFF2-40B4-BE49-F238E27FC236}">
                <a16:creationId xmlns:a16="http://schemas.microsoft.com/office/drawing/2014/main" id="{BAB20B85-7B01-4D1D-B119-5B5B97B0261E}"/>
              </a:ext>
            </a:extLst>
          </p:cNvPr>
          <p:cNvSpPr>
            <a:spLocks xmlns:a="http://schemas.openxmlformats.org/drawingml/2006/main" noGrp="1"/>
          </p:cNvSpPr>
          <p:nvPr/>
        </p:nvSpPr>
        <p:spPr>
          <a:xfrm xmlns:a="http://schemas.openxmlformats.org/drawingml/2006/main">
            <a:off x="609600" y="441960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1">
                <a:solidFill>
                  <a:srgbClr val="98A2B3"/>
                </a:solidFill>
                <a:latin typeface="Menlo"/>
                <a:ea typeface="Menlo"/>
                <a:cs typeface="Menlo"/>
              </a:defRPr>
            </a:pPr>
            <a:r>
              <a:rPr sz="1500" b="1">
                <a:solidFill>
                  <a:srgbClr val="98A2B3"/>
                </a:solidFill>
                <a:latin typeface="Menlo"/>
                <a:ea typeface="Menlo"/>
                <a:cs typeface="Menlo"/>
              </a:rPr>
              <a:t>03</a:t>
            </a:r>
          </a:p>
        </p:txBody>
      </p:sp>
      <p:sp>
        <p:nvSpPr>
          <p:cNvPr id="12" name="">
            <a:extLst xmlns:a="http://schemas.openxmlformats.org/drawingml/2006/main">
              <a:ext uri="{FF2B5EF4-FFF2-40B4-BE49-F238E27FC236}">
                <a16:creationId xmlns:a16="http://schemas.microsoft.com/office/drawing/2014/main" id="{43735D2B-CAA5-4053-AAB5-3D19D047512A}"/>
              </a:ext>
            </a:extLst>
          </p:cNvPr>
          <p:cNvSpPr>
            <a:spLocks xmlns:a="http://schemas.openxmlformats.org/drawingml/2006/main" noGrp="1"/>
          </p:cNvSpPr>
          <p:nvPr/>
        </p:nvSpPr>
        <p:spPr>
          <a:xfrm xmlns:a="http://schemas.openxmlformats.org/drawingml/2006/main">
            <a:off x="1390650" y="44196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650" b="1">
                <a:solidFill>
                  <a:srgbClr val="FFFFFF"/>
                </a:solidFill>
                <a:latin typeface="Menlo"/>
                <a:ea typeface="Menlo"/>
                <a:cs typeface="Menlo"/>
              </a:defRPr>
            </a:pPr>
            <a:r>
              <a:rPr sz="1650" b="1">
                <a:solidFill>
                  <a:srgbClr val="FFFFFF"/>
                </a:solidFill>
                <a:latin typeface="Menlo"/>
                <a:ea typeface="Menlo"/>
                <a:cs typeface="Menlo"/>
              </a:rPr>
              <a:t>다음 변경</a:t>
            </a:r>
          </a:p>
        </p:txBody>
      </p:sp>
      <p:sp>
        <p:nvSpPr>
          <p:cNvPr id="13" name="">
            <a:extLst xmlns:a="http://schemas.openxmlformats.org/drawingml/2006/main">
              <a:ext uri="{FF2B5EF4-FFF2-40B4-BE49-F238E27FC236}">
                <a16:creationId xmlns:a16="http://schemas.microsoft.com/office/drawing/2014/main" id="{383522DC-5F4F-4D4F-B8F3-831090A3E585}"/>
              </a:ext>
            </a:extLst>
          </p:cNvPr>
          <p:cNvSpPr>
            <a:spLocks xmlns:a="http://schemas.openxmlformats.org/drawingml/2006/main" noGrp="1"/>
          </p:cNvSpPr>
          <p:nvPr/>
        </p:nvSpPr>
        <p:spPr>
          <a:xfrm xmlns:a="http://schemas.openxmlformats.org/drawingml/2006/main">
            <a:off x="3714750" y="4419600"/>
            <a:ext cx="7486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500" b="0">
                <a:solidFill>
                  <a:srgbClr val="FFFFFF"/>
                </a:solidFill>
                <a:latin typeface="AppleGothic"/>
                <a:ea typeface="AppleGothic"/>
                <a:cs typeface="AppleGothic"/>
              </a:defRPr>
            </a:pPr>
            <a:r>
              <a:rPr sz="1500" b="0">
                <a:solidFill>
                  <a:srgbClr val="FFFFFF"/>
                </a:solidFill>
                <a:latin typeface="AppleGothic"/>
                <a:ea typeface="AppleGothic"/>
                <a:cs typeface="AppleGothic"/>
              </a:rPr>
              <a:t>바꿀 변수 1개 · 기대 결과 · 확인 방법 · 교수 질문</a:t>
            </a:r>
          </a:p>
        </p:txBody>
      </p:sp>
      <p:sp>
        <p:nvSpPr>
          <p:cNvPr id="14" name="">
            <a:extLst xmlns:a="http://schemas.openxmlformats.org/drawingml/2006/main">
              <a:ext uri="{FF2B5EF4-FFF2-40B4-BE49-F238E27FC236}">
                <a16:creationId xmlns:a16="http://schemas.microsoft.com/office/drawing/2014/main" id="{FBFB885E-A43D-4153-9588-BA914E9F24D5}"/>
              </a:ext>
            </a:extLst>
          </p:cNvPr>
          <p:cNvSpPr>
            <a:spLocks xmlns:a="http://schemas.openxmlformats.org/drawingml/2006/main" noGrp="1"/>
          </p:cNvSpPr>
          <p:nvPr/>
        </p:nvSpPr>
        <p:spPr>
          <a:xfrm xmlns:a="http://schemas.openxmlformats.org/drawingml/2006/main" flipH="0" flipV="0">
            <a:off x="1390650" y="4972050"/>
            <a:ext cx="9810750" cy="0"/>
          </a:xfrm>
          <a:prstGeom xmlns:a="http://schemas.openxmlformats.org/drawingml/2006/main" prst="line">
            <a:avLst/>
          </a:prstGeom>
          <a:noFill xmlns:a="http://schemas.openxmlformats.org/drawingml/2006/main"/>
          <a:ln xmlns:a="http://schemas.openxmlformats.org/drawingml/2006/main" w="9525">
            <a:solidFill>
              <a:srgbClr val="25324A"/>
            </a:solidFill>
            <a:prstDash val="solid"/>
          </a:ln>
        </p:spPr>
      </p:sp>
      <p:sp>
        <p:nvSpPr>
          <p:cNvPr id="15" name="">
            <a:extLst xmlns:a="http://schemas.openxmlformats.org/drawingml/2006/main">
              <a:ext uri="{FF2B5EF4-FFF2-40B4-BE49-F238E27FC236}">
                <a16:creationId xmlns:a16="http://schemas.microsoft.com/office/drawing/2014/main" id="{24F91FF2-506F-470E-AFB0-43EBA1AEE760}"/>
              </a:ext>
            </a:extLst>
          </p:cNvPr>
          <p:cNvSpPr>
            <a:spLocks xmlns:a="http://schemas.openxmlformats.org/drawingml/2006/main" noGrp="1"/>
          </p:cNvSpPr>
          <p:nvPr/>
        </p:nvSpPr>
        <p:spPr>
          <a:xfrm xmlns:a="http://schemas.openxmlformats.org/drawingml/2006/main" flipH="0" flipV="0">
            <a:off x="609600" y="5619750"/>
            <a:ext cx="10972800" cy="0"/>
          </a:xfrm>
          <a:prstGeom xmlns:a="http://schemas.openxmlformats.org/drawingml/2006/main" prst="line">
            <a:avLst/>
          </a:prstGeom>
          <a:noFill xmlns:a="http://schemas.openxmlformats.org/drawingml/2006/main"/>
          <a:ln xmlns:a="http://schemas.openxmlformats.org/drawingml/2006/main" w="19050">
            <a:solidFill>
              <a:srgbClr val="25324A"/>
            </a:solidFill>
            <a:prstDash val="solid"/>
          </a:ln>
        </p:spPr>
      </p:sp>
      <p:sp>
        <p:nvSpPr>
          <p:cNvPr id="16" name="">
            <a:extLst xmlns:a="http://schemas.openxmlformats.org/drawingml/2006/main">
              <a:ext uri="{FF2B5EF4-FFF2-40B4-BE49-F238E27FC236}">
                <a16:creationId xmlns:a16="http://schemas.microsoft.com/office/drawing/2014/main" id="{423E1949-2F22-4353-A649-5FF91F79CA3E}"/>
              </a:ext>
            </a:extLst>
          </p:cNvPr>
          <p:cNvSpPr>
            <a:spLocks xmlns:a="http://schemas.openxmlformats.org/drawingml/2006/main" noGrp="1"/>
          </p:cNvSpPr>
          <p:nvPr/>
        </p:nvSpPr>
        <p:spPr>
          <a:xfrm xmlns:a="http://schemas.openxmlformats.org/drawingml/2006/main">
            <a:off x="609600" y="579120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1350" b="1">
                <a:solidFill>
                  <a:srgbClr val="FFFFFF"/>
                </a:solidFill>
                <a:latin typeface="AppleGothic"/>
                <a:ea typeface="AppleGothic"/>
                <a:cs typeface="AppleGothic"/>
              </a:defRPr>
            </a:pPr>
            <a:r>
              <a:rPr sz="1350" b="1">
                <a:solidFill>
                  <a:srgbClr val="FFFFFF"/>
                </a:solidFill>
                <a:latin typeface="AppleGothic"/>
                <a:ea typeface="AppleGothic"/>
                <a:cs typeface="AppleGothic"/>
              </a:rPr>
              <a:t>서버 종료 · Tasks: Terminate Task    |    W08 · 기획서 제출 평가    |    W16 · 실시간 온라인 발표</a:t>
            </a:r>
          </a:p>
        </p:txBody>
      </p:sp>
    </p:spTree>
    <p:extLst>
      <p:ext uri="{BB962C8B-B14F-4D97-AF65-F5344CB8AC3E}">
        <p14:creationId xmlns:p14="http://schemas.microsoft.com/office/powerpoint/2010/main" val="271317305"/>
      </p:ext>
    </p:extLst>
  </p:cSld>
</p:sld>
</file>

<file path=ppt/theme/theme1.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98A2B3"/>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2026-09-04T09:34:47.4690000Z</dcterms:created>
  <dcterms:modified xsi:type="dcterms:W3CDTF">2026-09-04T09:34:47.4690000Z</dcterms:modified>
</coreProperties>
</file>