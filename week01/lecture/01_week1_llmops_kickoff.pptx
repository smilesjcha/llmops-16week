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19078871eb844a3" /><Relationship Type="http://schemas.openxmlformats.org/officeDocument/2006/relationships/extended-properties" Target="/docProps/app.xml" Id="R227f6e0737c5452a" /><Relationship Type="http://schemas.openxmlformats.org/officeDocument/2006/relationships/officeDocument" Target="/ppt/presentation.xml" Id="Rad9a69f8ab6f4d84" /></Relationships>
</file>

<file path=ppt/presentation.xml><?xml version="1.0" encoding="utf-8"?>
<p:presentation xmlns:p="http://schemas.openxmlformats.org/presentationml/2006/main">
  <p:sldMasterIdLst>
    <p:sldMasterId xmlns:r="http://schemas.openxmlformats.org/officeDocument/2006/relationships" id="2147483648" r:id="Rfe3584ad4da44aee"/>
  </p:sldMasterIdLst>
  <p:notesMasterIdLst>
    <p:notesMasterId xmlns:r="http://schemas.openxmlformats.org/officeDocument/2006/relationships" r:id="R3c55f6795f134c3e"/>
  </p:notesMasterIdLst>
  <p:sldIdLst>
    <p:sldId xmlns:r="http://schemas.openxmlformats.org/officeDocument/2006/relationships" id="256" r:id="Rcb2b61f021064f09"/>
    <p:sldId xmlns:r="http://schemas.openxmlformats.org/officeDocument/2006/relationships" id="257" r:id="Rb6de5104e11343bc"/>
    <p:sldId xmlns:r="http://schemas.openxmlformats.org/officeDocument/2006/relationships" id="258" r:id="R845566143cac49d4"/>
    <p:sldId xmlns:r="http://schemas.openxmlformats.org/officeDocument/2006/relationships" id="259" r:id="R973866f2abfd4ff8"/>
    <p:sldId xmlns:r="http://schemas.openxmlformats.org/officeDocument/2006/relationships" id="260" r:id="R20e98609b2bd47ac"/>
    <p:sldId xmlns:r="http://schemas.openxmlformats.org/officeDocument/2006/relationships" id="261" r:id="R354fe8df9c3049bf"/>
    <p:sldId xmlns:r="http://schemas.openxmlformats.org/officeDocument/2006/relationships" id="262" r:id="R693f5e6af11a490c"/>
    <p:sldId xmlns:r="http://schemas.openxmlformats.org/officeDocument/2006/relationships" id="263" r:id="R23ecc6e1cf064d22"/>
    <p:sldId xmlns:r="http://schemas.openxmlformats.org/officeDocument/2006/relationships" id="264" r:id="R3c7963319867484b"/>
    <p:sldId xmlns:r="http://schemas.openxmlformats.org/officeDocument/2006/relationships" id="265" r:id="Re30c013e50a3475d"/>
    <p:sldId xmlns:r="http://schemas.openxmlformats.org/officeDocument/2006/relationships" id="266" r:id="R019d2bc31a264b12"/>
    <p:sldId xmlns:r="http://schemas.openxmlformats.org/officeDocument/2006/relationships" id="267" r:id="R5f6e1db45f75488b"/>
    <p:sldId xmlns:r="http://schemas.openxmlformats.org/officeDocument/2006/relationships" id="268" r:id="R8b1cb67e552d41b1"/>
    <p:sldId xmlns:r="http://schemas.openxmlformats.org/officeDocument/2006/relationships" id="269" r:id="Rba2776f5ec974e7c"/>
    <p:sldId xmlns:r="http://schemas.openxmlformats.org/officeDocument/2006/relationships" id="270" r:id="R6a9f4d0ee03846a1"/>
    <p:sldId xmlns:r="http://schemas.openxmlformats.org/officeDocument/2006/relationships" id="271" r:id="Rfac559b0bfac4c27"/>
    <p:sldId xmlns:r="http://schemas.openxmlformats.org/officeDocument/2006/relationships" id="272" r:id="Rc621675616564e1f"/>
    <p:sldId xmlns:r="http://schemas.openxmlformats.org/officeDocument/2006/relationships" id="273" r:id="R30e30f7adc24450f"/>
    <p:sldId xmlns:r="http://schemas.openxmlformats.org/officeDocument/2006/relationships" id="274" r:id="Rf3e0fb70458941f0"/>
    <p:sldId xmlns:r="http://schemas.openxmlformats.org/officeDocument/2006/relationships" id="275" r:id="R6b9a55ff66724833"/>
    <p:sldId xmlns:r="http://schemas.openxmlformats.org/officeDocument/2006/relationships" id="276" r:id="R44b7fd83b38a4fa6"/>
    <p:sldId xmlns:r="http://schemas.openxmlformats.org/officeDocument/2006/relationships" id="277" r:id="Rb0ec8d76330a4dd4"/>
    <p:sldId xmlns:r="http://schemas.openxmlformats.org/officeDocument/2006/relationships" id="278" r:id="R78270e3e60864495"/>
    <p:sldId xmlns:r="http://schemas.openxmlformats.org/officeDocument/2006/relationships" id="279" r:id="R4132d836133e47d5"/>
    <p:sldId xmlns:r="http://schemas.openxmlformats.org/officeDocument/2006/relationships" id="280" r:id="Rd2b755eb1e9e4220"/>
    <p:sldId xmlns:r="http://schemas.openxmlformats.org/officeDocument/2006/relationships" id="281" r:id="Rc62f7bf667d446fe"/>
    <p:sldId xmlns:r="http://schemas.openxmlformats.org/officeDocument/2006/relationships" id="282" r:id="Rf0cc464ef60c44b9"/>
    <p:sldId xmlns:r="http://schemas.openxmlformats.org/officeDocument/2006/relationships" id="283" r:id="R76d12d2b25e048b0"/>
    <p:sldId xmlns:r="http://schemas.openxmlformats.org/officeDocument/2006/relationships" id="284" r:id="R45912e1c28cf4cec"/>
    <p:sldId xmlns:r="http://schemas.openxmlformats.org/officeDocument/2006/relationships" id="285" r:id="Rcafd2bbdb8524c9f"/>
    <p:sldId xmlns:r="http://schemas.openxmlformats.org/officeDocument/2006/relationships" id="286" r:id="Rf7d4b80057954ae6"/>
    <p:sldId xmlns:r="http://schemas.openxmlformats.org/officeDocument/2006/relationships" id="287" r:id="R3a9048f53ae347fe"/>
    <p:sldId xmlns:r="http://schemas.openxmlformats.org/officeDocument/2006/relationships" id="288" r:id="R91bf49529ff346b0"/>
    <p:sldId xmlns:r="http://schemas.openxmlformats.org/officeDocument/2006/relationships" id="289" r:id="R49cb18586979425d"/>
    <p:sldId xmlns:r="http://schemas.openxmlformats.org/officeDocument/2006/relationships" id="290" r:id="R97e7871eb98a42a6"/>
    <p:sldId xmlns:r="http://schemas.openxmlformats.org/officeDocument/2006/relationships" id="291" r:id="R2b8389618a424836"/>
    <p:sldId xmlns:r="http://schemas.openxmlformats.org/officeDocument/2006/relationships" id="292" r:id="R36acf328c99a4266"/>
    <p:sldId xmlns:r="http://schemas.openxmlformats.org/officeDocument/2006/relationships" id="293" r:id="Rd8683678d9354f03"/>
    <p:sldId xmlns:r="http://schemas.openxmlformats.org/officeDocument/2006/relationships" id="294" r:id="Rf9962a421bb74285"/>
    <p:sldId xmlns:r="http://schemas.openxmlformats.org/officeDocument/2006/relationships" id="295" r:id="R87927e14fa7749d5"/>
    <p:sldId xmlns:r="http://schemas.openxmlformats.org/officeDocument/2006/relationships" id="296" r:id="R3426bcd5735a4aa3"/>
    <p:sldId xmlns:r="http://schemas.openxmlformats.org/officeDocument/2006/relationships" id="297" r:id="R851649cbd1114bf9"/>
    <p:sldId xmlns:r="http://schemas.openxmlformats.org/officeDocument/2006/relationships" id="298" r:id="R52ca067a20b347b1"/>
    <p:sldId xmlns:r="http://schemas.openxmlformats.org/officeDocument/2006/relationships" id="299" r:id="R8cdc3f7a792a4088"/>
    <p:sldId xmlns:r="http://schemas.openxmlformats.org/officeDocument/2006/relationships" id="300" r:id="Rdb2335c0a4414cdd"/>
    <p:sldId xmlns:r="http://schemas.openxmlformats.org/officeDocument/2006/relationships" id="301" r:id="Rd863f0c337cd4225"/>
    <p:sldId xmlns:r="http://schemas.openxmlformats.org/officeDocument/2006/relationships" id="302" r:id="R0250e11335304e08"/>
    <p:sldId xmlns:r="http://schemas.openxmlformats.org/officeDocument/2006/relationships" id="303" r:id="R72dc54f3ff674aeb"/>
    <p:sldId xmlns:r="http://schemas.openxmlformats.org/officeDocument/2006/relationships" id="304" r:id="R7bab83943ac34068"/>
    <p:sldId xmlns:r="http://schemas.openxmlformats.org/officeDocument/2006/relationships" id="305" r:id="Rdc85953295f54774"/>
    <p:sldId xmlns:r="http://schemas.openxmlformats.org/officeDocument/2006/relationships" id="306" r:id="R284636441cca4dd7"/>
    <p:sldId xmlns:r="http://schemas.openxmlformats.org/officeDocument/2006/relationships" id="307" r:id="R5ef7ad8abd554a44"/>
    <p:sldId xmlns:r="http://schemas.openxmlformats.org/officeDocument/2006/relationships" id="308" r:id="R53a339c71a794248"/>
    <p:sldId xmlns:r="http://schemas.openxmlformats.org/officeDocument/2006/relationships" id="309" r:id="Rf007bc2f9ca94c12"/>
    <p:sldId xmlns:r="http://schemas.openxmlformats.org/officeDocument/2006/relationships" id="310" r:id="R1928f23d4c454ee4"/>
    <p:sldId xmlns:r="http://schemas.openxmlformats.org/officeDocument/2006/relationships" id="311" r:id="R47b1b2cf59964535"/>
    <p:sldId xmlns:r="http://schemas.openxmlformats.org/officeDocument/2006/relationships" id="312" r:id="R86baff893a9e473a"/>
    <p:sldId xmlns:r="http://schemas.openxmlformats.org/officeDocument/2006/relationships" id="313" r:id="R0628d9cbc5e74927"/>
    <p:sldId xmlns:r="http://schemas.openxmlformats.org/officeDocument/2006/relationships" id="314" r:id="R0594b6c41dbc4c2d"/>
    <p:sldId xmlns:r="http://schemas.openxmlformats.org/officeDocument/2006/relationships" id="315" r:id="R4659f39c5db84bbb"/>
    <p:sldId xmlns:r="http://schemas.openxmlformats.org/officeDocument/2006/relationships" id="316" r:id="Rf22b5c5681104661"/>
    <p:sldId xmlns:r="http://schemas.openxmlformats.org/officeDocument/2006/relationships" id="317" r:id="R1e2dbf680a3f41ad"/>
    <p:sldId xmlns:r="http://schemas.openxmlformats.org/officeDocument/2006/relationships" id="318" r:id="R6e49d67d9dfd4c1f"/>
    <p:sldId xmlns:r="http://schemas.openxmlformats.org/officeDocument/2006/relationships" id="319" r:id="R502ff23ff0b345f4"/>
    <p:sldId xmlns:r="http://schemas.openxmlformats.org/officeDocument/2006/relationships" id="320" r:id="R47ed873095394839"/>
    <p:sldId xmlns:r="http://schemas.openxmlformats.org/officeDocument/2006/relationships" id="321" r:id="Rb7f238e13ce145c3"/>
    <p:sldId xmlns:r="http://schemas.openxmlformats.org/officeDocument/2006/relationships" id="322" r:id="Rd094d84ff7154173"/>
    <p:sldId xmlns:r="http://schemas.openxmlformats.org/officeDocument/2006/relationships" id="323" r:id="Rd38785ac4d3142b0"/>
    <p:sldId xmlns:r="http://schemas.openxmlformats.org/officeDocument/2006/relationships" id="324" r:id="Rf955d7334b604e93"/>
    <p:sldId xmlns:r="http://schemas.openxmlformats.org/officeDocument/2006/relationships" id="325" r:id="R39316b1ca3b64ca6"/>
    <p:sldId xmlns:r="http://schemas.openxmlformats.org/officeDocument/2006/relationships" id="326" r:id="Raf1bfcd9aed64877"/>
    <p:sldId xmlns:r="http://schemas.openxmlformats.org/officeDocument/2006/relationships" id="327" r:id="R25e28df2ba904cb8"/>
    <p:sldId xmlns:r="http://schemas.openxmlformats.org/officeDocument/2006/relationships" id="328" r:id="Ra101a27944994aec"/>
    <p:sldId xmlns:r="http://schemas.openxmlformats.org/officeDocument/2006/relationships" id="329" r:id="R7ba8ba068f9e4ef8"/>
    <p:sldId xmlns:r="http://schemas.openxmlformats.org/officeDocument/2006/relationships" id="330" r:id="Rb86a9a8e62294f77"/>
    <p:sldId xmlns:r="http://schemas.openxmlformats.org/officeDocument/2006/relationships" id="331" r:id="R0157e365eacf4b57"/>
    <p:sldId xmlns:r="http://schemas.openxmlformats.org/officeDocument/2006/relationships" id="332" r:id="R7966fcbaec394d48"/>
    <p:sldId xmlns:r="http://schemas.openxmlformats.org/officeDocument/2006/relationships" id="333" r:id="R74312ef64e6943fb"/>
    <p:sldId xmlns:r="http://schemas.openxmlformats.org/officeDocument/2006/relationships" id="334" r:id="R368d9671e00d40ee"/>
    <p:sldId xmlns:r="http://schemas.openxmlformats.org/officeDocument/2006/relationships" id="335" r:id="R72094fcdeed146b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051ef465f3d4b72" /><Relationship Type="http://schemas.openxmlformats.org/officeDocument/2006/relationships/slideMaster" Target="/ppt/slideMasters/slideMaster1.xml" Id="Rfe3584ad4da44aee" /><Relationship Type="http://schemas.openxmlformats.org/officeDocument/2006/relationships/notesMaster" Target="/ppt/notesMasters/notesMaster1.xml" Id="R3c55f6795f134c3e" /><Relationship Type="http://schemas.openxmlformats.org/officeDocument/2006/relationships/presProps" Target="/ppt/presProps.xml" Id="Ra638805c382f4a5b" /><Relationship Type="http://schemas.openxmlformats.org/officeDocument/2006/relationships/tableStyles" Target="/ppt/tableStyles.xml" Id="Rb2e04a75c99f4e81" /><Relationship Type="http://schemas.openxmlformats.org/officeDocument/2006/relationships/slide" Target="/ppt/slides/slide1.xml" Id="Rcb2b61f021064f09" /><Relationship Type="http://schemas.openxmlformats.org/officeDocument/2006/relationships/slide" Target="/ppt/slides/slide2.xml" Id="Rb6de5104e11343bc" /><Relationship Type="http://schemas.openxmlformats.org/officeDocument/2006/relationships/slide" Target="/ppt/slides/slide3.xml" Id="R845566143cac49d4" /><Relationship Type="http://schemas.openxmlformats.org/officeDocument/2006/relationships/slide" Target="/ppt/slides/slide4.xml" Id="R973866f2abfd4ff8" /><Relationship Type="http://schemas.openxmlformats.org/officeDocument/2006/relationships/slide" Target="/ppt/slides/slide5.xml" Id="R20e98609b2bd47ac" /><Relationship Type="http://schemas.openxmlformats.org/officeDocument/2006/relationships/slide" Target="/ppt/slides/slide6.xml" Id="R354fe8df9c3049bf" /><Relationship Type="http://schemas.openxmlformats.org/officeDocument/2006/relationships/slide" Target="/ppt/slides/slide7.xml" Id="R693f5e6af11a490c" /><Relationship Type="http://schemas.openxmlformats.org/officeDocument/2006/relationships/slide" Target="/ppt/slides/slide8.xml" Id="R23ecc6e1cf064d22" /><Relationship Type="http://schemas.openxmlformats.org/officeDocument/2006/relationships/slide" Target="/ppt/slides/slide9.xml" Id="R3c7963319867484b" /><Relationship Type="http://schemas.openxmlformats.org/officeDocument/2006/relationships/slide" Target="/ppt/slides/slide10.xml" Id="Re30c013e50a3475d" /><Relationship Type="http://schemas.openxmlformats.org/officeDocument/2006/relationships/slide" Target="/ppt/slides/slide11.xml" Id="R019d2bc31a264b12" /><Relationship Type="http://schemas.openxmlformats.org/officeDocument/2006/relationships/slide" Target="/ppt/slides/slide12.xml" Id="R5f6e1db45f75488b" /><Relationship Type="http://schemas.openxmlformats.org/officeDocument/2006/relationships/slide" Target="/ppt/slides/slide13.xml" Id="R8b1cb67e552d41b1" /><Relationship Type="http://schemas.openxmlformats.org/officeDocument/2006/relationships/slide" Target="/ppt/slides/slide14.xml" Id="Rba2776f5ec974e7c" /><Relationship Type="http://schemas.openxmlformats.org/officeDocument/2006/relationships/slide" Target="/ppt/slides/slide15.xml" Id="R6a9f4d0ee03846a1" /><Relationship Type="http://schemas.openxmlformats.org/officeDocument/2006/relationships/slide" Target="/ppt/slides/slide16.xml" Id="Rfac559b0bfac4c27" /><Relationship Type="http://schemas.openxmlformats.org/officeDocument/2006/relationships/slide" Target="/ppt/slides/slide17.xml" Id="Rc621675616564e1f" /><Relationship Type="http://schemas.openxmlformats.org/officeDocument/2006/relationships/slide" Target="/ppt/slides/slide18.xml" Id="R30e30f7adc24450f" /><Relationship Type="http://schemas.openxmlformats.org/officeDocument/2006/relationships/slide" Target="/ppt/slides/slide19.xml" Id="Rf3e0fb70458941f0" /><Relationship Type="http://schemas.openxmlformats.org/officeDocument/2006/relationships/slide" Target="/ppt/slides/slide20.xml" Id="R6b9a55ff66724833" /><Relationship Type="http://schemas.openxmlformats.org/officeDocument/2006/relationships/slide" Target="/ppt/slides/slide21.xml" Id="R44b7fd83b38a4fa6" /><Relationship Type="http://schemas.openxmlformats.org/officeDocument/2006/relationships/slide" Target="/ppt/slides/slide22.xml" Id="Rb0ec8d76330a4dd4" /><Relationship Type="http://schemas.openxmlformats.org/officeDocument/2006/relationships/slide" Target="/ppt/slides/slide23.xml" Id="R78270e3e60864495" /><Relationship Type="http://schemas.openxmlformats.org/officeDocument/2006/relationships/slide" Target="/ppt/slides/slide24.xml" Id="R4132d836133e47d5" /><Relationship Type="http://schemas.openxmlformats.org/officeDocument/2006/relationships/slide" Target="/ppt/slides/slide25.xml" Id="Rd2b755eb1e9e4220" /><Relationship Type="http://schemas.openxmlformats.org/officeDocument/2006/relationships/slide" Target="/ppt/slides/slide26.xml" Id="Rc62f7bf667d446fe" /><Relationship Type="http://schemas.openxmlformats.org/officeDocument/2006/relationships/slide" Target="/ppt/slides/slide27.xml" Id="Rf0cc464ef60c44b9" /><Relationship Type="http://schemas.openxmlformats.org/officeDocument/2006/relationships/slide" Target="/ppt/slides/slide28.xml" Id="R76d12d2b25e048b0" /><Relationship Type="http://schemas.openxmlformats.org/officeDocument/2006/relationships/slide" Target="/ppt/slides/slide29.xml" Id="R45912e1c28cf4cec" /><Relationship Type="http://schemas.openxmlformats.org/officeDocument/2006/relationships/slide" Target="/ppt/slides/slide30.xml" Id="Rcafd2bbdb8524c9f" /><Relationship Type="http://schemas.openxmlformats.org/officeDocument/2006/relationships/slide" Target="/ppt/slides/slide31.xml" Id="Rf7d4b80057954ae6" /><Relationship Type="http://schemas.openxmlformats.org/officeDocument/2006/relationships/slide" Target="/ppt/slides/slide32.xml" Id="R3a9048f53ae347fe" /><Relationship Type="http://schemas.openxmlformats.org/officeDocument/2006/relationships/slide" Target="/ppt/slides/slide33.xml" Id="R91bf49529ff346b0" /><Relationship Type="http://schemas.openxmlformats.org/officeDocument/2006/relationships/slide" Target="/ppt/slides/slide34.xml" Id="R49cb18586979425d" /><Relationship Type="http://schemas.openxmlformats.org/officeDocument/2006/relationships/slide" Target="/ppt/slides/slide35.xml" Id="R97e7871eb98a42a6" /><Relationship Type="http://schemas.openxmlformats.org/officeDocument/2006/relationships/slide" Target="/ppt/slides/slide36.xml" Id="R2b8389618a424836" /><Relationship Type="http://schemas.openxmlformats.org/officeDocument/2006/relationships/slide" Target="/ppt/slides/slide37.xml" Id="R36acf328c99a4266" /><Relationship Type="http://schemas.openxmlformats.org/officeDocument/2006/relationships/slide" Target="/ppt/slides/slide38.xml" Id="Rd8683678d9354f03" /><Relationship Type="http://schemas.openxmlformats.org/officeDocument/2006/relationships/slide" Target="/ppt/slides/slide39.xml" Id="Rf9962a421bb74285" /><Relationship Type="http://schemas.openxmlformats.org/officeDocument/2006/relationships/slide" Target="/ppt/slides/slide40.xml" Id="R87927e14fa7749d5" /><Relationship Type="http://schemas.openxmlformats.org/officeDocument/2006/relationships/slide" Target="/ppt/slides/slide41.xml" Id="R3426bcd5735a4aa3" /><Relationship Type="http://schemas.openxmlformats.org/officeDocument/2006/relationships/slide" Target="/ppt/slides/slide42.xml" Id="R851649cbd1114bf9" /><Relationship Type="http://schemas.openxmlformats.org/officeDocument/2006/relationships/slide" Target="/ppt/slides/slide43.xml" Id="R52ca067a20b347b1" /><Relationship Type="http://schemas.openxmlformats.org/officeDocument/2006/relationships/slide" Target="/ppt/slides/slide44.xml" Id="R8cdc3f7a792a4088" /><Relationship Type="http://schemas.openxmlformats.org/officeDocument/2006/relationships/slide" Target="/ppt/slides/slide45.xml" Id="Rdb2335c0a4414cdd" /><Relationship Type="http://schemas.openxmlformats.org/officeDocument/2006/relationships/slide" Target="/ppt/slides/slide46.xml" Id="Rd863f0c337cd4225" /><Relationship Type="http://schemas.openxmlformats.org/officeDocument/2006/relationships/slide" Target="/ppt/slides/slide47.xml" Id="R0250e11335304e08" /><Relationship Type="http://schemas.openxmlformats.org/officeDocument/2006/relationships/slide" Target="/ppt/slides/slide48.xml" Id="R72dc54f3ff674aeb" /><Relationship Type="http://schemas.openxmlformats.org/officeDocument/2006/relationships/slide" Target="/ppt/slides/slide49.xml" Id="R7bab83943ac34068" /><Relationship Type="http://schemas.openxmlformats.org/officeDocument/2006/relationships/slide" Target="/ppt/slides/slide50.xml" Id="Rdc85953295f54774" /><Relationship Type="http://schemas.openxmlformats.org/officeDocument/2006/relationships/slide" Target="/ppt/slides/slide51.xml" Id="R284636441cca4dd7" /><Relationship Type="http://schemas.openxmlformats.org/officeDocument/2006/relationships/slide" Target="/ppt/slides/slide52.xml" Id="R5ef7ad8abd554a44" /><Relationship Type="http://schemas.openxmlformats.org/officeDocument/2006/relationships/slide" Target="/ppt/slides/slide53.xml" Id="R53a339c71a794248" /><Relationship Type="http://schemas.openxmlformats.org/officeDocument/2006/relationships/slide" Target="/ppt/slides/slide54.xml" Id="Rf007bc2f9ca94c12" /><Relationship Type="http://schemas.openxmlformats.org/officeDocument/2006/relationships/slide" Target="/ppt/slides/slide55.xml" Id="R1928f23d4c454ee4" /><Relationship Type="http://schemas.openxmlformats.org/officeDocument/2006/relationships/slide" Target="/ppt/slides/slide56.xml" Id="R47b1b2cf59964535" /><Relationship Type="http://schemas.openxmlformats.org/officeDocument/2006/relationships/slide" Target="/ppt/slides/slide57.xml" Id="R86baff893a9e473a" /><Relationship Type="http://schemas.openxmlformats.org/officeDocument/2006/relationships/slide" Target="/ppt/slides/slide58.xml" Id="R0628d9cbc5e74927" /><Relationship Type="http://schemas.openxmlformats.org/officeDocument/2006/relationships/slide" Target="/ppt/slides/slide59.xml" Id="R0594b6c41dbc4c2d" /><Relationship Type="http://schemas.openxmlformats.org/officeDocument/2006/relationships/slide" Target="/ppt/slides/slide60.xml" Id="R4659f39c5db84bbb" /><Relationship Type="http://schemas.openxmlformats.org/officeDocument/2006/relationships/slide" Target="/ppt/slides/slide61.xml" Id="Rf22b5c5681104661" /><Relationship Type="http://schemas.openxmlformats.org/officeDocument/2006/relationships/slide" Target="/ppt/slides/slide62.xml" Id="R1e2dbf680a3f41ad" /><Relationship Type="http://schemas.openxmlformats.org/officeDocument/2006/relationships/slide" Target="/ppt/slides/slide63.xml" Id="R6e49d67d9dfd4c1f" /><Relationship Type="http://schemas.openxmlformats.org/officeDocument/2006/relationships/slide" Target="/ppt/slides/slide64.xml" Id="R502ff23ff0b345f4" /><Relationship Type="http://schemas.openxmlformats.org/officeDocument/2006/relationships/slide" Target="/ppt/slides/slide65.xml" Id="R47ed873095394839" /><Relationship Type="http://schemas.openxmlformats.org/officeDocument/2006/relationships/slide" Target="/ppt/slides/slide66.xml" Id="Rb7f238e13ce145c3" /><Relationship Type="http://schemas.openxmlformats.org/officeDocument/2006/relationships/slide" Target="/ppt/slides/slide67.xml" Id="Rd094d84ff7154173" /><Relationship Type="http://schemas.openxmlformats.org/officeDocument/2006/relationships/slide" Target="/ppt/slides/slide68.xml" Id="Rd38785ac4d3142b0" /><Relationship Type="http://schemas.openxmlformats.org/officeDocument/2006/relationships/slide" Target="/ppt/slides/slide69.xml" Id="Rf955d7334b604e93" /><Relationship Type="http://schemas.openxmlformats.org/officeDocument/2006/relationships/slide" Target="/ppt/slides/slide70.xml" Id="R39316b1ca3b64ca6" /><Relationship Type="http://schemas.openxmlformats.org/officeDocument/2006/relationships/slide" Target="/ppt/slides/slide71.xml" Id="Raf1bfcd9aed64877" /><Relationship Type="http://schemas.openxmlformats.org/officeDocument/2006/relationships/slide" Target="/ppt/slides/slide72.xml" Id="R25e28df2ba904cb8" /><Relationship Type="http://schemas.openxmlformats.org/officeDocument/2006/relationships/slide" Target="/ppt/slides/slide73.xml" Id="Ra101a27944994aec" /><Relationship Type="http://schemas.openxmlformats.org/officeDocument/2006/relationships/slide" Target="/ppt/slides/slide74.xml" Id="R7ba8ba068f9e4ef8" /><Relationship Type="http://schemas.openxmlformats.org/officeDocument/2006/relationships/slide" Target="/ppt/slides/slide75.xml" Id="Rb86a9a8e62294f77" /><Relationship Type="http://schemas.openxmlformats.org/officeDocument/2006/relationships/slide" Target="/ppt/slides/slide76.xml" Id="R0157e365eacf4b57" /><Relationship Type="http://schemas.openxmlformats.org/officeDocument/2006/relationships/slide" Target="/ppt/slides/slide77.xml" Id="R7966fcbaec394d48" /><Relationship Type="http://schemas.openxmlformats.org/officeDocument/2006/relationships/slide" Target="/ppt/slides/slide78.xml" Id="R74312ef64e6943fb" /><Relationship Type="http://schemas.openxmlformats.org/officeDocument/2006/relationships/slide" Target="/ppt/slides/slide79.xml" Id="R368d9671e00d40ee" /><Relationship Type="http://schemas.openxmlformats.org/officeDocument/2006/relationships/slide" Target="/ppt/slides/slide80.xml" Id="R72094fcdeed146b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45c9b4e4ed7440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BLACK WHITE NAVY BLUE">
      <a:dk1>
        <a:srgbClr val="050505"/>
      </a:dk1>
      <a:lt1>
        <a:srgbClr val="FFFFFF"/>
      </a:lt1>
      <a:dk2>
        <a:srgbClr val="0B1F3A"/>
      </a:dk2>
      <a:lt2>
        <a:srgbClr val="F7F8FA"/>
      </a:lt2>
      <a:accent1>
        <a:srgbClr val="2563EB"/>
      </a:accent1>
      <a:accent2>
        <a:srgbClr val="0B1F3A"/>
      </a:accent2>
      <a:accent3>
        <a:srgbClr val="667085"/>
      </a:accent3>
      <a:accent4>
        <a:srgbClr val="E0F0FE"/>
      </a:accent4>
      <a:accent5>
        <a:srgbClr val="191919"/>
      </a:accent5>
      <a:accent6>
        <a:srgbClr val="98A2B3"/>
      </a:accent6>
      <a:hlink>
        <a:srgbClr val="2563EB"/>
      </a:hlink>
      <a:folHlink>
        <a:srgbClr val="0B1F3A"/>
      </a:folHlink>
    </a:clrScheme>
    <a:fontScheme name="Office">
      <a:majorFont>
        <a:latin typeface="Calibri Light"/>
        <a:ea typeface="Calibri Light"/>
        <a:cs typeface="Calibri Light"/>
      </a:majorFont>
      <a:minorFont>
        <a:latin typeface="Calibri"/>
        <a:ea typeface="Calibri"/>
        <a:cs typeface="Calibri"/>
      </a:minorFont>
    </a:fontScheme>
    <a:fmtScheme name="BLACK WHITE NAVY BLU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f7ddbb9789a4712" /><Relationship Type="http://schemas.openxmlformats.org/officeDocument/2006/relationships/notesMaster" Target="/ppt/notesMasters/notesMaster1.xml" Id="R9a638a791d7c4d3f" /></Relationships>
</file>

<file path=ppt/notesSlides/_rels/notesSlide2.xml.rels>&#65279;<?xml version="1.0" encoding="utf-8"?><Relationships xmlns="http://schemas.openxmlformats.org/package/2006/relationships"><Relationship Type="http://schemas.openxmlformats.org/officeDocument/2006/relationships/slide" Target="/ppt/slides/slide2.xml" Id="Re55d5a1b19ff4aea" /><Relationship Type="http://schemas.openxmlformats.org/officeDocument/2006/relationships/notesMaster" Target="/ppt/notesMasters/notesMaster1.xml" Id="R9bc5ce3742cc4bc4" /></Relationships>
</file>

<file path=ppt/notesSlides/_rels/notesSlide3.xml.rels>&#65279;<?xml version="1.0" encoding="utf-8"?><Relationships xmlns="http://schemas.openxmlformats.org/package/2006/relationships"><Relationship Type="http://schemas.openxmlformats.org/officeDocument/2006/relationships/slide" Target="/ppt/slides/slide3.xml" Id="Rf4f503801f8b4633" /><Relationship Type="http://schemas.openxmlformats.org/officeDocument/2006/relationships/notesMaster" Target="/ppt/notesMasters/notesMaster1.xml" Id="R5f13387f11554412" /></Relationships>
</file>

<file path=ppt/notesSlides/_rels/notesSlide4.xml.rels>&#65279;<?xml version="1.0" encoding="utf-8"?><Relationships xmlns="http://schemas.openxmlformats.org/package/2006/relationships"><Relationship Type="http://schemas.openxmlformats.org/officeDocument/2006/relationships/slide" Target="/ppt/slides/slide4.xml" Id="R83d4800d5be441cf" /><Relationship Type="http://schemas.openxmlformats.org/officeDocument/2006/relationships/notesMaster" Target="/ppt/notesMasters/notesMaster1.xml" Id="R17f35ce87fa64093" /></Relationships>
</file>

<file path=ppt/notesSlides/_rels/notesSlide5.xml.rels>&#65279;<?xml version="1.0" encoding="utf-8"?><Relationships xmlns="http://schemas.openxmlformats.org/package/2006/relationships"><Relationship Type="http://schemas.openxmlformats.org/officeDocument/2006/relationships/slide" Target="/ppt/slides/slide5.xml" Id="Rfdf58bc392464cee" /><Relationship Type="http://schemas.openxmlformats.org/officeDocument/2006/relationships/notesMaster" Target="/ppt/notesMasters/notesMaster1.xml" Id="R0cf010c96b324808" /></Relationships>
</file>

<file path=ppt/notesSlides/_rels/notesSlide6.xml.rels>&#65279;<?xml version="1.0" encoding="utf-8"?><Relationships xmlns="http://schemas.openxmlformats.org/package/2006/relationships"><Relationship Type="http://schemas.openxmlformats.org/officeDocument/2006/relationships/slide" Target="/ppt/slides/slide6.xml" Id="R7405918063fa4b7a" /><Relationship Type="http://schemas.openxmlformats.org/officeDocument/2006/relationships/notesMaster" Target="/ppt/notesMasters/notesMaster1.xml" Id="R5ac2e09063a2448c" /></Relationships>
</file>

<file path=ppt/notesSlides/_rels/notesSlide7.xml.rels>&#65279;<?xml version="1.0" encoding="utf-8"?><Relationships xmlns="http://schemas.openxmlformats.org/package/2006/relationships"><Relationship Type="http://schemas.openxmlformats.org/officeDocument/2006/relationships/slide" Target="/ppt/slides/slide7.xml" Id="R0a15613a9cfa4e78" /><Relationship Type="http://schemas.openxmlformats.org/officeDocument/2006/relationships/notesMaster" Target="/ppt/notesMasters/notesMaster1.xml" Id="R0dcb6368de0f4d93" /></Relationships>
</file>

<file path=ppt/notesSlides/_rels/notesSlide8.xml.rels>&#65279;<?xml version="1.0" encoding="utf-8"?><Relationships xmlns="http://schemas.openxmlformats.org/package/2006/relationships"><Relationship Type="http://schemas.openxmlformats.org/officeDocument/2006/relationships/slide" Target="/ppt/slides/slide8.xml" Id="R8614935410494a9b" /><Relationship Type="http://schemas.openxmlformats.org/officeDocument/2006/relationships/notesMaster" Target="/ppt/notesMasters/notesMaster1.xml" Id="R0158465e4a4640e2" /></Relationships>
</file>

<file path=ppt/notesSlides/_rels/notesSlide9.xml.rels>&#65279;<?xml version="1.0" encoding="utf-8"?><Relationships xmlns="http://schemas.openxmlformats.org/package/2006/relationships"><Relationship Type="http://schemas.openxmlformats.org/officeDocument/2006/relationships/slide" Target="/ppt/slides/slide9.xml" Id="Rd384676724df473c" /><Relationship Type="http://schemas.openxmlformats.org/officeDocument/2006/relationships/notesMaster" Target="/ppt/notesMasters/notesMaster1.xml" Id="R63bb32ca6976459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98f03e7e3da4217" /><Relationship Type="http://schemas.openxmlformats.org/officeDocument/2006/relationships/notesMaster" Target="/ppt/notesMasters/notesMaster1.xml" Id="R235a9d57bbe442a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4ce61024e574e2c" /><Relationship Type="http://schemas.openxmlformats.org/officeDocument/2006/relationships/notesMaster" Target="/ppt/notesMasters/notesMaster1.xml" Id="Raf4456890f5d476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83d4ee65f2a49a2" /><Relationship Type="http://schemas.openxmlformats.org/officeDocument/2006/relationships/notesMaster" Target="/ppt/notesMasters/notesMaster1.xml" Id="R2948cdd7919944a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d405aba491d54d52" /><Relationship Type="http://schemas.openxmlformats.org/officeDocument/2006/relationships/notesMaster" Target="/ppt/notesMasters/notesMaster1.xml" Id="R580b10e83bbf465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e5916bf024ff4f49" /><Relationship Type="http://schemas.openxmlformats.org/officeDocument/2006/relationships/notesMaster" Target="/ppt/notesMasters/notesMaster1.xml" Id="R106c392091e8445f"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dae2bdce261449e" /><Relationship Type="http://schemas.openxmlformats.org/officeDocument/2006/relationships/notesMaster" Target="/ppt/notesMasters/notesMaster1.xml" Id="R28340a873c694834"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b70e86f471374e3c" /><Relationship Type="http://schemas.openxmlformats.org/officeDocument/2006/relationships/notesMaster" Target="/ppt/notesMasters/notesMaster1.xml" Id="R8d73f961c205470b"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0a5d8fc8c5424804" /><Relationship Type="http://schemas.openxmlformats.org/officeDocument/2006/relationships/notesMaster" Target="/ppt/notesMasters/notesMaster1.xml" Id="R9f19d358eeb047a7"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3a0dde08f49b4dd3" /><Relationship Type="http://schemas.openxmlformats.org/officeDocument/2006/relationships/notesMaster" Target="/ppt/notesMasters/notesMaster1.xml" Id="R287951b18a514af7"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d71bb9f8eb6e4ba4" /><Relationship Type="http://schemas.openxmlformats.org/officeDocument/2006/relationships/notesMaster" Target="/ppt/notesMasters/notesMaster1.xml" Id="Rd020951d53174a75"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7b58969d5896435a" /><Relationship Type="http://schemas.openxmlformats.org/officeDocument/2006/relationships/notesMaster" Target="/ppt/notesMasters/notesMaster1.xml" Id="R17df732a22094aa2"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aa9cdb5cd4e04335" /><Relationship Type="http://schemas.openxmlformats.org/officeDocument/2006/relationships/notesMaster" Target="/ppt/notesMasters/notesMaster1.xml" Id="R2a93892154b340a7"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607d6f8513694ac9" /><Relationship Type="http://schemas.openxmlformats.org/officeDocument/2006/relationships/notesMaster" Target="/ppt/notesMasters/notesMaster1.xml" Id="R8589778a2a594039"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e803a41fa6304391" /><Relationship Type="http://schemas.openxmlformats.org/officeDocument/2006/relationships/notesMaster" Target="/ppt/notesMasters/notesMaster1.xml" Id="R4c0084b63e4f4f55"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492475a8cdd44cbb" /><Relationship Type="http://schemas.openxmlformats.org/officeDocument/2006/relationships/notesMaster" Target="/ppt/notesMasters/notesMaster1.xml" Id="Rbe92fa176d2b4b8c"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7033e5c842844018" /><Relationship Type="http://schemas.openxmlformats.org/officeDocument/2006/relationships/notesMaster" Target="/ppt/notesMasters/notesMaster1.xml" Id="R9c94cba60ed24280"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abecd5015c4341d1" /><Relationship Type="http://schemas.openxmlformats.org/officeDocument/2006/relationships/notesMaster" Target="/ppt/notesMasters/notesMaster1.xml" Id="Rf883b2d8bfd646f2"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e4adc5225b1a4b89" /><Relationship Type="http://schemas.openxmlformats.org/officeDocument/2006/relationships/notesMaster" Target="/ppt/notesMasters/notesMaster1.xml" Id="R6568075be3f24c3c"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ae235c289fb3412e" /><Relationship Type="http://schemas.openxmlformats.org/officeDocument/2006/relationships/notesMaster" Target="/ppt/notesMasters/notesMaster1.xml" Id="R375f5717f3824240"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eb45e517c41345bf" /><Relationship Type="http://schemas.openxmlformats.org/officeDocument/2006/relationships/notesMaster" Target="/ppt/notesMasters/notesMaster1.xml" Id="R099b811a7a734598"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7d8e19f9f690489f" /><Relationship Type="http://schemas.openxmlformats.org/officeDocument/2006/relationships/notesMaster" Target="/ppt/notesMasters/notesMaster1.xml" Id="R15e96c8e02c44333"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2ab5bbb2f1b74169" /><Relationship Type="http://schemas.openxmlformats.org/officeDocument/2006/relationships/notesMaster" Target="/ppt/notesMasters/notesMaster1.xml" Id="Rc1fdc3a2a4024c54"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e1d63b0096904267" /><Relationship Type="http://schemas.openxmlformats.org/officeDocument/2006/relationships/notesMaster" Target="/ppt/notesMasters/notesMaster1.xml" Id="R11d58d3579ea4e5f"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6bba6a58a49444be" /><Relationship Type="http://schemas.openxmlformats.org/officeDocument/2006/relationships/notesMaster" Target="/ppt/notesMasters/notesMaster1.xml" Id="R021d64661ed74820"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c9855a0f4c8f4046" /><Relationship Type="http://schemas.openxmlformats.org/officeDocument/2006/relationships/notesMaster" Target="/ppt/notesMasters/notesMaster1.xml" Id="R224cbab6dbca4d0f"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832fb814043b4290" /><Relationship Type="http://schemas.openxmlformats.org/officeDocument/2006/relationships/notesMaster" Target="/ppt/notesMasters/notesMaster1.xml" Id="Ra4e60886e37e43b6"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887346282c9d40ee" /><Relationship Type="http://schemas.openxmlformats.org/officeDocument/2006/relationships/notesMaster" Target="/ppt/notesMasters/notesMaster1.xml" Id="R3a9997903e3846e2"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9a9ae183a5574be9" /><Relationship Type="http://schemas.openxmlformats.org/officeDocument/2006/relationships/notesMaster" Target="/ppt/notesMasters/notesMaster1.xml" Id="R5104547606dc485d"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1149ceb8eccf420b" /><Relationship Type="http://schemas.openxmlformats.org/officeDocument/2006/relationships/notesMaster" Target="/ppt/notesMasters/notesMaster1.xml" Id="R27abbd28b9ec4e66"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db4ec8c9970f482c" /><Relationship Type="http://schemas.openxmlformats.org/officeDocument/2006/relationships/notesMaster" Target="/ppt/notesMasters/notesMaster1.xml" Id="Rab174f9e80874e30"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4dff53bd838a4334" /><Relationship Type="http://schemas.openxmlformats.org/officeDocument/2006/relationships/notesMaster" Target="/ppt/notesMasters/notesMaster1.xml" Id="R2ff317c9c4684267"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57ffcb64fbd04a20" /><Relationship Type="http://schemas.openxmlformats.org/officeDocument/2006/relationships/notesMaster" Target="/ppt/notesMasters/notesMaster1.xml" Id="R43dbdfbea63940d6"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2da47e90344d455d" /><Relationship Type="http://schemas.openxmlformats.org/officeDocument/2006/relationships/notesMaster" Target="/ppt/notesMasters/notesMaster1.xml" Id="Re1eec8c6ddcf45a4"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5660019a9dff4370" /><Relationship Type="http://schemas.openxmlformats.org/officeDocument/2006/relationships/notesMaster" Target="/ppt/notesMasters/notesMaster1.xml" Id="R33bcf4e3b8bb4129"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4e3af16b22884ac6" /><Relationship Type="http://schemas.openxmlformats.org/officeDocument/2006/relationships/notesMaster" Target="/ppt/notesMasters/notesMaster1.xml" Id="Ra531c3ee49bf4955"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006195e3d30d4da9" /><Relationship Type="http://schemas.openxmlformats.org/officeDocument/2006/relationships/notesMaster" Target="/ppt/notesMasters/notesMaster1.xml" Id="R295162409e6a4887"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924dc410b4f9416e" /><Relationship Type="http://schemas.openxmlformats.org/officeDocument/2006/relationships/notesMaster" Target="/ppt/notesMasters/notesMaster1.xml" Id="R5fdfd927cd954e57"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93b8c334e976488c" /><Relationship Type="http://schemas.openxmlformats.org/officeDocument/2006/relationships/notesMaster" Target="/ppt/notesMasters/notesMaster1.xml" Id="R5224a1e946b84c71"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9146b77d82784366" /><Relationship Type="http://schemas.openxmlformats.org/officeDocument/2006/relationships/notesMaster" Target="/ppt/notesMasters/notesMaster1.xml" Id="Rcc3ed9e090d0465d"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0e10146ed7d84f3a" /><Relationship Type="http://schemas.openxmlformats.org/officeDocument/2006/relationships/notesMaster" Target="/ppt/notesMasters/notesMaster1.xml" Id="Ree78d6feb56e41aa"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a97aac63590f4430" /><Relationship Type="http://schemas.openxmlformats.org/officeDocument/2006/relationships/notesMaster" Target="/ppt/notesMasters/notesMaster1.xml" Id="Rb138fe6048064deb"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141310611c3f466a" /><Relationship Type="http://schemas.openxmlformats.org/officeDocument/2006/relationships/notesMaster" Target="/ppt/notesMasters/notesMaster1.xml" Id="R51f5561fa84a4bd0"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6360e6399b5947bd" /><Relationship Type="http://schemas.openxmlformats.org/officeDocument/2006/relationships/notesMaster" Target="/ppt/notesMasters/notesMaster1.xml" Id="R31d511bbd7f24a21"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6e78f15d356e4b77" /><Relationship Type="http://schemas.openxmlformats.org/officeDocument/2006/relationships/notesMaster" Target="/ppt/notesMasters/notesMaster1.xml" Id="R4dae22ce8ac74887"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83b6e938abd844bb" /><Relationship Type="http://schemas.openxmlformats.org/officeDocument/2006/relationships/notesMaster" Target="/ppt/notesMasters/notesMaster1.xml" Id="R81f4317d746e413e"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c243696f93984c19" /><Relationship Type="http://schemas.openxmlformats.org/officeDocument/2006/relationships/notesMaster" Target="/ppt/notesMasters/notesMaster1.xml" Id="R7da3cca1e0044b1f"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78845963c2b5431a" /><Relationship Type="http://schemas.openxmlformats.org/officeDocument/2006/relationships/notesMaster" Target="/ppt/notesMasters/notesMaster1.xml" Id="Rb414adb5756143d3"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f670b5b1d3a64d3f" /><Relationship Type="http://schemas.openxmlformats.org/officeDocument/2006/relationships/notesMaster" Target="/ppt/notesMasters/notesMaster1.xml" Id="R095f5c1ed8e049c5"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72d5be9ea9c94127" /><Relationship Type="http://schemas.openxmlformats.org/officeDocument/2006/relationships/notesMaster" Target="/ppt/notesMasters/notesMaster1.xml" Id="Rf4f173eb76484dcf"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e2b2c78d89d44cd7" /><Relationship Type="http://schemas.openxmlformats.org/officeDocument/2006/relationships/notesMaster" Target="/ppt/notesMasters/notesMaster1.xml" Id="Rca67ee7ac696474a"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6a0480159a9142db" /><Relationship Type="http://schemas.openxmlformats.org/officeDocument/2006/relationships/notesMaster" Target="/ppt/notesMasters/notesMaster1.xml" Id="R5f1ec6e8c2cc4fe4"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13479fd982db44a6" /><Relationship Type="http://schemas.openxmlformats.org/officeDocument/2006/relationships/notesMaster" Target="/ppt/notesMasters/notesMaster1.xml" Id="R9e4ddcebd9fe4de5"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c080a23bd6d44aff" /><Relationship Type="http://schemas.openxmlformats.org/officeDocument/2006/relationships/notesMaster" Target="/ppt/notesMasters/notesMaster1.xml" Id="R6a8944f56e4f47b0"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9a5d07d9f22e4d78" /><Relationship Type="http://schemas.openxmlformats.org/officeDocument/2006/relationships/notesMaster" Target="/ppt/notesMasters/notesMaster1.xml" Id="R88867e0bf8de4244"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bad605b435924261" /><Relationship Type="http://schemas.openxmlformats.org/officeDocument/2006/relationships/notesMaster" Target="/ppt/notesMasters/notesMaster1.xml" Id="Rd7c24bacd3264d99"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fc93e57fbb0e4344" /><Relationship Type="http://schemas.openxmlformats.org/officeDocument/2006/relationships/notesMaster" Target="/ppt/notesMasters/notesMaster1.xml" Id="R72f7b94c80fd4f89"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6c78c346e56a4196" /><Relationship Type="http://schemas.openxmlformats.org/officeDocument/2006/relationships/notesMaster" Target="/ppt/notesMasters/notesMaster1.xml" Id="R997f3b104b644c19"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07b83ba34863439d" /><Relationship Type="http://schemas.openxmlformats.org/officeDocument/2006/relationships/notesMaster" Target="/ppt/notesMasters/notesMaster1.xml" Id="R961b0c80e47240ef"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f28235099756425c" /><Relationship Type="http://schemas.openxmlformats.org/officeDocument/2006/relationships/notesMaster" Target="/ppt/notesMasters/notesMaster1.xml" Id="R04b804d199994d78"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61cf967dbb9d4930" /><Relationship Type="http://schemas.openxmlformats.org/officeDocument/2006/relationships/notesMaster" Target="/ppt/notesMasters/notesMaster1.xml" Id="R81db21e70fbc47b6"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dc5b243df55a4fde" /><Relationship Type="http://schemas.openxmlformats.org/officeDocument/2006/relationships/notesMaster" Target="/ppt/notesMasters/notesMaster1.xml" Id="Rabc13a279b7c47ee"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5546fc301af54222" /><Relationship Type="http://schemas.openxmlformats.org/officeDocument/2006/relationships/notesMaster" Target="/ppt/notesMasters/notesMaster1.xml" Id="R030141ea52d243d8"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772469aca25d483b" /><Relationship Type="http://schemas.openxmlformats.org/officeDocument/2006/relationships/notesMaster" Target="/ppt/notesMasters/notesMaster1.xml" Id="R870fad37a9dc4bf3"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3b0b0eb246094be9" /><Relationship Type="http://schemas.openxmlformats.org/officeDocument/2006/relationships/notesMaster" Target="/ppt/notesMasters/notesMaster1.xml" Id="R9b4d55228fc4412b"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fb724c6b9ba54f12" /><Relationship Type="http://schemas.openxmlformats.org/officeDocument/2006/relationships/notesMaster" Target="/ppt/notesMasters/notesMaster1.xml" Id="R302ad90744904299"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6506e242fa86470a" /><Relationship Type="http://schemas.openxmlformats.org/officeDocument/2006/relationships/notesMaster" Target="/ppt/notesMasters/notesMaster1.xml" Id="R9e562f9ebb0a429d"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ec41ad73b83c4b40" /><Relationship Type="http://schemas.openxmlformats.org/officeDocument/2006/relationships/notesMaster" Target="/ppt/notesMasters/notesMaster1.xml" Id="R181d46c8bf9b4f92"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6941f9eb4807403b" /><Relationship Type="http://schemas.openxmlformats.org/officeDocument/2006/relationships/notesMaster" Target="/ppt/notesMasters/notesMaster1.xml" Id="R1df76cd875d047e9"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e35bfae5f49c4685" /><Relationship Type="http://schemas.openxmlformats.org/officeDocument/2006/relationships/notesMaster" Target="/ppt/notesMasters/notesMaster1.xml" Id="Rc8fd1dcc6ad94f2c"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efec03f526034879" /><Relationship Type="http://schemas.openxmlformats.org/officeDocument/2006/relationships/notesMaster" Target="/ppt/notesMasters/notesMaster1.xml" Id="Re224ec88e3444780"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b16233f899d7437b" /><Relationship Type="http://schemas.openxmlformats.org/officeDocument/2006/relationships/notesMaster" Target="/ppt/notesMasters/notesMaster1.xml" Id="R55c437c42dc149f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1주차는 16주 서비스 운영 포트폴리오의 출발점이다. 수업의 목표는 모델 이름 암기가 아니라 한 번의 실행을 trace로 남기고 비교 가능한 개선으로 바꾸는 일이다.</a:t>
            </a:r>
          </a:p>
          <a:p xmlns:a="http://schemas.openxmlformats.org/drawingml/2006/main">
            <a:r>
              <a:t/>
            </a:r>
          </a:p>
          <a:p xmlns:a="http://schemas.openxmlformats.org/drawingml/2006/main">
            <a:r>
              <a:t>[Sources]</a:t>
            </a:r>
          </a:p>
          <a:p xmlns:a="http://schemas.openxmlformats.org/drawingml/2006/main">
            <a:r>
              <a:t>- repo:AS-IS 2025 2nd semester/01_AS-IS_주차별_통합_강의안.md</a:t>
            </a:r>
          </a:p>
          <a:p xmlns:a="http://schemas.openxmlformats.org/drawingml/2006/main">
            <a:r>
              <a:t>- repo:AS-IS 2025 2nd semester/00_AS-IS_핵심_커리큘럼.md</a:t>
            </a:r>
          </a:p>
          <a:p xmlns:a="http://schemas.openxmlformats.org/drawingml/2006/main">
            <a:r>
              <a:t>- repo:curriculum/2026-2/web/course-roadmap.html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매주 강의 초반에 같은 로드맵을 보여주고 현재 주차만 파랑으로 표시한다. Week 01은 문제·계약 구간의 출발점이며, 네 가지 완료 증거를 남긴다.</a:t>
            </a:r>
          </a:p>
          <a:p xmlns:a="http://schemas.openxmlformats.org/drawingml/2006/main">
            <a:r>
              <a:t/>
            </a:r>
          </a:p>
          <a:p xmlns:a="http://schemas.openxmlformats.org/drawingml/2006/main">
            <a:r>
              <a:t>[Sources]</a:t>
            </a:r>
          </a:p>
          <a:p xmlns:a="http://schemas.openxmlformats.org/drawingml/2006/main">
            <a:r>
              <a:t>- repo:curriculum/2026-2/00_운영_커리큘럼.md</a:t>
            </a:r>
          </a:p>
          <a:p xmlns:a="http://schemas.openxmlformats.org/drawingml/2006/main">
            <a:r>
              <a:t>- repo:curriculum/2026-2/web/course-roadmap.html</a:t>
            </a:r>
          </a:p>
          <a:p xmlns:a="http://schemas.openxmlformats.org/drawingml/2006/main">
            <a:r>
              <a:t>- repo:week01/lab/README.md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모든 정규 수업은 온라인 실시간 강의로 운영한다. 2026년 9월 25일 추석과 10월 9일 한글날은 실시간 강의 대신 녹화 영상을 업로드한다. 8주차에는 실시간 수업과 중간고사 없이 기말 프로젝트 기획서를 온라인으로 제출해 평가받는다. 16주차 프로젝트 발표는 실시간 온라인으로 진행한다.</a:t>
            </a:r>
          </a:p>
          <a:p xmlns:a="http://schemas.openxmlformats.org/drawingml/2006/main">
            <a:r>
              <a:t/>
            </a:r>
          </a:p>
          <a:p xmlns:a="http://schemas.openxmlformats.org/drawingml/2006/main">
            <a:r>
              <a:t>[Sources]</a:t>
            </a:r>
          </a:p>
          <a:p xmlns:a="http://schemas.openxmlformats.org/drawingml/2006/main">
            <a:r>
              <a:t>- repo:curriculum/2026-2/00_운영_커리큘럼.md</a:t>
            </a:r>
          </a:p>
          <a:p xmlns:a="http://schemas.openxmlformats.org/drawingml/2006/main">
            <a:r>
              <a:t>- repo:curriculum/2026-2/web/course-roadmap.html</a:t>
            </a:r>
          </a:p>
          <a:p xmlns:a="http://schemas.openxmlformats.org/drawingml/2006/main">
            <a:r>
              <a:t>- https://www.kasi.re.kr/kor/post/newsMaterial/32031</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파랑은 현재 Week 01이 속한 문제·계약 구간에만 사용한다. 각 주차의 산출물은 8주차 기획서 제출과 16주차 결과 발표로 연결된다.</a:t>
            </a:r>
          </a:p>
          <a:p xmlns:a="http://schemas.openxmlformats.org/drawingml/2006/main">
            <a:r>
              <a:t/>
            </a:r>
          </a:p>
          <a:p xmlns:a="http://schemas.openxmlformats.org/drawingml/2006/main">
            <a:r>
              <a:t>[Sources]</a:t>
            </a:r>
          </a:p>
          <a:p xmlns:a="http://schemas.openxmlformats.org/drawingml/2006/main">
            <a:r>
              <a:t>- repo:curriculum/2026-2/00_운영_커리큘럼.md</a:t>
            </a:r>
          </a:p>
          <a:p xmlns:a="http://schemas.openxmlformats.org/drawingml/2006/main">
            <a:r>
              <a:t>- repo:curriculum/2026-2/web/course-roadmap.html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로드맵, 2페이지 제안서, 제품 요구사항 문서(Product Requirements Document, PRD)를 HTML로 제공한다. 8주차에는 중간고사와 실시간 수업 없이 이 패키지와 PPT 요약본을 온라인으로 제출해 평가받는다.</a:t>
            </a:r>
          </a:p>
          <a:p xmlns:a="http://schemas.openxmlformats.org/drawingml/2006/main">
            <a:r>
              <a:t/>
            </a:r>
          </a:p>
          <a:p xmlns:a="http://schemas.openxmlformats.org/drawingml/2006/main">
            <a:r>
              <a:t>[Sources]</a:t>
            </a:r>
          </a:p>
          <a:p xmlns:a="http://schemas.openxmlformats.org/drawingml/2006/main">
            <a:r>
              <a:t>- repo:curriculum/2026-2/01_기말프로젝트_기획서_가이드.md</a:t>
            </a:r>
          </a:p>
          <a:p xmlns:a="http://schemas.openxmlformats.org/drawingml/2006/main">
            <a:r>
              <a:t>- repo:curriculum/2026-2/web/course-roadmap.html</a:t>
            </a:r>
          </a:p>
          <a:p xmlns:a="http://schemas.openxmlformats.org/drawingml/2006/main">
            <a:r>
              <a:t>- repo:curriculum/2026-2/web/project-proposal-2pager.html</a:t>
            </a:r>
          </a:p>
          <a:p xmlns:a="http://schemas.openxmlformats.org/drawingml/2006/main">
            <a:r>
              <a:t>- repo:curriculum/2026-2/web/project-prd.html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교수 질의응답은 정답 확인이나 구술시험이 아니다. 문제·데이터·기술·평가·운영 경계의 가정을 점검하고, 학생이 채택·보류·반박을 결정해 문서 버전에 남기는 설계 리뷰다.</a:t>
            </a:r>
          </a:p>
          <a:p xmlns:a="http://schemas.openxmlformats.org/drawingml/2006/main">
            <a:r>
              <a:t/>
            </a:r>
          </a:p>
          <a:p xmlns:a="http://schemas.openxmlformats.org/drawingml/2006/main">
            <a:r>
              <a:t>[Sources]</a:t>
            </a:r>
          </a:p>
          <a:p xmlns:a="http://schemas.openxmlformats.org/drawingml/2006/main">
            <a:r>
              <a:t>- repo:curriculum/2026-2/00_운영_커리큘럼.md</a:t>
            </a:r>
          </a:p>
          <a:p xmlns:a="http://schemas.openxmlformats.org/drawingml/2006/main">
            <a:r>
              <a:t>- repo:curriculum/2026-2/01_기말프로젝트_기획서_가이드.md</a:t>
            </a:r>
          </a:p>
          <a:p xmlns:a="http://schemas.openxmlformats.org/drawingml/2006/main">
            <a:r>
              <a:t>- repo:curriculum/2026-2/web/project-prd.html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평상시 수업은 실시간 온라인으로 운영한다. 두 공휴일 주차에는 실시간 강의 대신 녹화 영상을 업로드한다. 정확한 업로드 위치와 시청 기한은 학습관리시스템 공지를 따른다.</a:t>
            </a:r>
          </a:p>
          <a:p xmlns:a="http://schemas.openxmlformats.org/drawingml/2006/main">
            <a:r>
              <a:t/>
            </a:r>
          </a:p>
          <a:p xmlns:a="http://schemas.openxmlformats.org/drawingml/2006/main">
            <a:r>
              <a:t>[Sources]</a:t>
            </a:r>
          </a:p>
          <a:p xmlns:a="http://schemas.openxmlformats.org/drawingml/2006/main">
            <a:r>
              <a:t>- repo:curriculum/2026-2/00_운영_커리큘럼.md</a:t>
            </a:r>
          </a:p>
          <a:p xmlns:a="http://schemas.openxmlformats.org/drawingml/2006/main">
            <a:r>
              <a:t>- repo:curriculum/2026-2/web/course-roadmap.html</a:t>
            </a:r>
          </a:p>
          <a:p xmlns:a="http://schemas.openxmlformats.org/drawingml/2006/main">
            <a:r>
              <a:t>- https://www.kasi.re.kr/kor/post/newsMaterial/32031</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사용자가 공개를 승인한 역할명인 무신사 Core AI PM과 아주대 AI대학원 겸임교수만 소개한다. 내부 조직·프로젝트·지표와 연락처는 포함하지 않는다.</a:t>
            </a:r>
          </a:p>
          <a:p xmlns:a="http://schemas.openxmlformats.org/drawingml/2006/main">
            <a:r>
              <a:t/>
            </a:r>
          </a:p>
          <a:p xmlns:a="http://schemas.openxmlformats.org/drawingml/2006/main">
            <a:r>
              <a:t>[Sources]</a:t>
            </a:r>
          </a:p>
          <a:p xmlns:a="http://schemas.openxmlformats.org/drawingml/2006/main">
            <a:r>
              <a:t>- https://github.com/smilesjcha/homepage_sjcha/blob/main/constants.ts</a:t>
            </a:r>
          </a:p>
          <a:p xmlns:a="http://schemas.openxmlformats.org/drawingml/2006/main">
            <a:r>
              <a:t>- Instructor-approved public bio boundary (2026-08-25)</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경력의 상세 성과가 아니라 데이터·기술·운영 단위가 어떻게 확장되었는지 설명한다.</a:t>
            </a:r>
          </a:p>
          <a:p xmlns:a="http://schemas.openxmlformats.org/drawingml/2006/main">
            <a:r>
              <a:t/>
            </a:r>
          </a:p>
          <a:p xmlns:a="http://schemas.openxmlformats.org/drawingml/2006/main">
            <a:r>
              <a:t>[Sources]</a:t>
            </a:r>
          </a:p>
          <a:p xmlns:a="http://schemas.openxmlformats.org/drawingml/2006/main">
            <a:r>
              <a:t>- repo:AS-IS 2025 2nd semester/[AI_PR_PR_10] 01 LLM LifeCycle and OT.pptx (slides 4–9)</a:t>
            </a:r>
          </a:p>
          <a:p xmlns:a="http://schemas.openxmlformats.org/drawingml/2006/main">
            <a:r>
              <a:t>- Instructor-approved public bio boundary (2026-08-25)</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모델 정확도만으로 운영 판단이 끝나지 않는다는 현업 관점을 네 질문으로 정리한다.</a:t>
            </a:r>
          </a:p>
          <a:p xmlns:a="http://schemas.openxmlformats.org/drawingml/2006/main">
            <a:r>
              <a:t/>
            </a:r>
          </a:p>
          <a:p xmlns:a="http://schemas.openxmlformats.org/drawingml/2006/main">
            <a:r>
              <a:t>[Sources]</a:t>
            </a:r>
          </a:p>
          <a:p xmlns:a="http://schemas.openxmlformats.org/drawingml/2006/main">
            <a:r>
              <a:t>- repo:AS-IS 2025 2nd semester/01_AS-IS_주차별_통합_강의안.md</a:t>
            </a:r>
          </a:p>
          <a:p xmlns:a="http://schemas.openxmlformats.org/drawingml/2006/main">
            <a:r>
              <a:t>- repo:AS-IS 2025 2nd semester/00_AS-IS_핵심_커리큘럼.md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두 분류는 경쟁하는 정답이 아니다. 첫 번째는 모델 또는 전체 시스템의 생성부터 종료까지를 설명하는 가능한 분류이고, 두 번째는 이미 학습된 모델을 포함한 서비스를 반복 개선하기 위한 이 수업의 운영 프레임이다.</a:t>
            </a:r>
          </a:p>
          <a:p xmlns:a="http://schemas.openxmlformats.org/drawingml/2006/main">
            <a:r>
              <a:t/>
            </a:r>
          </a:p>
          <a:p xmlns:a="http://schemas.openxmlformats.org/drawingml/2006/main">
            <a:r>
              <a:t>[Sources]</a:t>
            </a:r>
          </a:p>
          <a:p xmlns:a="http://schemas.openxmlformats.org/drawingml/2006/main">
            <a:r>
              <a:t>- repo:AS-IS 2025 2nd semester/[AI_PR_PR_10] 01 LLM LifeCycle and OT.pptx (slides 61–67)</a:t>
            </a:r>
          </a:p>
          <a:p xmlns:a="http://schemas.openxmlformats.org/drawingml/2006/main">
            <a:r>
              <a:t>- repo:AS-IS 2025 2nd semester/01_AS-IS_주차별_통합_강의안.md</a:t>
            </a:r>
          </a:p>
          <a:p xmlns:a="http://schemas.openxmlformats.org/drawingml/2006/main">
            <a:r>
              <a:t>- https://learn.microsoft.com/en-us/azure/architecture/ai-ml/guide/manage-foundation-models-lifecycle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2025년 2학기 실제 1주차 자료 s.62–67을 16주 산출물과 운영 증거에 맞춰 재정리한 수업 프레임임을 명시한다.</a:t>
            </a:r>
          </a:p>
          <a:p xmlns:a="http://schemas.openxmlformats.org/drawingml/2006/main">
            <a:r>
              <a:t/>
            </a:r>
          </a:p>
          <a:p xmlns:a="http://schemas.openxmlformats.org/drawingml/2006/main">
            <a:r>
              <a:t>[Sources]</a:t>
            </a:r>
          </a:p>
          <a:p xmlns:a="http://schemas.openxmlformats.org/drawingml/2006/main">
            <a:r>
              <a:t>- repo:AS-IS 2025 2nd semester/[AI_PR_PR_10] 01 LLM LifeCycle and OT.pptx (slides 62–67)</a:t>
            </a:r>
          </a:p>
          <a:p xmlns:a="http://schemas.openxmlformats.org/drawingml/2006/main">
            <a:r>
              <a:t>- repo:AS-IS 2025 2nd semester/01_AS-IS_주차별_통합_강의안.md</a:t>
            </a:r>
          </a:p>
          <a:p xmlns:a="http://schemas.openxmlformats.org/drawingml/2006/main">
            <a:r>
              <a:t>- https://airc.nist.gov/airmf-resources/airmf/5-sec-core/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자의적인 교수 기준이 아니라 재현 가능한 비교의 조건으로 설명한다. 네 요소 중 이번 주에 새로 남기는 핵심은 버전이 포함된 trace다.</a:t>
            </a:r>
          </a:p>
          <a:p xmlns:a="http://schemas.openxmlformats.org/drawingml/2006/main">
            <a:r>
              <a:t/>
            </a:r>
          </a:p>
          <a:p xmlns:a="http://schemas.openxmlformats.org/drawingml/2006/main">
            <a:r>
              <a:t>[Sources]</a:t>
            </a:r>
          </a:p>
          <a:p xmlns:a="http://schemas.openxmlformats.org/drawingml/2006/main">
            <a:r>
              <a:t>- repo:AS-IS 2025 2nd semester/00_AS-IS_핵심_커리큘럼.md</a:t>
            </a:r>
          </a:p>
          <a:p xmlns:a="http://schemas.openxmlformats.org/drawingml/2006/main">
            <a:r>
              <a:t>- repo:AS-IS 2025 2nd semester/01_AS-IS_주차별_통합_강의안.md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설치 여부가 아니라 산출물 묶음으로 완료를 정의한다. 로컬 모델 설치가 늦으면 demo provider로 먼저 완주한다.</a:t>
            </a:r>
          </a:p>
          <a:p xmlns:a="http://schemas.openxmlformats.org/drawingml/2006/main">
            <a:r>
              <a:t/>
            </a:r>
          </a:p>
          <a:p xmlns:a="http://schemas.openxmlformats.org/drawingml/2006/main">
            <a:r>
              <a:t>[Sources]</a:t>
            </a:r>
          </a:p>
          <a:p xmlns:a="http://schemas.openxmlformats.org/drawingml/2006/main">
            <a:r>
              <a:t>- repo:week01/lab/README.md</a:t>
            </a:r>
          </a:p>
          <a:p xmlns:a="http://schemas.openxmlformats.org/drawingml/2006/main">
            <a:r>
              <a:t>- repo:week01/lab/week01_trace01_lab.ipynb</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이번 주 전체 흐름을 네 기능 라벨로 보여주되 장표 제목은 명사형으로 유지한다. TRACE가 호출과 비교를 연결한다.</a:t>
            </a:r>
          </a:p>
          <a:p xmlns:a="http://schemas.openxmlformats.org/drawingml/2006/main">
            <a:r>
              <a:t/>
            </a:r>
          </a:p>
          <a:p xmlns:a="http://schemas.openxmlformats.org/drawingml/2006/main">
            <a:r>
              <a:t>[Sources]</a:t>
            </a:r>
          </a:p>
          <a:p xmlns:a="http://schemas.openxmlformats.org/drawingml/2006/main">
            <a:r>
              <a:t>- repo:AS-IS 2025 2nd semester/01_AS-IS_주차별_통합_강의안.md</a:t>
            </a:r>
          </a:p>
          <a:p xmlns:a="http://schemas.openxmlformats.org/drawingml/2006/main">
            <a:r>
              <a:t>- repo:week01/lab/app/main.py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같은 사례를 이론과 실습 전체에서 유지해 인지 부하를 낮춘다. 실제 고객 원문이 아닌 합성 문장을 사용한다.</a:t>
            </a:r>
          </a:p>
          <a:p xmlns:a="http://schemas.openxmlformats.org/drawingml/2006/main">
            <a:r>
              <a:t/>
            </a:r>
          </a:p>
          <a:p xmlns:a="http://schemas.openxmlformats.org/drawingml/2006/main">
            <a:r>
              <a:t>[Sources]</a:t>
            </a:r>
          </a:p>
          <a:p xmlns:a="http://schemas.openxmlformats.org/drawingml/2006/main">
            <a:r>
              <a:t>- repo:week01/lab/app/providers.py</a:t>
            </a:r>
          </a:p>
          <a:p xmlns:a="http://schemas.openxmlformats.org/drawingml/2006/main">
            <a:r>
              <a:t>- repo:week01/lab/app/schemas.py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 없는 5%·95% 수치를 제거한다. 화면 위아래의 구조만으로 호출과 운영 체계의 차이를 설명한다.</a:t>
            </a:r>
          </a:p>
          <a:p xmlns:a="http://schemas.openxmlformats.org/drawingml/2006/main">
            <a:r>
              <a:t/>
            </a:r>
          </a:p>
          <a:p xmlns:a="http://schemas.openxmlformats.org/drawingml/2006/main">
            <a:r>
              <a:t>[Sources]</a:t>
            </a:r>
          </a:p>
          <a:p xmlns:a="http://schemas.openxmlformats.org/drawingml/2006/main">
            <a:r>
              <a:t>- repo:AS-IS 2025 2nd semester/01_AS-IS_주차별_통합_강의안.md</a:t>
            </a:r>
          </a:p>
          <a:p xmlns:a="http://schemas.openxmlformats.org/drawingml/2006/main">
            <a:r>
              <a:t>- https://docs.cloud.google.com/architecture/deploy-operate-generative-ai-applications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 연대기 암기 대신 다음 병목이 무엇이었고 어떤 운영 문제가 새로 생겼는지에 집중한다.</a:t>
            </a:r>
          </a:p>
          <a:p xmlns:a="http://schemas.openxmlformats.org/drawingml/2006/main">
            <a:r>
              <a:t/>
            </a:r>
          </a:p>
          <a:p xmlns:a="http://schemas.openxmlformats.org/drawingml/2006/main">
            <a:r>
              <a:t>[Sources]</a:t>
            </a:r>
          </a:p>
          <a:p xmlns:a="http://schemas.openxmlformats.org/drawingml/2006/main">
            <a:r>
              <a:t>- repo:AS-IS 2025 2nd semester/[AI_PR_PR_10] 01 LLM LifeCycle and OT.pptx (slides 17–43)</a:t>
            </a:r>
          </a:p>
          <a:p xmlns:a="http://schemas.openxmlformats.org/drawingml/2006/main">
            <a:r>
              <a:t>- repo:AS-IS 2025 2nd semester/01_AS-IS_주차별_통합_강의안.md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개별 연도를 외우기보다 규칙·학습·규모·생성·운영의 병목 이동으로 설명한다.</a:t>
            </a:r>
          </a:p>
          <a:p xmlns:a="http://schemas.openxmlformats.org/drawingml/2006/main">
            <a:r>
              <a:t/>
            </a:r>
          </a:p>
          <a:p xmlns:a="http://schemas.openxmlformats.org/drawingml/2006/main">
            <a:r>
              <a:t>[Sources]</a:t>
            </a:r>
          </a:p>
          <a:p xmlns:a="http://schemas.openxmlformats.org/drawingml/2006/main">
            <a:r>
              <a:t>- repo:AS-IS 2025 2nd semester/[AI_PR_PR_10] 01 LLM LifeCycle and OT.pptx (slides 17–40)</a:t>
            </a:r>
          </a:p>
          <a:p xmlns:a="http://schemas.openxmlformats.org/drawingml/2006/main">
            <a:r>
              <a:t>- repo:AS-IS 2025 2nd semester/01_AS-IS_주차별_통합_강의안.md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규칙 기반 AI를 낡은 기술로 폄하하지 않는다. 설명 가능성과 통제의 장점, 복잡성과 예외의 한계를 함께 본다.</a:t>
            </a:r>
          </a:p>
          <a:p xmlns:a="http://schemas.openxmlformats.org/drawingml/2006/main">
            <a:r>
              <a:t/>
            </a:r>
          </a:p>
          <a:p xmlns:a="http://schemas.openxmlformats.org/drawingml/2006/main">
            <a:r>
              <a:t>[Sources]</a:t>
            </a:r>
          </a:p>
          <a:p xmlns:a="http://schemas.openxmlformats.org/drawingml/2006/main">
            <a:r>
              <a:t>- repo:AS-IS 2025 2nd semester/[AI_PR_PR_10] 01 LLM LifeCycle and OT.pptx (slides 18–24)</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학습 기반 시스템은 동작 일부를 데이터와 최적화 과정으로 옮긴다. 따라서 데이터와 실험이 새 운영 자산이 된다.</a:t>
            </a:r>
          </a:p>
          <a:p xmlns:a="http://schemas.openxmlformats.org/drawingml/2006/main">
            <a:r>
              <a:t/>
            </a:r>
          </a:p>
          <a:p xmlns:a="http://schemas.openxmlformats.org/drawingml/2006/main">
            <a:r>
              <a:t>[Sources]</a:t>
            </a:r>
          </a:p>
          <a:p xmlns:a="http://schemas.openxmlformats.org/drawingml/2006/main">
            <a:r>
              <a:t>- repo:AS-IS 2025 2nd semester/[AI_PR_PR_10] 01 LLM LifeCycle and OT.pptx (slides 24–35)</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딥러닝의 도약을 단일 사건이 아니라 데이터·연산·알고리즘의 결합으로 설명한다.</a:t>
            </a:r>
          </a:p>
          <a:p xmlns:a="http://schemas.openxmlformats.org/drawingml/2006/main">
            <a:r>
              <a:t/>
            </a:r>
          </a:p>
          <a:p xmlns:a="http://schemas.openxmlformats.org/drawingml/2006/main">
            <a:r>
              <a:t>[Sources]</a:t>
            </a:r>
          </a:p>
          <a:p xmlns:a="http://schemas.openxmlformats.org/drawingml/2006/main">
            <a:r>
              <a:t>- repo:AS-IS 2025 2nd semester/[AI_PR_PR_10] 01 LLM LifeCycle and OT.pptx (slides 28–40)</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사람의 역할이 사라진 것이 아니라 특징 선택에서 데이터·목표·평가 설계로 이동했음을 강조한다.</a:t>
            </a:r>
          </a:p>
          <a:p xmlns:a="http://schemas.openxmlformats.org/drawingml/2006/main">
            <a:r>
              <a:t/>
            </a:r>
          </a:p>
          <a:p xmlns:a="http://schemas.openxmlformats.org/drawingml/2006/main">
            <a:r>
              <a:t>[Sources]</a:t>
            </a:r>
          </a:p>
          <a:p xmlns:a="http://schemas.openxmlformats.org/drawingml/2006/main">
            <a:r>
              <a:t>- repo:AS-IS 2025 2nd semester/[AI_PR_PR_10] 01 LLM LifeCycle and OT.pptx (slides 29–40)</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Transformer 이전의 모든 모델을 단순화하지 않되, recurrent 처리에서의 순차 계산과 장거리 의존성 문제를 직관적으로 소개한다.</a:t>
            </a:r>
          </a:p>
          <a:p xmlns:a="http://schemas.openxmlformats.org/drawingml/2006/main">
            <a:r>
              <a:t/>
            </a:r>
          </a:p>
          <a:p xmlns:a="http://schemas.openxmlformats.org/drawingml/2006/main">
            <a:r>
              <a:t>[Sources]</a:t>
            </a:r>
          </a:p>
          <a:p xmlns:a="http://schemas.openxmlformats.org/drawingml/2006/main">
            <a:r>
              <a:t>- https://arxiv.org/abs/1706.03762</a:t>
            </a:r>
          </a:p>
          <a:p xmlns:a="http://schemas.openxmlformats.org/drawingml/2006/main">
            <a:r>
              <a:t>- repo:AS-IS 2025 2nd semester/[AI_PR_PR_10] 01 LLM LifeCycle and OT.pptx (slides 36–39)</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자기 주의(Self-Attention)를 ‘모든 토큰을 한꺼번에 본다’로만 설명하지 않는다. 위치 간 관계 가중치를 계산하고 학습 시 위치 병렬화가 가능하다는 직관을 제시한다.</a:t>
            </a:r>
          </a:p>
          <a:p xmlns:a="http://schemas.openxmlformats.org/drawingml/2006/main">
            <a:r>
              <a:t/>
            </a:r>
          </a:p>
          <a:p xmlns:a="http://schemas.openxmlformats.org/drawingml/2006/main">
            <a:r>
              <a:t>[Sources]</a:t>
            </a:r>
          </a:p>
          <a:p xmlns:a="http://schemas.openxmlformats.org/drawingml/2006/main">
            <a:r>
              <a:t>- https://arxiv.org/abs/1706.03762</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숫자는 개념 설명용 가상 값이다. attention weight 자체를 신뢰 가능한 설명이나 인과로 과해석하지 않는다.</a:t>
            </a:r>
          </a:p>
          <a:p xmlns:a="http://schemas.openxmlformats.org/drawingml/2006/main">
            <a:r>
              <a:t/>
            </a:r>
          </a:p>
          <a:p xmlns:a="http://schemas.openxmlformats.org/drawingml/2006/main">
            <a:r>
              <a:t>[Sources]</a:t>
            </a:r>
          </a:p>
          <a:p xmlns:a="http://schemas.openxmlformats.org/drawingml/2006/main">
            <a:r>
              <a:t>- https://arxiv.org/abs/1706.03762</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Transformer의 장점을 병렬화와 장거리 관계로 소개하되 decoder 추론은 token별 autoregressive 생성이라는 경계를 함께 말한다.</a:t>
            </a:r>
          </a:p>
          <a:p xmlns:a="http://schemas.openxmlformats.org/drawingml/2006/main">
            <a:r>
              <a:t/>
            </a:r>
          </a:p>
          <a:p xmlns:a="http://schemas.openxmlformats.org/drawingml/2006/main">
            <a:r>
              <a:t>[Sources]</a:t>
            </a:r>
          </a:p>
          <a:p xmlns:a="http://schemas.openxmlformats.org/drawingml/2006/main">
            <a:r>
              <a:t>- https://arxiv.org/abs/1706.03762</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모든 기반 모델을 동일하게 일반화하지 않고 decoder-only 생성형 LLM의 대표적인 causal language modeling 목표로 범위를 제한한다.</a:t>
            </a:r>
          </a:p>
          <a:p xmlns:a="http://schemas.openxmlformats.org/drawingml/2006/main">
            <a:r>
              <a:t/>
            </a:r>
          </a:p>
          <a:p xmlns:a="http://schemas.openxmlformats.org/drawingml/2006/main">
            <a:r>
              <a:t>[Sources]</a:t>
            </a:r>
          </a:p>
          <a:p xmlns:a="http://schemas.openxmlformats.org/drawingml/2006/main">
            <a:r>
              <a:t>- https://arxiv.org/abs/1706.03762</a:t>
            </a:r>
          </a:p>
          <a:p xmlns:a="http://schemas.openxmlformats.org/drawingml/2006/main">
            <a:r>
              <a:t>- repo:AS-IS 2025 2nd semester/[AI_PR_PR_10] 01 LLM LifeCycle and OT.pptx (slides 41–44)</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범용 능력을 제품 품질과 동일시하지 않는다. 각 작업은 별도의 입력 계약과 평가 기준을 요구한다.</a:t>
            </a:r>
          </a:p>
          <a:p xmlns:a="http://schemas.openxmlformats.org/drawingml/2006/main">
            <a:r>
              <a:t/>
            </a:r>
          </a:p>
          <a:p xmlns:a="http://schemas.openxmlformats.org/drawingml/2006/main">
            <a:r>
              <a:t>[Sources]</a:t>
            </a:r>
          </a:p>
          <a:p xmlns:a="http://schemas.openxmlformats.org/drawingml/2006/main">
            <a:r>
              <a:t>- repo:AS-IS 2025 2nd semester/[AI_PR_PR_10] 01 LLM LifeCycle and OT.pptx (slides 41–43)</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모델이 할 수 있다는 사실과 서비스가 반복적으로 잘해야 한다는 요구를 분리한다.</a:t>
            </a:r>
          </a:p>
          <a:p xmlns:a="http://schemas.openxmlformats.org/drawingml/2006/main">
            <a:r>
              <a:t/>
            </a:r>
          </a:p>
          <a:p xmlns:a="http://schemas.openxmlformats.org/drawingml/2006/main">
            <a:r>
              <a:t>[Sources]</a:t>
            </a:r>
          </a:p>
          <a:p xmlns:a="http://schemas.openxmlformats.org/drawingml/2006/main">
            <a:r>
              <a:t>- repo:AS-IS 2025 2nd semester/01_AS-IS_주차별_통합_강의안.md</a:t>
            </a:r>
          </a:p>
          <a:p xmlns:a="http://schemas.openxmlformats.org/drawingml/2006/main">
            <a:r>
              <a:t>- https://docs.aws.amazon.com/wellarchitected/latest/generative-ai-lens/generative-ai-lifecycle.html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코드가 같아도 prompt, context, model, sampling 조합이 바뀌면 동작이 달라질 수 있다. 이 조합을 trace로 묶는 이유를 예고한다.</a:t>
            </a:r>
          </a:p>
          <a:p xmlns:a="http://schemas.openxmlformats.org/drawingml/2006/main">
            <a:r>
              <a:t/>
            </a:r>
          </a:p>
          <a:p xmlns:a="http://schemas.openxmlformats.org/drawingml/2006/main">
            <a:r>
              <a:t>[Sources]</a:t>
            </a:r>
          </a:p>
          <a:p xmlns:a="http://schemas.openxmlformats.org/drawingml/2006/main">
            <a:r>
              <a:t>- repo:AS-IS 2025 2nd semester/01_AS-IS_주차별_통합_강의안.md</a:t>
            </a:r>
          </a:p>
          <a:p xmlns:a="http://schemas.openxmlformats.org/drawingml/2006/main">
            <a:r>
              <a:t>- repo:week01/lab/app/schemas.py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Pretraining이 제공하지 않는 사용자·상황·성공·금지 조건을 제품 계약으로 정의해야 한다.</a:t>
            </a:r>
          </a:p>
          <a:p xmlns:a="http://schemas.openxmlformats.org/drawingml/2006/main">
            <a:r>
              <a:t/>
            </a:r>
          </a:p>
          <a:p xmlns:a="http://schemas.openxmlformats.org/drawingml/2006/main">
            <a:r>
              <a:t>[Sources]</a:t>
            </a:r>
          </a:p>
          <a:p xmlns:a="http://schemas.openxmlformats.org/drawingml/2006/main">
            <a:r>
              <a:t>- repo:AS-IS 2025 2nd semester/01_AS-IS_주차별_통합_강의안.md</a:t>
            </a:r>
          </a:p>
          <a:p xmlns:a="http://schemas.openxmlformats.org/drawingml/2006/main">
            <a:r>
              <a:t>- repo:AS-IS 2025 2nd semester/00_AS-IS_핵심_커리큘럼.md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모델을 바꾸기 전에 변경 가능한 레버의 위치·비용·가역성을 구분한다.</a:t>
            </a:r>
          </a:p>
          <a:p xmlns:a="http://schemas.openxmlformats.org/drawingml/2006/main">
            <a:r>
              <a:t/>
            </a:r>
          </a:p>
          <a:p xmlns:a="http://schemas.openxmlformats.org/drawingml/2006/main">
            <a:r>
              <a:t>[Sources]</a:t>
            </a:r>
          </a:p>
          <a:p xmlns:a="http://schemas.openxmlformats.org/drawingml/2006/main">
            <a:r>
              <a:t>- repo:AS-IS 2025 2nd semester/[AI_PR_PR_10] 01 LLM LifeCycle and OT.pptx (slides 42–51)</a:t>
            </a:r>
          </a:p>
          <a:p xmlns:a="http://schemas.openxmlformats.org/drawingml/2006/main">
            <a:r>
              <a:t>- repo:AS-IS 2025 2nd semester/00_AS-IS_핵심_커리큘럼.md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절대적인 기술 순위가 아니라 비용·시간·rollback 용이성의 교육용 휴리스틱이다. 규제·지연·온디바이스 제약은 순서를 바꿀 수 있다.</a:t>
            </a:r>
          </a:p>
          <a:p xmlns:a="http://schemas.openxmlformats.org/drawingml/2006/main">
            <a:r>
              <a:t/>
            </a:r>
          </a:p>
          <a:p xmlns:a="http://schemas.openxmlformats.org/drawingml/2006/main">
            <a:r>
              <a:t>[Sources]</a:t>
            </a:r>
          </a:p>
          <a:p xmlns:a="http://schemas.openxmlformats.org/drawingml/2006/main">
            <a:r>
              <a:t>- repo:AS-IS 2025 2nd semester/[AI_PR_PR_10] 01 LLM LifeCycle and OT.pptx (slides 44–51)</a:t>
            </a:r>
          </a:p>
          <a:p xmlns:a="http://schemas.openxmlformats.org/drawingml/2006/main">
            <a:r>
              <a:t>- repo:AS-IS 2025 2nd semester/01_AS-IS_주차별_통합_강의안.md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Prompt는 서비스 행동의 외부 제어면이다. 좋은 문장보다 template, version, schema와 test set으로 관리하는 관점을 예고한다.</a:t>
            </a:r>
          </a:p>
          <a:p xmlns:a="http://schemas.openxmlformats.org/drawingml/2006/main">
            <a:r>
              <a:t/>
            </a:r>
          </a:p>
          <a:p xmlns:a="http://schemas.openxmlformats.org/drawingml/2006/main">
            <a:r>
              <a:t>[Sources]</a:t>
            </a:r>
          </a:p>
          <a:p xmlns:a="http://schemas.openxmlformats.org/drawingml/2006/main">
            <a:r>
              <a:t>- repo:AS-IS 2025 2nd semester/[AI_PR_PR_10] 01 LLM LifeCycle and OT.pptx (slide 51)</a:t>
            </a:r>
          </a:p>
          <a:p xmlns:a="http://schemas.openxmlformats.org/drawingml/2006/main">
            <a:r>
              <a:t>- repo:AS-IS 2025 2nd semester/00_AS-IS_핵심_커리큘럼.md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RAG를 모든 환각의 해결책으로 말하지 않는다. 검색 품질, 근거 연결, 최신성·권한을 별도 평가해야 한다.</a:t>
            </a:r>
          </a:p>
          <a:p xmlns:a="http://schemas.openxmlformats.org/drawingml/2006/main">
            <a:r>
              <a:t/>
            </a:r>
          </a:p>
          <a:p xmlns:a="http://schemas.openxmlformats.org/drawingml/2006/main">
            <a:r>
              <a:t>[Sources]</a:t>
            </a:r>
          </a:p>
          <a:p xmlns:a="http://schemas.openxmlformats.org/drawingml/2006/main">
            <a:r>
              <a:t>- repo:AS-IS 2025 2nd semester/00_AS-IS_핵심_커리큘럼.md</a:t>
            </a:r>
          </a:p>
          <a:p xmlns:a="http://schemas.openxmlformats.org/drawingml/2006/main">
            <a:r>
              <a:t>- repo:AS-IS 2025 2nd semester/01_AS-IS_주차별_통합_강의안.md#04주차--basic-of-rag--vectordb</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모델이 tool call을 제안하는 것과 코드가 실제 외부 행동을 수행하는 것을 분리한다. 권한과 검증은 runtime의 책임이다.</a:t>
            </a:r>
          </a:p>
          <a:p xmlns:a="http://schemas.openxmlformats.org/drawingml/2006/main">
            <a:r>
              <a:t/>
            </a:r>
          </a:p>
          <a:p xmlns:a="http://schemas.openxmlformats.org/drawingml/2006/main">
            <a:r>
              <a:t>[Sources]</a:t>
            </a:r>
          </a:p>
          <a:p xmlns:a="http://schemas.openxmlformats.org/drawingml/2006/main">
            <a:r>
              <a:t>- repo:AS-IS 2025 2nd semester/00_AS-IS_핵심_커리큘럼.md</a:t>
            </a:r>
          </a:p>
          <a:p xmlns:a="http://schemas.openxmlformats.org/drawingml/2006/main">
            <a:r>
              <a:t>- repo:AS-IS 2025 2nd semester/01_AS-IS_주차별_통합_강의안.md#12주차--agent-chaining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하나의 ‘최고 모델’이 아니라 요청의 품질·지연·비용·데이터 제약에 맞는 선택이 routing의 핵심이다.</a:t>
            </a:r>
          </a:p>
          <a:p xmlns:a="http://schemas.openxmlformats.org/drawingml/2006/main">
            <a:r>
              <a:t/>
            </a:r>
          </a:p>
          <a:p xmlns:a="http://schemas.openxmlformats.org/drawingml/2006/main">
            <a:r>
              <a:t>[Sources]</a:t>
            </a:r>
          </a:p>
          <a:p xmlns:a="http://schemas.openxmlformats.org/drawingml/2006/main">
            <a:r>
              <a:t>- repo:AS-IS 2025 2nd semester/00_AS-IS_핵심_커리큘럼.md</a:t>
            </a:r>
          </a:p>
          <a:p xmlns:a="http://schemas.openxmlformats.org/drawingml/2006/main">
            <a:r>
              <a:t>- https://docs.aws.amazon.com/wellarchitected/latest/generative-ai-lens/generative-ai-lifecycle.html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SFT를 지식 주입의 만능 도구로 설명하지 않는다. 명확한 반복 행동과 평가셋이 있을 때의 적응 레버로 소개한다.</a:t>
            </a:r>
          </a:p>
          <a:p xmlns:a="http://schemas.openxmlformats.org/drawingml/2006/main">
            <a:r>
              <a:t/>
            </a:r>
          </a:p>
          <a:p xmlns:a="http://schemas.openxmlformats.org/drawingml/2006/main">
            <a:r>
              <a:t>[Sources]</a:t>
            </a:r>
          </a:p>
          <a:p xmlns:a="http://schemas.openxmlformats.org/drawingml/2006/main">
            <a:r>
              <a:t>- https://arxiv.org/abs/2203.02155</a:t>
            </a:r>
          </a:p>
          <a:p xmlns:a="http://schemas.openxmlformats.org/drawingml/2006/main">
            <a:r>
              <a:t>- repo:AS-IS 2025 2nd semester/[AI_PR_PR_10] 01 LLM LifeCycle and OT.pptx (slides 44–49)</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instruction, input, ideal output의 세 요소를 고정한다. 학습 데이터와 평가 데이터의 분리를 함께 강조한다.</a:t>
            </a:r>
          </a:p>
          <a:p xmlns:a="http://schemas.openxmlformats.org/drawingml/2006/main">
            <a:r>
              <a:t/>
            </a:r>
          </a:p>
          <a:p xmlns:a="http://schemas.openxmlformats.org/drawingml/2006/main">
            <a:r>
              <a:t>[Sources]</a:t>
            </a:r>
          </a:p>
          <a:p xmlns:a="http://schemas.openxmlformats.org/drawingml/2006/main">
            <a:r>
              <a:t>- https://arxiv.org/abs/2203.02155</a:t>
            </a:r>
          </a:p>
          <a:p xmlns:a="http://schemas.openxmlformats.org/drawingml/2006/main">
            <a:r>
              <a:t>- repo:AS-IS 2025 2nd semester/00_AS-IS_핵심_커리큘럼.md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선호 데이터의 최소 단위는 하나의 정답이 아니라 같은 prompt에 대한 chosen/rejected 쌍과 명확한 rubric이다.</a:t>
            </a:r>
          </a:p>
          <a:p xmlns:a="http://schemas.openxmlformats.org/drawingml/2006/main">
            <a:r>
              <a:t/>
            </a:r>
          </a:p>
          <a:p xmlns:a="http://schemas.openxmlformats.org/drawingml/2006/main">
            <a:r>
              <a:t>[Sources]</a:t>
            </a:r>
          </a:p>
          <a:p xmlns:a="http://schemas.openxmlformats.org/drawingml/2006/main">
            <a:r>
              <a:t>- https://arxiv.org/abs/2305.18290</a:t>
            </a:r>
          </a:p>
          <a:p xmlns:a="http://schemas.openxmlformats.org/drawingml/2006/main">
            <a:r>
              <a:t>- repo:AS-IS 2025 2nd semester/00_AS-IS_핵심_커리큘럼.md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InstructGPT에 사용된 대표적인 reward model + PPO 경로로 범위를 한정한다. 모든 RLHF 구현이 동일한 세부 구조라는 뜻은 아니다.</a:t>
            </a:r>
          </a:p>
          <a:p xmlns:a="http://schemas.openxmlformats.org/drawingml/2006/main">
            <a:r>
              <a:t/>
            </a:r>
          </a:p>
          <a:p xmlns:a="http://schemas.openxmlformats.org/drawingml/2006/main">
            <a:r>
              <a:t>[Sources]</a:t>
            </a:r>
          </a:p>
          <a:p xmlns:a="http://schemas.openxmlformats.org/drawingml/2006/main">
            <a:r>
              <a:t>- https://arxiv.org/abs/2203.02155</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DPO는 별도 reward model과 on-policy RL 없이 preference pair와 reference policy를 사용해 직접 최적화한다.</a:t>
            </a:r>
          </a:p>
          <a:p xmlns:a="http://schemas.openxmlformats.org/drawingml/2006/main">
            <a:r>
              <a:t/>
            </a:r>
          </a:p>
          <a:p xmlns:a="http://schemas.openxmlformats.org/drawingml/2006/main">
            <a:r>
              <a:t>[Sources]</a:t>
            </a:r>
          </a:p>
          <a:p xmlns:a="http://schemas.openxmlformats.org/drawingml/2006/main">
            <a:r>
              <a:t>- https://arxiv.org/abs/2305.18290</a:t>
            </a:r>
          </a:p>
          <a:p xmlns:a="http://schemas.openxmlformats.org/drawingml/2006/main">
            <a:r>
              <a:t>- https://arxiv.org/abs/2203.02155</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LoRA는 base weight를 고정하고 low-rank update를 학습한다. 고정된 절감률을 주장하지 않고 설정에 따라 달라짐을 설명한다.</a:t>
            </a:r>
          </a:p>
          <a:p xmlns:a="http://schemas.openxmlformats.org/drawingml/2006/main">
            <a:r>
              <a:t/>
            </a:r>
          </a:p>
          <a:p xmlns:a="http://schemas.openxmlformats.org/drawingml/2006/main">
            <a:r>
              <a:t>[Sources]</a:t>
            </a:r>
          </a:p>
          <a:p xmlns:a="http://schemas.openxmlformats.org/drawingml/2006/main">
            <a:r>
              <a:t>- https://arxiv.org/abs/2106.09685</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제약이 없을 때의 실험 휴리스틱으로 설명한다. 규제, 지연, 온디바이스, 라이선스 요건에 따라 routing이나 fine-tuning이 앞설 수 있다.</a:t>
            </a:r>
          </a:p>
          <a:p xmlns:a="http://schemas.openxmlformats.org/drawingml/2006/main">
            <a:r>
              <a:t/>
            </a:r>
          </a:p>
          <a:p xmlns:a="http://schemas.openxmlformats.org/drawingml/2006/main">
            <a:r>
              <a:t>[Sources]</a:t>
            </a:r>
          </a:p>
          <a:p xmlns:a="http://schemas.openxmlformats.org/drawingml/2006/main">
            <a:r>
              <a:t>- repo:AS-IS 2025 2nd semester/01_AS-IS_주차별_통합_강의안.md</a:t>
            </a:r>
          </a:p>
          <a:p xmlns:a="http://schemas.openxmlformats.org/drawingml/2006/main">
            <a:r>
              <a:t>- repo:AS-IS 2025 2nd semester/00_AS-IS_핵심_커리큘럼.md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LLMOps가 MLOps를 대체하는 선형 발전사가 아니라 기존 운영 관심사에 생성형 AI 자산이 추가되는 확장임을 설명한다.</a:t>
            </a:r>
          </a:p>
          <a:p xmlns:a="http://schemas.openxmlformats.org/drawingml/2006/main">
            <a:r>
              <a:t/>
            </a:r>
          </a:p>
          <a:p xmlns:a="http://schemas.openxmlformats.org/drawingml/2006/main">
            <a:r>
              <a:t>[Sources]</a:t>
            </a:r>
          </a:p>
          <a:p xmlns:a="http://schemas.openxmlformats.org/drawingml/2006/main">
            <a:r>
              <a:t>- repo:AS-IS 2025 2nd semester/[AI_PR_PR_10] 01 LLM LifeCycle and OT.pptx (slides 52–60)</a:t>
            </a:r>
          </a:p>
          <a:p xmlns:a="http://schemas.openxmlformats.org/drawingml/2006/main">
            <a:r>
              <a:t>- https://docs.cloud.google.com/architecture/deploy-operate-generative-ai-applications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DevOps, MLOps, LLMOps를 세대 교체처럼 말하지 않는다. GenAIOps는 기존 MLOps 역량을 보완한다.</a:t>
            </a:r>
          </a:p>
          <a:p xmlns:a="http://schemas.openxmlformats.org/drawingml/2006/main">
            <a:r>
              <a:t/>
            </a:r>
          </a:p>
          <a:p xmlns:a="http://schemas.openxmlformats.org/drawingml/2006/main">
            <a:r>
              <a:t>[Sources]</a:t>
            </a:r>
          </a:p>
          <a:p xmlns:a="http://schemas.openxmlformats.org/drawingml/2006/main">
            <a:r>
              <a:t>- repo:AS-IS 2025 2nd semester/[AI_PR_PR_10] 01 LLM LifeCycle and OT.pptx (slides 53–60)</a:t>
            </a:r>
          </a:p>
          <a:p xmlns:a="http://schemas.openxmlformats.org/drawingml/2006/main">
            <a:r>
              <a:t>- https://learn.microsoft.com/en-us/azure/architecture/ai-ml/guide/mlops-maturity-model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응답은 버전 자산이 아니라 실행 증거다. 버전 가능한 prompt·config·dataset과 실제 실행 response·latency·status를 구분한다.</a:t>
            </a:r>
          </a:p>
          <a:p xmlns:a="http://schemas.openxmlformats.org/drawingml/2006/main">
            <a:r>
              <a:t/>
            </a:r>
          </a:p>
          <a:p xmlns:a="http://schemas.openxmlformats.org/drawingml/2006/main">
            <a:r>
              <a:t>[Sources]</a:t>
            </a:r>
          </a:p>
          <a:p xmlns:a="http://schemas.openxmlformats.org/drawingml/2006/main">
            <a:r>
              <a:t>- repo:AS-IS 2025 2nd semester/01_AS-IS_주차별_통합_강의안.md</a:t>
            </a:r>
          </a:p>
          <a:p xmlns:a="http://schemas.openxmlformats.org/drawingml/2006/main">
            <a:r>
              <a:t>- repo:week01/lab/app/schemas.py</a:t>
            </a:r>
          </a:p>
          <a:p xmlns:a="http://schemas.openxmlformats.org/drawingml/2006/main">
            <a:r>
              <a:t>- repo:week01/lab/app/telemetry.py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코드 버전만으로 생성 실행을 재현할 수 없다. 실제 조합을 trace로 남겨야 한다.</a:t>
            </a:r>
          </a:p>
          <a:p xmlns:a="http://schemas.openxmlformats.org/drawingml/2006/main">
            <a:r>
              <a:t/>
            </a:r>
          </a:p>
          <a:p xmlns:a="http://schemas.openxmlformats.org/drawingml/2006/main">
            <a:r>
              <a:t>[Sources]</a:t>
            </a:r>
          </a:p>
          <a:p xmlns:a="http://schemas.openxmlformats.org/drawingml/2006/main">
            <a:r>
              <a:t>- repo:AS-IS 2025 2nd semester/01_AS-IS_주차별_통합_강의안.md</a:t>
            </a:r>
          </a:p>
          <a:p xmlns:a="http://schemas.openxmlformats.org/drawingml/2006/main">
            <a:r>
              <a:t>- repo:week01/lab/app/schemas.py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trace를 단순 로그 한 줄이 아니라 prompt, provider/model, config, output과 운영 지표를 연결하는 실행 단위로 설명한다.</a:t>
            </a:r>
          </a:p>
          <a:p xmlns:a="http://schemas.openxmlformats.org/drawingml/2006/main">
            <a:r>
              <a:t/>
            </a:r>
          </a:p>
          <a:p xmlns:a="http://schemas.openxmlformats.org/drawingml/2006/main">
            <a:r>
              <a:t>[Sources]</a:t>
            </a:r>
          </a:p>
          <a:p xmlns:a="http://schemas.openxmlformats.org/drawingml/2006/main">
            <a:r>
              <a:t>- repo:week01/lab/app/schemas.py</a:t>
            </a:r>
          </a:p>
          <a:p xmlns:a="http://schemas.openxmlformats.org/drawingml/2006/main">
            <a:r>
              <a:t>- repo:week01/lab/app/telemetry.py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업계의 고정된 다섯 KPI라고 주장하지 않는다. 이 과목에서 모든 실험을 비교할 때 공통으로 확인할 판단 축이다.</a:t>
            </a:r>
          </a:p>
          <a:p xmlns:a="http://schemas.openxmlformats.org/drawingml/2006/main">
            <a:r>
              <a:t/>
            </a:r>
          </a:p>
          <a:p xmlns:a="http://schemas.openxmlformats.org/drawingml/2006/main">
            <a:r>
              <a:t>[Sources]</a:t>
            </a:r>
          </a:p>
          <a:p xmlns:a="http://schemas.openxmlformats.org/drawingml/2006/main">
            <a:r>
              <a:t>- repo:AS-IS 2025 2nd semester/00_AS-IS_핵심_커리큘럼.md</a:t>
            </a:r>
          </a:p>
          <a:p xmlns:a="http://schemas.openxmlformats.org/drawingml/2006/main">
            <a:r>
              <a:t>- repo:AS-IS 2025 2nd semester/01_AS-IS_주차별_통합_강의안.md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품질 향상 주장에는 지연·비용·안전·재현성의 regression 확인이 따라야 한다.</a:t>
            </a:r>
          </a:p>
          <a:p xmlns:a="http://schemas.openxmlformats.org/drawingml/2006/main">
            <a:r>
              <a:t/>
            </a:r>
          </a:p>
          <a:p xmlns:a="http://schemas.openxmlformats.org/drawingml/2006/main">
            <a:r>
              <a:t>[Sources]</a:t>
            </a:r>
          </a:p>
          <a:p xmlns:a="http://schemas.openxmlformats.org/drawingml/2006/main">
            <a:r>
              <a:t>- repo:AS-IS 2025 2nd semester/00_AS-IS_핵심_커리큘럼.md</a:t>
            </a:r>
          </a:p>
          <a:p xmlns:a="http://schemas.openxmlformats.org/drawingml/2006/main">
            <a:r>
              <a:t>- https://docs.aws.amazon.com/wellarchitected/latest/generative-ai-lens/generative-ai-lifecycle.html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단일 범용 품질 점수보다 task의 실패 비용과 output contract에 맞는 지표를 선택한다.</a:t>
            </a:r>
          </a:p>
          <a:p xmlns:a="http://schemas.openxmlformats.org/drawingml/2006/main">
            <a:r>
              <a:t/>
            </a:r>
          </a:p>
          <a:p xmlns:a="http://schemas.openxmlformats.org/drawingml/2006/main">
            <a:r>
              <a:t>[Sources]</a:t>
            </a:r>
          </a:p>
          <a:p xmlns:a="http://schemas.openxmlformats.org/drawingml/2006/main">
            <a:r>
              <a:t>- repo:AS-IS 2025 2nd semester/00_AS-IS_핵심_커리큘럼.md</a:t>
            </a:r>
          </a:p>
          <a:p xmlns:a="http://schemas.openxmlformats.org/drawingml/2006/main">
            <a:r>
              <a:t>- repo:AS-IS 2025 2nd semester/01_AS-IS_주차별_통합_강의안.md#03주차--prompt-evaluation--version-management</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예시 분포이며 실측값이 아니다. 평균과 tail percentile을 구분하고 작은 표본에서는 raw trace도 함께 본다.</a:t>
            </a:r>
          </a:p>
          <a:p xmlns:a="http://schemas.openxmlformats.org/drawingml/2006/main">
            <a:r>
              <a:t/>
            </a:r>
          </a:p>
          <a:p xmlns:a="http://schemas.openxmlformats.org/drawingml/2006/main">
            <a:r>
              <a:t>[Sources]</a:t>
            </a:r>
          </a:p>
          <a:p xmlns:a="http://schemas.openxmlformats.org/drawingml/2006/main">
            <a:r>
              <a:t>- repo:AS-IS 2025 2nd semester/00_AS-IS_핵심_커리큘럼.md</a:t>
            </a:r>
          </a:p>
          <a:p xmlns:a="http://schemas.openxmlformats.org/drawingml/2006/main">
            <a:r>
              <a:t>- repo:AS-IS 2025 2nd semester/03_AS-IS_슬라이드_텍스트_원문.md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수식은 개념 구조이며 정산 공식이 아니다. 공급자별 과금 단위와 캐시 정책은 해당 시점의 공식 문서를 별도 확인한다.</a:t>
            </a:r>
          </a:p>
          <a:p xmlns:a="http://schemas.openxmlformats.org/drawingml/2006/main">
            <a:r>
              <a:t/>
            </a:r>
          </a:p>
          <a:p xmlns:a="http://schemas.openxmlformats.org/drawingml/2006/main">
            <a:r>
              <a:t>[Sources]</a:t>
            </a:r>
          </a:p>
          <a:p xmlns:a="http://schemas.openxmlformats.org/drawingml/2006/main">
            <a:r>
              <a:t>- repo:AS-IS 2025 2nd semester/00_AS-IS_핵심_커리큘럼.md</a:t>
            </a:r>
          </a:p>
          <a:p xmlns:a="http://schemas.openxmlformats.org/drawingml/2006/main">
            <a:r>
              <a:t>- https://docs.aws.amazon.com/wellarchitected/latest/generative-ai-lens/generative-ai-lifecycle.html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안전은 마지막 검수 단계가 아니라 입력, 실행, 출력, 저장 전 구간의 횡단 조건이다.</a:t>
            </a:r>
          </a:p>
          <a:p xmlns:a="http://schemas.openxmlformats.org/drawingml/2006/main">
            <a:r>
              <a:t/>
            </a:r>
          </a:p>
          <a:p xmlns:a="http://schemas.openxmlformats.org/drawingml/2006/main">
            <a:r>
              <a:t>[Sources]</a:t>
            </a:r>
          </a:p>
          <a:p xmlns:a="http://schemas.openxmlformats.org/drawingml/2006/main">
            <a:r>
              <a:t>- repo:AS-IS 2025 2nd semester/00_AS-IS_핵심_커리큘럼.md</a:t>
            </a:r>
          </a:p>
          <a:p xmlns:a="http://schemas.openxmlformats.org/drawingml/2006/main">
            <a:r>
              <a:t>- https://airc.nist.gov/airmf-resources/airmf/5-sec-core/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seed 하나만으로 생성 서비스 전체 재현성이 보장되지 않는다. 실행 조합과 버전 자산을 함께 고정한다.</a:t>
            </a:r>
          </a:p>
          <a:p xmlns:a="http://schemas.openxmlformats.org/drawingml/2006/main">
            <a:r>
              <a:t/>
            </a:r>
          </a:p>
          <a:p xmlns:a="http://schemas.openxmlformats.org/drawingml/2006/main">
            <a:r>
              <a:t>[Sources]</a:t>
            </a:r>
          </a:p>
          <a:p xmlns:a="http://schemas.openxmlformats.org/drawingml/2006/main">
            <a:r>
              <a:t>- repo:AS-IS 2025 2nd semester/00_AS-IS_핵심_커리큘럼.md</a:t>
            </a:r>
          </a:p>
          <a:p xmlns:a="http://schemas.openxmlformats.org/drawingml/2006/main">
            <a:r>
              <a:t>- repo:AS-IS 2025 2nd semester/01_AS-IS_주차별_통합_강의안.md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오프닝의 기준 정의를 앞에서 배운 운영 자산과 판단 축으로 확장해 회수한다. 반복 설명이 아니라 적용된 통합 그림이다.</a:t>
            </a:r>
          </a:p>
          <a:p xmlns:a="http://schemas.openxmlformats.org/drawingml/2006/main">
            <a:r>
              <a:t/>
            </a:r>
          </a:p>
          <a:p xmlns:a="http://schemas.openxmlformats.org/drawingml/2006/main">
            <a:r>
              <a:t>[Sources]</a:t>
            </a:r>
          </a:p>
          <a:p xmlns:a="http://schemas.openxmlformats.org/drawingml/2006/main">
            <a:r>
              <a:t>- repo:AS-IS 2025 2nd semester/[AI_PR_PR_10] 01 LLM LifeCycle and OT.pptx (slides 62–67)</a:t>
            </a:r>
          </a:p>
          <a:p xmlns:a="http://schemas.openxmlformats.org/drawingml/2006/main">
            <a:r>
              <a:t>- repo:AS-IS 2025 2nd semester/00_AS-IS_핵심_커리큘럼.md</a:t>
            </a:r>
          </a:p>
          <a:p xmlns:a="http://schemas.openxmlformats.org/drawingml/2006/main">
            <a:r>
              <a:t>- https://airc.nist.gov/airmf-resources/airmf/5-sec-core/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성공 지표가 4단계에서 처음 생기는 것이 아니라 1단계에서 정의되고 4단계에서 측정됨을 강조한다.</a:t>
            </a:r>
          </a:p>
          <a:p xmlns:a="http://schemas.openxmlformats.org/drawingml/2006/main">
            <a:r>
              <a:t/>
            </a:r>
          </a:p>
          <a:p xmlns:a="http://schemas.openxmlformats.org/drawingml/2006/main">
            <a:r>
              <a:t>[Sources]</a:t>
            </a:r>
          </a:p>
          <a:p xmlns:a="http://schemas.openxmlformats.org/drawingml/2006/main">
            <a:r>
              <a:t>- repo:AS-IS 2025 2nd semester/[AI_PR_PR_10] 01 LLM LifeCycle and OT.pptx (slide 63)</a:t>
            </a:r>
          </a:p>
          <a:p xmlns:a="http://schemas.openxmlformats.org/drawingml/2006/main">
            <a:r>
              <a:t>- repo:AS-IS 2025 2nd semester/01_AS-IS_주차별_통합_강의안.md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프롬프트뿐 아니라 retrieved context와 tool 정책도 실행을 바꾸는 외부 자산으로 관리한다.</a:t>
            </a:r>
          </a:p>
          <a:p xmlns:a="http://schemas.openxmlformats.org/drawingml/2006/main">
            <a:r>
              <a:t/>
            </a:r>
          </a:p>
          <a:p xmlns:a="http://schemas.openxmlformats.org/drawingml/2006/main">
            <a:r>
              <a:t>[Sources]</a:t>
            </a:r>
          </a:p>
          <a:p xmlns:a="http://schemas.openxmlformats.org/drawingml/2006/main">
            <a:r>
              <a:t>- repo:AS-IS 2025 2nd semester/[AI_PR_PR_10] 01 LLM LifeCycle and OT.pptx (slide 64)</a:t>
            </a:r>
          </a:p>
          <a:p xmlns:a="http://schemas.openxmlformats.org/drawingml/2006/main">
            <a:r>
              <a:t>- repo:AS-IS 2025 2nd semester/01_AS-IS_주차별_통합_강의안.md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실행과 배포는 endpoint 생성만이 아니라 실패 branch, 상태 확인, 책임 주체까지 포함한다.</a:t>
            </a:r>
          </a:p>
          <a:p xmlns:a="http://schemas.openxmlformats.org/drawingml/2006/main">
            <a:r>
              <a:t/>
            </a:r>
          </a:p>
          <a:p xmlns:a="http://schemas.openxmlformats.org/drawingml/2006/main">
            <a:r>
              <a:t>[Sources]</a:t>
            </a:r>
          </a:p>
          <a:p xmlns:a="http://schemas.openxmlformats.org/drawingml/2006/main">
            <a:r>
              <a:t>- repo:AS-IS 2025 2nd semester/[AI_PR_PR_10] 01 LLM LifeCycle and OT.pptx (slide 65)</a:t>
            </a:r>
          </a:p>
          <a:p xmlns:a="http://schemas.openxmlformats.org/drawingml/2006/main">
            <a:r>
              <a:t>- repo:week01/lab/app/main.py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offline evaluation과 production observation을 구분하되 동일한 version과 trace에 연결한다.</a:t>
            </a:r>
          </a:p>
          <a:p xmlns:a="http://schemas.openxmlformats.org/drawingml/2006/main">
            <a:r>
              <a:t/>
            </a:r>
          </a:p>
          <a:p xmlns:a="http://schemas.openxmlformats.org/drawingml/2006/main">
            <a:r>
              <a:t>[Sources]</a:t>
            </a:r>
          </a:p>
          <a:p xmlns:a="http://schemas.openxmlformats.org/drawingml/2006/main">
            <a:r>
              <a:t>- repo:AS-IS 2025 2nd semester/[AI_PR_PR_10] 01 LLM LifeCycle and OT.pptx (slide 66)</a:t>
            </a:r>
          </a:p>
          <a:p xmlns:a="http://schemas.openxmlformats.org/drawingml/2006/main">
            <a:r>
              <a:t>- repo:AS-IS 2025 2nd semester/01_AS-IS_주차별_통합_강의안.md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실패한 실험도 다음 선택을 줄인다면 유효하다. retirement는 이 단계 뒤의 자동 종착점이 아니라 별도 운영 판정이다.</a:t>
            </a:r>
          </a:p>
          <a:p xmlns:a="http://schemas.openxmlformats.org/drawingml/2006/main">
            <a:r>
              <a:t/>
            </a:r>
          </a:p>
          <a:p xmlns:a="http://schemas.openxmlformats.org/drawingml/2006/main">
            <a:r>
              <a:t>[Sources]</a:t>
            </a:r>
          </a:p>
          <a:p xmlns:a="http://schemas.openxmlformats.org/drawingml/2006/main">
            <a:r>
              <a:t>- repo:AS-IS 2025 2nd semester/[AI_PR_PR_10] 01 LLM LifeCycle and OT.pptx (slide 67)</a:t>
            </a:r>
          </a:p>
          <a:p xmlns:a="http://schemas.openxmlformats.org/drawingml/2006/main">
            <a:r>
              <a:t>- repo:AS-IS 2025 2nd semester/01_AS-IS_주차별_통합_강의안.md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예시 값은 실제 성능 결과가 아니다. 학생은 자신의 trace와 판단으로 같은 구조를 채운다.</a:t>
            </a:r>
          </a:p>
          <a:p xmlns:a="http://schemas.openxmlformats.org/drawingml/2006/main">
            <a:r>
              <a:t/>
            </a:r>
          </a:p>
          <a:p xmlns:a="http://schemas.openxmlformats.org/drawingml/2006/main">
            <a:r>
              <a:t>[Sources]</a:t>
            </a:r>
          </a:p>
          <a:p xmlns:a="http://schemas.openxmlformats.org/drawingml/2006/main">
            <a:r>
              <a:t>- repo:AS-IS 2025 2nd semester/01_AS-IS_주차별_통합_강의안.md</a:t>
            </a:r>
          </a:p>
          <a:p xmlns:a="http://schemas.openxmlformats.org/drawingml/2006/main">
            <a:r>
              <a:t>- repo:week01/lab/week01_trace01_lab.ipynb</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8주차에는 실시간 수업과 중간고사 없이 기말 프로젝트 기획서 0.1을 온라인으로 제출해 평가받는다. 제출본과 교수 설계 리뷰 기록을 이후 구현 기준으로 사용한다. 16주차 발표는 실시간 온라인으로 진행한다.</a:t>
            </a:r>
          </a:p>
          <a:p xmlns:a="http://schemas.openxmlformats.org/drawingml/2006/main">
            <a:r>
              <a:t/>
            </a:r>
          </a:p>
          <a:p xmlns:a="http://schemas.openxmlformats.org/drawingml/2006/main">
            <a:r>
              <a:t>[Sources]</a:t>
            </a:r>
          </a:p>
          <a:p xmlns:a="http://schemas.openxmlformats.org/drawingml/2006/main">
            <a:r>
              <a:t>- repo:curriculum/2026-2/00_운영_커리큘럼.md</a:t>
            </a:r>
          </a:p>
          <a:p xmlns:a="http://schemas.openxmlformats.org/drawingml/2006/main">
            <a:r>
              <a:t>- repo:curriculum/2026-2/01_기말프로젝트_기획서_가이드.md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실습은 설치 성공이 아니라 실행 서비스, 실행 추적, 비교표, 개선 가설까지 하나의 운영 루프로 닫는다.</a:t>
            </a:r>
          </a:p>
          <a:p xmlns:a="http://schemas.openxmlformats.org/drawingml/2006/main">
            <a:r>
              <a:t/>
            </a:r>
          </a:p>
          <a:p xmlns:a="http://schemas.openxmlformats.org/drawingml/2006/main">
            <a:r>
              <a:t>[Sources]</a:t>
            </a:r>
          </a:p>
          <a:p xmlns:a="http://schemas.openxmlformats.org/drawingml/2006/main">
            <a:r>
              <a:t>- repo:week01/lab/README.md</a:t>
            </a:r>
          </a:p>
          <a:p xmlns:a="http://schemas.openxmlformats.org/drawingml/2006/main">
            <a:r>
              <a:t>- repo:week01/lab/app/main.py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사용자 화면, FastAPI 서버, 모델 제공자, 실행 추적 저장소의 역할을 따라간다. 결정론적 데모와 Ollama가 동일한 제공자 계약을 사용한다.</a:t>
            </a:r>
          </a:p>
          <a:p xmlns:a="http://schemas.openxmlformats.org/drawingml/2006/main">
            <a:r>
              <a:t/>
            </a:r>
          </a:p>
          <a:p xmlns:a="http://schemas.openxmlformats.org/drawingml/2006/main">
            <a:r>
              <a:t>[Sources]</a:t>
            </a:r>
          </a:p>
          <a:p xmlns:a="http://schemas.openxmlformats.org/drawingml/2006/main">
            <a:r>
              <a:t>- repo:week01/lab/app/main.py</a:t>
            </a:r>
          </a:p>
          <a:p xmlns:a="http://schemas.openxmlformats.org/drawingml/2006/main">
            <a:r>
              <a:t>- repo:week01/lab/app/providers.py</a:t>
            </a:r>
          </a:p>
          <a:p xmlns:a="http://schemas.openxmlformats.org/drawingml/2006/main">
            <a:r>
              <a:t>- repo:week01/lab/app/telemetry.py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세 번 호출보다 한 개의 비교표가 완료 기준이다. 설치 지연 시 결정론적 데모 제공자로 우선 완주한다.</a:t>
            </a:r>
          </a:p>
          <a:p xmlns:a="http://schemas.openxmlformats.org/drawingml/2006/main">
            <a:r>
              <a:t/>
            </a:r>
          </a:p>
          <a:p xmlns:a="http://schemas.openxmlformats.org/drawingml/2006/main">
            <a:r>
              <a:t>[Sources]</a:t>
            </a:r>
          </a:p>
          <a:p xmlns:a="http://schemas.openxmlformats.org/drawingml/2006/main">
            <a:r>
              <a:t>- repo:week01/lab/README.md</a:t>
            </a:r>
          </a:p>
          <a:p xmlns:a="http://schemas.openxmlformats.org/drawingml/2006/main">
            <a:r>
              <a:t>- repo:week01/lab/week01_trace01_lab.ipynb</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Python은 3.11 이상 3.12 미만으로 고정하고 3.11.14를 기준 패치 버전으로 사용한다. 검색 증강 생성(Retrieval-Augmented Generation, RAG), 미세조정, 관측성 환경을 주차별 프로필로 분리한다.</a:t>
            </a:r>
          </a:p>
          <a:p xmlns:a="http://schemas.openxmlformats.org/drawingml/2006/main">
            <a:r>
              <a:t/>
            </a:r>
          </a:p>
          <a:p xmlns:a="http://schemas.openxmlformats.org/drawingml/2006/main">
            <a:r>
              <a:t>[Sources]</a:t>
            </a:r>
          </a:p>
          <a:p xmlns:a="http://schemas.openxmlformats.org/drawingml/2006/main">
            <a:r>
              <a:t>- repo:.python-version</a:t>
            </a:r>
          </a:p>
          <a:p xmlns:a="http://schemas.openxmlformats.org/drawingml/2006/main">
            <a:r>
              <a:t>- repo:requirements/README.md</a:t>
            </a:r>
          </a:p>
          <a:p xmlns:a="http://schemas.openxmlformats.org/drawingml/2006/main">
            <a:r>
              <a:t>- repo:requirements/locks/course-base-py311-macos-arm64.txt</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결정론적 데모 제공자는 설치 실패를 우회하는 장난감이 아니라 재현 가능한 기준선이다. Ollama는 모델 다운로드와 실행이 가능한 경우 선택한다. 두 경로 모두 동일한 실행 추적 데이터 구조로 합쳐진다.</a:t>
            </a:r>
          </a:p>
          <a:p xmlns:a="http://schemas.openxmlformats.org/drawingml/2006/main">
            <a:r>
              <a:t/>
            </a:r>
          </a:p>
          <a:p xmlns:a="http://schemas.openxmlformats.org/drawingml/2006/main">
            <a:r>
              <a:t>[Sources]</a:t>
            </a:r>
          </a:p>
          <a:p xmlns:a="http://schemas.openxmlformats.org/drawingml/2006/main">
            <a:r>
              <a:t>- repo:week01/lab/app/providers.py</a:t>
            </a:r>
          </a:p>
          <a:p xmlns:a="http://schemas.openxmlformats.org/drawingml/2006/main">
            <a:r>
              <a:t>- repo:week01/lab/README.md</a:t>
            </a:r>
          </a:p>
          <a:p xmlns:a="http://schemas.openxmlformats.org/drawingml/2006/main">
            <a:r>
              <a:t>- https://docs.ollama.com/api/chat</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저장소 루트를 Visual Studio Code로 열고 권장 확장을 설치한 뒤 Python 3.11.14의 .venv를 선택한다. 화면 하단 터미널의 6 passed가 현재 실습 자동 테스트의 실제 결과다.</a:t>
            </a:r>
          </a:p>
          <a:p xmlns:a="http://schemas.openxmlformats.org/drawingml/2006/main">
            <a:r>
              <a:t/>
            </a:r>
          </a:p>
          <a:p xmlns:a="http://schemas.openxmlformats.org/drawingml/2006/main">
            <a:r>
              <a:t>[Sources]</a:t>
            </a:r>
          </a:p>
          <a:p xmlns:a="http://schemas.openxmlformats.org/drawingml/2006/main">
            <a:r>
              <a:t>- repo:week01/lecture/assets/vscode-week01-tests.png</a:t>
            </a:r>
          </a:p>
          <a:p xmlns:a="http://schemas.openxmlformats.org/drawingml/2006/main">
            <a:r>
              <a:t>- repo:week01/VS_CODE_GUIDE.md</a:t>
            </a:r>
          </a:p>
          <a:p xmlns:a="http://schemas.openxmlformats.org/drawingml/2006/main">
            <a:r>
              <a:t>- repo:.vscode/settings.json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FastAPI의 대화형 문서에서 POST /api/v1/generate 경로를 펼쳐 요청 본문을 확인한다. 사용자 화면보다 응용 프로그래밍 인터페이스(Application Programming Interface, API)의 요청·응답 데이터 구조가 서비스 계약의 기준이다.</a:t>
            </a:r>
          </a:p>
          <a:p xmlns:a="http://schemas.openxmlformats.org/drawingml/2006/main">
            <a:r>
              <a:t/>
            </a:r>
          </a:p>
          <a:p xmlns:a="http://schemas.openxmlformats.org/drawingml/2006/main">
            <a:r>
              <a:t>[Sources]</a:t>
            </a:r>
          </a:p>
          <a:p xmlns:a="http://schemas.openxmlformats.org/drawingml/2006/main">
            <a:r>
              <a:t>- repo:week01/lecture/assets/trace01-openapi-generate.png</a:t>
            </a:r>
          </a:p>
          <a:p xmlns:a="http://schemas.openxmlformats.org/drawingml/2006/main">
            <a:r>
              <a:t>- repo:week01/lab/app/schemas.py</a:t>
            </a:r>
          </a:p>
          <a:p xmlns:a="http://schemas.openxmlformats.org/drawingml/2006/main">
            <a:r>
              <a:t>- repo:week01/lab/app/main.py</a:t>
            </a:r>
          </a:p>
          <a:p xmlns:a="http://schemas.openxmlformats.org/drawingml/2006/main">
            <a:r>
              <a:t>- https://fastapi.tiangolo.com/features/#automatic-docs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각 경로(endpoint)의 목적을 구분한다. /traces는 실행 내역, /stats는 교육용 집계, /metrics는 Prometheus 수집 시스템, /docs는 응용 프로그래밍 인터페이스 계약 확인이다.</a:t>
            </a:r>
          </a:p>
          <a:p xmlns:a="http://schemas.openxmlformats.org/drawingml/2006/main">
            <a:r>
              <a:t/>
            </a:r>
          </a:p>
          <a:p xmlns:a="http://schemas.openxmlformats.org/drawingml/2006/main">
            <a:r>
              <a:t>[Sources]</a:t>
            </a:r>
          </a:p>
          <a:p xmlns:a="http://schemas.openxmlformats.org/drawingml/2006/main">
            <a:r>
              <a:t>- repo:week01/lab/app/main.py</a:t>
            </a:r>
          </a:p>
          <a:p xmlns:a="http://schemas.openxmlformats.org/drawingml/2006/main">
            <a:r>
              <a:t>- repo:week01/lab/app/telemetry.py</a:t>
            </a:r>
          </a:p>
          <a:p xmlns:a="http://schemas.openxmlformats.org/drawingml/2006/main">
            <a:r>
              <a:t>- https://fastapi.tiangolo.com/</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실행 전에는 입력, 작업 유형, 모델 제공자, 프롬프트 버전, 온도를 확인한다. 화면 캡처는 실제 로컬 서비스를 브라우저로 실행한 결과이며 예시 목업이 아니다.</a:t>
            </a:r>
          </a:p>
          <a:p xmlns:a="http://schemas.openxmlformats.org/drawingml/2006/main">
            <a:r>
              <a:t/>
            </a:r>
          </a:p>
          <a:p xmlns:a="http://schemas.openxmlformats.org/drawingml/2006/main">
            <a:r>
              <a:t>[Sources]</a:t>
            </a:r>
          </a:p>
          <a:p xmlns:a="http://schemas.openxmlformats.org/drawingml/2006/main">
            <a:r>
              <a:t>- repo:week01/lecture/assets/trace01-ui.png</a:t>
            </a:r>
          </a:p>
          <a:p xmlns:a="http://schemas.openxmlformats.org/drawingml/2006/main">
            <a:r>
              <a:t>- repo:week01/lab/app/main.py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구조화 출력과 실행 추적 메타데이터를 한 화면에서 읽는다. 이 캡처의 실행 추적 식별자 ff2c901e8a16, 정상 상태, 0.12밀리초, 63토큰은 실제 로컬 데모 호출에서 관찰한 값이다. 토큰은 모델 토크나이저 실측이 아닌 교육용 추정치다.</a:t>
            </a:r>
          </a:p>
          <a:p xmlns:a="http://schemas.openxmlformats.org/drawingml/2006/main">
            <a:r>
              <a:t/>
            </a:r>
          </a:p>
          <a:p xmlns:a="http://schemas.openxmlformats.org/drawingml/2006/main">
            <a:r>
              <a:t>[Sources]</a:t>
            </a:r>
          </a:p>
          <a:p xmlns:a="http://schemas.openxmlformats.org/drawingml/2006/main">
            <a:r>
              <a:t>- repo:week01/lecture/assets/trace01-run-result.png</a:t>
            </a:r>
          </a:p>
          <a:p xmlns:a="http://schemas.openxmlformats.org/drawingml/2006/main">
            <a:r>
              <a:t>- repo:week01/lab/app/schemas.py</a:t>
            </a:r>
          </a:p>
          <a:p xmlns:a="http://schemas.openxmlformats.org/drawingml/2006/main">
            <a:r>
              <a:t>- repo:week01/lab/app/telemetry.py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온도(temperature) 하나만 바꾸고 나머지를 고정한다. 결정론적 데모 제공자는 의도적으로 온도를 무시하므로 출력 불변도 유효한 관찰이다.</a:t>
            </a:r>
          </a:p>
          <a:p xmlns:a="http://schemas.openxmlformats.org/drawingml/2006/main">
            <a:r>
              <a:t/>
            </a:r>
          </a:p>
          <a:p xmlns:a="http://schemas.openxmlformats.org/drawingml/2006/main">
            <a:r>
              <a:t>[Sources]</a:t>
            </a:r>
          </a:p>
          <a:p xmlns:a="http://schemas.openxmlformats.org/drawingml/2006/main">
            <a:r>
              <a:t>- repo:AS-IS 2025 2nd semester/practice/week01/week01_ollama_practice.ipynb</a:t>
            </a:r>
          </a:p>
          <a:p xmlns:a="http://schemas.openxmlformats.org/drawingml/2006/main">
            <a:r>
              <a:t>- repo:week01/lab/app/providers.py</a:t>
            </a:r>
          </a:p>
          <a:p xmlns:a="http://schemas.openxmlformats.org/drawingml/2006/main">
            <a:r>
              <a:t>- https://docs.ollama.com/api/chat</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임의의 88점 같은 정밀도를 사용하지 않는다. 자동으로 확인 가능한 형식·상태·응답 지연과 사람이 판정하는 입력 근거성을 구분한다.</a:t>
            </a:r>
          </a:p>
          <a:p xmlns:a="http://schemas.openxmlformats.org/drawingml/2006/main">
            <a:r>
              <a:t/>
            </a:r>
          </a:p>
          <a:p xmlns:a="http://schemas.openxmlformats.org/drawingml/2006/main">
            <a:r>
              <a:t>[Sources]</a:t>
            </a:r>
          </a:p>
          <a:p xmlns:a="http://schemas.openxmlformats.org/drawingml/2006/main">
            <a:r>
              <a:t>- repo:week01/lecture/assets/trace01-run-result.png</a:t>
            </a:r>
          </a:p>
          <a:p xmlns:a="http://schemas.openxmlformats.org/drawingml/2006/main">
            <a:r>
              <a:t>- repo:week01/lab/app/providers.py</a:t>
            </a:r>
          </a:p>
          <a:p xmlns:a="http://schemas.openxmlformats.org/drawingml/2006/main">
            <a:r>
              <a:t>- repo:AS-IS 2025 2nd semester/practice/week01/week01_ollama_practice.ipynb</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세 필드 존재 여부와 입력 근거를 분리해 본다. 완벽한 문장보다 누락·추가·검증 가능성의 판정이 우선이다.</a:t>
            </a:r>
          </a:p>
          <a:p xmlns:a="http://schemas.openxmlformats.org/drawingml/2006/main">
            <a:r>
              <a:t/>
            </a:r>
          </a:p>
          <a:p xmlns:a="http://schemas.openxmlformats.org/drawingml/2006/main">
            <a:r>
              <a:t>[Sources]</a:t>
            </a:r>
          </a:p>
          <a:p xmlns:a="http://schemas.openxmlformats.org/drawingml/2006/main">
            <a:r>
              <a:t>- repo:week01/lab/app/providers.py</a:t>
            </a:r>
          </a:p>
          <a:p xmlns:a="http://schemas.openxmlformats.org/drawingml/2006/main">
            <a:r>
              <a:t>- repo:week01/lab/app/main.py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오류를 숨기지 않고 status와 복구 경로를 운영 증거로 남긴다. 503일 때 수업을 중단하지 말고 demo로 필수 경로를 완료한다.</a:t>
            </a:r>
          </a:p>
          <a:p xmlns:a="http://schemas.openxmlformats.org/drawingml/2006/main">
            <a:r>
              <a:t/>
            </a:r>
          </a:p>
          <a:p xmlns:a="http://schemas.openxmlformats.org/drawingml/2006/main">
            <a:r>
              <a:t>[Sources]</a:t>
            </a:r>
          </a:p>
          <a:p xmlns:a="http://schemas.openxmlformats.org/drawingml/2006/main">
            <a:r>
              <a:t>- repo:week01/lab/app/main.py</a:t>
            </a:r>
          </a:p>
          <a:p xmlns:a="http://schemas.openxmlformats.org/drawingml/2006/main">
            <a:r>
              <a:t>- repo:week01/lab/app/providers.py</a:t>
            </a:r>
          </a:p>
          <a:p xmlns:a="http://schemas.openxmlformats.org/drawingml/2006/main">
            <a:r>
              <a:t>- repo:week01/lab/README.md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학생은 첫 주부터 문제 후보, 실행 증거, 교수에게 확인할 질문을 포트폴리오에 남긴다. 이 기록은 8주차 온라인 제출 기획서와 이후 구현의 근거가 된다. 16주차 프로젝트 발표는 실시간 온라인으로 진행한다.</a:t>
            </a:r>
          </a:p>
          <a:p xmlns:a="http://schemas.openxmlformats.org/drawingml/2006/main">
            <a:r>
              <a:t/>
            </a:r>
          </a:p>
          <a:p xmlns:a="http://schemas.openxmlformats.org/drawingml/2006/main">
            <a:r>
              <a:t>[Sources]</a:t>
            </a:r>
          </a:p>
          <a:p xmlns:a="http://schemas.openxmlformats.org/drawingml/2006/main">
            <a:r>
              <a:t>- repo:curriculum/2026-2/00_운영_커리큘럼.md</a:t>
            </a:r>
          </a:p>
          <a:p xmlns:a="http://schemas.openxmlformats.org/drawingml/2006/main">
            <a:r>
              <a:t>- repo:curriculum/2026-2/01_기말프로젝트_기획서_가이드.md</a:t>
            </a:r>
          </a:p>
          <a:p xmlns:a="http://schemas.openxmlformats.org/drawingml/2006/main">
            <a:r>
              <a:t>- repo:week01/lecture/01_week1_강의안.md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f97f40676414c6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24b827e4cf04cfb" /><Relationship Type="http://schemas.openxmlformats.org/officeDocument/2006/relationships/slideLayout" Target="/ppt/slideLayouts/slideLayout1.xml" Id="Rc91c9e12d53345c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91c9e12d53345c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BLACK WHITE NAVY BLUE">
      <a:dk1>
        <a:srgbClr val="050505"/>
      </a:dk1>
      <a:lt1>
        <a:srgbClr val="FFFFFF"/>
      </a:lt1>
      <a:dk2>
        <a:srgbClr val="0B1F3A"/>
      </a:dk2>
      <a:lt2>
        <a:srgbClr val="F7F8FA"/>
      </a:lt2>
      <a:accent1>
        <a:srgbClr val="2563EB"/>
      </a:accent1>
      <a:accent2>
        <a:srgbClr val="0B1F3A"/>
      </a:accent2>
      <a:accent3>
        <a:srgbClr val="667085"/>
      </a:accent3>
      <a:accent4>
        <a:srgbClr val="E0F0FE"/>
      </a:accent4>
      <a:accent5>
        <a:srgbClr val="191919"/>
      </a:accent5>
      <a:accent6>
        <a:srgbClr val="98A2B3"/>
      </a:accent6>
      <a:hlink>
        <a:srgbClr val="2563EB"/>
      </a:hlink>
      <a:folHlink>
        <a:srgbClr val="0B1F3A"/>
      </a:folHlink>
    </a:clrScheme>
    <a:fontScheme name="Office">
      <a:majorFont>
        <a:latin typeface="Calibri Light"/>
        <a:ea typeface="Calibri Light"/>
        <a:cs typeface="Calibri Light"/>
      </a:majorFont>
      <a:minorFont>
        <a:latin typeface="Calibri"/>
        <a:ea typeface="Calibri"/>
        <a:cs typeface="Calibri"/>
      </a:minorFont>
    </a:fontScheme>
    <a:fmtScheme name="BLACK WHITE NAVY BLU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3ae8b552c8d54b35" /><Relationship Type="http://schemas.openxmlformats.org/officeDocument/2006/relationships/notesSlide" Target="/ppt/notesSlides/notesSlide1.xml" Id="Rf6f10a71970043b9"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67094c7d811a476d" /><Relationship Type="http://schemas.openxmlformats.org/officeDocument/2006/relationships/notesSlide" Target="/ppt/notesSlides/notesSlide2.xml" Id="R6f769510f92c4d7f"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88b5f4d936e34367" /><Relationship Type="http://schemas.openxmlformats.org/officeDocument/2006/relationships/notesSlide" Target="/ppt/notesSlides/notesSlide3.xml" Id="R3ecede56578f40ac"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08c61cfbd6e140dc" /><Relationship Type="http://schemas.openxmlformats.org/officeDocument/2006/relationships/notesSlide" Target="/ppt/notesSlides/notesSlide4.xml" Id="R66ae1ac7496f446c"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61f0ba86139f435c" /><Relationship Type="http://schemas.openxmlformats.org/officeDocument/2006/relationships/notesSlide" Target="/ppt/notesSlides/notesSlide5.xml" Id="Ra7ccc4e60c0d46e9"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1b39040138fc49fd" /><Relationship Type="http://schemas.openxmlformats.org/officeDocument/2006/relationships/notesSlide" Target="/ppt/notesSlides/notesSlide6.xml" Id="R8d73c6c8b3f546ec"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2cab76dd45314821" /><Relationship Type="http://schemas.openxmlformats.org/officeDocument/2006/relationships/notesSlide" Target="/ppt/notesSlides/notesSlide7.xml" Id="Rf375f18df6dd4635"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152b70fc2c6f45ca" /><Relationship Type="http://schemas.openxmlformats.org/officeDocument/2006/relationships/image" Target="/ppt/media/image.png" Id="Rb28188b5406e4ab1" /><Relationship Type="http://schemas.openxmlformats.org/officeDocument/2006/relationships/notesSlide" Target="/ppt/notesSlides/notesSlide8.xml" Id="Rab1e22f6131d46e1"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ec3424efc4fe4e83" /><Relationship Type="http://schemas.openxmlformats.org/officeDocument/2006/relationships/notesSlide" Target="/ppt/notesSlides/notesSlide9.xml" Id="R1f62e873e2364a0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12ff9d9615f745f7" /><Relationship Type="http://schemas.openxmlformats.org/officeDocument/2006/relationships/notesSlide" Target="/ppt/notesSlides/notesSlide10.xml" Id="Rf796ba517a224e6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16f8eaa881304248" /><Relationship Type="http://schemas.openxmlformats.org/officeDocument/2006/relationships/notesSlide" Target="/ppt/notesSlides/notesSlide11.xml" Id="R454a3009893042b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eb14cb8ead4141c2" /><Relationship Type="http://schemas.openxmlformats.org/officeDocument/2006/relationships/notesSlide" Target="/ppt/notesSlides/notesSlide12.xml" Id="R6d940942121d44d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8d485ec15f704fdc" /><Relationship Type="http://schemas.openxmlformats.org/officeDocument/2006/relationships/notesSlide" Target="/ppt/notesSlides/notesSlide13.xml" Id="R4f5ded7c8cb543ab"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b6ec155c68974abc" /><Relationship Type="http://schemas.openxmlformats.org/officeDocument/2006/relationships/notesSlide" Target="/ppt/notesSlides/notesSlide14.xml" Id="R69545ba8712e4628"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2c5e33ee21664533" /><Relationship Type="http://schemas.openxmlformats.org/officeDocument/2006/relationships/notesSlide" Target="/ppt/notesSlides/notesSlide15.xml" Id="Rb4ed2825a4ab45e0"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1d613fb27bd64dd5" /><Relationship Type="http://schemas.openxmlformats.org/officeDocument/2006/relationships/notesSlide" Target="/ppt/notesSlides/notesSlide16.xml" Id="R8df4830348f64b53"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0f2bc42989f14a57" /><Relationship Type="http://schemas.openxmlformats.org/officeDocument/2006/relationships/notesSlide" Target="/ppt/notesSlides/notesSlide17.xml" Id="R381a5617a4a4441f"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4456fe8def514f14" /><Relationship Type="http://schemas.openxmlformats.org/officeDocument/2006/relationships/notesSlide" Target="/ppt/notesSlides/notesSlide18.xml" Id="Rbe0fbf01a8124ffa"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95aa1fde1b8248e6" /><Relationship Type="http://schemas.openxmlformats.org/officeDocument/2006/relationships/notesSlide" Target="/ppt/notesSlides/notesSlide19.xml" Id="R048aa742047a42ca"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d7bdb9c7c19d4d44" /><Relationship Type="http://schemas.openxmlformats.org/officeDocument/2006/relationships/notesSlide" Target="/ppt/notesSlides/notesSlide20.xml" Id="R01e9ff873e904ff3"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5d5561aecac24ded" /><Relationship Type="http://schemas.openxmlformats.org/officeDocument/2006/relationships/notesSlide" Target="/ppt/notesSlides/notesSlide21.xml" Id="R5345c6ffbfc244f5"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79dd3753b6b84d19" /><Relationship Type="http://schemas.openxmlformats.org/officeDocument/2006/relationships/notesSlide" Target="/ppt/notesSlides/notesSlide22.xml" Id="Rc400e0bd821842ef"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3207544c68b74878" /><Relationship Type="http://schemas.openxmlformats.org/officeDocument/2006/relationships/notesSlide" Target="/ppt/notesSlides/notesSlide23.xml" Id="R08a2c547a4af4dad"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ff9b07d3f9fe4536" /><Relationship Type="http://schemas.openxmlformats.org/officeDocument/2006/relationships/notesSlide" Target="/ppt/notesSlides/notesSlide24.xml" Id="R36fdccabe0334bdf"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a18e5bf504984259" /><Relationship Type="http://schemas.openxmlformats.org/officeDocument/2006/relationships/notesSlide" Target="/ppt/notesSlides/notesSlide25.xml" Id="Rb8a8f18bca61470c"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2f6bdd051e8e471f" /><Relationship Type="http://schemas.openxmlformats.org/officeDocument/2006/relationships/notesSlide" Target="/ppt/notesSlides/notesSlide26.xml" Id="Rcc501147d3604393"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625f1d3f049c4948" /><Relationship Type="http://schemas.openxmlformats.org/officeDocument/2006/relationships/notesSlide" Target="/ppt/notesSlides/notesSlide27.xml" Id="R428fd544050944e7"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32bb711c06f34fa8" /><Relationship Type="http://schemas.openxmlformats.org/officeDocument/2006/relationships/notesSlide" Target="/ppt/notesSlides/notesSlide28.xml" Id="R61e9497c67bf4ce0"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c4b62fd27dae4220" /><Relationship Type="http://schemas.openxmlformats.org/officeDocument/2006/relationships/notesSlide" Target="/ppt/notesSlides/notesSlide29.xml" Id="Redb00fa60e9843fe"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d9bbf844a9ff42a0" /><Relationship Type="http://schemas.openxmlformats.org/officeDocument/2006/relationships/notesSlide" Target="/ppt/notesSlides/notesSlide30.xml" Id="Rfe052200210b495c"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63ca1eb81dfa484f" /><Relationship Type="http://schemas.openxmlformats.org/officeDocument/2006/relationships/notesSlide" Target="/ppt/notesSlides/notesSlide31.xml" Id="R350e5ed5fd044698"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68c557ffafea409c" /><Relationship Type="http://schemas.openxmlformats.org/officeDocument/2006/relationships/notesSlide" Target="/ppt/notesSlides/notesSlide32.xml" Id="Rb264100e06a542ae"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c435c96fc4934d8c" /><Relationship Type="http://schemas.openxmlformats.org/officeDocument/2006/relationships/notesSlide" Target="/ppt/notesSlides/notesSlide33.xml" Id="R9af1a144b2734d65"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222dc9a225564b18" /><Relationship Type="http://schemas.openxmlformats.org/officeDocument/2006/relationships/notesSlide" Target="/ppt/notesSlides/notesSlide34.xml" Id="Rbedb751ac5ab4b62"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8de1086590c14973" /><Relationship Type="http://schemas.openxmlformats.org/officeDocument/2006/relationships/notesSlide" Target="/ppt/notesSlides/notesSlide35.xml" Id="R058d3cc17d6b4d8a"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f60bd7da36d047b3" /><Relationship Type="http://schemas.openxmlformats.org/officeDocument/2006/relationships/notesSlide" Target="/ppt/notesSlides/notesSlide36.xml" Id="R91ed51984879480d"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c48eb61c90df4365" /><Relationship Type="http://schemas.openxmlformats.org/officeDocument/2006/relationships/notesSlide" Target="/ppt/notesSlides/notesSlide37.xml" Id="Re34b1cb961cb4dcc"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c6f1131a764349ab" /><Relationship Type="http://schemas.openxmlformats.org/officeDocument/2006/relationships/notesSlide" Target="/ppt/notesSlides/notesSlide38.xml" Id="R8069330367c741d4"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8a23f55c51664779" /><Relationship Type="http://schemas.openxmlformats.org/officeDocument/2006/relationships/notesSlide" Target="/ppt/notesSlides/notesSlide39.xml" Id="Re310ef89580349a3"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b65f2c81c7d641a8" /><Relationship Type="http://schemas.openxmlformats.org/officeDocument/2006/relationships/notesSlide" Target="/ppt/notesSlides/notesSlide40.xml" Id="R72420c61a99541ed"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e6bad79573934fd5" /><Relationship Type="http://schemas.openxmlformats.org/officeDocument/2006/relationships/notesSlide" Target="/ppt/notesSlides/notesSlide41.xml" Id="R7b6a9097d46c48da"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621d253483ea4cb6" /><Relationship Type="http://schemas.openxmlformats.org/officeDocument/2006/relationships/notesSlide" Target="/ppt/notesSlides/notesSlide42.xml" Id="R6b74983648f147c3"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c956fa25960c416e" /><Relationship Type="http://schemas.openxmlformats.org/officeDocument/2006/relationships/notesSlide" Target="/ppt/notesSlides/notesSlide43.xml" Id="Rec191bbd67024817"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d706ab3e699c4a56" /><Relationship Type="http://schemas.openxmlformats.org/officeDocument/2006/relationships/notesSlide" Target="/ppt/notesSlides/notesSlide44.xml" Id="Rf81182945bb14b2e"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ed47e09dea524853" /><Relationship Type="http://schemas.openxmlformats.org/officeDocument/2006/relationships/notesSlide" Target="/ppt/notesSlides/notesSlide45.xml" Id="R756ddd21b9624a25"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899a89d3b6aa4b7f" /><Relationship Type="http://schemas.openxmlformats.org/officeDocument/2006/relationships/notesSlide" Target="/ppt/notesSlides/notesSlide46.xml" Id="Rf3a869ee904c4057"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fb61a816028a4143" /><Relationship Type="http://schemas.openxmlformats.org/officeDocument/2006/relationships/notesSlide" Target="/ppt/notesSlides/notesSlide47.xml" Id="R93308929584b4977"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2efb373504cd4474" /><Relationship Type="http://schemas.openxmlformats.org/officeDocument/2006/relationships/notesSlide" Target="/ppt/notesSlides/notesSlide48.xml" Id="R75de4b26555a4324"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1cf11b0b69424aca" /><Relationship Type="http://schemas.openxmlformats.org/officeDocument/2006/relationships/notesSlide" Target="/ppt/notesSlides/notesSlide49.xml" Id="R9be5e9a3ce2346b2"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02f83493e48d4166" /><Relationship Type="http://schemas.openxmlformats.org/officeDocument/2006/relationships/notesSlide" Target="/ppt/notesSlides/notesSlide50.xml" Id="Rde870d0bb94d47e8"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904f758da8fe4169" /><Relationship Type="http://schemas.openxmlformats.org/officeDocument/2006/relationships/notesSlide" Target="/ppt/notesSlides/notesSlide51.xml" Id="Rf2185da266e44977"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4175987cebf443cb" /><Relationship Type="http://schemas.openxmlformats.org/officeDocument/2006/relationships/notesSlide" Target="/ppt/notesSlides/notesSlide52.xml" Id="Rdeedaf27819d4f2c"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89a621e75aae4a48" /><Relationship Type="http://schemas.openxmlformats.org/officeDocument/2006/relationships/notesSlide" Target="/ppt/notesSlides/notesSlide53.xml" Id="R56ca481a1db64853"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7ae463c100e34538" /><Relationship Type="http://schemas.openxmlformats.org/officeDocument/2006/relationships/notesSlide" Target="/ppt/notesSlides/notesSlide54.xml" Id="Rb063390738474cd1"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63f2ffee4aa340ba" /><Relationship Type="http://schemas.openxmlformats.org/officeDocument/2006/relationships/notesSlide" Target="/ppt/notesSlides/notesSlide55.xml" Id="Rbfba2cd6490042b4"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c89e1e35a7d3417b" /><Relationship Type="http://schemas.openxmlformats.org/officeDocument/2006/relationships/notesSlide" Target="/ppt/notesSlides/notesSlide56.xml" Id="Rb261d256b3db407a"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1d5e557836b5405f" /><Relationship Type="http://schemas.openxmlformats.org/officeDocument/2006/relationships/notesSlide" Target="/ppt/notesSlides/notesSlide57.xml" Id="R96dee3198487497e"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632d01e92bdf489a" /><Relationship Type="http://schemas.openxmlformats.org/officeDocument/2006/relationships/notesSlide" Target="/ppt/notesSlides/notesSlide58.xml" Id="Re47bd04451d24cbd"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e0555f3e3bc94c6d" /><Relationship Type="http://schemas.openxmlformats.org/officeDocument/2006/relationships/notesSlide" Target="/ppt/notesSlides/notesSlide59.xml" Id="R7d3bd4737d294277"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215bceae88e04af1" /><Relationship Type="http://schemas.openxmlformats.org/officeDocument/2006/relationships/notesSlide" Target="/ppt/notesSlides/notesSlide60.xml" Id="R825719f494564b97"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19d1555be1c543a0" /><Relationship Type="http://schemas.openxmlformats.org/officeDocument/2006/relationships/notesSlide" Target="/ppt/notesSlides/notesSlide61.xml" Id="R1c5736e2ec1543e2"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f6824951e4834287" /><Relationship Type="http://schemas.openxmlformats.org/officeDocument/2006/relationships/notesSlide" Target="/ppt/notesSlides/notesSlide62.xml" Id="Rb0c60976d1ec458c"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0e04f7cb97c84356" /><Relationship Type="http://schemas.openxmlformats.org/officeDocument/2006/relationships/notesSlide" Target="/ppt/notesSlides/notesSlide63.xml" Id="Rfa4f623afb0c4510"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2a0c9860c6fd4c76" /><Relationship Type="http://schemas.openxmlformats.org/officeDocument/2006/relationships/notesSlide" Target="/ppt/notesSlides/notesSlide64.xml" Id="R93e0ce0f586f4291"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c2b6f0bf8f0845dd" /><Relationship Type="http://schemas.openxmlformats.org/officeDocument/2006/relationships/notesSlide" Target="/ppt/notesSlides/notesSlide65.xml" Id="Rc482c43b1c4a455b"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4578b87ffd83490d" /><Relationship Type="http://schemas.openxmlformats.org/officeDocument/2006/relationships/notesSlide" Target="/ppt/notesSlides/notesSlide66.xml" Id="Ra2f9e4e7f40a4ca6"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460812342e164fbd" /><Relationship Type="http://schemas.openxmlformats.org/officeDocument/2006/relationships/notesSlide" Target="/ppt/notesSlides/notesSlide67.xml" Id="R3827a012a9cd447e"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9d52a33be4104529" /><Relationship Type="http://schemas.openxmlformats.org/officeDocument/2006/relationships/notesSlide" Target="/ppt/notesSlides/notesSlide68.xml" Id="Rcfa90203824144fc"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3d2ec0f5752f4560" /><Relationship Type="http://schemas.openxmlformats.org/officeDocument/2006/relationships/notesSlide" Target="/ppt/notesSlides/notesSlide69.xml" Id="R386fac284bb24df9"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92618b6e11ae4cf3" /><Relationship Type="http://schemas.openxmlformats.org/officeDocument/2006/relationships/notesSlide" Target="/ppt/notesSlides/notesSlide70.xml" Id="R3682630ea1d54276"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37d567c1fa2a4845" /><Relationship Type="http://schemas.openxmlformats.org/officeDocument/2006/relationships/image" Target="/ppt/media/image2.png" Id="Rc25843f1f16e46fd" /><Relationship Type="http://schemas.openxmlformats.org/officeDocument/2006/relationships/notesSlide" Target="/ppt/notesSlides/notesSlide71.xml" Id="R8d695b1259504de2"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c39f6df915744704" /><Relationship Type="http://schemas.openxmlformats.org/officeDocument/2006/relationships/image" Target="/ppt/media/image3.png" Id="R0991d6bc9fdd4bec" /><Relationship Type="http://schemas.openxmlformats.org/officeDocument/2006/relationships/notesSlide" Target="/ppt/notesSlides/notesSlide72.xml" Id="R95bf3dbef47d47db"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a2d8c230ad764772" /><Relationship Type="http://schemas.openxmlformats.org/officeDocument/2006/relationships/notesSlide" Target="/ppt/notesSlides/notesSlide73.xml" Id="Rd86cd0ddd0a442da" /></Relationships>
</file>

<file path=ppt/slides/_rels/slide74.xml.rels>&#65279;<?xml version="1.0" encoding="utf-8"?><Relationships xmlns="http://schemas.openxmlformats.org/package/2006/relationships"><Relationship Type="http://schemas.openxmlformats.org/officeDocument/2006/relationships/slideLayout" Target="/ppt/slideLayouts/slideLayout1.xml" Id="R01ac74b550134e95" /><Relationship Type="http://schemas.openxmlformats.org/officeDocument/2006/relationships/image" Target="/ppt/media/image4.png" Id="R2f2dd101249f4fc0" /><Relationship Type="http://schemas.openxmlformats.org/officeDocument/2006/relationships/notesSlide" Target="/ppt/notesSlides/notesSlide74.xml" Id="Rb1085918c3974c02" /></Relationships>
</file>

<file path=ppt/slides/_rels/slide75.xml.rels>&#65279;<?xml version="1.0" encoding="utf-8"?><Relationships xmlns="http://schemas.openxmlformats.org/package/2006/relationships"><Relationship Type="http://schemas.openxmlformats.org/officeDocument/2006/relationships/slideLayout" Target="/ppt/slideLayouts/slideLayout1.xml" Id="R787bd987d5b54512" /><Relationship Type="http://schemas.openxmlformats.org/officeDocument/2006/relationships/image" Target="/ppt/media/image5.png" Id="R10dad938db1b4e6f" /><Relationship Type="http://schemas.openxmlformats.org/officeDocument/2006/relationships/notesSlide" Target="/ppt/notesSlides/notesSlide75.xml" Id="Rc7e3de85f4154e98" /></Relationships>
</file>

<file path=ppt/slides/_rels/slide76.xml.rels>&#65279;<?xml version="1.0" encoding="utf-8"?><Relationships xmlns="http://schemas.openxmlformats.org/package/2006/relationships"><Relationship Type="http://schemas.openxmlformats.org/officeDocument/2006/relationships/slideLayout" Target="/ppt/slideLayouts/slideLayout1.xml" Id="R307448cb4ac34173" /><Relationship Type="http://schemas.openxmlformats.org/officeDocument/2006/relationships/notesSlide" Target="/ppt/notesSlides/notesSlide76.xml" Id="R476c886db3f74758" /></Relationships>
</file>

<file path=ppt/slides/_rels/slide77.xml.rels>&#65279;<?xml version="1.0" encoding="utf-8"?><Relationships xmlns="http://schemas.openxmlformats.org/package/2006/relationships"><Relationship Type="http://schemas.openxmlformats.org/officeDocument/2006/relationships/slideLayout" Target="/ppt/slideLayouts/slideLayout1.xml" Id="R53a09162ff5c4c2d" /><Relationship Type="http://schemas.openxmlformats.org/officeDocument/2006/relationships/notesSlide" Target="/ppt/notesSlides/notesSlide77.xml" Id="R76044f80dc0e47eb" /></Relationships>
</file>

<file path=ppt/slides/_rels/slide78.xml.rels>&#65279;<?xml version="1.0" encoding="utf-8"?><Relationships xmlns="http://schemas.openxmlformats.org/package/2006/relationships"><Relationship Type="http://schemas.openxmlformats.org/officeDocument/2006/relationships/slideLayout" Target="/ppt/slideLayouts/slideLayout1.xml" Id="Rbc13db39b4504335" /><Relationship Type="http://schemas.openxmlformats.org/officeDocument/2006/relationships/notesSlide" Target="/ppt/notesSlides/notesSlide78.xml" Id="R3f628b90f0804047" /></Relationships>
</file>

<file path=ppt/slides/_rels/slide79.xml.rels>&#65279;<?xml version="1.0" encoding="utf-8"?><Relationships xmlns="http://schemas.openxmlformats.org/package/2006/relationships"><Relationship Type="http://schemas.openxmlformats.org/officeDocument/2006/relationships/slideLayout" Target="/ppt/slideLayouts/slideLayout1.xml" Id="Rc89afa52c62a49e6" /><Relationship Type="http://schemas.openxmlformats.org/officeDocument/2006/relationships/notesSlide" Target="/ppt/notesSlides/notesSlide79.xml" Id="R80f8eabb7bc64588" /></Relationships>
</file>

<file path=ppt/slides/_rels/slide80.xml.rels>&#65279;<?xml version="1.0" encoding="utf-8"?><Relationships xmlns="http://schemas.openxmlformats.org/package/2006/relationships"><Relationship Type="http://schemas.openxmlformats.org/officeDocument/2006/relationships/slideLayout" Target="/ppt/slideLayouts/slideLayout1.xml" Id="R77bb6669344f4ae8" /><Relationship Type="http://schemas.openxmlformats.org/officeDocument/2006/relationships/notesSlide" Target="/ppt/notesSlides/notesSlide80.xml" Id="R6bf6ca782bcf4c01" /></Relationships>
</file>

<file path=ppt/slides/slide1.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D8ACDC41-BAD7-423D-80C6-58580A472E6B}"/>
              </a:ext>
            </a:extLst>
          </p:cNvPr>
          <p:cNvSpPr>
            <a:spLocks xmlns:a="http://schemas.openxmlformats.org/drawingml/2006/main" noGrp="1"/>
          </p:cNvSpPr>
          <p:nvPr/>
        </p:nvSpPr>
        <p:spPr>
          <a:xfrm xmlns:a="http://schemas.openxmlformats.org/drawingml/2006/main">
            <a:off x="609600" y="400050"/>
            <a:ext cx="590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ORIENTATION &amp; LIFECYCLE</a:t>
            </a:r>
          </a:p>
        </p:txBody>
      </p:sp>
      <p:sp>
        <p:nvSpPr>
          <p:cNvPr id="2" name="">
            <a:extLst xmlns:a="http://schemas.openxmlformats.org/drawingml/2006/main">
              <a:ext uri="{FF2B5EF4-FFF2-40B4-BE49-F238E27FC236}">
                <a16:creationId xmlns:a16="http://schemas.microsoft.com/office/drawing/2014/main" id="{CAE8FD02-31E5-40F7-BB78-EB65F9C18366}"/>
              </a:ext>
            </a:extLst>
          </p:cNvPr>
          <p:cNvSpPr>
            <a:spLocks xmlns:a="http://schemas.openxmlformats.org/drawingml/2006/main" noGrp="1"/>
          </p:cNvSpPr>
          <p:nvPr/>
        </p:nvSpPr>
        <p:spPr>
          <a:xfrm xmlns:a="http://schemas.openxmlformats.org/drawingml/2006/main">
            <a:off x="609600" y="1466850"/>
            <a:ext cx="9525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4350" b="1">
                <a:solidFill>
                  <a:srgbClr val="FFFFFF"/>
                </a:solidFill>
                <a:latin typeface="AppleGothic"/>
                <a:ea typeface="AppleGothic"/>
                <a:cs typeface="AppleGothic"/>
              </a:defRPr>
            </a:pPr>
            <a:r>
              <a:rPr sz="4350" b="1">
                <a:solidFill>
                  <a:srgbClr val="FFFFFF"/>
                </a:solidFill>
                <a:latin typeface="AppleGothic"/>
                <a:ea typeface="AppleGothic"/>
                <a:cs typeface="AppleGothic"/>
              </a:rPr>
              <a:t>호출 너머의</a:t>
            </a:r>
          </a:p>
        </p:txBody>
      </p:sp>
      <p:sp>
        <p:nvSpPr>
          <p:cNvPr id="3" name="">
            <a:extLst xmlns:a="http://schemas.openxmlformats.org/drawingml/2006/main">
              <a:ext uri="{FF2B5EF4-FFF2-40B4-BE49-F238E27FC236}">
                <a16:creationId xmlns:a16="http://schemas.microsoft.com/office/drawing/2014/main" id="{D91E788E-2FCB-4B0D-8542-EC513E030A05}"/>
              </a:ext>
            </a:extLst>
          </p:cNvPr>
          <p:cNvSpPr>
            <a:spLocks xmlns:a="http://schemas.openxmlformats.org/drawingml/2006/main" noGrp="1"/>
          </p:cNvSpPr>
          <p:nvPr/>
        </p:nvSpPr>
        <p:spPr>
          <a:xfrm xmlns:a="http://schemas.openxmlformats.org/drawingml/2006/main">
            <a:off x="609600" y="2171700"/>
            <a:ext cx="9906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5400" b="1">
                <a:solidFill>
                  <a:srgbClr val="2563EB"/>
                </a:solidFill>
                <a:latin typeface="AppleGothic"/>
                <a:ea typeface="AppleGothic"/>
                <a:cs typeface="AppleGothic"/>
              </a:defRPr>
            </a:pPr>
            <a:r>
              <a:rPr sz="5400" b="1">
                <a:solidFill>
                  <a:srgbClr val="2563EB"/>
                </a:solidFill>
                <a:latin typeface="AppleGothic"/>
                <a:ea typeface="AppleGothic"/>
                <a:cs typeface="AppleGothic"/>
              </a:rPr>
              <a:t>LLM 운영</a:t>
            </a:r>
          </a:p>
        </p:txBody>
      </p:sp>
      <p:sp>
        <p:nvSpPr>
          <p:cNvPr id="4" name="">
            <a:extLst xmlns:a="http://schemas.openxmlformats.org/drawingml/2006/main">
              <a:ext uri="{FF2B5EF4-FFF2-40B4-BE49-F238E27FC236}">
                <a16:creationId xmlns:a16="http://schemas.microsoft.com/office/drawing/2014/main" id="{D5D4113A-1A93-4CD9-A7DE-6A949155546B}"/>
              </a:ext>
            </a:extLst>
          </p:cNvPr>
          <p:cNvSpPr>
            <a:spLocks xmlns:a="http://schemas.openxmlformats.org/drawingml/2006/main" noGrp="1"/>
          </p:cNvSpPr>
          <p:nvPr/>
        </p:nvSpPr>
        <p:spPr>
          <a:xfrm xmlns:a="http://schemas.openxmlformats.org/drawingml/2006/main">
            <a:off x="7848600" y="3067050"/>
            <a:ext cx="3733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LARGE LANGUAGE MODEL (LLM)</a:t>
            </a:r>
          </a:p>
        </p:txBody>
      </p:sp>
      <p:sp>
        <p:nvSpPr>
          <p:cNvPr id="5" name="">
            <a:extLst xmlns:a="http://schemas.openxmlformats.org/drawingml/2006/main">
              <a:ext uri="{FF2B5EF4-FFF2-40B4-BE49-F238E27FC236}">
                <a16:creationId xmlns:a16="http://schemas.microsoft.com/office/drawing/2014/main" id="{33576D58-1D26-40E4-AED8-A01F84B5C193}"/>
              </a:ext>
            </a:extLst>
          </p:cNvPr>
          <p:cNvSpPr>
            <a:spLocks xmlns:a="http://schemas.openxmlformats.org/drawingml/2006/main" noGrp="1"/>
          </p:cNvSpPr>
          <p:nvPr/>
        </p:nvSpPr>
        <p:spPr>
          <a:xfrm xmlns:a="http://schemas.openxmlformats.org/drawingml/2006/main" flipH="0" flipV="0">
            <a:off x="609600" y="358140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6" name="">
            <a:extLst xmlns:a="http://schemas.openxmlformats.org/drawingml/2006/main">
              <a:ext uri="{FF2B5EF4-FFF2-40B4-BE49-F238E27FC236}">
                <a16:creationId xmlns:a16="http://schemas.microsoft.com/office/drawing/2014/main" id="{5DE58552-41BC-478E-A4CC-EBF169EC0647}"/>
              </a:ext>
            </a:extLst>
          </p:cNvPr>
          <p:cNvSpPr>
            <a:spLocks xmlns:a="http://schemas.openxmlformats.org/drawingml/2006/main" noGrp="1"/>
          </p:cNvSpPr>
          <p:nvPr/>
        </p:nvSpPr>
        <p:spPr>
          <a:xfrm xmlns:a="http://schemas.openxmlformats.org/drawingml/2006/main">
            <a:off x="609600" y="3943350"/>
            <a:ext cx="2343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FFFFFF"/>
                </a:solidFill>
                <a:latin typeface="Menlo"/>
                <a:ea typeface="Menlo"/>
                <a:cs typeface="Menlo"/>
              </a:defRPr>
            </a:pPr>
            <a:r>
              <a:rPr sz="1200" b="1">
                <a:solidFill>
                  <a:srgbClr val="FFFFFF"/>
                </a:solidFill>
                <a:latin typeface="Menlo"/>
                <a:ea typeface="Menlo"/>
                <a:cs typeface="Menlo"/>
              </a:rPr>
              <a:t>01  TRACE</a:t>
            </a:r>
          </a:p>
        </p:txBody>
      </p:sp>
      <p:sp>
        <p:nvSpPr>
          <p:cNvPr id="7" name="">
            <a:extLst xmlns:a="http://schemas.openxmlformats.org/drawingml/2006/main">
              <a:ext uri="{FF2B5EF4-FFF2-40B4-BE49-F238E27FC236}">
                <a16:creationId xmlns:a16="http://schemas.microsoft.com/office/drawing/2014/main" id="{96092C52-7F71-4115-8830-7A60B2B6DF64}"/>
              </a:ext>
            </a:extLst>
          </p:cNvPr>
          <p:cNvSpPr>
            <a:spLocks xmlns:a="http://schemas.openxmlformats.org/drawingml/2006/main" noGrp="1"/>
          </p:cNvSpPr>
          <p:nvPr/>
        </p:nvSpPr>
        <p:spPr>
          <a:xfrm xmlns:a="http://schemas.openxmlformats.org/drawingml/2006/main" flipH="0" flipV="0">
            <a:off x="609600" y="4324350"/>
            <a:ext cx="2343150" cy="0"/>
          </a:xfrm>
          <a:prstGeom xmlns:a="http://schemas.openxmlformats.org/drawingml/2006/main" prst="line">
            <a:avLst/>
          </a:prstGeom>
          <a:noFill xmlns:a="http://schemas.openxmlformats.org/drawingml/2006/main"/>
          <a:ln xmlns:a="http://schemas.openxmlformats.org/drawingml/2006/main" w="38100">
            <a:solidFill>
              <a:srgbClr val="2563EB"/>
            </a:solidFill>
            <a:prstDash val="solid"/>
          </a:ln>
        </p:spPr>
      </p:sp>
      <p:sp>
        <p:nvSpPr>
          <p:cNvPr id="8" name="">
            <a:extLst xmlns:a="http://schemas.openxmlformats.org/drawingml/2006/main">
              <a:ext uri="{FF2B5EF4-FFF2-40B4-BE49-F238E27FC236}">
                <a16:creationId xmlns:a16="http://schemas.microsoft.com/office/drawing/2014/main" id="{8D44C966-FD4D-4994-8A09-59C7A7552A49}"/>
              </a:ext>
            </a:extLst>
          </p:cNvPr>
          <p:cNvSpPr>
            <a:spLocks xmlns:a="http://schemas.openxmlformats.org/drawingml/2006/main" noGrp="1"/>
          </p:cNvSpPr>
          <p:nvPr/>
        </p:nvSpPr>
        <p:spPr>
          <a:xfrm xmlns:a="http://schemas.openxmlformats.org/drawingml/2006/main">
            <a:off x="3352800" y="3943350"/>
            <a:ext cx="2343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FFFFFF"/>
                </a:solidFill>
                <a:latin typeface="Menlo"/>
                <a:ea typeface="Menlo"/>
                <a:cs typeface="Menlo"/>
              </a:defRPr>
            </a:pPr>
            <a:r>
              <a:rPr sz="1200" b="1">
                <a:solidFill>
                  <a:srgbClr val="FFFFFF"/>
                </a:solidFill>
                <a:latin typeface="Menlo"/>
                <a:ea typeface="Menlo"/>
                <a:cs typeface="Menlo"/>
              </a:rPr>
              <a:t>02  COMPARE</a:t>
            </a:r>
          </a:p>
        </p:txBody>
      </p:sp>
      <p:sp>
        <p:nvSpPr>
          <p:cNvPr id="9" name="">
            <a:extLst xmlns:a="http://schemas.openxmlformats.org/drawingml/2006/main">
              <a:ext uri="{FF2B5EF4-FFF2-40B4-BE49-F238E27FC236}">
                <a16:creationId xmlns:a16="http://schemas.microsoft.com/office/drawing/2014/main" id="{F07F7236-4E54-4058-B212-104EA7C96C6D}"/>
              </a:ext>
            </a:extLst>
          </p:cNvPr>
          <p:cNvSpPr>
            <a:spLocks xmlns:a="http://schemas.openxmlformats.org/drawingml/2006/main" noGrp="1"/>
          </p:cNvSpPr>
          <p:nvPr/>
        </p:nvSpPr>
        <p:spPr>
          <a:xfrm xmlns:a="http://schemas.openxmlformats.org/drawingml/2006/main" flipH="0" flipV="0">
            <a:off x="3352800" y="4324350"/>
            <a:ext cx="234315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0" name="">
            <a:extLst xmlns:a="http://schemas.openxmlformats.org/drawingml/2006/main">
              <a:ext uri="{FF2B5EF4-FFF2-40B4-BE49-F238E27FC236}">
                <a16:creationId xmlns:a16="http://schemas.microsoft.com/office/drawing/2014/main" id="{9F041329-E264-4B04-AE61-3A8E24831334}"/>
              </a:ext>
            </a:extLst>
          </p:cNvPr>
          <p:cNvSpPr>
            <a:spLocks xmlns:a="http://schemas.openxmlformats.org/drawingml/2006/main" noGrp="1"/>
          </p:cNvSpPr>
          <p:nvPr/>
        </p:nvSpPr>
        <p:spPr>
          <a:xfrm xmlns:a="http://schemas.openxmlformats.org/drawingml/2006/main">
            <a:off x="6096000" y="3943350"/>
            <a:ext cx="2343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FFFFFF"/>
                </a:solidFill>
                <a:latin typeface="Menlo"/>
                <a:ea typeface="Menlo"/>
                <a:cs typeface="Menlo"/>
              </a:defRPr>
            </a:pPr>
            <a:r>
              <a:rPr sz="1200" b="1">
                <a:solidFill>
                  <a:srgbClr val="FFFFFF"/>
                </a:solidFill>
                <a:latin typeface="Menlo"/>
                <a:ea typeface="Menlo"/>
                <a:cs typeface="Menlo"/>
              </a:rPr>
              <a:t>03  EVALUATE</a:t>
            </a:r>
          </a:p>
        </p:txBody>
      </p:sp>
      <p:sp>
        <p:nvSpPr>
          <p:cNvPr id="11" name="">
            <a:extLst xmlns:a="http://schemas.openxmlformats.org/drawingml/2006/main">
              <a:ext uri="{FF2B5EF4-FFF2-40B4-BE49-F238E27FC236}">
                <a16:creationId xmlns:a16="http://schemas.microsoft.com/office/drawing/2014/main" id="{592E4436-FBDE-4B5B-92CB-04FEB02231CB}"/>
              </a:ext>
            </a:extLst>
          </p:cNvPr>
          <p:cNvSpPr>
            <a:spLocks xmlns:a="http://schemas.openxmlformats.org/drawingml/2006/main" noGrp="1"/>
          </p:cNvSpPr>
          <p:nvPr/>
        </p:nvSpPr>
        <p:spPr>
          <a:xfrm xmlns:a="http://schemas.openxmlformats.org/drawingml/2006/main" flipH="0" flipV="0">
            <a:off x="6096000" y="4324350"/>
            <a:ext cx="234315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2" name="">
            <a:extLst xmlns:a="http://schemas.openxmlformats.org/drawingml/2006/main">
              <a:ext uri="{FF2B5EF4-FFF2-40B4-BE49-F238E27FC236}">
                <a16:creationId xmlns:a16="http://schemas.microsoft.com/office/drawing/2014/main" id="{85D0EF87-16F9-4804-881C-484205340C41}"/>
              </a:ext>
            </a:extLst>
          </p:cNvPr>
          <p:cNvSpPr>
            <a:spLocks xmlns:a="http://schemas.openxmlformats.org/drawingml/2006/main" noGrp="1"/>
          </p:cNvSpPr>
          <p:nvPr/>
        </p:nvSpPr>
        <p:spPr>
          <a:xfrm xmlns:a="http://schemas.openxmlformats.org/drawingml/2006/main">
            <a:off x="8839200" y="3943350"/>
            <a:ext cx="2343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FFFFFF"/>
                </a:solidFill>
                <a:latin typeface="Menlo"/>
                <a:ea typeface="Menlo"/>
                <a:cs typeface="Menlo"/>
              </a:defRPr>
            </a:pPr>
            <a:r>
              <a:rPr sz="1200" b="1">
                <a:solidFill>
                  <a:srgbClr val="FFFFFF"/>
                </a:solidFill>
                <a:latin typeface="Menlo"/>
                <a:ea typeface="Menlo"/>
                <a:cs typeface="Menlo"/>
              </a:rPr>
              <a:t>04  IMPROVE</a:t>
            </a:r>
          </a:p>
        </p:txBody>
      </p:sp>
      <p:sp>
        <p:nvSpPr>
          <p:cNvPr id="13" name="">
            <a:extLst xmlns:a="http://schemas.openxmlformats.org/drawingml/2006/main">
              <a:ext uri="{FF2B5EF4-FFF2-40B4-BE49-F238E27FC236}">
                <a16:creationId xmlns:a16="http://schemas.microsoft.com/office/drawing/2014/main" id="{316B0095-36E8-47BD-BBFA-812B22556564}"/>
              </a:ext>
            </a:extLst>
          </p:cNvPr>
          <p:cNvSpPr>
            <a:spLocks xmlns:a="http://schemas.openxmlformats.org/drawingml/2006/main" noGrp="1"/>
          </p:cNvSpPr>
          <p:nvPr/>
        </p:nvSpPr>
        <p:spPr>
          <a:xfrm xmlns:a="http://schemas.openxmlformats.org/drawingml/2006/main" flipH="0" flipV="0">
            <a:off x="8839200" y="4324350"/>
            <a:ext cx="234315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4" name="">
            <a:extLst xmlns:a="http://schemas.openxmlformats.org/drawingml/2006/main">
              <a:ext uri="{FF2B5EF4-FFF2-40B4-BE49-F238E27FC236}">
                <a16:creationId xmlns:a16="http://schemas.microsoft.com/office/drawing/2014/main" id="{ACA531BF-BEBC-4C67-A44E-C4D3B60720A0}"/>
              </a:ext>
            </a:extLst>
          </p:cNvPr>
          <p:cNvSpPr>
            <a:spLocks xmlns:a="http://schemas.openxmlformats.org/drawingml/2006/main" noGrp="1"/>
          </p:cNvSpPr>
          <p:nvPr/>
        </p:nvSpPr>
        <p:spPr>
          <a:xfrm xmlns:a="http://schemas.openxmlformats.org/drawingml/2006/main">
            <a:off x="609600" y="5219700"/>
            <a:ext cx="8001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800" b="1">
                <a:solidFill>
                  <a:srgbClr val="FFFFFF"/>
                </a:solidFill>
                <a:latin typeface="AppleGothic"/>
                <a:ea typeface="AppleGothic"/>
                <a:cs typeface="AppleGothic"/>
              </a:defRPr>
            </a:pPr>
            <a:r>
              <a:rPr sz="1800" b="1">
                <a:solidFill>
                  <a:srgbClr val="FFFFFF"/>
                </a:solidFill>
                <a:latin typeface="AppleGothic"/>
                <a:ea typeface="AppleGothic"/>
                <a:cs typeface="AppleGothic"/>
              </a:rPr>
              <a:t>TRACE · 비교 실험 · 16주 서비스 개선 폐루프</a:t>
            </a:r>
          </a:p>
        </p:txBody>
      </p:sp>
      <p:sp>
        <p:nvSpPr>
          <p:cNvPr id="15" name="">
            <a:extLst xmlns:a="http://schemas.openxmlformats.org/drawingml/2006/main">
              <a:ext uri="{FF2B5EF4-FFF2-40B4-BE49-F238E27FC236}">
                <a16:creationId xmlns:a16="http://schemas.microsoft.com/office/drawing/2014/main" id="{DA30E1AE-2738-427E-8262-22B87C3C5246}"/>
              </a:ext>
            </a:extLst>
          </p:cNvPr>
          <p:cNvSpPr>
            <a:spLocks xmlns:a="http://schemas.openxmlformats.org/drawingml/2006/main" noGrp="1"/>
          </p:cNvSpPr>
          <p:nvPr/>
        </p:nvSpPr>
        <p:spPr>
          <a:xfrm xmlns:a="http://schemas.openxmlformats.org/drawingml/2006/main">
            <a:off x="4057650" y="5715000"/>
            <a:ext cx="7524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2563EB"/>
                </a:solidFill>
                <a:latin typeface="Menlo"/>
                <a:ea typeface="Menlo"/>
                <a:cs typeface="Menlo"/>
              </a:defRPr>
            </a:pPr>
            <a:r>
              <a:rPr sz="1050" b="1">
                <a:solidFill>
                  <a:srgbClr val="2563EB"/>
                </a:solidFill>
                <a:latin typeface="Menlo"/>
                <a:ea typeface="Menlo"/>
                <a:cs typeface="Menlo"/>
              </a:rPr>
              <a:t>ARTIFICIAL INTELLIGENCE (AI) · PRODUCT MANAGER (PM)</a:t>
            </a:r>
          </a:p>
        </p:txBody>
      </p:sp>
      <p:sp>
        <p:nvSpPr>
          <p:cNvPr id="16" name="">
            <a:extLst xmlns:a="http://schemas.openxmlformats.org/drawingml/2006/main">
              <a:ext uri="{FF2B5EF4-FFF2-40B4-BE49-F238E27FC236}">
                <a16:creationId xmlns:a16="http://schemas.microsoft.com/office/drawing/2014/main" id="{92C51088-9EA1-43CB-90F9-D564C4541966}"/>
              </a:ext>
            </a:extLst>
          </p:cNvPr>
          <p:cNvSpPr>
            <a:spLocks xmlns:a="http://schemas.openxmlformats.org/drawingml/2006/main" noGrp="1"/>
          </p:cNvSpPr>
          <p:nvPr/>
        </p:nvSpPr>
        <p:spPr>
          <a:xfrm xmlns:a="http://schemas.openxmlformats.org/drawingml/2006/main">
            <a:off x="4057650" y="6019800"/>
            <a:ext cx="7524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차성재 · 무신사 Core AI PM × 아주대 AI대학원 겸임교수</a:t>
            </a:r>
          </a:p>
        </p:txBody>
      </p:sp>
    </p:spTree>
    <p:extLst>
      <p:ext uri="{BB962C8B-B14F-4D97-AF65-F5344CB8AC3E}">
        <p14:creationId xmlns:p14="http://schemas.microsoft.com/office/powerpoint/2010/main" val="1445755954"/>
      </p:ext>
    </p:extLst>
  </p:cSld>
</p:sld>
</file>

<file path=ppt/slides/slide2.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46" name="">
            <a:extLst xmlns:a="http://schemas.openxmlformats.org/drawingml/2006/main">
              <a:ext uri="{FF2B5EF4-FFF2-40B4-BE49-F238E27FC236}">
                <a16:creationId xmlns:a16="http://schemas.microsoft.com/office/drawing/2014/main" id="{54D77FFE-6E90-4203-8033-5394B2930333}"/>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COURSE</a:t>
            </a:r>
          </a:p>
        </p:txBody>
      </p:sp>
      <p:sp>
        <p:nvSpPr>
          <p:cNvPr id="2" name="">
            <a:extLst xmlns:a="http://schemas.openxmlformats.org/drawingml/2006/main">
              <a:ext uri="{FF2B5EF4-FFF2-40B4-BE49-F238E27FC236}">
                <a16:creationId xmlns:a16="http://schemas.microsoft.com/office/drawing/2014/main" id="{139CBC1C-3991-4769-8EDD-407835847F0D}"/>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02</a:t>
            </a:r>
          </a:p>
        </p:txBody>
      </p:sp>
      <p:sp>
        <p:nvSpPr>
          <p:cNvPr id="3" name="">
            <a:extLst xmlns:a="http://schemas.openxmlformats.org/drawingml/2006/main">
              <a:ext uri="{FF2B5EF4-FFF2-40B4-BE49-F238E27FC236}">
                <a16:creationId xmlns:a16="http://schemas.microsoft.com/office/drawing/2014/main" id="{47A19BD8-5121-4539-A458-92E9E1BF5CDD}"/>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AFE03ACB-B98E-4A1A-8ACE-D29B5407C2F9}"/>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4624D712-B3A9-4979-BA6F-F8B7ED608E4F}"/>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2563EB"/>
          </a:solidFill>
          <a:ln xmlns:a="http://schemas.openxmlformats.org/drawingml/2006/main" w="0">
            <a:solidFill>
              <a:srgbClr val="2563EB"/>
            </a:solidFill>
            <a:prstDash val="solid"/>
          </a:ln>
        </p:spPr>
      </p:sp>
      <p:sp>
        <p:nvSpPr>
          <p:cNvPr id="6" name="">
            <a:extLst xmlns:a="http://schemas.openxmlformats.org/drawingml/2006/main">
              <a:ext uri="{FF2B5EF4-FFF2-40B4-BE49-F238E27FC236}">
                <a16:creationId xmlns:a16="http://schemas.microsoft.com/office/drawing/2014/main" id="{8270D6DF-1AE3-4F5F-AB46-25FCD0FCCC79}"/>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1주차의 위치</a:t>
            </a:r>
          </a:p>
        </p:txBody>
      </p:sp>
      <p:sp>
        <p:nvSpPr>
          <p:cNvPr id="7" name="">
            <a:extLst xmlns:a="http://schemas.openxmlformats.org/drawingml/2006/main">
              <a:ext uri="{FF2B5EF4-FFF2-40B4-BE49-F238E27FC236}">
                <a16:creationId xmlns:a16="http://schemas.microsoft.com/office/drawing/2014/main" id="{576517D8-0A0C-4174-9305-D20C092AA07B}"/>
              </a:ext>
            </a:extLst>
          </p:cNvPr>
          <p:cNvSpPr>
            <a:spLocks xmlns:a="http://schemas.openxmlformats.org/drawingml/2006/main" noGrp="1"/>
          </p:cNvSpPr>
          <p:nvPr/>
        </p:nvSpPr>
        <p:spPr>
          <a:xfrm xmlns:a="http://schemas.openxmlformats.org/drawingml/2006/main" rot="0">
            <a:off x="609600" y="1619250"/>
            <a:ext cx="3352800" cy="388620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8" name="">
            <a:extLst xmlns:a="http://schemas.openxmlformats.org/drawingml/2006/main">
              <a:ext uri="{FF2B5EF4-FFF2-40B4-BE49-F238E27FC236}">
                <a16:creationId xmlns:a16="http://schemas.microsoft.com/office/drawing/2014/main" id="{27EF809A-8880-4A2D-8C13-D850E5B6E957}"/>
              </a:ext>
            </a:extLst>
          </p:cNvPr>
          <p:cNvSpPr>
            <a:spLocks xmlns:a="http://schemas.openxmlformats.org/drawingml/2006/main" noGrp="1"/>
          </p:cNvSpPr>
          <p:nvPr/>
        </p:nvSpPr>
        <p:spPr>
          <a:xfrm xmlns:a="http://schemas.openxmlformats.org/drawingml/2006/main">
            <a:off x="838200" y="18669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AppleGothic"/>
                <a:ea typeface="AppleGothic"/>
                <a:cs typeface="AppleGothic"/>
              </a:defRPr>
            </a:pPr>
            <a:r>
              <a:rPr sz="1050" b="1">
                <a:solidFill>
                  <a:srgbClr val="2563EB"/>
                </a:solidFill>
                <a:latin typeface="AppleGothic"/>
                <a:ea typeface="AppleGothic"/>
                <a:cs typeface="AppleGothic"/>
              </a:rPr>
              <a:t>CURRENT / WEEK 01 · 실시간 온라인</a:t>
            </a:r>
          </a:p>
        </p:txBody>
      </p:sp>
      <p:sp>
        <p:nvSpPr>
          <p:cNvPr id="9" name="">
            <a:extLst xmlns:a="http://schemas.openxmlformats.org/drawingml/2006/main">
              <a:ext uri="{FF2B5EF4-FFF2-40B4-BE49-F238E27FC236}">
                <a16:creationId xmlns:a16="http://schemas.microsoft.com/office/drawing/2014/main" id="{A49DBFE6-70FA-406E-A409-9892C47F9EE9}"/>
              </a:ext>
            </a:extLst>
          </p:cNvPr>
          <p:cNvSpPr>
            <a:spLocks xmlns:a="http://schemas.openxmlformats.org/drawingml/2006/main" noGrp="1"/>
          </p:cNvSpPr>
          <p:nvPr/>
        </p:nvSpPr>
        <p:spPr>
          <a:xfrm xmlns:a="http://schemas.openxmlformats.org/drawingml/2006/main">
            <a:off x="838200" y="2266950"/>
            <a:ext cx="2571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150" b="1">
                <a:solidFill>
                  <a:srgbClr val="FFFFFF"/>
                </a:solidFill>
                <a:latin typeface="Menlo"/>
                <a:ea typeface="Menlo"/>
                <a:cs typeface="Menlo"/>
              </a:defRPr>
            </a:pPr>
            <a:r>
              <a:rPr sz="3150" b="1">
                <a:solidFill>
                  <a:srgbClr val="FFFFFF"/>
                </a:solidFill>
                <a:latin typeface="Menlo"/>
                <a:ea typeface="Menlo"/>
                <a:cs typeface="Menlo"/>
              </a:rPr>
              <a:t>09.04</a:t>
            </a:r>
          </a:p>
        </p:txBody>
      </p:sp>
      <p:sp>
        <p:nvSpPr>
          <p:cNvPr id="10" name="">
            <a:extLst xmlns:a="http://schemas.openxmlformats.org/drawingml/2006/main">
              <a:ext uri="{FF2B5EF4-FFF2-40B4-BE49-F238E27FC236}">
                <a16:creationId xmlns:a16="http://schemas.microsoft.com/office/drawing/2014/main" id="{8E524827-4187-4857-9EE8-0095708465D7}"/>
              </a:ext>
            </a:extLst>
          </p:cNvPr>
          <p:cNvSpPr>
            <a:spLocks xmlns:a="http://schemas.openxmlformats.org/drawingml/2006/main" noGrp="1"/>
          </p:cNvSpPr>
          <p:nvPr/>
        </p:nvSpPr>
        <p:spPr>
          <a:xfrm xmlns:a="http://schemas.openxmlformats.org/drawingml/2006/main">
            <a:off x="838200" y="2971800"/>
            <a:ext cx="26670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0000"/>
              </a:lnSpc>
              <a:buNone/>
              <a:defRPr sz="2100" b="1">
                <a:solidFill>
                  <a:srgbClr val="FFFFFF"/>
                </a:solidFill>
                <a:latin typeface="AppleGothic"/>
                <a:ea typeface="AppleGothic"/>
                <a:cs typeface="AppleGothic"/>
              </a:defRPr>
            </a:pPr>
            <a:r>
              <a:rPr sz="2100" b="1">
                <a:solidFill>
                  <a:srgbClr val="FFFFFF"/>
                </a:solidFill>
                <a:latin typeface="AppleGothic"/>
                <a:ea typeface="AppleGothic"/>
                <a:cs typeface="AppleGothic"/>
              </a:rPr>
              <a:t>오리엔테이션과</a:t>
            </a:r>
          </a:p>
          <a:p xmlns:a="http://schemas.openxmlformats.org/drawingml/2006/main">
            <a:pPr algn="l">
              <a:lnSpc>
                <a:spcPct val="110000"/>
              </a:lnSpc>
              <a:buNone/>
              <a:defRPr sz="2100" b="1">
                <a:solidFill>
                  <a:srgbClr val="FFFFFF"/>
                </a:solidFill>
                <a:latin typeface="AppleGothic"/>
                <a:ea typeface="AppleGothic"/>
                <a:cs typeface="AppleGothic"/>
              </a:defRPr>
            </a:pPr>
            <a:r>
              <a:rPr sz="2100" b="1">
                <a:solidFill>
                  <a:srgbClr val="FFFFFF"/>
                </a:solidFill>
                <a:latin typeface="AppleGothic"/>
                <a:ea typeface="AppleGothic"/>
                <a:cs typeface="AppleGothic"/>
              </a:rPr>
              <a:t>서비스 개선 폐루프</a:t>
            </a:r>
          </a:p>
        </p:txBody>
      </p:sp>
      <p:sp>
        <p:nvSpPr>
          <p:cNvPr id="11" name="">
            <a:extLst xmlns:a="http://schemas.openxmlformats.org/drawingml/2006/main">
              <a:ext uri="{FF2B5EF4-FFF2-40B4-BE49-F238E27FC236}">
                <a16:creationId xmlns:a16="http://schemas.microsoft.com/office/drawing/2014/main" id="{272BDAB3-F7F9-4092-B5F1-2F951144E6BF}"/>
              </a:ext>
            </a:extLst>
          </p:cNvPr>
          <p:cNvSpPr>
            <a:spLocks xmlns:a="http://schemas.openxmlformats.org/drawingml/2006/main" noGrp="1"/>
          </p:cNvSpPr>
          <p:nvPr/>
        </p:nvSpPr>
        <p:spPr>
          <a:xfrm xmlns:a="http://schemas.openxmlformats.org/drawingml/2006/main" flipH="0" flipV="0">
            <a:off x="838200" y="3905250"/>
            <a:ext cx="26670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2" name="">
            <a:extLst xmlns:a="http://schemas.openxmlformats.org/drawingml/2006/main">
              <a:ext uri="{FF2B5EF4-FFF2-40B4-BE49-F238E27FC236}">
                <a16:creationId xmlns:a16="http://schemas.microsoft.com/office/drawing/2014/main" id="{CC178410-33F0-41B7-A2D9-0DDA5FFA345E}"/>
              </a:ext>
            </a:extLst>
          </p:cNvPr>
          <p:cNvSpPr>
            <a:spLocks xmlns:a="http://schemas.openxmlformats.org/drawingml/2006/main" noGrp="1"/>
          </p:cNvSpPr>
          <p:nvPr/>
        </p:nvSpPr>
        <p:spPr>
          <a:xfrm xmlns:a="http://schemas.openxmlformats.org/drawingml/2006/main">
            <a:off x="838200" y="4171950"/>
            <a:ext cx="26670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2000"/>
              </a:lnSpc>
              <a:buNone/>
              <a:defRPr sz="1350" b="0">
                <a:solidFill>
                  <a:srgbClr val="FFFFFF"/>
                </a:solidFill>
                <a:latin typeface="AppleGothic"/>
                <a:ea typeface="AppleGothic"/>
                <a:cs typeface="AppleGothic"/>
              </a:defRPr>
            </a:pPr>
            <a:r>
              <a:rPr sz="1350" b="0">
                <a:solidFill>
                  <a:srgbClr val="FFFFFF"/>
                </a:solidFill>
                <a:latin typeface="AppleGothic"/>
                <a:ea typeface="AppleGothic"/>
                <a:cs typeface="AppleGothic"/>
              </a:rPr>
              <a:t>한 번의 모델 호출을 어떻게 재현·비교·개선 가능한 서비스 실행으로 바꾸는가</a:t>
            </a:r>
          </a:p>
        </p:txBody>
      </p:sp>
      <p:sp>
        <p:nvSpPr>
          <p:cNvPr id="13" name="">
            <a:extLst xmlns:a="http://schemas.openxmlformats.org/drawingml/2006/main">
              <a:ext uri="{FF2B5EF4-FFF2-40B4-BE49-F238E27FC236}">
                <a16:creationId xmlns:a16="http://schemas.microsoft.com/office/drawing/2014/main" id="{D6320BBA-D51B-407F-AD74-10FC253B6067}"/>
              </a:ext>
            </a:extLst>
          </p:cNvPr>
          <p:cNvSpPr>
            <a:spLocks xmlns:a="http://schemas.openxmlformats.org/drawingml/2006/main" noGrp="1"/>
          </p:cNvSpPr>
          <p:nvPr/>
        </p:nvSpPr>
        <p:spPr>
          <a:xfrm xmlns:a="http://schemas.openxmlformats.org/drawingml/2006/main">
            <a:off x="4419600" y="163830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16-WEEK PORTFOLIO RAIL</a:t>
            </a:r>
          </a:p>
        </p:txBody>
      </p:sp>
      <p:sp>
        <p:nvSpPr>
          <p:cNvPr id="14" name="">
            <a:extLst xmlns:a="http://schemas.openxmlformats.org/drawingml/2006/main">
              <a:ext uri="{FF2B5EF4-FFF2-40B4-BE49-F238E27FC236}">
                <a16:creationId xmlns:a16="http://schemas.microsoft.com/office/drawing/2014/main" id="{1B9C4F18-2F55-4E5E-BD73-5274F4FBC944}"/>
              </a:ext>
            </a:extLst>
          </p:cNvPr>
          <p:cNvSpPr>
            <a:spLocks xmlns:a="http://schemas.openxmlformats.org/drawingml/2006/main" noGrp="1"/>
          </p:cNvSpPr>
          <p:nvPr/>
        </p:nvSpPr>
        <p:spPr>
          <a:xfrm xmlns:a="http://schemas.openxmlformats.org/drawingml/2006/main" rot="0">
            <a:off x="4419600" y="2000250"/>
            <a:ext cx="1130300" cy="704850"/>
          </a:xfrm>
          <a:prstGeom xmlns:a="http://schemas.openxmlformats.org/drawingml/2006/main" prst="rect">
            <a:avLst/>
          </a:prstGeom>
          <a:solidFill xmlns:a="http://schemas.openxmlformats.org/drawingml/2006/main">
            <a:srgbClr val="2563EB"/>
          </a:solidFill>
          <a:ln xmlns:a="http://schemas.openxmlformats.org/drawingml/2006/main" w="9525">
            <a:solidFill>
              <a:srgbClr val="2563EB"/>
            </a:solidFill>
            <a:prstDash val="solid"/>
          </a:ln>
        </p:spPr>
      </p:sp>
      <p:sp>
        <p:nvSpPr>
          <p:cNvPr id="15" name="">
            <a:extLst xmlns:a="http://schemas.openxmlformats.org/drawingml/2006/main">
              <a:ext uri="{FF2B5EF4-FFF2-40B4-BE49-F238E27FC236}">
                <a16:creationId xmlns:a16="http://schemas.microsoft.com/office/drawing/2014/main" id="{8CCC0DBB-59D5-4088-8407-3908A33CFD8C}"/>
              </a:ext>
            </a:extLst>
          </p:cNvPr>
          <p:cNvSpPr>
            <a:spLocks xmlns:a="http://schemas.openxmlformats.org/drawingml/2006/main" noGrp="1"/>
          </p:cNvSpPr>
          <p:nvPr/>
        </p:nvSpPr>
        <p:spPr>
          <a:xfrm xmlns:a="http://schemas.openxmlformats.org/drawingml/2006/main">
            <a:off x="4495800" y="2095500"/>
            <a:ext cx="977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FFFFFF"/>
                </a:solidFill>
                <a:latin typeface="Menlo"/>
                <a:ea typeface="Menlo"/>
                <a:cs typeface="Menlo"/>
              </a:defRPr>
            </a:pPr>
            <a:r>
              <a:rPr sz="1050" b="1">
                <a:solidFill>
                  <a:srgbClr val="FFFFFF"/>
                </a:solidFill>
                <a:latin typeface="Menlo"/>
                <a:ea typeface="Menlo"/>
                <a:cs typeface="Menlo"/>
              </a:rPr>
              <a:t>W01–03</a:t>
            </a:r>
          </a:p>
        </p:txBody>
      </p:sp>
      <p:sp>
        <p:nvSpPr>
          <p:cNvPr id="16" name="">
            <a:extLst xmlns:a="http://schemas.openxmlformats.org/drawingml/2006/main">
              <a:ext uri="{FF2B5EF4-FFF2-40B4-BE49-F238E27FC236}">
                <a16:creationId xmlns:a16="http://schemas.microsoft.com/office/drawing/2014/main" id="{641365A4-1C74-4817-8908-890265675A4D}"/>
              </a:ext>
            </a:extLst>
          </p:cNvPr>
          <p:cNvSpPr>
            <a:spLocks xmlns:a="http://schemas.openxmlformats.org/drawingml/2006/main" noGrp="1"/>
          </p:cNvSpPr>
          <p:nvPr/>
        </p:nvSpPr>
        <p:spPr>
          <a:xfrm xmlns:a="http://schemas.openxmlformats.org/drawingml/2006/main">
            <a:off x="4495800" y="2362200"/>
            <a:ext cx="977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125" b="1">
                <a:solidFill>
                  <a:srgbClr val="FFFFFF"/>
                </a:solidFill>
                <a:latin typeface="AppleGothic"/>
                <a:ea typeface="AppleGothic"/>
                <a:cs typeface="AppleGothic"/>
              </a:defRPr>
            </a:pPr>
            <a:r>
              <a:rPr sz="1125" b="1">
                <a:solidFill>
                  <a:srgbClr val="FFFFFF"/>
                </a:solidFill>
                <a:latin typeface="AppleGothic"/>
                <a:ea typeface="AppleGothic"/>
                <a:cs typeface="AppleGothic"/>
              </a:rPr>
              <a:t>문제·계약</a:t>
            </a:r>
          </a:p>
        </p:txBody>
      </p:sp>
      <p:sp>
        <p:nvSpPr>
          <p:cNvPr id="17" name="">
            <a:extLst xmlns:a="http://schemas.openxmlformats.org/drawingml/2006/main">
              <a:ext uri="{FF2B5EF4-FFF2-40B4-BE49-F238E27FC236}">
                <a16:creationId xmlns:a16="http://schemas.microsoft.com/office/drawing/2014/main" id="{8F3DE3B5-27E9-42FB-A24A-7CA1019E19AA}"/>
              </a:ext>
            </a:extLst>
          </p:cNvPr>
          <p:cNvSpPr>
            <a:spLocks xmlns:a="http://schemas.openxmlformats.org/drawingml/2006/main" noGrp="1"/>
          </p:cNvSpPr>
          <p:nvPr/>
        </p:nvSpPr>
        <p:spPr>
          <a:xfrm xmlns:a="http://schemas.openxmlformats.org/drawingml/2006/main" rot="0">
            <a:off x="5626100" y="2000250"/>
            <a:ext cx="11303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8" name="">
            <a:extLst xmlns:a="http://schemas.openxmlformats.org/drawingml/2006/main">
              <a:ext uri="{FF2B5EF4-FFF2-40B4-BE49-F238E27FC236}">
                <a16:creationId xmlns:a16="http://schemas.microsoft.com/office/drawing/2014/main" id="{E1D60385-77C5-4FE6-8F65-888AF0A6BA8C}"/>
              </a:ext>
            </a:extLst>
          </p:cNvPr>
          <p:cNvSpPr>
            <a:spLocks xmlns:a="http://schemas.openxmlformats.org/drawingml/2006/main" noGrp="1"/>
          </p:cNvSpPr>
          <p:nvPr/>
        </p:nvSpPr>
        <p:spPr>
          <a:xfrm xmlns:a="http://schemas.openxmlformats.org/drawingml/2006/main">
            <a:off x="5702300" y="2095500"/>
            <a:ext cx="977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W04–05</a:t>
            </a:r>
          </a:p>
        </p:txBody>
      </p:sp>
      <p:sp>
        <p:nvSpPr>
          <p:cNvPr id="19" name="">
            <a:extLst xmlns:a="http://schemas.openxmlformats.org/drawingml/2006/main">
              <a:ext uri="{FF2B5EF4-FFF2-40B4-BE49-F238E27FC236}">
                <a16:creationId xmlns:a16="http://schemas.microsoft.com/office/drawing/2014/main" id="{4955C3E2-90DC-4DBB-BFB3-EBA2AE88A012}"/>
              </a:ext>
            </a:extLst>
          </p:cNvPr>
          <p:cNvSpPr>
            <a:spLocks xmlns:a="http://schemas.openxmlformats.org/drawingml/2006/main" noGrp="1"/>
          </p:cNvSpPr>
          <p:nvPr/>
        </p:nvSpPr>
        <p:spPr>
          <a:xfrm xmlns:a="http://schemas.openxmlformats.org/drawingml/2006/main">
            <a:off x="5702300" y="2362200"/>
            <a:ext cx="977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125" b="1">
                <a:solidFill>
                  <a:srgbClr val="191919"/>
                </a:solidFill>
                <a:latin typeface="AppleGothic"/>
                <a:ea typeface="AppleGothic"/>
                <a:cs typeface="AppleGothic"/>
              </a:defRPr>
            </a:pPr>
            <a:r>
              <a:rPr sz="1125" b="1">
                <a:solidFill>
                  <a:srgbClr val="191919"/>
                </a:solidFill>
                <a:latin typeface="AppleGothic"/>
                <a:ea typeface="AppleGothic"/>
                <a:cs typeface="AppleGothic"/>
              </a:rPr>
              <a:t>데이터·근거</a:t>
            </a:r>
          </a:p>
        </p:txBody>
      </p:sp>
      <p:sp>
        <p:nvSpPr>
          <p:cNvPr id="20" name="">
            <a:extLst xmlns:a="http://schemas.openxmlformats.org/drawingml/2006/main">
              <a:ext uri="{FF2B5EF4-FFF2-40B4-BE49-F238E27FC236}">
                <a16:creationId xmlns:a16="http://schemas.microsoft.com/office/drawing/2014/main" id="{C8ED5966-23EC-4015-BA7E-A9C652091B9B}"/>
              </a:ext>
            </a:extLst>
          </p:cNvPr>
          <p:cNvSpPr>
            <a:spLocks xmlns:a="http://schemas.openxmlformats.org/drawingml/2006/main" noGrp="1"/>
          </p:cNvSpPr>
          <p:nvPr/>
        </p:nvSpPr>
        <p:spPr>
          <a:xfrm xmlns:a="http://schemas.openxmlformats.org/drawingml/2006/main" rot="0">
            <a:off x="6832600" y="2000250"/>
            <a:ext cx="11303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21" name="">
            <a:extLst xmlns:a="http://schemas.openxmlformats.org/drawingml/2006/main">
              <a:ext uri="{FF2B5EF4-FFF2-40B4-BE49-F238E27FC236}">
                <a16:creationId xmlns:a16="http://schemas.microsoft.com/office/drawing/2014/main" id="{0E8C3DFC-A94E-4D77-A077-7062B9767ECB}"/>
              </a:ext>
            </a:extLst>
          </p:cNvPr>
          <p:cNvSpPr>
            <a:spLocks xmlns:a="http://schemas.openxmlformats.org/drawingml/2006/main" noGrp="1"/>
          </p:cNvSpPr>
          <p:nvPr/>
        </p:nvSpPr>
        <p:spPr>
          <a:xfrm xmlns:a="http://schemas.openxmlformats.org/drawingml/2006/main">
            <a:off x="6908800" y="2095500"/>
            <a:ext cx="977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W06–08</a:t>
            </a:r>
          </a:p>
        </p:txBody>
      </p:sp>
      <p:sp>
        <p:nvSpPr>
          <p:cNvPr id="22" name="">
            <a:extLst xmlns:a="http://schemas.openxmlformats.org/drawingml/2006/main">
              <a:ext uri="{FF2B5EF4-FFF2-40B4-BE49-F238E27FC236}">
                <a16:creationId xmlns:a16="http://schemas.microsoft.com/office/drawing/2014/main" id="{AC74CAF1-D600-43E4-ACF1-B3D5DF0FF979}"/>
              </a:ext>
            </a:extLst>
          </p:cNvPr>
          <p:cNvSpPr>
            <a:spLocks xmlns:a="http://schemas.openxmlformats.org/drawingml/2006/main" noGrp="1"/>
          </p:cNvSpPr>
          <p:nvPr/>
        </p:nvSpPr>
        <p:spPr>
          <a:xfrm xmlns:a="http://schemas.openxmlformats.org/drawingml/2006/main">
            <a:off x="6908800" y="2362200"/>
            <a:ext cx="977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125" b="1">
                <a:solidFill>
                  <a:srgbClr val="191919"/>
                </a:solidFill>
                <a:latin typeface="AppleGothic"/>
                <a:ea typeface="AppleGothic"/>
                <a:cs typeface="AppleGothic"/>
              </a:defRPr>
            </a:pPr>
            <a:r>
              <a:rPr sz="1125" b="1">
                <a:solidFill>
                  <a:srgbClr val="191919"/>
                </a:solidFill>
                <a:latin typeface="AppleGothic"/>
                <a:ea typeface="AppleGothic"/>
                <a:cs typeface="AppleGothic"/>
              </a:rPr>
              <a:t>기술·기획</a:t>
            </a:r>
          </a:p>
        </p:txBody>
      </p:sp>
      <p:sp>
        <p:nvSpPr>
          <p:cNvPr id="23" name="">
            <a:extLst xmlns:a="http://schemas.openxmlformats.org/drawingml/2006/main">
              <a:ext uri="{FF2B5EF4-FFF2-40B4-BE49-F238E27FC236}">
                <a16:creationId xmlns:a16="http://schemas.microsoft.com/office/drawing/2014/main" id="{8C14BD5D-0E62-44EC-92EC-4BA218BC02DC}"/>
              </a:ext>
            </a:extLst>
          </p:cNvPr>
          <p:cNvSpPr>
            <a:spLocks xmlns:a="http://schemas.openxmlformats.org/drawingml/2006/main" noGrp="1"/>
          </p:cNvSpPr>
          <p:nvPr/>
        </p:nvSpPr>
        <p:spPr>
          <a:xfrm xmlns:a="http://schemas.openxmlformats.org/drawingml/2006/main" rot="0">
            <a:off x="8039100" y="2000250"/>
            <a:ext cx="11303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24" name="">
            <a:extLst xmlns:a="http://schemas.openxmlformats.org/drawingml/2006/main">
              <a:ext uri="{FF2B5EF4-FFF2-40B4-BE49-F238E27FC236}">
                <a16:creationId xmlns:a16="http://schemas.microsoft.com/office/drawing/2014/main" id="{F1914FD3-095B-4E74-8FD6-AB6352D863B4}"/>
              </a:ext>
            </a:extLst>
          </p:cNvPr>
          <p:cNvSpPr>
            <a:spLocks xmlns:a="http://schemas.openxmlformats.org/drawingml/2006/main" noGrp="1"/>
          </p:cNvSpPr>
          <p:nvPr/>
        </p:nvSpPr>
        <p:spPr>
          <a:xfrm xmlns:a="http://schemas.openxmlformats.org/drawingml/2006/main">
            <a:off x="8115300" y="2095500"/>
            <a:ext cx="977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W09–10</a:t>
            </a:r>
          </a:p>
        </p:txBody>
      </p:sp>
      <p:sp>
        <p:nvSpPr>
          <p:cNvPr id="25" name="">
            <a:extLst xmlns:a="http://schemas.openxmlformats.org/drawingml/2006/main">
              <a:ext uri="{FF2B5EF4-FFF2-40B4-BE49-F238E27FC236}">
                <a16:creationId xmlns:a16="http://schemas.microsoft.com/office/drawing/2014/main" id="{D082B0E0-EA0E-4FEA-98D1-7CF80BCA09BE}"/>
              </a:ext>
            </a:extLst>
          </p:cNvPr>
          <p:cNvSpPr>
            <a:spLocks xmlns:a="http://schemas.openxmlformats.org/drawingml/2006/main" noGrp="1"/>
          </p:cNvSpPr>
          <p:nvPr/>
        </p:nvSpPr>
        <p:spPr>
          <a:xfrm xmlns:a="http://schemas.openxmlformats.org/drawingml/2006/main">
            <a:off x="8115300" y="2362200"/>
            <a:ext cx="977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125" b="1">
                <a:solidFill>
                  <a:srgbClr val="191919"/>
                </a:solidFill>
                <a:latin typeface="AppleGothic"/>
                <a:ea typeface="AppleGothic"/>
                <a:cs typeface="AppleGothic"/>
              </a:defRPr>
            </a:pPr>
            <a:r>
              <a:rPr sz="1125" b="1">
                <a:solidFill>
                  <a:srgbClr val="191919"/>
                </a:solidFill>
                <a:latin typeface="AppleGothic"/>
                <a:ea typeface="AppleGothic"/>
                <a:cs typeface="AppleGothic"/>
              </a:rPr>
              <a:t>서비스·관찰</a:t>
            </a:r>
          </a:p>
        </p:txBody>
      </p:sp>
      <p:sp>
        <p:nvSpPr>
          <p:cNvPr id="26" name="">
            <a:extLst xmlns:a="http://schemas.openxmlformats.org/drawingml/2006/main">
              <a:ext uri="{FF2B5EF4-FFF2-40B4-BE49-F238E27FC236}">
                <a16:creationId xmlns:a16="http://schemas.microsoft.com/office/drawing/2014/main" id="{CE3A1F98-8FFB-4810-B2F9-81678FFDFDCE}"/>
              </a:ext>
            </a:extLst>
          </p:cNvPr>
          <p:cNvSpPr>
            <a:spLocks xmlns:a="http://schemas.openxmlformats.org/drawingml/2006/main" noGrp="1"/>
          </p:cNvSpPr>
          <p:nvPr/>
        </p:nvSpPr>
        <p:spPr>
          <a:xfrm xmlns:a="http://schemas.openxmlformats.org/drawingml/2006/main" rot="0">
            <a:off x="9245600" y="2000250"/>
            <a:ext cx="11303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27" name="">
            <a:extLst xmlns:a="http://schemas.openxmlformats.org/drawingml/2006/main">
              <a:ext uri="{FF2B5EF4-FFF2-40B4-BE49-F238E27FC236}">
                <a16:creationId xmlns:a16="http://schemas.microsoft.com/office/drawing/2014/main" id="{F981DE74-5FA5-4600-B7F5-55A0251D39AA}"/>
              </a:ext>
            </a:extLst>
          </p:cNvPr>
          <p:cNvSpPr>
            <a:spLocks xmlns:a="http://schemas.openxmlformats.org/drawingml/2006/main" noGrp="1"/>
          </p:cNvSpPr>
          <p:nvPr/>
        </p:nvSpPr>
        <p:spPr>
          <a:xfrm xmlns:a="http://schemas.openxmlformats.org/drawingml/2006/main">
            <a:off x="9321800" y="2095500"/>
            <a:ext cx="977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W11–14</a:t>
            </a:r>
          </a:p>
        </p:txBody>
      </p:sp>
      <p:sp>
        <p:nvSpPr>
          <p:cNvPr id="28" name="">
            <a:extLst xmlns:a="http://schemas.openxmlformats.org/drawingml/2006/main">
              <a:ext uri="{FF2B5EF4-FFF2-40B4-BE49-F238E27FC236}">
                <a16:creationId xmlns:a16="http://schemas.microsoft.com/office/drawing/2014/main" id="{BEB5ADE2-A59A-4A91-9F24-DD14BFA9A501}"/>
              </a:ext>
            </a:extLst>
          </p:cNvPr>
          <p:cNvSpPr>
            <a:spLocks xmlns:a="http://schemas.openxmlformats.org/drawingml/2006/main" noGrp="1"/>
          </p:cNvSpPr>
          <p:nvPr/>
        </p:nvSpPr>
        <p:spPr>
          <a:xfrm xmlns:a="http://schemas.openxmlformats.org/drawingml/2006/main">
            <a:off x="9321800" y="2362200"/>
            <a:ext cx="977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125" b="1">
                <a:solidFill>
                  <a:srgbClr val="191919"/>
                </a:solidFill>
                <a:latin typeface="AppleGothic"/>
                <a:ea typeface="AppleGothic"/>
                <a:cs typeface="AppleGothic"/>
              </a:defRPr>
            </a:pPr>
            <a:r>
              <a:rPr sz="1125" b="1">
                <a:solidFill>
                  <a:srgbClr val="191919"/>
                </a:solidFill>
                <a:latin typeface="AppleGothic"/>
                <a:ea typeface="AppleGothic"/>
                <a:cs typeface="AppleGothic"/>
              </a:rPr>
              <a:t>평가·운영</a:t>
            </a:r>
          </a:p>
        </p:txBody>
      </p:sp>
      <p:sp>
        <p:nvSpPr>
          <p:cNvPr id="29" name="">
            <a:extLst xmlns:a="http://schemas.openxmlformats.org/drawingml/2006/main">
              <a:ext uri="{FF2B5EF4-FFF2-40B4-BE49-F238E27FC236}">
                <a16:creationId xmlns:a16="http://schemas.microsoft.com/office/drawing/2014/main" id="{5C128EAF-2FCF-4E77-8787-FF8E75A6A3C1}"/>
              </a:ext>
            </a:extLst>
          </p:cNvPr>
          <p:cNvSpPr>
            <a:spLocks xmlns:a="http://schemas.openxmlformats.org/drawingml/2006/main" noGrp="1"/>
          </p:cNvSpPr>
          <p:nvPr/>
        </p:nvSpPr>
        <p:spPr>
          <a:xfrm xmlns:a="http://schemas.openxmlformats.org/drawingml/2006/main" rot="0">
            <a:off x="10452100" y="2000250"/>
            <a:ext cx="11303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30" name="">
            <a:extLst xmlns:a="http://schemas.openxmlformats.org/drawingml/2006/main">
              <a:ext uri="{FF2B5EF4-FFF2-40B4-BE49-F238E27FC236}">
                <a16:creationId xmlns:a16="http://schemas.microsoft.com/office/drawing/2014/main" id="{A349F6A5-9756-4465-96EE-8664CE7E49B2}"/>
              </a:ext>
            </a:extLst>
          </p:cNvPr>
          <p:cNvSpPr>
            <a:spLocks xmlns:a="http://schemas.openxmlformats.org/drawingml/2006/main" noGrp="1"/>
          </p:cNvSpPr>
          <p:nvPr/>
        </p:nvSpPr>
        <p:spPr>
          <a:xfrm xmlns:a="http://schemas.openxmlformats.org/drawingml/2006/main">
            <a:off x="10528300" y="2095500"/>
            <a:ext cx="977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W15–16</a:t>
            </a:r>
          </a:p>
        </p:txBody>
      </p:sp>
      <p:sp>
        <p:nvSpPr>
          <p:cNvPr id="31" name="">
            <a:extLst xmlns:a="http://schemas.openxmlformats.org/drawingml/2006/main">
              <a:ext uri="{FF2B5EF4-FFF2-40B4-BE49-F238E27FC236}">
                <a16:creationId xmlns:a16="http://schemas.microsoft.com/office/drawing/2014/main" id="{4FB22A24-5CB0-4DF2-85F3-F6D6FD9A4E95}"/>
              </a:ext>
            </a:extLst>
          </p:cNvPr>
          <p:cNvSpPr>
            <a:spLocks xmlns:a="http://schemas.openxmlformats.org/drawingml/2006/main" noGrp="1"/>
          </p:cNvSpPr>
          <p:nvPr/>
        </p:nvSpPr>
        <p:spPr>
          <a:xfrm xmlns:a="http://schemas.openxmlformats.org/drawingml/2006/main">
            <a:off x="10528300" y="2362200"/>
            <a:ext cx="977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125" b="1">
                <a:solidFill>
                  <a:srgbClr val="191919"/>
                </a:solidFill>
                <a:latin typeface="AppleGothic"/>
                <a:ea typeface="AppleGothic"/>
                <a:cs typeface="AppleGothic"/>
              </a:defRPr>
            </a:pPr>
            <a:r>
              <a:rPr sz="1125" b="1">
                <a:solidFill>
                  <a:srgbClr val="191919"/>
                </a:solidFill>
                <a:latin typeface="AppleGothic"/>
                <a:ea typeface="AppleGothic"/>
                <a:cs typeface="AppleGothic"/>
              </a:rPr>
              <a:t>통합·발표</a:t>
            </a:r>
          </a:p>
        </p:txBody>
      </p:sp>
      <p:sp>
        <p:nvSpPr>
          <p:cNvPr id="32" name="">
            <a:extLst xmlns:a="http://schemas.openxmlformats.org/drawingml/2006/main">
              <a:ext uri="{FF2B5EF4-FFF2-40B4-BE49-F238E27FC236}">
                <a16:creationId xmlns:a16="http://schemas.microsoft.com/office/drawing/2014/main" id="{A8E74347-AE0C-4C96-BFEC-332C2B901640}"/>
              </a:ext>
            </a:extLst>
          </p:cNvPr>
          <p:cNvSpPr>
            <a:spLocks xmlns:a="http://schemas.openxmlformats.org/drawingml/2006/main" noGrp="1"/>
          </p:cNvSpPr>
          <p:nvPr/>
        </p:nvSpPr>
        <p:spPr>
          <a:xfrm xmlns:a="http://schemas.openxmlformats.org/drawingml/2006/main">
            <a:off x="4419600" y="310515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AppleGothic"/>
                <a:ea typeface="AppleGothic"/>
                <a:cs typeface="AppleGothic"/>
              </a:defRPr>
            </a:pPr>
            <a:r>
              <a:rPr sz="1050" b="1">
                <a:solidFill>
                  <a:srgbClr val="2563EB"/>
                </a:solidFill>
                <a:latin typeface="AppleGothic"/>
                <a:ea typeface="AppleGothic"/>
                <a:cs typeface="AppleGothic"/>
              </a:rPr>
              <a:t>WEEK 01 / COMPLETION EVIDENCE</a:t>
            </a:r>
          </a:p>
        </p:txBody>
      </p:sp>
      <p:sp>
        <p:nvSpPr>
          <p:cNvPr id="33" name="">
            <a:extLst xmlns:a="http://schemas.openxmlformats.org/drawingml/2006/main">
              <a:ext uri="{FF2B5EF4-FFF2-40B4-BE49-F238E27FC236}">
                <a16:creationId xmlns:a16="http://schemas.microsoft.com/office/drawing/2014/main" id="{5B6F1876-694E-45EE-A98D-603C051CFFB6}"/>
              </a:ext>
            </a:extLst>
          </p:cNvPr>
          <p:cNvSpPr>
            <a:spLocks xmlns:a="http://schemas.openxmlformats.org/drawingml/2006/main" noGrp="1"/>
          </p:cNvSpPr>
          <p:nvPr/>
        </p:nvSpPr>
        <p:spPr>
          <a:xfrm xmlns:a="http://schemas.openxmlformats.org/drawingml/2006/main">
            <a:off x="4419600" y="3505200"/>
            <a:ext cx="438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667085"/>
                </a:solidFill>
                <a:latin typeface="Menlo"/>
                <a:ea typeface="Menlo"/>
                <a:cs typeface="Menlo"/>
              </a:defRPr>
            </a:pPr>
            <a:r>
              <a:rPr sz="1200" b="1">
                <a:solidFill>
                  <a:srgbClr val="667085"/>
                </a:solidFill>
                <a:latin typeface="Menlo"/>
                <a:ea typeface="Menlo"/>
                <a:cs typeface="Menlo"/>
              </a:rPr>
              <a:t>01</a:t>
            </a:r>
          </a:p>
        </p:txBody>
      </p:sp>
      <p:sp>
        <p:nvSpPr>
          <p:cNvPr id="34" name="">
            <a:extLst xmlns:a="http://schemas.openxmlformats.org/drawingml/2006/main">
              <a:ext uri="{FF2B5EF4-FFF2-40B4-BE49-F238E27FC236}">
                <a16:creationId xmlns:a16="http://schemas.microsoft.com/office/drawing/2014/main" id="{B9C2B60C-F492-439E-B0E3-E9161D2E5A5B}"/>
              </a:ext>
            </a:extLst>
          </p:cNvPr>
          <p:cNvSpPr>
            <a:spLocks xmlns:a="http://schemas.openxmlformats.org/drawingml/2006/main" noGrp="1"/>
          </p:cNvSpPr>
          <p:nvPr/>
        </p:nvSpPr>
        <p:spPr>
          <a:xfrm xmlns:a="http://schemas.openxmlformats.org/drawingml/2006/main">
            <a:off x="5010150" y="3486150"/>
            <a:ext cx="619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00" b="1">
                <a:solidFill>
                  <a:srgbClr val="191919"/>
                </a:solidFill>
                <a:latin typeface="AppleGothic"/>
                <a:ea typeface="AppleGothic"/>
                <a:cs typeface="AppleGothic"/>
              </a:defRPr>
            </a:pPr>
            <a:r>
              <a:rPr sz="1500" b="1">
                <a:solidFill>
                  <a:srgbClr val="191919"/>
                </a:solidFill>
                <a:latin typeface="AppleGothic"/>
                <a:ea typeface="AppleGothic"/>
                <a:cs typeface="AppleGothic"/>
              </a:rPr>
              <a:t>프로젝트 문제 후보 1개</a:t>
            </a:r>
          </a:p>
        </p:txBody>
      </p:sp>
      <p:sp>
        <p:nvSpPr>
          <p:cNvPr id="35" name="">
            <a:extLst xmlns:a="http://schemas.openxmlformats.org/drawingml/2006/main">
              <a:ext uri="{FF2B5EF4-FFF2-40B4-BE49-F238E27FC236}">
                <a16:creationId xmlns:a16="http://schemas.microsoft.com/office/drawing/2014/main" id="{0363004F-0B40-4536-BCC9-5627E9B26B9C}"/>
              </a:ext>
            </a:extLst>
          </p:cNvPr>
          <p:cNvSpPr>
            <a:spLocks xmlns:a="http://schemas.openxmlformats.org/drawingml/2006/main" noGrp="1"/>
          </p:cNvSpPr>
          <p:nvPr/>
        </p:nvSpPr>
        <p:spPr>
          <a:xfrm xmlns:a="http://schemas.openxmlformats.org/drawingml/2006/main" flipH="0" flipV="0">
            <a:off x="5010150" y="3829050"/>
            <a:ext cx="619125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6" name="">
            <a:extLst xmlns:a="http://schemas.openxmlformats.org/drawingml/2006/main">
              <a:ext uri="{FF2B5EF4-FFF2-40B4-BE49-F238E27FC236}">
                <a16:creationId xmlns:a16="http://schemas.microsoft.com/office/drawing/2014/main" id="{04F8B44C-A7BE-4E8D-AA6E-A27DF1D4CB80}"/>
              </a:ext>
            </a:extLst>
          </p:cNvPr>
          <p:cNvSpPr>
            <a:spLocks xmlns:a="http://schemas.openxmlformats.org/drawingml/2006/main" noGrp="1"/>
          </p:cNvSpPr>
          <p:nvPr/>
        </p:nvSpPr>
        <p:spPr>
          <a:xfrm xmlns:a="http://schemas.openxmlformats.org/drawingml/2006/main">
            <a:off x="4419600" y="3981450"/>
            <a:ext cx="438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667085"/>
                </a:solidFill>
                <a:latin typeface="Menlo"/>
                <a:ea typeface="Menlo"/>
                <a:cs typeface="Menlo"/>
              </a:defRPr>
            </a:pPr>
            <a:r>
              <a:rPr sz="1200" b="1">
                <a:solidFill>
                  <a:srgbClr val="667085"/>
                </a:solidFill>
                <a:latin typeface="Menlo"/>
                <a:ea typeface="Menlo"/>
                <a:cs typeface="Menlo"/>
              </a:rPr>
              <a:t>02</a:t>
            </a:r>
          </a:p>
        </p:txBody>
      </p:sp>
      <p:sp>
        <p:nvSpPr>
          <p:cNvPr id="37" name="">
            <a:extLst xmlns:a="http://schemas.openxmlformats.org/drawingml/2006/main">
              <a:ext uri="{FF2B5EF4-FFF2-40B4-BE49-F238E27FC236}">
                <a16:creationId xmlns:a16="http://schemas.microsoft.com/office/drawing/2014/main" id="{60C4C95D-0707-4924-AB68-419559BD76E6}"/>
              </a:ext>
            </a:extLst>
          </p:cNvPr>
          <p:cNvSpPr>
            <a:spLocks xmlns:a="http://schemas.openxmlformats.org/drawingml/2006/main" noGrp="1"/>
          </p:cNvSpPr>
          <p:nvPr/>
        </p:nvSpPr>
        <p:spPr>
          <a:xfrm xmlns:a="http://schemas.openxmlformats.org/drawingml/2006/main">
            <a:off x="5010150" y="3962400"/>
            <a:ext cx="619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00" b="1">
                <a:solidFill>
                  <a:srgbClr val="191919"/>
                </a:solidFill>
                <a:latin typeface="AppleGothic"/>
                <a:ea typeface="AppleGothic"/>
                <a:cs typeface="AppleGothic"/>
              </a:defRPr>
            </a:pPr>
            <a:r>
              <a:rPr sz="1500" b="1">
                <a:solidFill>
                  <a:srgbClr val="191919"/>
                </a:solidFill>
                <a:latin typeface="AppleGothic"/>
                <a:ea typeface="AppleGothic"/>
                <a:cs typeface="AppleGothic"/>
              </a:rPr>
              <a:t>기준선·변형 실행 추적 2건</a:t>
            </a:r>
          </a:p>
        </p:txBody>
      </p:sp>
      <p:sp>
        <p:nvSpPr>
          <p:cNvPr id="38" name="">
            <a:extLst xmlns:a="http://schemas.openxmlformats.org/drawingml/2006/main">
              <a:ext uri="{FF2B5EF4-FFF2-40B4-BE49-F238E27FC236}">
                <a16:creationId xmlns:a16="http://schemas.microsoft.com/office/drawing/2014/main" id="{B4889365-5206-4E51-8B9F-577CAEF1C175}"/>
              </a:ext>
            </a:extLst>
          </p:cNvPr>
          <p:cNvSpPr>
            <a:spLocks xmlns:a="http://schemas.openxmlformats.org/drawingml/2006/main" noGrp="1"/>
          </p:cNvSpPr>
          <p:nvPr/>
        </p:nvSpPr>
        <p:spPr>
          <a:xfrm xmlns:a="http://schemas.openxmlformats.org/drawingml/2006/main" flipH="0" flipV="0">
            <a:off x="5010150" y="4305300"/>
            <a:ext cx="619125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9" name="">
            <a:extLst xmlns:a="http://schemas.openxmlformats.org/drawingml/2006/main">
              <a:ext uri="{FF2B5EF4-FFF2-40B4-BE49-F238E27FC236}">
                <a16:creationId xmlns:a16="http://schemas.microsoft.com/office/drawing/2014/main" id="{9951650D-5C9F-49AE-855B-021A83DC98DF}"/>
              </a:ext>
            </a:extLst>
          </p:cNvPr>
          <p:cNvSpPr>
            <a:spLocks xmlns:a="http://schemas.openxmlformats.org/drawingml/2006/main" noGrp="1"/>
          </p:cNvSpPr>
          <p:nvPr/>
        </p:nvSpPr>
        <p:spPr>
          <a:xfrm xmlns:a="http://schemas.openxmlformats.org/drawingml/2006/main">
            <a:off x="4419600" y="4457700"/>
            <a:ext cx="438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667085"/>
                </a:solidFill>
                <a:latin typeface="Menlo"/>
                <a:ea typeface="Menlo"/>
                <a:cs typeface="Menlo"/>
              </a:defRPr>
            </a:pPr>
            <a:r>
              <a:rPr sz="1200" b="1">
                <a:solidFill>
                  <a:srgbClr val="667085"/>
                </a:solidFill>
                <a:latin typeface="Menlo"/>
                <a:ea typeface="Menlo"/>
                <a:cs typeface="Menlo"/>
              </a:rPr>
              <a:t>03</a:t>
            </a:r>
          </a:p>
        </p:txBody>
      </p:sp>
      <p:sp>
        <p:nvSpPr>
          <p:cNvPr id="40" name="">
            <a:extLst xmlns:a="http://schemas.openxmlformats.org/drawingml/2006/main">
              <a:ext uri="{FF2B5EF4-FFF2-40B4-BE49-F238E27FC236}">
                <a16:creationId xmlns:a16="http://schemas.microsoft.com/office/drawing/2014/main" id="{B0434033-4094-4BFB-9059-A436503AD8EB}"/>
              </a:ext>
            </a:extLst>
          </p:cNvPr>
          <p:cNvSpPr>
            <a:spLocks xmlns:a="http://schemas.openxmlformats.org/drawingml/2006/main" noGrp="1"/>
          </p:cNvSpPr>
          <p:nvPr/>
        </p:nvSpPr>
        <p:spPr>
          <a:xfrm xmlns:a="http://schemas.openxmlformats.org/drawingml/2006/main">
            <a:off x="5010150" y="4438650"/>
            <a:ext cx="619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00" b="1">
                <a:solidFill>
                  <a:srgbClr val="191919"/>
                </a:solidFill>
                <a:latin typeface="AppleGothic"/>
                <a:ea typeface="AppleGothic"/>
                <a:cs typeface="AppleGothic"/>
              </a:defRPr>
            </a:pPr>
            <a:r>
              <a:rPr sz="1500" b="1">
                <a:solidFill>
                  <a:srgbClr val="191919"/>
                </a:solidFill>
                <a:latin typeface="AppleGothic"/>
                <a:ea typeface="AppleGothic"/>
                <a:cs typeface="AppleGothic"/>
              </a:rPr>
              <a:t>단일 변수 비교와 다음 개선 가설</a:t>
            </a:r>
          </a:p>
        </p:txBody>
      </p:sp>
      <p:sp>
        <p:nvSpPr>
          <p:cNvPr id="41" name="">
            <a:extLst xmlns:a="http://schemas.openxmlformats.org/drawingml/2006/main">
              <a:ext uri="{FF2B5EF4-FFF2-40B4-BE49-F238E27FC236}">
                <a16:creationId xmlns:a16="http://schemas.microsoft.com/office/drawing/2014/main" id="{50655444-BD70-4A99-B4BC-DA8759FBC410}"/>
              </a:ext>
            </a:extLst>
          </p:cNvPr>
          <p:cNvSpPr>
            <a:spLocks xmlns:a="http://schemas.openxmlformats.org/drawingml/2006/main" noGrp="1"/>
          </p:cNvSpPr>
          <p:nvPr/>
        </p:nvSpPr>
        <p:spPr>
          <a:xfrm xmlns:a="http://schemas.openxmlformats.org/drawingml/2006/main" flipH="0" flipV="0">
            <a:off x="5010150" y="4781550"/>
            <a:ext cx="619125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2" name="">
            <a:extLst xmlns:a="http://schemas.openxmlformats.org/drawingml/2006/main">
              <a:ext uri="{FF2B5EF4-FFF2-40B4-BE49-F238E27FC236}">
                <a16:creationId xmlns:a16="http://schemas.microsoft.com/office/drawing/2014/main" id="{B6B3AC37-67E4-49E0-BF9C-EA706E9B4B5F}"/>
              </a:ext>
            </a:extLst>
          </p:cNvPr>
          <p:cNvSpPr>
            <a:spLocks xmlns:a="http://schemas.openxmlformats.org/drawingml/2006/main" noGrp="1"/>
          </p:cNvSpPr>
          <p:nvPr/>
        </p:nvSpPr>
        <p:spPr>
          <a:xfrm xmlns:a="http://schemas.openxmlformats.org/drawingml/2006/main">
            <a:off x="4419600" y="4933950"/>
            <a:ext cx="438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667085"/>
                </a:solidFill>
                <a:latin typeface="Menlo"/>
                <a:ea typeface="Menlo"/>
                <a:cs typeface="Menlo"/>
              </a:defRPr>
            </a:pPr>
            <a:r>
              <a:rPr sz="1200" b="1">
                <a:solidFill>
                  <a:srgbClr val="667085"/>
                </a:solidFill>
                <a:latin typeface="Menlo"/>
                <a:ea typeface="Menlo"/>
                <a:cs typeface="Menlo"/>
              </a:rPr>
              <a:t>04</a:t>
            </a:r>
          </a:p>
        </p:txBody>
      </p:sp>
      <p:sp>
        <p:nvSpPr>
          <p:cNvPr id="43" name="">
            <a:extLst xmlns:a="http://schemas.openxmlformats.org/drawingml/2006/main">
              <a:ext uri="{FF2B5EF4-FFF2-40B4-BE49-F238E27FC236}">
                <a16:creationId xmlns:a16="http://schemas.microsoft.com/office/drawing/2014/main" id="{A6E1D171-599E-414E-8AEF-6E836E5560C0}"/>
              </a:ext>
            </a:extLst>
          </p:cNvPr>
          <p:cNvSpPr>
            <a:spLocks xmlns:a="http://schemas.openxmlformats.org/drawingml/2006/main" noGrp="1"/>
          </p:cNvSpPr>
          <p:nvPr/>
        </p:nvSpPr>
        <p:spPr>
          <a:xfrm xmlns:a="http://schemas.openxmlformats.org/drawingml/2006/main">
            <a:off x="5010150" y="4914900"/>
            <a:ext cx="619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00" b="1">
                <a:solidFill>
                  <a:srgbClr val="191919"/>
                </a:solidFill>
                <a:latin typeface="AppleGothic"/>
                <a:ea typeface="AppleGothic"/>
                <a:cs typeface="AppleGothic"/>
              </a:defRPr>
            </a:pPr>
            <a:r>
              <a:rPr sz="1500" b="1">
                <a:solidFill>
                  <a:srgbClr val="191919"/>
                </a:solidFill>
                <a:latin typeface="AppleGothic"/>
                <a:ea typeface="AppleGothic"/>
                <a:cs typeface="AppleGothic"/>
              </a:rPr>
              <a:t>교수 설계 리뷰 질문 1–3개</a:t>
            </a:r>
          </a:p>
        </p:txBody>
      </p:sp>
      <p:sp>
        <p:nvSpPr>
          <p:cNvPr id="44" name="">
            <a:extLst xmlns:a="http://schemas.openxmlformats.org/drawingml/2006/main">
              <a:ext uri="{FF2B5EF4-FFF2-40B4-BE49-F238E27FC236}">
                <a16:creationId xmlns:a16="http://schemas.microsoft.com/office/drawing/2014/main" id="{C38A0EEC-F49C-4260-8E02-AD840525B0F8}"/>
              </a:ext>
            </a:extLst>
          </p:cNvPr>
          <p:cNvSpPr>
            <a:spLocks xmlns:a="http://schemas.openxmlformats.org/drawingml/2006/main" noGrp="1"/>
          </p:cNvSpPr>
          <p:nvPr/>
        </p:nvSpPr>
        <p:spPr>
          <a:xfrm xmlns:a="http://schemas.openxmlformats.org/drawingml/2006/main" flipH="0" flipV="0">
            <a:off x="5010150" y="5257800"/>
            <a:ext cx="619125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5" name="">
            <a:extLst xmlns:a="http://schemas.openxmlformats.org/drawingml/2006/main">
              <a:ext uri="{FF2B5EF4-FFF2-40B4-BE49-F238E27FC236}">
                <a16:creationId xmlns:a16="http://schemas.microsoft.com/office/drawing/2014/main" id="{F9D1818D-44CB-4411-A1E9-1FCE849CBE32}"/>
              </a:ext>
            </a:extLst>
          </p:cNvPr>
          <p:cNvSpPr>
            <a:spLocks xmlns:a="http://schemas.openxmlformats.org/drawingml/2006/main" noGrp="1"/>
          </p:cNvSpPr>
          <p:nvPr/>
        </p:nvSpPr>
        <p:spPr>
          <a:xfrm xmlns:a="http://schemas.openxmlformats.org/drawingml/2006/main">
            <a:off x="4419600" y="5543550"/>
            <a:ext cx="6781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75" b="1">
                <a:solidFill>
                  <a:srgbClr val="191919"/>
                </a:solidFill>
                <a:latin typeface="AppleGothic"/>
                <a:ea typeface="AppleGothic"/>
                <a:cs typeface="AppleGothic"/>
              </a:defRPr>
            </a:pPr>
            <a:r>
              <a:rPr sz="1275" b="1">
                <a:solidFill>
                  <a:srgbClr val="191919"/>
                </a:solidFill>
                <a:latin typeface="AppleGothic"/>
                <a:ea typeface="AppleGothic"/>
                <a:cs typeface="AppleGothic"/>
              </a:rPr>
              <a:t>매주 같은 위치의 로드맵에서 해당 주차만 파랑으로 갱신</a:t>
            </a:r>
          </a:p>
        </p:txBody>
      </p:sp>
    </p:spTree>
    <p:extLst>
      <p:ext uri="{BB962C8B-B14F-4D97-AF65-F5344CB8AC3E}">
        <p14:creationId xmlns:p14="http://schemas.microsoft.com/office/powerpoint/2010/main" val="1570572096"/>
      </p:ext>
    </p:extLst>
  </p:cSld>
</p:sld>
</file>

<file path=ppt/slides/slide3.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91" name="">
            <a:extLst xmlns:a="http://schemas.openxmlformats.org/drawingml/2006/main">
              <a:ext uri="{FF2B5EF4-FFF2-40B4-BE49-F238E27FC236}">
                <a16:creationId xmlns:a16="http://schemas.microsoft.com/office/drawing/2014/main" id="{D60006DA-564B-45D8-AB1F-C244EE5D7799}"/>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COURSE</a:t>
            </a:r>
          </a:p>
        </p:txBody>
      </p:sp>
      <p:sp>
        <p:nvSpPr>
          <p:cNvPr id="2" name="">
            <a:extLst xmlns:a="http://schemas.openxmlformats.org/drawingml/2006/main">
              <a:ext uri="{FF2B5EF4-FFF2-40B4-BE49-F238E27FC236}">
                <a16:creationId xmlns:a16="http://schemas.microsoft.com/office/drawing/2014/main" id="{A67A97D9-9C34-4DD4-ACDA-EF61A864D48F}"/>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03</a:t>
            </a:r>
          </a:p>
        </p:txBody>
      </p:sp>
      <p:sp>
        <p:nvSpPr>
          <p:cNvPr id="3" name="">
            <a:extLst xmlns:a="http://schemas.openxmlformats.org/drawingml/2006/main">
              <a:ext uri="{FF2B5EF4-FFF2-40B4-BE49-F238E27FC236}">
                <a16:creationId xmlns:a16="http://schemas.microsoft.com/office/drawing/2014/main" id="{B8E6DAE9-FDB4-4263-B1BA-86D828EFEC19}"/>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1D939566-4DDF-4785-B444-0AB8C5AC41FB}"/>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73F2BA61-3D75-4031-B593-D7637D446936}"/>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F448F75C-772D-4F34-B81A-63218F37F059}"/>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16주 수업 일정</a:t>
            </a:r>
          </a:p>
        </p:txBody>
      </p:sp>
      <p:sp>
        <p:nvSpPr>
          <p:cNvPr id="7" name="">
            <a:extLst xmlns:a="http://schemas.openxmlformats.org/drawingml/2006/main">
              <a:ext uri="{FF2B5EF4-FFF2-40B4-BE49-F238E27FC236}">
                <a16:creationId xmlns:a16="http://schemas.microsoft.com/office/drawing/2014/main" id="{FF2796F3-8A72-4D53-A81C-D2462C2AECB2}"/>
              </a:ext>
            </a:extLst>
          </p:cNvPr>
          <p:cNvSpPr>
            <a:spLocks xmlns:a="http://schemas.openxmlformats.org/drawingml/2006/main" noGrp="1"/>
          </p:cNvSpPr>
          <p:nvPr/>
        </p:nvSpPr>
        <p:spPr>
          <a:xfrm xmlns:a="http://schemas.openxmlformats.org/drawingml/2006/main">
            <a:off x="609600" y="1371600"/>
            <a:ext cx="10972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667085"/>
                </a:solidFill>
                <a:latin typeface="AppleGothic"/>
                <a:ea typeface="AppleGothic"/>
                <a:cs typeface="AppleGothic"/>
              </a:defRPr>
            </a:pPr>
            <a:r>
              <a:rPr sz="1350" b="1">
                <a:solidFill>
                  <a:srgbClr val="667085"/>
                </a:solidFill>
                <a:latin typeface="AppleGothic"/>
                <a:ea typeface="AppleGothic"/>
                <a:cs typeface="AppleGothic"/>
              </a:rPr>
              <a:t>전 주차 온라인 운영 · 기본 실시간 강의 · W04·W06 녹화 영상 · W08 온라인 제출</a:t>
            </a:r>
          </a:p>
        </p:txBody>
      </p:sp>
      <p:sp>
        <p:nvSpPr>
          <p:cNvPr id="8" name="">
            <a:extLst xmlns:a="http://schemas.openxmlformats.org/drawingml/2006/main">
              <a:ext uri="{FF2B5EF4-FFF2-40B4-BE49-F238E27FC236}">
                <a16:creationId xmlns:a16="http://schemas.microsoft.com/office/drawing/2014/main" id="{922B81AA-4EAE-435A-9963-3087F2D84465}"/>
              </a:ext>
            </a:extLst>
          </p:cNvPr>
          <p:cNvSpPr>
            <a:spLocks xmlns:a="http://schemas.openxmlformats.org/drawingml/2006/main" noGrp="1"/>
          </p:cNvSpPr>
          <p:nvPr/>
        </p:nvSpPr>
        <p:spPr>
          <a:xfrm xmlns:a="http://schemas.openxmlformats.org/drawingml/2006/main">
            <a:off x="609600" y="1790700"/>
            <a:ext cx="53530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AppleGothic"/>
                <a:ea typeface="AppleGothic"/>
                <a:cs typeface="AppleGothic"/>
              </a:defRPr>
            </a:pPr>
            <a:r>
              <a:rPr sz="1050" b="1">
                <a:solidFill>
                  <a:srgbClr val="2563EB"/>
                </a:solidFill>
                <a:latin typeface="AppleGothic"/>
                <a:ea typeface="AppleGothic"/>
                <a:cs typeface="AppleGothic"/>
              </a:rPr>
              <a:t>W01–08 / DESIGN</a:t>
            </a:r>
          </a:p>
        </p:txBody>
      </p:sp>
      <p:sp>
        <p:nvSpPr>
          <p:cNvPr id="9" name="">
            <a:extLst xmlns:a="http://schemas.openxmlformats.org/drawingml/2006/main">
              <a:ext uri="{FF2B5EF4-FFF2-40B4-BE49-F238E27FC236}">
                <a16:creationId xmlns:a16="http://schemas.microsoft.com/office/drawing/2014/main" id="{F7391ED4-4882-42A1-A651-A845DEE5197E}"/>
              </a:ext>
            </a:extLst>
          </p:cNvPr>
          <p:cNvSpPr>
            <a:spLocks xmlns:a="http://schemas.openxmlformats.org/drawingml/2006/main" noGrp="1"/>
          </p:cNvSpPr>
          <p:nvPr/>
        </p:nvSpPr>
        <p:spPr>
          <a:xfrm xmlns:a="http://schemas.openxmlformats.org/drawingml/2006/main" rot="0">
            <a:off x="609600" y="2133600"/>
            <a:ext cx="5353050" cy="419100"/>
          </a:xfrm>
          <a:prstGeom xmlns:a="http://schemas.openxmlformats.org/drawingml/2006/main" prst="rect">
            <a:avLst/>
          </a:prstGeom>
          <a:solidFill xmlns:a="http://schemas.openxmlformats.org/drawingml/2006/main">
            <a:srgbClr val="2563EB"/>
          </a:solidFill>
          <a:ln xmlns:a="http://schemas.openxmlformats.org/drawingml/2006/main" w="9525">
            <a:solidFill>
              <a:srgbClr val="2563EB"/>
            </a:solidFill>
            <a:prstDash val="solid"/>
          </a:ln>
        </p:spPr>
      </p:sp>
      <p:sp>
        <p:nvSpPr>
          <p:cNvPr id="10" name="">
            <a:extLst xmlns:a="http://schemas.openxmlformats.org/drawingml/2006/main">
              <a:ext uri="{FF2B5EF4-FFF2-40B4-BE49-F238E27FC236}">
                <a16:creationId xmlns:a16="http://schemas.microsoft.com/office/drawing/2014/main" id="{4E496867-71FB-47CE-A7E1-B9818F1ACA6E}"/>
              </a:ext>
            </a:extLst>
          </p:cNvPr>
          <p:cNvSpPr>
            <a:spLocks xmlns:a="http://schemas.openxmlformats.org/drawingml/2006/main" noGrp="1"/>
          </p:cNvSpPr>
          <p:nvPr/>
        </p:nvSpPr>
        <p:spPr>
          <a:xfrm xmlns:a="http://schemas.openxmlformats.org/drawingml/2006/main">
            <a:off x="723900" y="213360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125" b="1">
                <a:solidFill>
                  <a:srgbClr val="FFFFFF"/>
                </a:solidFill>
                <a:latin typeface="Menlo"/>
                <a:ea typeface="Menlo"/>
                <a:cs typeface="Menlo"/>
              </a:defRPr>
            </a:pPr>
            <a:r>
              <a:rPr sz="1125" b="1">
                <a:solidFill>
                  <a:srgbClr val="FFFFFF"/>
                </a:solidFill>
                <a:latin typeface="Menlo"/>
                <a:ea typeface="Menlo"/>
                <a:cs typeface="Menlo"/>
              </a:rPr>
              <a:t>W01</a:t>
            </a:r>
          </a:p>
        </p:txBody>
      </p:sp>
      <p:sp>
        <p:nvSpPr>
          <p:cNvPr id="11" name="">
            <a:extLst xmlns:a="http://schemas.openxmlformats.org/drawingml/2006/main">
              <a:ext uri="{FF2B5EF4-FFF2-40B4-BE49-F238E27FC236}">
                <a16:creationId xmlns:a16="http://schemas.microsoft.com/office/drawing/2014/main" id="{4D129A0C-9769-4B17-A8F8-345C2E350386}"/>
              </a:ext>
            </a:extLst>
          </p:cNvPr>
          <p:cNvSpPr>
            <a:spLocks xmlns:a="http://schemas.openxmlformats.org/drawingml/2006/main" noGrp="1"/>
          </p:cNvSpPr>
          <p:nvPr/>
        </p:nvSpPr>
        <p:spPr>
          <a:xfrm xmlns:a="http://schemas.openxmlformats.org/drawingml/2006/main">
            <a:off x="1295400" y="2133600"/>
            <a:ext cx="6096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050" b="1">
                <a:solidFill>
                  <a:srgbClr val="FFFFFF"/>
                </a:solidFill>
                <a:latin typeface="Menlo"/>
                <a:ea typeface="Menlo"/>
                <a:cs typeface="Menlo"/>
              </a:defRPr>
            </a:pPr>
            <a:r>
              <a:rPr sz="1050" b="1">
                <a:solidFill>
                  <a:srgbClr val="FFFFFF"/>
                </a:solidFill>
                <a:latin typeface="Menlo"/>
                <a:ea typeface="Menlo"/>
                <a:cs typeface="Menlo"/>
              </a:rPr>
              <a:t>09.04</a:t>
            </a:r>
          </a:p>
        </p:txBody>
      </p:sp>
      <p:sp>
        <p:nvSpPr>
          <p:cNvPr id="12" name="">
            <a:extLst xmlns:a="http://schemas.openxmlformats.org/drawingml/2006/main">
              <a:ext uri="{FF2B5EF4-FFF2-40B4-BE49-F238E27FC236}">
                <a16:creationId xmlns:a16="http://schemas.microsoft.com/office/drawing/2014/main" id="{8E74990B-F0CB-45EF-8B99-18346D3BB818}"/>
              </a:ext>
            </a:extLst>
          </p:cNvPr>
          <p:cNvSpPr>
            <a:spLocks xmlns:a="http://schemas.openxmlformats.org/drawingml/2006/main" noGrp="1"/>
          </p:cNvSpPr>
          <p:nvPr/>
        </p:nvSpPr>
        <p:spPr>
          <a:xfrm xmlns:a="http://schemas.openxmlformats.org/drawingml/2006/main">
            <a:off x="2000250" y="2133600"/>
            <a:ext cx="2628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00" b="1">
                <a:solidFill>
                  <a:srgbClr val="FFFFFF"/>
                </a:solidFill>
                <a:latin typeface="AppleGothic"/>
                <a:ea typeface="AppleGothic"/>
                <a:cs typeface="AppleGothic"/>
              </a:defRPr>
            </a:pPr>
            <a:r>
              <a:rPr sz="1200" b="1">
                <a:solidFill>
                  <a:srgbClr val="FFFFFF"/>
                </a:solidFill>
                <a:latin typeface="AppleGothic"/>
                <a:ea typeface="AppleGothic"/>
                <a:cs typeface="AppleGothic"/>
              </a:rPr>
              <a:t>오리엔테이션·폐루프</a:t>
            </a:r>
          </a:p>
        </p:txBody>
      </p:sp>
      <p:sp>
        <p:nvSpPr>
          <p:cNvPr id="13" name="">
            <a:extLst xmlns:a="http://schemas.openxmlformats.org/drawingml/2006/main">
              <a:ext uri="{FF2B5EF4-FFF2-40B4-BE49-F238E27FC236}">
                <a16:creationId xmlns:a16="http://schemas.microsoft.com/office/drawing/2014/main" id="{14335E4F-6B01-4515-A9C0-C4EE3BDE977B}"/>
              </a:ext>
            </a:extLst>
          </p:cNvPr>
          <p:cNvSpPr>
            <a:spLocks xmlns:a="http://schemas.openxmlformats.org/drawingml/2006/main" noGrp="1"/>
          </p:cNvSpPr>
          <p:nvPr/>
        </p:nvSpPr>
        <p:spPr>
          <a:xfrm xmlns:a="http://schemas.openxmlformats.org/drawingml/2006/main">
            <a:off x="4724400" y="2133600"/>
            <a:ext cx="11239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0000"/>
              </a:lnSpc>
              <a:buNone/>
              <a:defRPr sz="1050" b="1">
                <a:solidFill>
                  <a:srgbClr val="FFFFFF"/>
                </a:solidFill>
                <a:latin typeface="Menlo"/>
                <a:ea typeface="Menlo"/>
                <a:cs typeface="Menlo"/>
              </a:defRPr>
            </a:pPr>
            <a:r>
              <a:rPr sz="1050" b="1">
                <a:solidFill>
                  <a:srgbClr val="FFFFFF"/>
                </a:solidFill>
                <a:latin typeface="Menlo"/>
                <a:ea typeface="Menlo"/>
                <a:cs typeface="Menlo"/>
              </a:rPr>
              <a:t>현재 · 실시간</a:t>
            </a:r>
          </a:p>
        </p:txBody>
      </p:sp>
      <p:sp>
        <p:nvSpPr>
          <p:cNvPr id="14" name="">
            <a:extLst xmlns:a="http://schemas.openxmlformats.org/drawingml/2006/main">
              <a:ext uri="{FF2B5EF4-FFF2-40B4-BE49-F238E27FC236}">
                <a16:creationId xmlns:a16="http://schemas.microsoft.com/office/drawing/2014/main" id="{B2B31CDA-38A0-44D3-90BE-83F22B4ECB44}"/>
              </a:ext>
            </a:extLst>
          </p:cNvPr>
          <p:cNvSpPr>
            <a:spLocks xmlns:a="http://schemas.openxmlformats.org/drawingml/2006/main" noGrp="1"/>
          </p:cNvSpPr>
          <p:nvPr/>
        </p:nvSpPr>
        <p:spPr>
          <a:xfrm xmlns:a="http://schemas.openxmlformats.org/drawingml/2006/main" rot="0">
            <a:off x="609600" y="2590800"/>
            <a:ext cx="53530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5" name="">
            <a:extLst xmlns:a="http://schemas.openxmlformats.org/drawingml/2006/main">
              <a:ext uri="{FF2B5EF4-FFF2-40B4-BE49-F238E27FC236}">
                <a16:creationId xmlns:a16="http://schemas.microsoft.com/office/drawing/2014/main" id="{65F0AE19-8D5F-405C-A466-8E76D351DCB1}"/>
              </a:ext>
            </a:extLst>
          </p:cNvPr>
          <p:cNvSpPr>
            <a:spLocks xmlns:a="http://schemas.openxmlformats.org/drawingml/2006/main" noGrp="1"/>
          </p:cNvSpPr>
          <p:nvPr/>
        </p:nvSpPr>
        <p:spPr>
          <a:xfrm xmlns:a="http://schemas.openxmlformats.org/drawingml/2006/main">
            <a:off x="723900" y="259080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125" b="1">
                <a:solidFill>
                  <a:srgbClr val="667085"/>
                </a:solidFill>
                <a:latin typeface="Menlo"/>
                <a:ea typeface="Menlo"/>
                <a:cs typeface="Menlo"/>
              </a:defRPr>
            </a:pPr>
            <a:r>
              <a:rPr sz="1125" b="1">
                <a:solidFill>
                  <a:srgbClr val="667085"/>
                </a:solidFill>
                <a:latin typeface="Menlo"/>
                <a:ea typeface="Menlo"/>
                <a:cs typeface="Menlo"/>
              </a:rPr>
              <a:t>W02</a:t>
            </a:r>
          </a:p>
        </p:txBody>
      </p:sp>
      <p:sp>
        <p:nvSpPr>
          <p:cNvPr id="16" name="">
            <a:extLst xmlns:a="http://schemas.openxmlformats.org/drawingml/2006/main">
              <a:ext uri="{FF2B5EF4-FFF2-40B4-BE49-F238E27FC236}">
                <a16:creationId xmlns:a16="http://schemas.microsoft.com/office/drawing/2014/main" id="{A26EE94E-D758-4A5C-8F84-CC13D23EC70D}"/>
              </a:ext>
            </a:extLst>
          </p:cNvPr>
          <p:cNvSpPr>
            <a:spLocks xmlns:a="http://schemas.openxmlformats.org/drawingml/2006/main" noGrp="1"/>
          </p:cNvSpPr>
          <p:nvPr/>
        </p:nvSpPr>
        <p:spPr>
          <a:xfrm xmlns:a="http://schemas.openxmlformats.org/drawingml/2006/main">
            <a:off x="1295400" y="2590800"/>
            <a:ext cx="6096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09.11</a:t>
            </a:r>
          </a:p>
        </p:txBody>
      </p:sp>
      <p:sp>
        <p:nvSpPr>
          <p:cNvPr id="17" name="">
            <a:extLst xmlns:a="http://schemas.openxmlformats.org/drawingml/2006/main">
              <a:ext uri="{FF2B5EF4-FFF2-40B4-BE49-F238E27FC236}">
                <a16:creationId xmlns:a16="http://schemas.microsoft.com/office/drawing/2014/main" id="{AB2A56AF-2954-42A3-9447-B805B738D3DE}"/>
              </a:ext>
            </a:extLst>
          </p:cNvPr>
          <p:cNvSpPr>
            <a:spLocks xmlns:a="http://schemas.openxmlformats.org/drawingml/2006/main" noGrp="1"/>
          </p:cNvSpPr>
          <p:nvPr/>
        </p:nvSpPr>
        <p:spPr>
          <a:xfrm xmlns:a="http://schemas.openxmlformats.org/drawingml/2006/main">
            <a:off x="2000250" y="2590800"/>
            <a:ext cx="2628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00" b="1">
                <a:solidFill>
                  <a:srgbClr val="191919"/>
                </a:solidFill>
                <a:latin typeface="AppleGothic"/>
                <a:ea typeface="AppleGothic"/>
                <a:cs typeface="AppleGothic"/>
              </a:defRPr>
            </a:pPr>
            <a:r>
              <a:rPr sz="1200" b="1">
                <a:solidFill>
                  <a:srgbClr val="191919"/>
                </a:solidFill>
                <a:latin typeface="AppleGothic"/>
                <a:ea typeface="AppleGothic"/>
                <a:cs typeface="AppleGothic"/>
              </a:rPr>
              <a:t>프롬프트 계약·버전</a:t>
            </a:r>
          </a:p>
        </p:txBody>
      </p:sp>
      <p:sp>
        <p:nvSpPr>
          <p:cNvPr id="18" name="">
            <a:extLst xmlns:a="http://schemas.openxmlformats.org/drawingml/2006/main">
              <a:ext uri="{FF2B5EF4-FFF2-40B4-BE49-F238E27FC236}">
                <a16:creationId xmlns:a16="http://schemas.microsoft.com/office/drawing/2014/main" id="{D075B814-7D7A-41CE-9F85-834ABE970C36}"/>
              </a:ext>
            </a:extLst>
          </p:cNvPr>
          <p:cNvSpPr>
            <a:spLocks xmlns:a="http://schemas.openxmlformats.org/drawingml/2006/main" noGrp="1"/>
          </p:cNvSpPr>
          <p:nvPr/>
        </p:nvSpPr>
        <p:spPr>
          <a:xfrm xmlns:a="http://schemas.openxmlformats.org/drawingml/2006/main">
            <a:off x="4724400" y="2590800"/>
            <a:ext cx="11239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실시간 온라인</a:t>
            </a:r>
          </a:p>
        </p:txBody>
      </p:sp>
      <p:sp>
        <p:nvSpPr>
          <p:cNvPr id="19" name="">
            <a:extLst xmlns:a="http://schemas.openxmlformats.org/drawingml/2006/main">
              <a:ext uri="{FF2B5EF4-FFF2-40B4-BE49-F238E27FC236}">
                <a16:creationId xmlns:a16="http://schemas.microsoft.com/office/drawing/2014/main" id="{8489F2FC-8D6F-4AA8-A7C6-C2BED5A0B665}"/>
              </a:ext>
            </a:extLst>
          </p:cNvPr>
          <p:cNvSpPr>
            <a:spLocks xmlns:a="http://schemas.openxmlformats.org/drawingml/2006/main" noGrp="1"/>
          </p:cNvSpPr>
          <p:nvPr/>
        </p:nvSpPr>
        <p:spPr>
          <a:xfrm xmlns:a="http://schemas.openxmlformats.org/drawingml/2006/main" rot="0">
            <a:off x="609600" y="3048000"/>
            <a:ext cx="53530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20" name="">
            <a:extLst xmlns:a="http://schemas.openxmlformats.org/drawingml/2006/main">
              <a:ext uri="{FF2B5EF4-FFF2-40B4-BE49-F238E27FC236}">
                <a16:creationId xmlns:a16="http://schemas.microsoft.com/office/drawing/2014/main" id="{4378EB8C-7B57-476B-94BE-15AEBFDF19FE}"/>
              </a:ext>
            </a:extLst>
          </p:cNvPr>
          <p:cNvSpPr>
            <a:spLocks xmlns:a="http://schemas.openxmlformats.org/drawingml/2006/main" noGrp="1"/>
          </p:cNvSpPr>
          <p:nvPr/>
        </p:nvSpPr>
        <p:spPr>
          <a:xfrm xmlns:a="http://schemas.openxmlformats.org/drawingml/2006/main">
            <a:off x="723900" y="304800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125" b="1">
                <a:solidFill>
                  <a:srgbClr val="667085"/>
                </a:solidFill>
                <a:latin typeface="Menlo"/>
                <a:ea typeface="Menlo"/>
                <a:cs typeface="Menlo"/>
              </a:defRPr>
            </a:pPr>
            <a:r>
              <a:rPr sz="1125" b="1">
                <a:solidFill>
                  <a:srgbClr val="667085"/>
                </a:solidFill>
                <a:latin typeface="Menlo"/>
                <a:ea typeface="Menlo"/>
                <a:cs typeface="Menlo"/>
              </a:rPr>
              <a:t>W03</a:t>
            </a:r>
          </a:p>
        </p:txBody>
      </p:sp>
      <p:sp>
        <p:nvSpPr>
          <p:cNvPr id="21" name="">
            <a:extLst xmlns:a="http://schemas.openxmlformats.org/drawingml/2006/main">
              <a:ext uri="{FF2B5EF4-FFF2-40B4-BE49-F238E27FC236}">
                <a16:creationId xmlns:a16="http://schemas.microsoft.com/office/drawing/2014/main" id="{575F4AC2-262B-4D74-AD26-972839242496}"/>
              </a:ext>
            </a:extLst>
          </p:cNvPr>
          <p:cNvSpPr>
            <a:spLocks xmlns:a="http://schemas.openxmlformats.org/drawingml/2006/main" noGrp="1"/>
          </p:cNvSpPr>
          <p:nvPr/>
        </p:nvSpPr>
        <p:spPr>
          <a:xfrm xmlns:a="http://schemas.openxmlformats.org/drawingml/2006/main">
            <a:off x="1295400" y="3048000"/>
            <a:ext cx="6096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09.18</a:t>
            </a:r>
          </a:p>
        </p:txBody>
      </p:sp>
      <p:sp>
        <p:nvSpPr>
          <p:cNvPr id="22" name="">
            <a:extLst xmlns:a="http://schemas.openxmlformats.org/drawingml/2006/main">
              <a:ext uri="{FF2B5EF4-FFF2-40B4-BE49-F238E27FC236}">
                <a16:creationId xmlns:a16="http://schemas.microsoft.com/office/drawing/2014/main" id="{941CBA48-50D9-439D-8D33-324B55E6AF96}"/>
              </a:ext>
            </a:extLst>
          </p:cNvPr>
          <p:cNvSpPr>
            <a:spLocks xmlns:a="http://schemas.openxmlformats.org/drawingml/2006/main" noGrp="1"/>
          </p:cNvSpPr>
          <p:nvPr/>
        </p:nvSpPr>
        <p:spPr>
          <a:xfrm xmlns:a="http://schemas.openxmlformats.org/drawingml/2006/main">
            <a:off x="2000250" y="3048000"/>
            <a:ext cx="2628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00" b="1">
                <a:solidFill>
                  <a:srgbClr val="191919"/>
                </a:solidFill>
                <a:latin typeface="AppleGothic"/>
                <a:ea typeface="AppleGothic"/>
                <a:cs typeface="AppleGothic"/>
              </a:defRPr>
            </a:pPr>
            <a:r>
              <a:rPr sz="1200" b="1">
                <a:solidFill>
                  <a:srgbClr val="191919"/>
                </a:solidFill>
                <a:latin typeface="AppleGothic"/>
                <a:ea typeface="AppleGothic"/>
                <a:cs typeface="AppleGothic"/>
              </a:rPr>
              <a:t>프롬프트 평가·오류</a:t>
            </a:r>
          </a:p>
        </p:txBody>
      </p:sp>
      <p:sp>
        <p:nvSpPr>
          <p:cNvPr id="23" name="">
            <a:extLst xmlns:a="http://schemas.openxmlformats.org/drawingml/2006/main">
              <a:ext uri="{FF2B5EF4-FFF2-40B4-BE49-F238E27FC236}">
                <a16:creationId xmlns:a16="http://schemas.microsoft.com/office/drawing/2014/main" id="{73B0603B-2941-4928-ACE5-DEA7D2A6855C}"/>
              </a:ext>
            </a:extLst>
          </p:cNvPr>
          <p:cNvSpPr>
            <a:spLocks xmlns:a="http://schemas.openxmlformats.org/drawingml/2006/main" noGrp="1"/>
          </p:cNvSpPr>
          <p:nvPr/>
        </p:nvSpPr>
        <p:spPr>
          <a:xfrm xmlns:a="http://schemas.openxmlformats.org/drawingml/2006/main">
            <a:off x="4724400" y="3048000"/>
            <a:ext cx="11239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실시간 온라인</a:t>
            </a:r>
          </a:p>
        </p:txBody>
      </p:sp>
      <p:sp>
        <p:nvSpPr>
          <p:cNvPr id="24" name="">
            <a:extLst xmlns:a="http://schemas.openxmlformats.org/drawingml/2006/main">
              <a:ext uri="{FF2B5EF4-FFF2-40B4-BE49-F238E27FC236}">
                <a16:creationId xmlns:a16="http://schemas.microsoft.com/office/drawing/2014/main" id="{36A86B49-69A4-49D0-A9EE-3C62011E9214}"/>
              </a:ext>
            </a:extLst>
          </p:cNvPr>
          <p:cNvSpPr>
            <a:spLocks xmlns:a="http://schemas.openxmlformats.org/drawingml/2006/main" noGrp="1"/>
          </p:cNvSpPr>
          <p:nvPr/>
        </p:nvSpPr>
        <p:spPr>
          <a:xfrm xmlns:a="http://schemas.openxmlformats.org/drawingml/2006/main" rot="0">
            <a:off x="609600" y="3505200"/>
            <a:ext cx="53530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25" name="">
            <a:extLst xmlns:a="http://schemas.openxmlformats.org/drawingml/2006/main">
              <a:ext uri="{FF2B5EF4-FFF2-40B4-BE49-F238E27FC236}">
                <a16:creationId xmlns:a16="http://schemas.microsoft.com/office/drawing/2014/main" id="{83F06349-FAD9-4622-8FDB-05ADA768A02D}"/>
              </a:ext>
            </a:extLst>
          </p:cNvPr>
          <p:cNvSpPr>
            <a:spLocks xmlns:a="http://schemas.openxmlformats.org/drawingml/2006/main" noGrp="1"/>
          </p:cNvSpPr>
          <p:nvPr/>
        </p:nvSpPr>
        <p:spPr>
          <a:xfrm xmlns:a="http://schemas.openxmlformats.org/drawingml/2006/main">
            <a:off x="723900" y="350520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125" b="1">
                <a:solidFill>
                  <a:srgbClr val="667085"/>
                </a:solidFill>
                <a:latin typeface="Menlo"/>
                <a:ea typeface="Menlo"/>
                <a:cs typeface="Menlo"/>
              </a:defRPr>
            </a:pPr>
            <a:r>
              <a:rPr sz="1125" b="1">
                <a:solidFill>
                  <a:srgbClr val="667085"/>
                </a:solidFill>
                <a:latin typeface="Menlo"/>
                <a:ea typeface="Menlo"/>
                <a:cs typeface="Menlo"/>
              </a:rPr>
              <a:t>W04</a:t>
            </a:r>
          </a:p>
        </p:txBody>
      </p:sp>
      <p:sp>
        <p:nvSpPr>
          <p:cNvPr id="26" name="">
            <a:extLst xmlns:a="http://schemas.openxmlformats.org/drawingml/2006/main">
              <a:ext uri="{FF2B5EF4-FFF2-40B4-BE49-F238E27FC236}">
                <a16:creationId xmlns:a16="http://schemas.microsoft.com/office/drawing/2014/main" id="{45141D2D-D8F2-453A-B6DF-5F1ECC196E9F}"/>
              </a:ext>
            </a:extLst>
          </p:cNvPr>
          <p:cNvSpPr>
            <a:spLocks xmlns:a="http://schemas.openxmlformats.org/drawingml/2006/main" noGrp="1"/>
          </p:cNvSpPr>
          <p:nvPr/>
        </p:nvSpPr>
        <p:spPr>
          <a:xfrm xmlns:a="http://schemas.openxmlformats.org/drawingml/2006/main">
            <a:off x="1295400" y="3505200"/>
            <a:ext cx="6096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09.25</a:t>
            </a:r>
          </a:p>
        </p:txBody>
      </p:sp>
      <p:sp>
        <p:nvSpPr>
          <p:cNvPr id="27" name="">
            <a:extLst xmlns:a="http://schemas.openxmlformats.org/drawingml/2006/main">
              <a:ext uri="{FF2B5EF4-FFF2-40B4-BE49-F238E27FC236}">
                <a16:creationId xmlns:a16="http://schemas.microsoft.com/office/drawing/2014/main" id="{602CA8D4-C4D5-4937-952B-07683ED70E7B}"/>
              </a:ext>
            </a:extLst>
          </p:cNvPr>
          <p:cNvSpPr>
            <a:spLocks xmlns:a="http://schemas.openxmlformats.org/drawingml/2006/main" noGrp="1"/>
          </p:cNvSpPr>
          <p:nvPr/>
        </p:nvSpPr>
        <p:spPr>
          <a:xfrm xmlns:a="http://schemas.openxmlformats.org/drawingml/2006/main">
            <a:off x="2000250" y="3505200"/>
            <a:ext cx="2628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00" b="1">
                <a:solidFill>
                  <a:srgbClr val="191919"/>
                </a:solidFill>
                <a:latin typeface="AppleGothic"/>
                <a:ea typeface="AppleGothic"/>
                <a:cs typeface="AppleGothic"/>
              </a:defRPr>
            </a:pPr>
            <a:r>
              <a:rPr sz="1200" b="1">
                <a:solidFill>
                  <a:srgbClr val="191919"/>
                </a:solidFill>
                <a:latin typeface="AppleGothic"/>
                <a:ea typeface="AppleGothic"/>
                <a:cs typeface="AppleGothic"/>
              </a:rPr>
              <a:t>검색 근거 계약</a:t>
            </a:r>
          </a:p>
        </p:txBody>
      </p:sp>
      <p:sp>
        <p:nvSpPr>
          <p:cNvPr id="28" name="">
            <a:extLst xmlns:a="http://schemas.openxmlformats.org/drawingml/2006/main">
              <a:ext uri="{FF2B5EF4-FFF2-40B4-BE49-F238E27FC236}">
                <a16:creationId xmlns:a16="http://schemas.microsoft.com/office/drawing/2014/main" id="{1DC990F2-2B08-4979-9BC7-3A450D5AEA82}"/>
              </a:ext>
            </a:extLst>
          </p:cNvPr>
          <p:cNvSpPr>
            <a:spLocks xmlns:a="http://schemas.openxmlformats.org/drawingml/2006/main" noGrp="1"/>
          </p:cNvSpPr>
          <p:nvPr/>
        </p:nvSpPr>
        <p:spPr>
          <a:xfrm xmlns:a="http://schemas.openxmlformats.org/drawingml/2006/main">
            <a:off x="4724400" y="3505200"/>
            <a:ext cx="11239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0000"/>
              </a:lnSpc>
              <a:buNone/>
              <a:defRPr sz="1050" b="1">
                <a:solidFill>
                  <a:srgbClr val="2563EB"/>
                </a:solidFill>
                <a:latin typeface="Menlo"/>
                <a:ea typeface="Menlo"/>
                <a:cs typeface="Menlo"/>
              </a:defRPr>
            </a:pPr>
            <a:r>
              <a:rPr sz="1050" b="1">
                <a:solidFill>
                  <a:srgbClr val="2563EB"/>
                </a:solidFill>
                <a:latin typeface="Menlo"/>
                <a:ea typeface="Menlo"/>
                <a:cs typeface="Menlo"/>
              </a:rPr>
              <a:t>녹화 · 추석</a:t>
            </a:r>
          </a:p>
        </p:txBody>
      </p:sp>
      <p:sp>
        <p:nvSpPr>
          <p:cNvPr id="29" name="">
            <a:extLst xmlns:a="http://schemas.openxmlformats.org/drawingml/2006/main">
              <a:ext uri="{FF2B5EF4-FFF2-40B4-BE49-F238E27FC236}">
                <a16:creationId xmlns:a16="http://schemas.microsoft.com/office/drawing/2014/main" id="{4F15EE26-20A3-4BFE-A345-A0F44DD650CC}"/>
              </a:ext>
            </a:extLst>
          </p:cNvPr>
          <p:cNvSpPr>
            <a:spLocks xmlns:a="http://schemas.openxmlformats.org/drawingml/2006/main" noGrp="1"/>
          </p:cNvSpPr>
          <p:nvPr/>
        </p:nvSpPr>
        <p:spPr>
          <a:xfrm xmlns:a="http://schemas.openxmlformats.org/drawingml/2006/main" rot="0">
            <a:off x="609600" y="3962400"/>
            <a:ext cx="53530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30" name="">
            <a:extLst xmlns:a="http://schemas.openxmlformats.org/drawingml/2006/main">
              <a:ext uri="{FF2B5EF4-FFF2-40B4-BE49-F238E27FC236}">
                <a16:creationId xmlns:a16="http://schemas.microsoft.com/office/drawing/2014/main" id="{63E0B233-6F43-4799-BF5F-65F597FEE7AF}"/>
              </a:ext>
            </a:extLst>
          </p:cNvPr>
          <p:cNvSpPr>
            <a:spLocks xmlns:a="http://schemas.openxmlformats.org/drawingml/2006/main" noGrp="1"/>
          </p:cNvSpPr>
          <p:nvPr/>
        </p:nvSpPr>
        <p:spPr>
          <a:xfrm xmlns:a="http://schemas.openxmlformats.org/drawingml/2006/main">
            <a:off x="723900" y="396240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125" b="1">
                <a:solidFill>
                  <a:srgbClr val="667085"/>
                </a:solidFill>
                <a:latin typeface="Menlo"/>
                <a:ea typeface="Menlo"/>
                <a:cs typeface="Menlo"/>
              </a:defRPr>
            </a:pPr>
            <a:r>
              <a:rPr sz="1125" b="1">
                <a:solidFill>
                  <a:srgbClr val="667085"/>
                </a:solidFill>
                <a:latin typeface="Menlo"/>
                <a:ea typeface="Menlo"/>
                <a:cs typeface="Menlo"/>
              </a:rPr>
              <a:t>W05</a:t>
            </a:r>
          </a:p>
        </p:txBody>
      </p:sp>
      <p:sp>
        <p:nvSpPr>
          <p:cNvPr id="31" name="">
            <a:extLst xmlns:a="http://schemas.openxmlformats.org/drawingml/2006/main">
              <a:ext uri="{FF2B5EF4-FFF2-40B4-BE49-F238E27FC236}">
                <a16:creationId xmlns:a16="http://schemas.microsoft.com/office/drawing/2014/main" id="{8D406099-F147-4169-BECA-70CAC8BB9B9F}"/>
              </a:ext>
            </a:extLst>
          </p:cNvPr>
          <p:cNvSpPr>
            <a:spLocks xmlns:a="http://schemas.openxmlformats.org/drawingml/2006/main" noGrp="1"/>
          </p:cNvSpPr>
          <p:nvPr/>
        </p:nvSpPr>
        <p:spPr>
          <a:xfrm xmlns:a="http://schemas.openxmlformats.org/drawingml/2006/main">
            <a:off x="1295400" y="3962400"/>
            <a:ext cx="6096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10.02</a:t>
            </a:r>
          </a:p>
        </p:txBody>
      </p:sp>
      <p:sp>
        <p:nvSpPr>
          <p:cNvPr id="32" name="">
            <a:extLst xmlns:a="http://schemas.openxmlformats.org/drawingml/2006/main">
              <a:ext uri="{FF2B5EF4-FFF2-40B4-BE49-F238E27FC236}">
                <a16:creationId xmlns:a16="http://schemas.microsoft.com/office/drawing/2014/main" id="{0E38CF49-7ED4-42FF-B084-57A78DD8C82F}"/>
              </a:ext>
            </a:extLst>
          </p:cNvPr>
          <p:cNvSpPr>
            <a:spLocks xmlns:a="http://schemas.openxmlformats.org/drawingml/2006/main" noGrp="1"/>
          </p:cNvSpPr>
          <p:nvPr/>
        </p:nvSpPr>
        <p:spPr>
          <a:xfrm xmlns:a="http://schemas.openxmlformats.org/drawingml/2006/main">
            <a:off x="2000250" y="3962400"/>
            <a:ext cx="2628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00" b="1">
                <a:solidFill>
                  <a:srgbClr val="191919"/>
                </a:solidFill>
                <a:latin typeface="AppleGothic"/>
                <a:ea typeface="AppleGothic"/>
                <a:cs typeface="AppleGothic"/>
              </a:defRPr>
            </a:pPr>
            <a:r>
              <a:rPr sz="1200" b="1">
                <a:solidFill>
                  <a:srgbClr val="191919"/>
                </a:solidFill>
                <a:latin typeface="AppleGothic"/>
                <a:ea typeface="AppleGothic"/>
                <a:cs typeface="AppleGothic"/>
              </a:rPr>
              <a:t>검색 품질·파이프라인</a:t>
            </a:r>
          </a:p>
        </p:txBody>
      </p:sp>
      <p:sp>
        <p:nvSpPr>
          <p:cNvPr id="33" name="">
            <a:extLst xmlns:a="http://schemas.openxmlformats.org/drawingml/2006/main">
              <a:ext uri="{FF2B5EF4-FFF2-40B4-BE49-F238E27FC236}">
                <a16:creationId xmlns:a16="http://schemas.microsoft.com/office/drawing/2014/main" id="{26AC87FD-E69F-442C-ABDD-2C883CDFB5D3}"/>
              </a:ext>
            </a:extLst>
          </p:cNvPr>
          <p:cNvSpPr>
            <a:spLocks xmlns:a="http://schemas.openxmlformats.org/drawingml/2006/main" noGrp="1"/>
          </p:cNvSpPr>
          <p:nvPr/>
        </p:nvSpPr>
        <p:spPr>
          <a:xfrm xmlns:a="http://schemas.openxmlformats.org/drawingml/2006/main">
            <a:off x="4724400" y="3962400"/>
            <a:ext cx="11239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실시간 온라인</a:t>
            </a:r>
          </a:p>
        </p:txBody>
      </p:sp>
      <p:sp>
        <p:nvSpPr>
          <p:cNvPr id="34" name="">
            <a:extLst xmlns:a="http://schemas.openxmlformats.org/drawingml/2006/main">
              <a:ext uri="{FF2B5EF4-FFF2-40B4-BE49-F238E27FC236}">
                <a16:creationId xmlns:a16="http://schemas.microsoft.com/office/drawing/2014/main" id="{2F59CBCE-615C-4341-B9FD-C813C5E24927}"/>
              </a:ext>
            </a:extLst>
          </p:cNvPr>
          <p:cNvSpPr>
            <a:spLocks xmlns:a="http://schemas.openxmlformats.org/drawingml/2006/main" noGrp="1"/>
          </p:cNvSpPr>
          <p:nvPr/>
        </p:nvSpPr>
        <p:spPr>
          <a:xfrm xmlns:a="http://schemas.openxmlformats.org/drawingml/2006/main" rot="0">
            <a:off x="609600" y="4419600"/>
            <a:ext cx="53530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35" name="">
            <a:extLst xmlns:a="http://schemas.openxmlformats.org/drawingml/2006/main">
              <a:ext uri="{FF2B5EF4-FFF2-40B4-BE49-F238E27FC236}">
                <a16:creationId xmlns:a16="http://schemas.microsoft.com/office/drawing/2014/main" id="{AA2CD367-1131-4C5B-AC4B-4874F2F4246D}"/>
              </a:ext>
            </a:extLst>
          </p:cNvPr>
          <p:cNvSpPr>
            <a:spLocks xmlns:a="http://schemas.openxmlformats.org/drawingml/2006/main" noGrp="1"/>
          </p:cNvSpPr>
          <p:nvPr/>
        </p:nvSpPr>
        <p:spPr>
          <a:xfrm xmlns:a="http://schemas.openxmlformats.org/drawingml/2006/main">
            <a:off x="723900" y="441960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125" b="1">
                <a:solidFill>
                  <a:srgbClr val="667085"/>
                </a:solidFill>
                <a:latin typeface="Menlo"/>
                <a:ea typeface="Menlo"/>
                <a:cs typeface="Menlo"/>
              </a:defRPr>
            </a:pPr>
            <a:r>
              <a:rPr sz="1125" b="1">
                <a:solidFill>
                  <a:srgbClr val="667085"/>
                </a:solidFill>
                <a:latin typeface="Menlo"/>
                <a:ea typeface="Menlo"/>
                <a:cs typeface="Menlo"/>
              </a:rPr>
              <a:t>W06</a:t>
            </a:r>
          </a:p>
        </p:txBody>
      </p:sp>
      <p:sp>
        <p:nvSpPr>
          <p:cNvPr id="36" name="">
            <a:extLst xmlns:a="http://schemas.openxmlformats.org/drawingml/2006/main">
              <a:ext uri="{FF2B5EF4-FFF2-40B4-BE49-F238E27FC236}">
                <a16:creationId xmlns:a16="http://schemas.microsoft.com/office/drawing/2014/main" id="{B3D89361-F1F5-41BF-94C5-9B4CBC531315}"/>
              </a:ext>
            </a:extLst>
          </p:cNvPr>
          <p:cNvSpPr>
            <a:spLocks xmlns:a="http://schemas.openxmlformats.org/drawingml/2006/main" noGrp="1"/>
          </p:cNvSpPr>
          <p:nvPr/>
        </p:nvSpPr>
        <p:spPr>
          <a:xfrm xmlns:a="http://schemas.openxmlformats.org/drawingml/2006/main">
            <a:off x="1295400" y="4419600"/>
            <a:ext cx="6096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10.09</a:t>
            </a:r>
          </a:p>
        </p:txBody>
      </p:sp>
      <p:sp>
        <p:nvSpPr>
          <p:cNvPr id="37" name="">
            <a:extLst xmlns:a="http://schemas.openxmlformats.org/drawingml/2006/main">
              <a:ext uri="{FF2B5EF4-FFF2-40B4-BE49-F238E27FC236}">
                <a16:creationId xmlns:a16="http://schemas.microsoft.com/office/drawing/2014/main" id="{D9A1D1B7-23AA-4E37-86AD-F8AFBB01E8D5}"/>
              </a:ext>
            </a:extLst>
          </p:cNvPr>
          <p:cNvSpPr>
            <a:spLocks xmlns:a="http://schemas.openxmlformats.org/drawingml/2006/main" noGrp="1"/>
          </p:cNvSpPr>
          <p:nvPr/>
        </p:nvSpPr>
        <p:spPr>
          <a:xfrm xmlns:a="http://schemas.openxmlformats.org/drawingml/2006/main">
            <a:off x="2000250" y="4419600"/>
            <a:ext cx="2628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00" b="1">
                <a:solidFill>
                  <a:srgbClr val="191919"/>
                </a:solidFill>
                <a:latin typeface="AppleGothic"/>
                <a:ea typeface="AppleGothic"/>
                <a:cs typeface="AppleGothic"/>
              </a:defRPr>
            </a:pPr>
            <a:r>
              <a:rPr sz="1200" b="1">
                <a:solidFill>
                  <a:srgbClr val="191919"/>
                </a:solidFill>
                <a:latin typeface="AppleGothic"/>
                <a:ea typeface="AppleGothic"/>
                <a:cs typeface="AppleGothic"/>
              </a:rPr>
              <a:t>미세조정·데이터</a:t>
            </a:r>
          </a:p>
        </p:txBody>
      </p:sp>
      <p:sp>
        <p:nvSpPr>
          <p:cNvPr id="38" name="">
            <a:extLst xmlns:a="http://schemas.openxmlformats.org/drawingml/2006/main">
              <a:ext uri="{FF2B5EF4-FFF2-40B4-BE49-F238E27FC236}">
                <a16:creationId xmlns:a16="http://schemas.microsoft.com/office/drawing/2014/main" id="{0DDBED83-201A-445A-8F30-63F3E1F52C92}"/>
              </a:ext>
            </a:extLst>
          </p:cNvPr>
          <p:cNvSpPr>
            <a:spLocks xmlns:a="http://schemas.openxmlformats.org/drawingml/2006/main" noGrp="1"/>
          </p:cNvSpPr>
          <p:nvPr/>
        </p:nvSpPr>
        <p:spPr>
          <a:xfrm xmlns:a="http://schemas.openxmlformats.org/drawingml/2006/main">
            <a:off x="4724400" y="4419600"/>
            <a:ext cx="11239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0000"/>
              </a:lnSpc>
              <a:buNone/>
              <a:defRPr sz="1050" b="1">
                <a:solidFill>
                  <a:srgbClr val="2563EB"/>
                </a:solidFill>
                <a:latin typeface="Menlo"/>
                <a:ea typeface="Menlo"/>
                <a:cs typeface="Menlo"/>
              </a:defRPr>
            </a:pPr>
            <a:r>
              <a:rPr sz="1050" b="1">
                <a:solidFill>
                  <a:srgbClr val="2563EB"/>
                </a:solidFill>
                <a:latin typeface="Menlo"/>
                <a:ea typeface="Menlo"/>
                <a:cs typeface="Menlo"/>
              </a:rPr>
              <a:t>녹화 · 한글날</a:t>
            </a:r>
          </a:p>
        </p:txBody>
      </p:sp>
      <p:sp>
        <p:nvSpPr>
          <p:cNvPr id="39" name="">
            <a:extLst xmlns:a="http://schemas.openxmlformats.org/drawingml/2006/main">
              <a:ext uri="{FF2B5EF4-FFF2-40B4-BE49-F238E27FC236}">
                <a16:creationId xmlns:a16="http://schemas.microsoft.com/office/drawing/2014/main" id="{F06F1273-C727-4283-B728-FE2456E7EBD7}"/>
              </a:ext>
            </a:extLst>
          </p:cNvPr>
          <p:cNvSpPr>
            <a:spLocks xmlns:a="http://schemas.openxmlformats.org/drawingml/2006/main" noGrp="1"/>
          </p:cNvSpPr>
          <p:nvPr/>
        </p:nvSpPr>
        <p:spPr>
          <a:xfrm xmlns:a="http://schemas.openxmlformats.org/drawingml/2006/main" rot="0">
            <a:off x="609600" y="4876800"/>
            <a:ext cx="53530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40" name="">
            <a:extLst xmlns:a="http://schemas.openxmlformats.org/drawingml/2006/main">
              <a:ext uri="{FF2B5EF4-FFF2-40B4-BE49-F238E27FC236}">
                <a16:creationId xmlns:a16="http://schemas.microsoft.com/office/drawing/2014/main" id="{90B15737-0D39-4DAF-B407-140F9335EC24}"/>
              </a:ext>
            </a:extLst>
          </p:cNvPr>
          <p:cNvSpPr>
            <a:spLocks xmlns:a="http://schemas.openxmlformats.org/drawingml/2006/main" noGrp="1"/>
          </p:cNvSpPr>
          <p:nvPr/>
        </p:nvSpPr>
        <p:spPr>
          <a:xfrm xmlns:a="http://schemas.openxmlformats.org/drawingml/2006/main">
            <a:off x="723900" y="487680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125" b="1">
                <a:solidFill>
                  <a:srgbClr val="667085"/>
                </a:solidFill>
                <a:latin typeface="Menlo"/>
                <a:ea typeface="Menlo"/>
                <a:cs typeface="Menlo"/>
              </a:defRPr>
            </a:pPr>
            <a:r>
              <a:rPr sz="1125" b="1">
                <a:solidFill>
                  <a:srgbClr val="667085"/>
                </a:solidFill>
                <a:latin typeface="Menlo"/>
                <a:ea typeface="Menlo"/>
                <a:cs typeface="Menlo"/>
              </a:rPr>
              <a:t>W07</a:t>
            </a:r>
          </a:p>
        </p:txBody>
      </p:sp>
      <p:sp>
        <p:nvSpPr>
          <p:cNvPr id="41" name="">
            <a:extLst xmlns:a="http://schemas.openxmlformats.org/drawingml/2006/main">
              <a:ext uri="{FF2B5EF4-FFF2-40B4-BE49-F238E27FC236}">
                <a16:creationId xmlns:a16="http://schemas.microsoft.com/office/drawing/2014/main" id="{A1A663AC-B192-4DF6-B46B-5CF928007320}"/>
              </a:ext>
            </a:extLst>
          </p:cNvPr>
          <p:cNvSpPr>
            <a:spLocks xmlns:a="http://schemas.openxmlformats.org/drawingml/2006/main" noGrp="1"/>
          </p:cNvSpPr>
          <p:nvPr/>
        </p:nvSpPr>
        <p:spPr>
          <a:xfrm xmlns:a="http://schemas.openxmlformats.org/drawingml/2006/main">
            <a:off x="1295400" y="4876800"/>
            <a:ext cx="6096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10.16</a:t>
            </a:r>
          </a:p>
        </p:txBody>
      </p:sp>
      <p:sp>
        <p:nvSpPr>
          <p:cNvPr id="42" name="">
            <a:extLst xmlns:a="http://schemas.openxmlformats.org/drawingml/2006/main">
              <a:ext uri="{FF2B5EF4-FFF2-40B4-BE49-F238E27FC236}">
                <a16:creationId xmlns:a16="http://schemas.microsoft.com/office/drawing/2014/main" id="{C78108B1-B43F-45B8-917E-3A9A74E2969B}"/>
              </a:ext>
            </a:extLst>
          </p:cNvPr>
          <p:cNvSpPr>
            <a:spLocks xmlns:a="http://schemas.openxmlformats.org/drawingml/2006/main" noGrp="1"/>
          </p:cNvSpPr>
          <p:nvPr/>
        </p:nvSpPr>
        <p:spPr>
          <a:xfrm xmlns:a="http://schemas.openxmlformats.org/drawingml/2006/main">
            <a:off x="2000250" y="4876800"/>
            <a:ext cx="2628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00" b="1">
                <a:solidFill>
                  <a:srgbClr val="191919"/>
                </a:solidFill>
                <a:latin typeface="AppleGothic"/>
                <a:ea typeface="AppleGothic"/>
                <a:cs typeface="AppleGothic"/>
              </a:defRPr>
            </a:pPr>
            <a:r>
              <a:rPr sz="1200" b="1">
                <a:solidFill>
                  <a:srgbClr val="191919"/>
                </a:solidFill>
                <a:latin typeface="AppleGothic"/>
                <a:ea typeface="AppleGothic"/>
                <a:cs typeface="AppleGothic"/>
              </a:rPr>
              <a:t>선호 최적화·대안</a:t>
            </a:r>
          </a:p>
        </p:txBody>
      </p:sp>
      <p:sp>
        <p:nvSpPr>
          <p:cNvPr id="43" name="">
            <a:extLst xmlns:a="http://schemas.openxmlformats.org/drawingml/2006/main">
              <a:ext uri="{FF2B5EF4-FFF2-40B4-BE49-F238E27FC236}">
                <a16:creationId xmlns:a16="http://schemas.microsoft.com/office/drawing/2014/main" id="{BC0A757C-90CC-4B6B-817B-6BB6D3AA2F33}"/>
              </a:ext>
            </a:extLst>
          </p:cNvPr>
          <p:cNvSpPr>
            <a:spLocks xmlns:a="http://schemas.openxmlformats.org/drawingml/2006/main" noGrp="1"/>
          </p:cNvSpPr>
          <p:nvPr/>
        </p:nvSpPr>
        <p:spPr>
          <a:xfrm xmlns:a="http://schemas.openxmlformats.org/drawingml/2006/main">
            <a:off x="4724400" y="4876800"/>
            <a:ext cx="11239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실시간 온라인</a:t>
            </a:r>
          </a:p>
        </p:txBody>
      </p:sp>
      <p:sp>
        <p:nvSpPr>
          <p:cNvPr id="44" name="">
            <a:extLst xmlns:a="http://schemas.openxmlformats.org/drawingml/2006/main">
              <a:ext uri="{FF2B5EF4-FFF2-40B4-BE49-F238E27FC236}">
                <a16:creationId xmlns:a16="http://schemas.microsoft.com/office/drawing/2014/main" id="{9DBBEF9A-2313-47D4-B93D-0D58A94DF98B}"/>
              </a:ext>
            </a:extLst>
          </p:cNvPr>
          <p:cNvSpPr>
            <a:spLocks xmlns:a="http://schemas.openxmlformats.org/drawingml/2006/main" noGrp="1"/>
          </p:cNvSpPr>
          <p:nvPr/>
        </p:nvSpPr>
        <p:spPr>
          <a:xfrm xmlns:a="http://schemas.openxmlformats.org/drawingml/2006/main" rot="0">
            <a:off x="609600" y="5334000"/>
            <a:ext cx="53530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45" name="">
            <a:extLst xmlns:a="http://schemas.openxmlformats.org/drawingml/2006/main">
              <a:ext uri="{FF2B5EF4-FFF2-40B4-BE49-F238E27FC236}">
                <a16:creationId xmlns:a16="http://schemas.microsoft.com/office/drawing/2014/main" id="{C68B8451-78F8-4F32-B223-56CEEB80F58B}"/>
              </a:ext>
            </a:extLst>
          </p:cNvPr>
          <p:cNvSpPr>
            <a:spLocks xmlns:a="http://schemas.openxmlformats.org/drawingml/2006/main" noGrp="1"/>
          </p:cNvSpPr>
          <p:nvPr/>
        </p:nvSpPr>
        <p:spPr>
          <a:xfrm xmlns:a="http://schemas.openxmlformats.org/drawingml/2006/main">
            <a:off x="723900" y="533400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125" b="1">
                <a:solidFill>
                  <a:srgbClr val="667085"/>
                </a:solidFill>
                <a:latin typeface="Menlo"/>
                <a:ea typeface="Menlo"/>
                <a:cs typeface="Menlo"/>
              </a:defRPr>
            </a:pPr>
            <a:r>
              <a:rPr sz="1125" b="1">
                <a:solidFill>
                  <a:srgbClr val="667085"/>
                </a:solidFill>
                <a:latin typeface="Menlo"/>
                <a:ea typeface="Menlo"/>
                <a:cs typeface="Menlo"/>
              </a:rPr>
              <a:t>W08</a:t>
            </a:r>
          </a:p>
        </p:txBody>
      </p:sp>
      <p:sp>
        <p:nvSpPr>
          <p:cNvPr id="46" name="">
            <a:extLst xmlns:a="http://schemas.openxmlformats.org/drawingml/2006/main">
              <a:ext uri="{FF2B5EF4-FFF2-40B4-BE49-F238E27FC236}">
                <a16:creationId xmlns:a16="http://schemas.microsoft.com/office/drawing/2014/main" id="{716D839E-AF05-4533-BA5E-61811A9FADE3}"/>
              </a:ext>
            </a:extLst>
          </p:cNvPr>
          <p:cNvSpPr>
            <a:spLocks xmlns:a="http://schemas.openxmlformats.org/drawingml/2006/main" noGrp="1"/>
          </p:cNvSpPr>
          <p:nvPr/>
        </p:nvSpPr>
        <p:spPr>
          <a:xfrm xmlns:a="http://schemas.openxmlformats.org/drawingml/2006/main">
            <a:off x="1295400" y="5334000"/>
            <a:ext cx="6096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10.23</a:t>
            </a:r>
          </a:p>
        </p:txBody>
      </p:sp>
      <p:sp>
        <p:nvSpPr>
          <p:cNvPr id="47" name="">
            <a:extLst xmlns:a="http://schemas.openxmlformats.org/drawingml/2006/main">
              <a:ext uri="{FF2B5EF4-FFF2-40B4-BE49-F238E27FC236}">
                <a16:creationId xmlns:a16="http://schemas.microsoft.com/office/drawing/2014/main" id="{6BD369D9-BEAE-4C4E-A3B1-97FEC9BB4A0D}"/>
              </a:ext>
            </a:extLst>
          </p:cNvPr>
          <p:cNvSpPr>
            <a:spLocks xmlns:a="http://schemas.openxmlformats.org/drawingml/2006/main" noGrp="1"/>
          </p:cNvSpPr>
          <p:nvPr/>
        </p:nvSpPr>
        <p:spPr>
          <a:xfrm xmlns:a="http://schemas.openxmlformats.org/drawingml/2006/main">
            <a:off x="2000250" y="5334000"/>
            <a:ext cx="2628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00" b="1">
                <a:solidFill>
                  <a:srgbClr val="191919"/>
                </a:solidFill>
                <a:latin typeface="AppleGothic"/>
                <a:ea typeface="AppleGothic"/>
                <a:cs typeface="AppleGothic"/>
              </a:defRPr>
            </a:pPr>
            <a:r>
              <a:rPr sz="1200" b="1">
                <a:solidFill>
                  <a:srgbClr val="191919"/>
                </a:solidFill>
                <a:latin typeface="AppleGothic"/>
                <a:ea typeface="AppleGothic"/>
                <a:cs typeface="AppleGothic"/>
              </a:rPr>
              <a:t>기말 프로젝트 기획서</a:t>
            </a:r>
          </a:p>
        </p:txBody>
      </p:sp>
      <p:sp>
        <p:nvSpPr>
          <p:cNvPr id="48" name="">
            <a:extLst xmlns:a="http://schemas.openxmlformats.org/drawingml/2006/main">
              <a:ext uri="{FF2B5EF4-FFF2-40B4-BE49-F238E27FC236}">
                <a16:creationId xmlns:a16="http://schemas.microsoft.com/office/drawing/2014/main" id="{9834D545-E3E2-4173-A682-18A9E2B9EA81}"/>
              </a:ext>
            </a:extLst>
          </p:cNvPr>
          <p:cNvSpPr>
            <a:spLocks xmlns:a="http://schemas.openxmlformats.org/drawingml/2006/main" noGrp="1"/>
          </p:cNvSpPr>
          <p:nvPr/>
        </p:nvSpPr>
        <p:spPr>
          <a:xfrm xmlns:a="http://schemas.openxmlformats.org/drawingml/2006/main">
            <a:off x="4724400" y="5334000"/>
            <a:ext cx="11239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온라인 제출</a:t>
            </a:r>
          </a:p>
        </p:txBody>
      </p:sp>
      <p:sp>
        <p:nvSpPr>
          <p:cNvPr id="49" name="">
            <a:extLst xmlns:a="http://schemas.openxmlformats.org/drawingml/2006/main">
              <a:ext uri="{FF2B5EF4-FFF2-40B4-BE49-F238E27FC236}">
                <a16:creationId xmlns:a16="http://schemas.microsoft.com/office/drawing/2014/main" id="{DB0331D1-E67A-4D1A-9EDD-74CF46518FB9}"/>
              </a:ext>
            </a:extLst>
          </p:cNvPr>
          <p:cNvSpPr>
            <a:spLocks xmlns:a="http://schemas.openxmlformats.org/drawingml/2006/main" noGrp="1"/>
          </p:cNvSpPr>
          <p:nvPr/>
        </p:nvSpPr>
        <p:spPr>
          <a:xfrm xmlns:a="http://schemas.openxmlformats.org/drawingml/2006/main">
            <a:off x="6229350" y="1790700"/>
            <a:ext cx="53530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W09–16 / OPERATE</a:t>
            </a:r>
          </a:p>
        </p:txBody>
      </p:sp>
      <p:sp>
        <p:nvSpPr>
          <p:cNvPr id="50" name="">
            <a:extLst xmlns:a="http://schemas.openxmlformats.org/drawingml/2006/main">
              <a:ext uri="{FF2B5EF4-FFF2-40B4-BE49-F238E27FC236}">
                <a16:creationId xmlns:a16="http://schemas.microsoft.com/office/drawing/2014/main" id="{C956ACDD-720C-4386-8E8B-9F2D811047F8}"/>
              </a:ext>
            </a:extLst>
          </p:cNvPr>
          <p:cNvSpPr>
            <a:spLocks xmlns:a="http://schemas.openxmlformats.org/drawingml/2006/main" noGrp="1"/>
          </p:cNvSpPr>
          <p:nvPr/>
        </p:nvSpPr>
        <p:spPr>
          <a:xfrm xmlns:a="http://schemas.openxmlformats.org/drawingml/2006/main" rot="0">
            <a:off x="6229350" y="2133600"/>
            <a:ext cx="53530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51" name="">
            <a:extLst xmlns:a="http://schemas.openxmlformats.org/drawingml/2006/main">
              <a:ext uri="{FF2B5EF4-FFF2-40B4-BE49-F238E27FC236}">
                <a16:creationId xmlns:a16="http://schemas.microsoft.com/office/drawing/2014/main" id="{86296D65-70FF-4C32-BF2C-BF4A5BB33AAC}"/>
              </a:ext>
            </a:extLst>
          </p:cNvPr>
          <p:cNvSpPr>
            <a:spLocks xmlns:a="http://schemas.openxmlformats.org/drawingml/2006/main" noGrp="1"/>
          </p:cNvSpPr>
          <p:nvPr/>
        </p:nvSpPr>
        <p:spPr>
          <a:xfrm xmlns:a="http://schemas.openxmlformats.org/drawingml/2006/main">
            <a:off x="6343650" y="213360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125" b="1">
                <a:solidFill>
                  <a:srgbClr val="667085"/>
                </a:solidFill>
                <a:latin typeface="Menlo"/>
                <a:ea typeface="Menlo"/>
                <a:cs typeface="Menlo"/>
              </a:defRPr>
            </a:pPr>
            <a:r>
              <a:rPr sz="1125" b="1">
                <a:solidFill>
                  <a:srgbClr val="667085"/>
                </a:solidFill>
                <a:latin typeface="Menlo"/>
                <a:ea typeface="Menlo"/>
                <a:cs typeface="Menlo"/>
              </a:rPr>
              <a:t>W09</a:t>
            </a:r>
          </a:p>
        </p:txBody>
      </p:sp>
      <p:sp>
        <p:nvSpPr>
          <p:cNvPr id="52" name="">
            <a:extLst xmlns:a="http://schemas.openxmlformats.org/drawingml/2006/main">
              <a:ext uri="{FF2B5EF4-FFF2-40B4-BE49-F238E27FC236}">
                <a16:creationId xmlns:a16="http://schemas.microsoft.com/office/drawing/2014/main" id="{2D49B5B8-8E12-45D2-8725-1C3E90147DFC}"/>
              </a:ext>
            </a:extLst>
          </p:cNvPr>
          <p:cNvSpPr>
            <a:spLocks xmlns:a="http://schemas.openxmlformats.org/drawingml/2006/main" noGrp="1"/>
          </p:cNvSpPr>
          <p:nvPr/>
        </p:nvSpPr>
        <p:spPr>
          <a:xfrm xmlns:a="http://schemas.openxmlformats.org/drawingml/2006/main">
            <a:off x="6915150" y="2133600"/>
            <a:ext cx="6096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10.30</a:t>
            </a:r>
          </a:p>
        </p:txBody>
      </p:sp>
      <p:sp>
        <p:nvSpPr>
          <p:cNvPr id="53" name="">
            <a:extLst xmlns:a="http://schemas.openxmlformats.org/drawingml/2006/main">
              <a:ext uri="{FF2B5EF4-FFF2-40B4-BE49-F238E27FC236}">
                <a16:creationId xmlns:a16="http://schemas.microsoft.com/office/drawing/2014/main" id="{3D08D666-CFB1-45D1-9B6B-9F0B422C06A5}"/>
              </a:ext>
            </a:extLst>
          </p:cNvPr>
          <p:cNvSpPr>
            <a:spLocks xmlns:a="http://schemas.openxmlformats.org/drawingml/2006/main" noGrp="1"/>
          </p:cNvSpPr>
          <p:nvPr/>
        </p:nvSpPr>
        <p:spPr>
          <a:xfrm xmlns:a="http://schemas.openxmlformats.org/drawingml/2006/main">
            <a:off x="7620000" y="2133600"/>
            <a:ext cx="2628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00" b="1">
                <a:solidFill>
                  <a:srgbClr val="191919"/>
                </a:solidFill>
                <a:latin typeface="AppleGothic"/>
                <a:ea typeface="AppleGothic"/>
                <a:cs typeface="AppleGothic"/>
              </a:defRPr>
            </a:pPr>
            <a:r>
              <a:rPr sz="1200" b="1">
                <a:solidFill>
                  <a:srgbClr val="191919"/>
                </a:solidFill>
                <a:latin typeface="AppleGothic"/>
                <a:ea typeface="AppleGothic"/>
                <a:cs typeface="AppleGothic"/>
              </a:rPr>
              <a:t>요청·응답 서비스 계약</a:t>
            </a:r>
          </a:p>
        </p:txBody>
      </p:sp>
      <p:sp>
        <p:nvSpPr>
          <p:cNvPr id="54" name="">
            <a:extLst xmlns:a="http://schemas.openxmlformats.org/drawingml/2006/main">
              <a:ext uri="{FF2B5EF4-FFF2-40B4-BE49-F238E27FC236}">
                <a16:creationId xmlns:a16="http://schemas.microsoft.com/office/drawing/2014/main" id="{E317C660-5FA5-4FF0-A530-E53D59160650}"/>
              </a:ext>
            </a:extLst>
          </p:cNvPr>
          <p:cNvSpPr>
            <a:spLocks xmlns:a="http://schemas.openxmlformats.org/drawingml/2006/main" noGrp="1"/>
          </p:cNvSpPr>
          <p:nvPr/>
        </p:nvSpPr>
        <p:spPr>
          <a:xfrm xmlns:a="http://schemas.openxmlformats.org/drawingml/2006/main">
            <a:off x="10344150" y="2133600"/>
            <a:ext cx="11239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실시간 온라인</a:t>
            </a:r>
          </a:p>
        </p:txBody>
      </p:sp>
      <p:sp>
        <p:nvSpPr>
          <p:cNvPr id="55" name="">
            <a:extLst xmlns:a="http://schemas.openxmlformats.org/drawingml/2006/main">
              <a:ext uri="{FF2B5EF4-FFF2-40B4-BE49-F238E27FC236}">
                <a16:creationId xmlns:a16="http://schemas.microsoft.com/office/drawing/2014/main" id="{421790D7-A81A-4123-9A1D-D375D7F467BE}"/>
              </a:ext>
            </a:extLst>
          </p:cNvPr>
          <p:cNvSpPr>
            <a:spLocks xmlns:a="http://schemas.openxmlformats.org/drawingml/2006/main" noGrp="1"/>
          </p:cNvSpPr>
          <p:nvPr/>
        </p:nvSpPr>
        <p:spPr>
          <a:xfrm xmlns:a="http://schemas.openxmlformats.org/drawingml/2006/main" rot="0">
            <a:off x="6229350" y="2590800"/>
            <a:ext cx="53530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56" name="">
            <a:extLst xmlns:a="http://schemas.openxmlformats.org/drawingml/2006/main">
              <a:ext uri="{FF2B5EF4-FFF2-40B4-BE49-F238E27FC236}">
                <a16:creationId xmlns:a16="http://schemas.microsoft.com/office/drawing/2014/main" id="{B6BB5421-1598-47E3-9FE9-FFBF827FEAA6}"/>
              </a:ext>
            </a:extLst>
          </p:cNvPr>
          <p:cNvSpPr>
            <a:spLocks xmlns:a="http://schemas.openxmlformats.org/drawingml/2006/main" noGrp="1"/>
          </p:cNvSpPr>
          <p:nvPr/>
        </p:nvSpPr>
        <p:spPr>
          <a:xfrm xmlns:a="http://schemas.openxmlformats.org/drawingml/2006/main">
            <a:off x="6343650" y="259080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125" b="1">
                <a:solidFill>
                  <a:srgbClr val="667085"/>
                </a:solidFill>
                <a:latin typeface="Menlo"/>
                <a:ea typeface="Menlo"/>
                <a:cs typeface="Menlo"/>
              </a:defRPr>
            </a:pPr>
            <a:r>
              <a:rPr sz="1125" b="1">
                <a:solidFill>
                  <a:srgbClr val="667085"/>
                </a:solidFill>
                <a:latin typeface="Menlo"/>
                <a:ea typeface="Menlo"/>
                <a:cs typeface="Menlo"/>
              </a:rPr>
              <a:t>W10</a:t>
            </a:r>
          </a:p>
        </p:txBody>
      </p:sp>
      <p:sp>
        <p:nvSpPr>
          <p:cNvPr id="57" name="">
            <a:extLst xmlns:a="http://schemas.openxmlformats.org/drawingml/2006/main">
              <a:ext uri="{FF2B5EF4-FFF2-40B4-BE49-F238E27FC236}">
                <a16:creationId xmlns:a16="http://schemas.microsoft.com/office/drawing/2014/main" id="{80D424B3-8E74-4947-B673-D19B0EBDF501}"/>
              </a:ext>
            </a:extLst>
          </p:cNvPr>
          <p:cNvSpPr>
            <a:spLocks xmlns:a="http://schemas.openxmlformats.org/drawingml/2006/main" noGrp="1"/>
          </p:cNvSpPr>
          <p:nvPr/>
        </p:nvSpPr>
        <p:spPr>
          <a:xfrm xmlns:a="http://schemas.openxmlformats.org/drawingml/2006/main">
            <a:off x="6915150" y="2590800"/>
            <a:ext cx="6096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11.06</a:t>
            </a:r>
          </a:p>
        </p:txBody>
      </p:sp>
      <p:sp>
        <p:nvSpPr>
          <p:cNvPr id="58" name="">
            <a:extLst xmlns:a="http://schemas.openxmlformats.org/drawingml/2006/main">
              <a:ext uri="{FF2B5EF4-FFF2-40B4-BE49-F238E27FC236}">
                <a16:creationId xmlns:a16="http://schemas.microsoft.com/office/drawing/2014/main" id="{954C0789-6FF5-4A51-891D-3AA4F17DB397}"/>
              </a:ext>
            </a:extLst>
          </p:cNvPr>
          <p:cNvSpPr>
            <a:spLocks xmlns:a="http://schemas.openxmlformats.org/drawingml/2006/main" noGrp="1"/>
          </p:cNvSpPr>
          <p:nvPr/>
        </p:nvSpPr>
        <p:spPr>
          <a:xfrm xmlns:a="http://schemas.openxmlformats.org/drawingml/2006/main">
            <a:off x="7620000" y="2590800"/>
            <a:ext cx="2628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00" b="1">
                <a:solidFill>
                  <a:srgbClr val="191919"/>
                </a:solidFill>
                <a:latin typeface="AppleGothic"/>
                <a:ea typeface="AppleGothic"/>
                <a:cs typeface="AppleGothic"/>
              </a:defRPr>
            </a:pPr>
            <a:r>
              <a:rPr sz="1200" b="1">
                <a:solidFill>
                  <a:srgbClr val="191919"/>
                </a:solidFill>
                <a:latin typeface="AppleGothic"/>
                <a:ea typeface="AppleGothic"/>
                <a:cs typeface="AppleGothic"/>
              </a:rPr>
              <a:t>관찰 가능한 배포</a:t>
            </a:r>
          </a:p>
        </p:txBody>
      </p:sp>
      <p:sp>
        <p:nvSpPr>
          <p:cNvPr id="59" name="">
            <a:extLst xmlns:a="http://schemas.openxmlformats.org/drawingml/2006/main">
              <a:ext uri="{FF2B5EF4-FFF2-40B4-BE49-F238E27FC236}">
                <a16:creationId xmlns:a16="http://schemas.microsoft.com/office/drawing/2014/main" id="{AAD100CB-598F-48D2-8323-B9D3B94403AB}"/>
              </a:ext>
            </a:extLst>
          </p:cNvPr>
          <p:cNvSpPr>
            <a:spLocks xmlns:a="http://schemas.openxmlformats.org/drawingml/2006/main" noGrp="1"/>
          </p:cNvSpPr>
          <p:nvPr/>
        </p:nvSpPr>
        <p:spPr>
          <a:xfrm xmlns:a="http://schemas.openxmlformats.org/drawingml/2006/main">
            <a:off x="10344150" y="2590800"/>
            <a:ext cx="11239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실시간 온라인</a:t>
            </a:r>
          </a:p>
        </p:txBody>
      </p:sp>
      <p:sp>
        <p:nvSpPr>
          <p:cNvPr id="60" name="">
            <a:extLst xmlns:a="http://schemas.openxmlformats.org/drawingml/2006/main">
              <a:ext uri="{FF2B5EF4-FFF2-40B4-BE49-F238E27FC236}">
                <a16:creationId xmlns:a16="http://schemas.microsoft.com/office/drawing/2014/main" id="{A92D2F58-5872-49D7-8E0C-64B93F984990}"/>
              </a:ext>
            </a:extLst>
          </p:cNvPr>
          <p:cNvSpPr>
            <a:spLocks xmlns:a="http://schemas.openxmlformats.org/drawingml/2006/main" noGrp="1"/>
          </p:cNvSpPr>
          <p:nvPr/>
        </p:nvSpPr>
        <p:spPr>
          <a:xfrm xmlns:a="http://schemas.openxmlformats.org/drawingml/2006/main" rot="0">
            <a:off x="6229350" y="3048000"/>
            <a:ext cx="53530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61" name="">
            <a:extLst xmlns:a="http://schemas.openxmlformats.org/drawingml/2006/main">
              <a:ext uri="{FF2B5EF4-FFF2-40B4-BE49-F238E27FC236}">
                <a16:creationId xmlns:a16="http://schemas.microsoft.com/office/drawing/2014/main" id="{0564BA77-773F-488E-B23A-D3735E6E27C3}"/>
              </a:ext>
            </a:extLst>
          </p:cNvPr>
          <p:cNvSpPr>
            <a:spLocks xmlns:a="http://schemas.openxmlformats.org/drawingml/2006/main" noGrp="1"/>
          </p:cNvSpPr>
          <p:nvPr/>
        </p:nvSpPr>
        <p:spPr>
          <a:xfrm xmlns:a="http://schemas.openxmlformats.org/drawingml/2006/main">
            <a:off x="6343650" y="304800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125" b="1">
                <a:solidFill>
                  <a:srgbClr val="667085"/>
                </a:solidFill>
                <a:latin typeface="Menlo"/>
                <a:ea typeface="Menlo"/>
                <a:cs typeface="Menlo"/>
              </a:defRPr>
            </a:pPr>
            <a:r>
              <a:rPr sz="1125" b="1">
                <a:solidFill>
                  <a:srgbClr val="667085"/>
                </a:solidFill>
                <a:latin typeface="Menlo"/>
                <a:ea typeface="Menlo"/>
                <a:cs typeface="Menlo"/>
              </a:rPr>
              <a:t>W11</a:t>
            </a:r>
          </a:p>
        </p:txBody>
      </p:sp>
      <p:sp>
        <p:nvSpPr>
          <p:cNvPr id="62" name="">
            <a:extLst xmlns:a="http://schemas.openxmlformats.org/drawingml/2006/main">
              <a:ext uri="{FF2B5EF4-FFF2-40B4-BE49-F238E27FC236}">
                <a16:creationId xmlns:a16="http://schemas.microsoft.com/office/drawing/2014/main" id="{3CC6D10E-065A-4691-B923-811632C5E0A6}"/>
              </a:ext>
            </a:extLst>
          </p:cNvPr>
          <p:cNvSpPr>
            <a:spLocks xmlns:a="http://schemas.openxmlformats.org/drawingml/2006/main" noGrp="1"/>
          </p:cNvSpPr>
          <p:nvPr/>
        </p:nvSpPr>
        <p:spPr>
          <a:xfrm xmlns:a="http://schemas.openxmlformats.org/drawingml/2006/main">
            <a:off x="6915150" y="3048000"/>
            <a:ext cx="6096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11.13</a:t>
            </a:r>
          </a:p>
        </p:txBody>
      </p:sp>
      <p:sp>
        <p:nvSpPr>
          <p:cNvPr id="63" name="">
            <a:extLst xmlns:a="http://schemas.openxmlformats.org/drawingml/2006/main">
              <a:ext uri="{FF2B5EF4-FFF2-40B4-BE49-F238E27FC236}">
                <a16:creationId xmlns:a16="http://schemas.microsoft.com/office/drawing/2014/main" id="{910BC602-28B2-4550-8287-32F1392C1207}"/>
              </a:ext>
            </a:extLst>
          </p:cNvPr>
          <p:cNvSpPr>
            <a:spLocks xmlns:a="http://schemas.openxmlformats.org/drawingml/2006/main" noGrp="1"/>
          </p:cNvSpPr>
          <p:nvPr/>
        </p:nvSpPr>
        <p:spPr>
          <a:xfrm xmlns:a="http://schemas.openxmlformats.org/drawingml/2006/main">
            <a:off x="7620000" y="3048000"/>
            <a:ext cx="2628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00" b="1">
                <a:solidFill>
                  <a:srgbClr val="191919"/>
                </a:solidFill>
                <a:latin typeface="AppleGothic"/>
                <a:ea typeface="AppleGothic"/>
                <a:cs typeface="AppleGothic"/>
              </a:defRPr>
            </a:pPr>
            <a:r>
              <a:rPr sz="1200" b="1">
                <a:solidFill>
                  <a:srgbClr val="191919"/>
                </a:solidFill>
                <a:latin typeface="AppleGothic"/>
                <a:ea typeface="AppleGothic"/>
                <a:cs typeface="AppleGothic"/>
              </a:rPr>
              <a:t>오프라인 평가</a:t>
            </a:r>
          </a:p>
        </p:txBody>
      </p:sp>
      <p:sp>
        <p:nvSpPr>
          <p:cNvPr id="64" name="">
            <a:extLst xmlns:a="http://schemas.openxmlformats.org/drawingml/2006/main">
              <a:ext uri="{FF2B5EF4-FFF2-40B4-BE49-F238E27FC236}">
                <a16:creationId xmlns:a16="http://schemas.microsoft.com/office/drawing/2014/main" id="{3A145E96-35DA-44C3-A2B5-7599DAD6F85E}"/>
              </a:ext>
            </a:extLst>
          </p:cNvPr>
          <p:cNvSpPr>
            <a:spLocks xmlns:a="http://schemas.openxmlformats.org/drawingml/2006/main" noGrp="1"/>
          </p:cNvSpPr>
          <p:nvPr/>
        </p:nvSpPr>
        <p:spPr>
          <a:xfrm xmlns:a="http://schemas.openxmlformats.org/drawingml/2006/main">
            <a:off x="10344150" y="3048000"/>
            <a:ext cx="11239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실시간 온라인</a:t>
            </a:r>
          </a:p>
        </p:txBody>
      </p:sp>
      <p:sp>
        <p:nvSpPr>
          <p:cNvPr id="65" name="">
            <a:extLst xmlns:a="http://schemas.openxmlformats.org/drawingml/2006/main">
              <a:ext uri="{FF2B5EF4-FFF2-40B4-BE49-F238E27FC236}">
                <a16:creationId xmlns:a16="http://schemas.microsoft.com/office/drawing/2014/main" id="{51406E17-EDF4-40E6-803B-DED8EBC33AFC}"/>
              </a:ext>
            </a:extLst>
          </p:cNvPr>
          <p:cNvSpPr>
            <a:spLocks xmlns:a="http://schemas.openxmlformats.org/drawingml/2006/main" noGrp="1"/>
          </p:cNvSpPr>
          <p:nvPr/>
        </p:nvSpPr>
        <p:spPr>
          <a:xfrm xmlns:a="http://schemas.openxmlformats.org/drawingml/2006/main" rot="0">
            <a:off x="6229350" y="3505200"/>
            <a:ext cx="53530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66" name="">
            <a:extLst xmlns:a="http://schemas.openxmlformats.org/drawingml/2006/main">
              <a:ext uri="{FF2B5EF4-FFF2-40B4-BE49-F238E27FC236}">
                <a16:creationId xmlns:a16="http://schemas.microsoft.com/office/drawing/2014/main" id="{4329588B-2D39-4C1C-BBD5-73712B1FCD16}"/>
              </a:ext>
            </a:extLst>
          </p:cNvPr>
          <p:cNvSpPr>
            <a:spLocks xmlns:a="http://schemas.openxmlformats.org/drawingml/2006/main" noGrp="1"/>
          </p:cNvSpPr>
          <p:nvPr/>
        </p:nvSpPr>
        <p:spPr>
          <a:xfrm xmlns:a="http://schemas.openxmlformats.org/drawingml/2006/main">
            <a:off x="6343650" y="350520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125" b="1">
                <a:solidFill>
                  <a:srgbClr val="667085"/>
                </a:solidFill>
                <a:latin typeface="Menlo"/>
                <a:ea typeface="Menlo"/>
                <a:cs typeface="Menlo"/>
              </a:defRPr>
            </a:pPr>
            <a:r>
              <a:rPr sz="1125" b="1">
                <a:solidFill>
                  <a:srgbClr val="667085"/>
                </a:solidFill>
                <a:latin typeface="Menlo"/>
                <a:ea typeface="Menlo"/>
                <a:cs typeface="Menlo"/>
              </a:rPr>
              <a:t>W12</a:t>
            </a:r>
          </a:p>
        </p:txBody>
      </p:sp>
      <p:sp>
        <p:nvSpPr>
          <p:cNvPr id="67" name="">
            <a:extLst xmlns:a="http://schemas.openxmlformats.org/drawingml/2006/main">
              <a:ext uri="{FF2B5EF4-FFF2-40B4-BE49-F238E27FC236}">
                <a16:creationId xmlns:a16="http://schemas.microsoft.com/office/drawing/2014/main" id="{CEEC4394-877D-4FF8-982D-5594AA6E3436}"/>
              </a:ext>
            </a:extLst>
          </p:cNvPr>
          <p:cNvSpPr>
            <a:spLocks xmlns:a="http://schemas.openxmlformats.org/drawingml/2006/main" noGrp="1"/>
          </p:cNvSpPr>
          <p:nvPr/>
        </p:nvSpPr>
        <p:spPr>
          <a:xfrm xmlns:a="http://schemas.openxmlformats.org/drawingml/2006/main">
            <a:off x="6915150" y="3505200"/>
            <a:ext cx="6096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11.20</a:t>
            </a:r>
          </a:p>
        </p:txBody>
      </p:sp>
      <p:sp>
        <p:nvSpPr>
          <p:cNvPr id="68" name="">
            <a:extLst xmlns:a="http://schemas.openxmlformats.org/drawingml/2006/main">
              <a:ext uri="{FF2B5EF4-FFF2-40B4-BE49-F238E27FC236}">
                <a16:creationId xmlns:a16="http://schemas.microsoft.com/office/drawing/2014/main" id="{7FFD5560-352B-408B-93FB-EDE580C2E32C}"/>
              </a:ext>
            </a:extLst>
          </p:cNvPr>
          <p:cNvSpPr>
            <a:spLocks xmlns:a="http://schemas.openxmlformats.org/drawingml/2006/main" noGrp="1"/>
          </p:cNvSpPr>
          <p:nvPr/>
        </p:nvSpPr>
        <p:spPr>
          <a:xfrm xmlns:a="http://schemas.openxmlformats.org/drawingml/2006/main">
            <a:off x="7620000" y="3505200"/>
            <a:ext cx="2628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00" b="1">
                <a:solidFill>
                  <a:srgbClr val="191919"/>
                </a:solidFill>
                <a:latin typeface="AppleGothic"/>
                <a:ea typeface="AppleGothic"/>
                <a:cs typeface="AppleGothic"/>
              </a:defRPr>
            </a:pPr>
            <a:r>
              <a:rPr sz="1200" b="1">
                <a:solidFill>
                  <a:srgbClr val="191919"/>
                </a:solidFill>
                <a:latin typeface="AppleGothic"/>
                <a:ea typeface="AppleGothic"/>
                <a:cs typeface="AppleGothic"/>
              </a:rPr>
              <a:t>온라인 관찰·실험</a:t>
            </a:r>
          </a:p>
        </p:txBody>
      </p:sp>
      <p:sp>
        <p:nvSpPr>
          <p:cNvPr id="69" name="">
            <a:extLst xmlns:a="http://schemas.openxmlformats.org/drawingml/2006/main">
              <a:ext uri="{FF2B5EF4-FFF2-40B4-BE49-F238E27FC236}">
                <a16:creationId xmlns:a16="http://schemas.microsoft.com/office/drawing/2014/main" id="{2C0C47F3-CD4B-4A14-962D-B78E70DB2539}"/>
              </a:ext>
            </a:extLst>
          </p:cNvPr>
          <p:cNvSpPr>
            <a:spLocks xmlns:a="http://schemas.openxmlformats.org/drawingml/2006/main" noGrp="1"/>
          </p:cNvSpPr>
          <p:nvPr/>
        </p:nvSpPr>
        <p:spPr>
          <a:xfrm xmlns:a="http://schemas.openxmlformats.org/drawingml/2006/main">
            <a:off x="10344150" y="3505200"/>
            <a:ext cx="11239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실시간 온라인</a:t>
            </a:r>
          </a:p>
        </p:txBody>
      </p:sp>
      <p:sp>
        <p:nvSpPr>
          <p:cNvPr id="70" name="">
            <a:extLst xmlns:a="http://schemas.openxmlformats.org/drawingml/2006/main">
              <a:ext uri="{FF2B5EF4-FFF2-40B4-BE49-F238E27FC236}">
                <a16:creationId xmlns:a16="http://schemas.microsoft.com/office/drawing/2014/main" id="{9FBB7AA1-A284-4E08-A241-600F9AC34B1B}"/>
              </a:ext>
            </a:extLst>
          </p:cNvPr>
          <p:cNvSpPr>
            <a:spLocks xmlns:a="http://schemas.openxmlformats.org/drawingml/2006/main" noGrp="1"/>
          </p:cNvSpPr>
          <p:nvPr/>
        </p:nvSpPr>
        <p:spPr>
          <a:xfrm xmlns:a="http://schemas.openxmlformats.org/drawingml/2006/main" rot="0">
            <a:off x="6229350" y="3962400"/>
            <a:ext cx="53530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71" name="">
            <a:extLst xmlns:a="http://schemas.openxmlformats.org/drawingml/2006/main">
              <a:ext uri="{FF2B5EF4-FFF2-40B4-BE49-F238E27FC236}">
                <a16:creationId xmlns:a16="http://schemas.microsoft.com/office/drawing/2014/main" id="{6DB5D02F-4BF8-4C26-9939-30B50C88CFB7}"/>
              </a:ext>
            </a:extLst>
          </p:cNvPr>
          <p:cNvSpPr>
            <a:spLocks xmlns:a="http://schemas.openxmlformats.org/drawingml/2006/main" noGrp="1"/>
          </p:cNvSpPr>
          <p:nvPr/>
        </p:nvSpPr>
        <p:spPr>
          <a:xfrm xmlns:a="http://schemas.openxmlformats.org/drawingml/2006/main">
            <a:off x="6343650" y="396240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125" b="1">
                <a:solidFill>
                  <a:srgbClr val="667085"/>
                </a:solidFill>
                <a:latin typeface="Menlo"/>
                <a:ea typeface="Menlo"/>
                <a:cs typeface="Menlo"/>
              </a:defRPr>
            </a:pPr>
            <a:r>
              <a:rPr sz="1125" b="1">
                <a:solidFill>
                  <a:srgbClr val="667085"/>
                </a:solidFill>
                <a:latin typeface="Menlo"/>
                <a:ea typeface="Menlo"/>
                <a:cs typeface="Menlo"/>
              </a:rPr>
              <a:t>W13</a:t>
            </a:r>
          </a:p>
        </p:txBody>
      </p:sp>
      <p:sp>
        <p:nvSpPr>
          <p:cNvPr id="72" name="">
            <a:extLst xmlns:a="http://schemas.openxmlformats.org/drawingml/2006/main">
              <a:ext uri="{FF2B5EF4-FFF2-40B4-BE49-F238E27FC236}">
                <a16:creationId xmlns:a16="http://schemas.microsoft.com/office/drawing/2014/main" id="{55ACEDB6-FBFC-4D87-B185-34015EDCFD11}"/>
              </a:ext>
            </a:extLst>
          </p:cNvPr>
          <p:cNvSpPr>
            <a:spLocks xmlns:a="http://schemas.openxmlformats.org/drawingml/2006/main" noGrp="1"/>
          </p:cNvSpPr>
          <p:nvPr/>
        </p:nvSpPr>
        <p:spPr>
          <a:xfrm xmlns:a="http://schemas.openxmlformats.org/drawingml/2006/main">
            <a:off x="6915150" y="3962400"/>
            <a:ext cx="6096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11.27</a:t>
            </a:r>
          </a:p>
        </p:txBody>
      </p:sp>
      <p:sp>
        <p:nvSpPr>
          <p:cNvPr id="73" name="">
            <a:extLst xmlns:a="http://schemas.openxmlformats.org/drawingml/2006/main">
              <a:ext uri="{FF2B5EF4-FFF2-40B4-BE49-F238E27FC236}">
                <a16:creationId xmlns:a16="http://schemas.microsoft.com/office/drawing/2014/main" id="{08763F9E-9F71-4EB2-9920-FAD6F6C99674}"/>
              </a:ext>
            </a:extLst>
          </p:cNvPr>
          <p:cNvSpPr>
            <a:spLocks xmlns:a="http://schemas.openxmlformats.org/drawingml/2006/main" noGrp="1"/>
          </p:cNvSpPr>
          <p:nvPr/>
        </p:nvSpPr>
        <p:spPr>
          <a:xfrm xmlns:a="http://schemas.openxmlformats.org/drawingml/2006/main">
            <a:off x="7620000" y="3962400"/>
            <a:ext cx="2628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00" b="1">
                <a:solidFill>
                  <a:srgbClr val="191919"/>
                </a:solidFill>
                <a:latin typeface="AppleGothic"/>
                <a:ea typeface="AppleGothic"/>
                <a:cs typeface="AppleGothic"/>
              </a:defRPr>
            </a:pPr>
            <a:r>
              <a:rPr sz="1200" b="1">
                <a:solidFill>
                  <a:srgbClr val="191919"/>
                </a:solidFill>
                <a:latin typeface="AppleGothic"/>
                <a:ea typeface="AppleGothic"/>
                <a:cs typeface="AppleGothic"/>
              </a:rPr>
              <a:t>안전성·거버넌스</a:t>
            </a:r>
          </a:p>
        </p:txBody>
      </p:sp>
      <p:sp>
        <p:nvSpPr>
          <p:cNvPr id="74" name="">
            <a:extLst xmlns:a="http://schemas.openxmlformats.org/drawingml/2006/main">
              <a:ext uri="{FF2B5EF4-FFF2-40B4-BE49-F238E27FC236}">
                <a16:creationId xmlns:a16="http://schemas.microsoft.com/office/drawing/2014/main" id="{3F11A82D-04BE-4921-8E7E-538BF39AC4C7}"/>
              </a:ext>
            </a:extLst>
          </p:cNvPr>
          <p:cNvSpPr>
            <a:spLocks xmlns:a="http://schemas.openxmlformats.org/drawingml/2006/main" noGrp="1"/>
          </p:cNvSpPr>
          <p:nvPr/>
        </p:nvSpPr>
        <p:spPr>
          <a:xfrm xmlns:a="http://schemas.openxmlformats.org/drawingml/2006/main">
            <a:off x="10344150" y="3962400"/>
            <a:ext cx="11239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실시간 온라인</a:t>
            </a:r>
          </a:p>
        </p:txBody>
      </p:sp>
      <p:sp>
        <p:nvSpPr>
          <p:cNvPr id="75" name="">
            <a:extLst xmlns:a="http://schemas.openxmlformats.org/drawingml/2006/main">
              <a:ext uri="{FF2B5EF4-FFF2-40B4-BE49-F238E27FC236}">
                <a16:creationId xmlns:a16="http://schemas.microsoft.com/office/drawing/2014/main" id="{434C6577-81D3-47AA-BE4D-8FAF8E51854D}"/>
              </a:ext>
            </a:extLst>
          </p:cNvPr>
          <p:cNvSpPr>
            <a:spLocks xmlns:a="http://schemas.openxmlformats.org/drawingml/2006/main" noGrp="1"/>
          </p:cNvSpPr>
          <p:nvPr/>
        </p:nvSpPr>
        <p:spPr>
          <a:xfrm xmlns:a="http://schemas.openxmlformats.org/drawingml/2006/main" rot="0">
            <a:off x="6229350" y="4419600"/>
            <a:ext cx="53530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76" name="">
            <a:extLst xmlns:a="http://schemas.openxmlformats.org/drawingml/2006/main">
              <a:ext uri="{FF2B5EF4-FFF2-40B4-BE49-F238E27FC236}">
                <a16:creationId xmlns:a16="http://schemas.microsoft.com/office/drawing/2014/main" id="{9683D133-728C-4B18-A85F-51154D3B9893}"/>
              </a:ext>
            </a:extLst>
          </p:cNvPr>
          <p:cNvSpPr>
            <a:spLocks xmlns:a="http://schemas.openxmlformats.org/drawingml/2006/main" noGrp="1"/>
          </p:cNvSpPr>
          <p:nvPr/>
        </p:nvSpPr>
        <p:spPr>
          <a:xfrm xmlns:a="http://schemas.openxmlformats.org/drawingml/2006/main">
            <a:off x="6343650" y="441960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125" b="1">
                <a:solidFill>
                  <a:srgbClr val="667085"/>
                </a:solidFill>
                <a:latin typeface="Menlo"/>
                <a:ea typeface="Menlo"/>
                <a:cs typeface="Menlo"/>
              </a:defRPr>
            </a:pPr>
            <a:r>
              <a:rPr sz="1125" b="1">
                <a:solidFill>
                  <a:srgbClr val="667085"/>
                </a:solidFill>
                <a:latin typeface="Menlo"/>
                <a:ea typeface="Menlo"/>
                <a:cs typeface="Menlo"/>
              </a:rPr>
              <a:t>W14</a:t>
            </a:r>
          </a:p>
        </p:txBody>
      </p:sp>
      <p:sp>
        <p:nvSpPr>
          <p:cNvPr id="77" name="">
            <a:extLst xmlns:a="http://schemas.openxmlformats.org/drawingml/2006/main">
              <a:ext uri="{FF2B5EF4-FFF2-40B4-BE49-F238E27FC236}">
                <a16:creationId xmlns:a16="http://schemas.microsoft.com/office/drawing/2014/main" id="{DEB265D8-2215-4A91-AA92-9B0FBACD58FA}"/>
              </a:ext>
            </a:extLst>
          </p:cNvPr>
          <p:cNvSpPr>
            <a:spLocks xmlns:a="http://schemas.openxmlformats.org/drawingml/2006/main" noGrp="1"/>
          </p:cNvSpPr>
          <p:nvPr/>
        </p:nvSpPr>
        <p:spPr>
          <a:xfrm xmlns:a="http://schemas.openxmlformats.org/drawingml/2006/main">
            <a:off x="6915150" y="4419600"/>
            <a:ext cx="6096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12.04</a:t>
            </a:r>
          </a:p>
        </p:txBody>
      </p:sp>
      <p:sp>
        <p:nvSpPr>
          <p:cNvPr id="78" name="">
            <a:extLst xmlns:a="http://schemas.openxmlformats.org/drawingml/2006/main">
              <a:ext uri="{FF2B5EF4-FFF2-40B4-BE49-F238E27FC236}">
                <a16:creationId xmlns:a16="http://schemas.microsoft.com/office/drawing/2014/main" id="{1DDEBFCA-E098-45B6-8A06-8A5FDBAFBFEE}"/>
              </a:ext>
            </a:extLst>
          </p:cNvPr>
          <p:cNvSpPr>
            <a:spLocks xmlns:a="http://schemas.openxmlformats.org/drawingml/2006/main" noGrp="1"/>
          </p:cNvSpPr>
          <p:nvPr/>
        </p:nvSpPr>
        <p:spPr>
          <a:xfrm xmlns:a="http://schemas.openxmlformats.org/drawingml/2006/main">
            <a:off x="7620000" y="4419600"/>
            <a:ext cx="2628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00" b="1">
                <a:solidFill>
                  <a:srgbClr val="191919"/>
                </a:solidFill>
                <a:latin typeface="AppleGothic"/>
                <a:ea typeface="AppleGothic"/>
                <a:cs typeface="AppleGothic"/>
              </a:defRPr>
            </a:pPr>
            <a:r>
              <a:rPr sz="1200" b="1">
                <a:solidFill>
                  <a:srgbClr val="191919"/>
                </a:solidFill>
                <a:latin typeface="AppleGothic"/>
                <a:ea typeface="AppleGothic"/>
                <a:cs typeface="AppleGothic"/>
              </a:rPr>
              <a:t>비용·지연·용량</a:t>
            </a:r>
          </a:p>
        </p:txBody>
      </p:sp>
      <p:sp>
        <p:nvSpPr>
          <p:cNvPr id="79" name="">
            <a:extLst xmlns:a="http://schemas.openxmlformats.org/drawingml/2006/main">
              <a:ext uri="{FF2B5EF4-FFF2-40B4-BE49-F238E27FC236}">
                <a16:creationId xmlns:a16="http://schemas.microsoft.com/office/drawing/2014/main" id="{E71D8B23-3E34-46A7-825A-127E7FF798B3}"/>
              </a:ext>
            </a:extLst>
          </p:cNvPr>
          <p:cNvSpPr>
            <a:spLocks xmlns:a="http://schemas.openxmlformats.org/drawingml/2006/main" noGrp="1"/>
          </p:cNvSpPr>
          <p:nvPr/>
        </p:nvSpPr>
        <p:spPr>
          <a:xfrm xmlns:a="http://schemas.openxmlformats.org/drawingml/2006/main">
            <a:off x="10344150" y="4419600"/>
            <a:ext cx="11239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실시간 온라인</a:t>
            </a:r>
          </a:p>
        </p:txBody>
      </p:sp>
      <p:sp>
        <p:nvSpPr>
          <p:cNvPr id="80" name="">
            <a:extLst xmlns:a="http://schemas.openxmlformats.org/drawingml/2006/main">
              <a:ext uri="{FF2B5EF4-FFF2-40B4-BE49-F238E27FC236}">
                <a16:creationId xmlns:a16="http://schemas.microsoft.com/office/drawing/2014/main" id="{CB1795DA-DDAE-4E37-A136-E3EE919F92BE}"/>
              </a:ext>
            </a:extLst>
          </p:cNvPr>
          <p:cNvSpPr>
            <a:spLocks xmlns:a="http://schemas.openxmlformats.org/drawingml/2006/main" noGrp="1"/>
          </p:cNvSpPr>
          <p:nvPr/>
        </p:nvSpPr>
        <p:spPr>
          <a:xfrm xmlns:a="http://schemas.openxmlformats.org/drawingml/2006/main" rot="0">
            <a:off x="6229350" y="4876800"/>
            <a:ext cx="53530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81" name="">
            <a:extLst xmlns:a="http://schemas.openxmlformats.org/drawingml/2006/main">
              <a:ext uri="{FF2B5EF4-FFF2-40B4-BE49-F238E27FC236}">
                <a16:creationId xmlns:a16="http://schemas.microsoft.com/office/drawing/2014/main" id="{298FE6A1-2C78-4165-A22F-E9808DBD204D}"/>
              </a:ext>
            </a:extLst>
          </p:cNvPr>
          <p:cNvSpPr>
            <a:spLocks xmlns:a="http://schemas.openxmlformats.org/drawingml/2006/main" noGrp="1"/>
          </p:cNvSpPr>
          <p:nvPr/>
        </p:nvSpPr>
        <p:spPr>
          <a:xfrm xmlns:a="http://schemas.openxmlformats.org/drawingml/2006/main">
            <a:off x="6343650" y="487680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125" b="1">
                <a:solidFill>
                  <a:srgbClr val="667085"/>
                </a:solidFill>
                <a:latin typeface="Menlo"/>
                <a:ea typeface="Menlo"/>
                <a:cs typeface="Menlo"/>
              </a:defRPr>
            </a:pPr>
            <a:r>
              <a:rPr sz="1125" b="1">
                <a:solidFill>
                  <a:srgbClr val="667085"/>
                </a:solidFill>
                <a:latin typeface="Menlo"/>
                <a:ea typeface="Menlo"/>
                <a:cs typeface="Menlo"/>
              </a:rPr>
              <a:t>W15</a:t>
            </a:r>
          </a:p>
        </p:txBody>
      </p:sp>
      <p:sp>
        <p:nvSpPr>
          <p:cNvPr id="82" name="">
            <a:extLst xmlns:a="http://schemas.openxmlformats.org/drawingml/2006/main">
              <a:ext uri="{FF2B5EF4-FFF2-40B4-BE49-F238E27FC236}">
                <a16:creationId xmlns:a16="http://schemas.microsoft.com/office/drawing/2014/main" id="{677685CD-A36B-450F-A26A-A5C4B66F2A82}"/>
              </a:ext>
            </a:extLst>
          </p:cNvPr>
          <p:cNvSpPr>
            <a:spLocks xmlns:a="http://schemas.openxmlformats.org/drawingml/2006/main" noGrp="1"/>
          </p:cNvSpPr>
          <p:nvPr/>
        </p:nvSpPr>
        <p:spPr>
          <a:xfrm xmlns:a="http://schemas.openxmlformats.org/drawingml/2006/main">
            <a:off x="6915150" y="4876800"/>
            <a:ext cx="6096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12.11</a:t>
            </a:r>
          </a:p>
        </p:txBody>
      </p:sp>
      <p:sp>
        <p:nvSpPr>
          <p:cNvPr id="83" name="">
            <a:extLst xmlns:a="http://schemas.openxmlformats.org/drawingml/2006/main">
              <a:ext uri="{FF2B5EF4-FFF2-40B4-BE49-F238E27FC236}">
                <a16:creationId xmlns:a16="http://schemas.microsoft.com/office/drawing/2014/main" id="{14706794-191E-4F8A-8464-4BF68D9B990D}"/>
              </a:ext>
            </a:extLst>
          </p:cNvPr>
          <p:cNvSpPr>
            <a:spLocks xmlns:a="http://schemas.openxmlformats.org/drawingml/2006/main" noGrp="1"/>
          </p:cNvSpPr>
          <p:nvPr/>
        </p:nvSpPr>
        <p:spPr>
          <a:xfrm xmlns:a="http://schemas.openxmlformats.org/drawingml/2006/main">
            <a:off x="7620000" y="4876800"/>
            <a:ext cx="2628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00" b="1">
                <a:solidFill>
                  <a:srgbClr val="191919"/>
                </a:solidFill>
                <a:latin typeface="AppleGothic"/>
                <a:ea typeface="AppleGothic"/>
                <a:cs typeface="AppleGothic"/>
              </a:defRPr>
            </a:pPr>
            <a:r>
              <a:rPr sz="1200" b="1">
                <a:solidFill>
                  <a:srgbClr val="191919"/>
                </a:solidFill>
                <a:latin typeface="AppleGothic"/>
                <a:ea typeface="AppleGothic"/>
                <a:cs typeface="AppleGothic"/>
              </a:rPr>
              <a:t>통합 검증·리허설</a:t>
            </a:r>
          </a:p>
        </p:txBody>
      </p:sp>
      <p:sp>
        <p:nvSpPr>
          <p:cNvPr id="84" name="">
            <a:extLst xmlns:a="http://schemas.openxmlformats.org/drawingml/2006/main">
              <a:ext uri="{FF2B5EF4-FFF2-40B4-BE49-F238E27FC236}">
                <a16:creationId xmlns:a16="http://schemas.microsoft.com/office/drawing/2014/main" id="{62B3B427-292B-436D-9306-CADCE8ACF43E}"/>
              </a:ext>
            </a:extLst>
          </p:cNvPr>
          <p:cNvSpPr>
            <a:spLocks xmlns:a="http://schemas.openxmlformats.org/drawingml/2006/main" noGrp="1"/>
          </p:cNvSpPr>
          <p:nvPr/>
        </p:nvSpPr>
        <p:spPr>
          <a:xfrm xmlns:a="http://schemas.openxmlformats.org/drawingml/2006/main">
            <a:off x="10344150" y="4876800"/>
            <a:ext cx="11239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실시간 온라인</a:t>
            </a:r>
          </a:p>
        </p:txBody>
      </p:sp>
      <p:sp>
        <p:nvSpPr>
          <p:cNvPr id="85" name="">
            <a:extLst xmlns:a="http://schemas.openxmlformats.org/drawingml/2006/main">
              <a:ext uri="{FF2B5EF4-FFF2-40B4-BE49-F238E27FC236}">
                <a16:creationId xmlns:a16="http://schemas.microsoft.com/office/drawing/2014/main" id="{03B7BF67-F23B-4F53-B735-0968A769F698}"/>
              </a:ext>
            </a:extLst>
          </p:cNvPr>
          <p:cNvSpPr>
            <a:spLocks xmlns:a="http://schemas.openxmlformats.org/drawingml/2006/main" noGrp="1"/>
          </p:cNvSpPr>
          <p:nvPr/>
        </p:nvSpPr>
        <p:spPr>
          <a:xfrm xmlns:a="http://schemas.openxmlformats.org/drawingml/2006/main" rot="0">
            <a:off x="6229350" y="5334000"/>
            <a:ext cx="53530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86" name="">
            <a:extLst xmlns:a="http://schemas.openxmlformats.org/drawingml/2006/main">
              <a:ext uri="{FF2B5EF4-FFF2-40B4-BE49-F238E27FC236}">
                <a16:creationId xmlns:a16="http://schemas.microsoft.com/office/drawing/2014/main" id="{6A8CE75D-B1BA-4B97-B191-B0223790D6EE}"/>
              </a:ext>
            </a:extLst>
          </p:cNvPr>
          <p:cNvSpPr>
            <a:spLocks xmlns:a="http://schemas.openxmlformats.org/drawingml/2006/main" noGrp="1"/>
          </p:cNvSpPr>
          <p:nvPr/>
        </p:nvSpPr>
        <p:spPr>
          <a:xfrm xmlns:a="http://schemas.openxmlformats.org/drawingml/2006/main">
            <a:off x="6343650" y="533400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125" b="1">
                <a:solidFill>
                  <a:srgbClr val="667085"/>
                </a:solidFill>
                <a:latin typeface="Menlo"/>
                <a:ea typeface="Menlo"/>
                <a:cs typeface="Menlo"/>
              </a:defRPr>
            </a:pPr>
            <a:r>
              <a:rPr sz="1125" b="1">
                <a:solidFill>
                  <a:srgbClr val="667085"/>
                </a:solidFill>
                <a:latin typeface="Menlo"/>
                <a:ea typeface="Menlo"/>
                <a:cs typeface="Menlo"/>
              </a:rPr>
              <a:t>W16</a:t>
            </a:r>
          </a:p>
        </p:txBody>
      </p:sp>
      <p:sp>
        <p:nvSpPr>
          <p:cNvPr id="87" name="">
            <a:extLst xmlns:a="http://schemas.openxmlformats.org/drawingml/2006/main">
              <a:ext uri="{FF2B5EF4-FFF2-40B4-BE49-F238E27FC236}">
                <a16:creationId xmlns:a16="http://schemas.microsoft.com/office/drawing/2014/main" id="{59D28616-417E-406C-BF0A-17611BF0774A}"/>
              </a:ext>
            </a:extLst>
          </p:cNvPr>
          <p:cNvSpPr>
            <a:spLocks xmlns:a="http://schemas.openxmlformats.org/drawingml/2006/main" noGrp="1"/>
          </p:cNvSpPr>
          <p:nvPr/>
        </p:nvSpPr>
        <p:spPr>
          <a:xfrm xmlns:a="http://schemas.openxmlformats.org/drawingml/2006/main">
            <a:off x="6915150" y="5334000"/>
            <a:ext cx="6096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12.18</a:t>
            </a:r>
          </a:p>
        </p:txBody>
      </p:sp>
      <p:sp>
        <p:nvSpPr>
          <p:cNvPr id="88" name="">
            <a:extLst xmlns:a="http://schemas.openxmlformats.org/drawingml/2006/main">
              <a:ext uri="{FF2B5EF4-FFF2-40B4-BE49-F238E27FC236}">
                <a16:creationId xmlns:a16="http://schemas.microsoft.com/office/drawing/2014/main" id="{9AC69775-878F-4B79-86FE-ADAC805B1EEA}"/>
              </a:ext>
            </a:extLst>
          </p:cNvPr>
          <p:cNvSpPr>
            <a:spLocks xmlns:a="http://schemas.openxmlformats.org/drawingml/2006/main" noGrp="1"/>
          </p:cNvSpPr>
          <p:nvPr/>
        </p:nvSpPr>
        <p:spPr>
          <a:xfrm xmlns:a="http://schemas.openxmlformats.org/drawingml/2006/main">
            <a:off x="7620000" y="5334000"/>
            <a:ext cx="2628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00" b="1">
                <a:solidFill>
                  <a:srgbClr val="191919"/>
                </a:solidFill>
                <a:latin typeface="AppleGothic"/>
                <a:ea typeface="AppleGothic"/>
                <a:cs typeface="AppleGothic"/>
              </a:defRPr>
            </a:pPr>
            <a:r>
              <a:rPr sz="1200" b="1">
                <a:solidFill>
                  <a:srgbClr val="191919"/>
                </a:solidFill>
                <a:latin typeface="AppleGothic"/>
                <a:ea typeface="AppleGothic"/>
                <a:cs typeface="AppleGothic"/>
              </a:rPr>
              <a:t>기말 프로젝트 발표</a:t>
            </a:r>
          </a:p>
        </p:txBody>
      </p:sp>
      <p:sp>
        <p:nvSpPr>
          <p:cNvPr id="89" name="">
            <a:extLst xmlns:a="http://schemas.openxmlformats.org/drawingml/2006/main">
              <a:ext uri="{FF2B5EF4-FFF2-40B4-BE49-F238E27FC236}">
                <a16:creationId xmlns:a16="http://schemas.microsoft.com/office/drawing/2014/main" id="{18977A81-34D9-4D12-8124-410A2BA1712B}"/>
              </a:ext>
            </a:extLst>
          </p:cNvPr>
          <p:cNvSpPr>
            <a:spLocks xmlns:a="http://schemas.openxmlformats.org/drawingml/2006/main" noGrp="1"/>
          </p:cNvSpPr>
          <p:nvPr/>
        </p:nvSpPr>
        <p:spPr>
          <a:xfrm xmlns:a="http://schemas.openxmlformats.org/drawingml/2006/main">
            <a:off x="10344150" y="5334000"/>
            <a:ext cx="11239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실시간 발표</a:t>
            </a:r>
          </a:p>
        </p:txBody>
      </p:sp>
      <p:sp>
        <p:nvSpPr>
          <p:cNvPr id="90" name="">
            <a:extLst xmlns:a="http://schemas.openxmlformats.org/drawingml/2006/main">
              <a:ext uri="{FF2B5EF4-FFF2-40B4-BE49-F238E27FC236}">
                <a16:creationId xmlns:a16="http://schemas.microsoft.com/office/drawing/2014/main" id="{5CF19DB4-FE40-48D5-AF0B-F3B1C70FDCDB}"/>
              </a:ext>
            </a:extLst>
          </p:cNvPr>
          <p:cNvSpPr>
            <a:spLocks xmlns:a="http://schemas.openxmlformats.org/drawingml/2006/main" noGrp="1"/>
          </p:cNvSpPr>
          <p:nvPr/>
        </p:nvSpPr>
        <p:spPr>
          <a:xfrm xmlns:a="http://schemas.openxmlformats.org/drawingml/2006/main">
            <a:off x="609600" y="5924550"/>
            <a:ext cx="109728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125" b="1">
                <a:solidFill>
                  <a:srgbClr val="191919"/>
                </a:solidFill>
                <a:latin typeface="AppleGothic"/>
                <a:ea typeface="AppleGothic"/>
                <a:cs typeface="AppleGothic"/>
              </a:defRPr>
            </a:pPr>
            <a:r>
              <a:rPr sz="1125" b="1">
                <a:solidFill>
                  <a:srgbClr val="191919"/>
                </a:solidFill>
                <a:latin typeface="AppleGothic"/>
                <a:ea typeface="AppleGothic"/>
                <a:cs typeface="AppleGothic"/>
              </a:rPr>
              <a:t>W08 · 실시간 수업 없이 온라인 기획서 제출 평가 / W16 · 실시간 온라인 프로젝트 발표</a:t>
            </a:r>
          </a:p>
        </p:txBody>
      </p:sp>
    </p:spTree>
    <p:extLst>
      <p:ext uri="{BB962C8B-B14F-4D97-AF65-F5344CB8AC3E}">
        <p14:creationId xmlns:p14="http://schemas.microsoft.com/office/powerpoint/2010/main" val="183533570"/>
      </p:ext>
    </p:extLst>
  </p:cSld>
</p:sld>
</file>

<file path=ppt/slides/slide4.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7B4878F7-FAF2-4EFF-AAE4-01D264713DDF}"/>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COURSE</a:t>
            </a:r>
          </a:p>
        </p:txBody>
      </p:sp>
      <p:sp>
        <p:nvSpPr>
          <p:cNvPr id="2" name="">
            <a:extLst xmlns:a="http://schemas.openxmlformats.org/drawingml/2006/main">
              <a:ext uri="{FF2B5EF4-FFF2-40B4-BE49-F238E27FC236}">
                <a16:creationId xmlns:a16="http://schemas.microsoft.com/office/drawing/2014/main" id="{BD25793E-6E44-4314-A634-13DC43551D43}"/>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04</a:t>
            </a:r>
          </a:p>
        </p:txBody>
      </p:sp>
      <p:sp>
        <p:nvSpPr>
          <p:cNvPr id="3" name="">
            <a:extLst xmlns:a="http://schemas.openxmlformats.org/drawingml/2006/main">
              <a:ext uri="{FF2B5EF4-FFF2-40B4-BE49-F238E27FC236}">
                <a16:creationId xmlns:a16="http://schemas.microsoft.com/office/drawing/2014/main" id="{C04DA1E6-CE2D-4F35-98EE-239139FC1313}"/>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E6E2D4ED-A9D1-4365-9370-9E568DB69704}"/>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8559164B-192B-4E79-811A-1444B21D92C2}"/>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2A322BED-ADBE-4B7B-995B-3E65F160AB0E}"/>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16주 포트폴리오 로드맵</a:t>
            </a:r>
          </a:p>
        </p:txBody>
      </p:sp>
      <p:sp>
        <p:nvSpPr>
          <p:cNvPr id="7" name="">
            <a:extLst xmlns:a="http://schemas.openxmlformats.org/drawingml/2006/main">
              <a:ext uri="{FF2B5EF4-FFF2-40B4-BE49-F238E27FC236}">
                <a16:creationId xmlns:a16="http://schemas.microsoft.com/office/drawing/2014/main" id="{0984DF3A-8A4F-4873-9F8D-371372635EC5}"/>
              </a:ext>
            </a:extLst>
          </p:cNvPr>
          <p:cNvSpPr>
            <a:spLocks xmlns:a="http://schemas.openxmlformats.org/drawingml/2006/main" noGrp="1"/>
          </p:cNvSpPr>
          <p:nvPr/>
        </p:nvSpPr>
        <p:spPr>
          <a:xfrm xmlns:a="http://schemas.openxmlformats.org/drawingml/2006/main" flipH="0" flipV="0">
            <a:off x="876300" y="3276600"/>
            <a:ext cx="10096500" cy="0"/>
          </a:xfrm>
          <a:prstGeom xmlns:a="http://schemas.openxmlformats.org/drawingml/2006/main" prst="line">
            <a:avLst/>
          </a:prstGeom>
          <a:noFill xmlns:a="http://schemas.openxmlformats.org/drawingml/2006/main"/>
          <a:ln xmlns:a="http://schemas.openxmlformats.org/drawingml/2006/main" w="19050">
            <a:solidFill>
              <a:srgbClr val="191919"/>
            </a:solidFill>
            <a:prstDash val="solid"/>
          </a:ln>
        </p:spPr>
      </p:sp>
      <p:sp>
        <p:nvSpPr>
          <p:cNvPr id="8" name="">
            <a:extLst xmlns:a="http://schemas.openxmlformats.org/drawingml/2006/main">
              <a:ext uri="{FF2B5EF4-FFF2-40B4-BE49-F238E27FC236}">
                <a16:creationId xmlns:a16="http://schemas.microsoft.com/office/drawing/2014/main" id="{10C662EB-8162-458B-BC63-5C8DF2C58220}"/>
              </a:ext>
            </a:extLst>
          </p:cNvPr>
          <p:cNvSpPr>
            <a:spLocks xmlns:a="http://schemas.openxmlformats.org/drawingml/2006/main" noGrp="1"/>
          </p:cNvSpPr>
          <p:nvPr/>
        </p:nvSpPr>
        <p:spPr>
          <a:xfrm xmlns:a="http://schemas.openxmlformats.org/drawingml/2006/main" rot="0">
            <a:off x="723900" y="3124200"/>
            <a:ext cx="304800" cy="30480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9" name="">
            <a:extLst xmlns:a="http://schemas.openxmlformats.org/drawingml/2006/main">
              <a:ext uri="{FF2B5EF4-FFF2-40B4-BE49-F238E27FC236}">
                <a16:creationId xmlns:a16="http://schemas.microsoft.com/office/drawing/2014/main" id="{76A604AF-ACCC-4D36-BF1F-F27BEE47352D}"/>
              </a:ext>
            </a:extLst>
          </p:cNvPr>
          <p:cNvSpPr>
            <a:spLocks xmlns:a="http://schemas.openxmlformats.org/drawingml/2006/main" noGrp="1"/>
          </p:cNvSpPr>
          <p:nvPr/>
        </p:nvSpPr>
        <p:spPr>
          <a:xfrm xmlns:a="http://schemas.openxmlformats.org/drawingml/2006/main">
            <a:off x="152400" y="2000250"/>
            <a:ext cx="1447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1">
                <a:solidFill>
                  <a:srgbClr val="2563EB"/>
                </a:solidFill>
                <a:latin typeface="Menlo"/>
                <a:ea typeface="Menlo"/>
                <a:cs typeface="Menlo"/>
              </a:defRPr>
            </a:pPr>
            <a:r>
              <a:rPr sz="1200" b="1">
                <a:solidFill>
                  <a:srgbClr val="2563EB"/>
                </a:solidFill>
                <a:latin typeface="Menlo"/>
                <a:ea typeface="Menlo"/>
                <a:cs typeface="Menlo"/>
              </a:rPr>
              <a:t>W01–03</a:t>
            </a:r>
          </a:p>
        </p:txBody>
      </p:sp>
      <p:sp>
        <p:nvSpPr>
          <p:cNvPr id="10" name="">
            <a:extLst xmlns:a="http://schemas.openxmlformats.org/drawingml/2006/main">
              <a:ext uri="{FF2B5EF4-FFF2-40B4-BE49-F238E27FC236}">
                <a16:creationId xmlns:a16="http://schemas.microsoft.com/office/drawing/2014/main" id="{95B08356-99B0-419F-B5EC-6C1CD00DD6D2}"/>
              </a:ext>
            </a:extLst>
          </p:cNvPr>
          <p:cNvSpPr>
            <a:spLocks xmlns:a="http://schemas.openxmlformats.org/drawingml/2006/main" noGrp="1"/>
          </p:cNvSpPr>
          <p:nvPr/>
        </p:nvSpPr>
        <p:spPr>
          <a:xfrm xmlns:a="http://schemas.openxmlformats.org/drawingml/2006/main">
            <a:off x="38100" y="2343150"/>
            <a:ext cx="16764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10000"/>
              </a:lnSpc>
              <a:buNone/>
              <a:defRPr sz="1500" b="1">
                <a:solidFill>
                  <a:srgbClr val="2563EB"/>
                </a:solidFill>
                <a:latin typeface="AppleGothic"/>
                <a:ea typeface="AppleGothic"/>
                <a:cs typeface="AppleGothic"/>
              </a:defRPr>
            </a:pPr>
            <a:r>
              <a:rPr sz="1500" b="1">
                <a:solidFill>
                  <a:srgbClr val="2563EB"/>
                </a:solidFill>
                <a:latin typeface="AppleGothic"/>
                <a:ea typeface="AppleGothic"/>
                <a:cs typeface="AppleGothic"/>
              </a:rPr>
              <a:t>문제·계약</a:t>
            </a:r>
          </a:p>
          <a:p xmlns:a="http://schemas.openxmlformats.org/drawingml/2006/main">
            <a:pPr algn="ctr">
              <a:lnSpc>
                <a:spcPct val="110000"/>
              </a:lnSpc>
              <a:buNone/>
              <a:defRPr sz="1500" b="1">
                <a:solidFill>
                  <a:srgbClr val="2563EB"/>
                </a:solidFill>
                <a:latin typeface="AppleGothic"/>
                <a:ea typeface="AppleGothic"/>
                <a:cs typeface="AppleGothic"/>
              </a:defRPr>
            </a:pPr>
            <a:r>
              <a:rPr sz="1500" b="1">
                <a:solidFill>
                  <a:srgbClr val="2563EB"/>
                </a:solidFill>
                <a:latin typeface="AppleGothic"/>
                <a:ea typeface="AppleGothic"/>
                <a:cs typeface="AppleGothic"/>
              </a:rPr>
              <a:t>평가 기준</a:t>
            </a:r>
          </a:p>
        </p:txBody>
      </p:sp>
      <p:sp>
        <p:nvSpPr>
          <p:cNvPr id="11" name="">
            <a:extLst xmlns:a="http://schemas.openxmlformats.org/drawingml/2006/main">
              <a:ext uri="{FF2B5EF4-FFF2-40B4-BE49-F238E27FC236}">
                <a16:creationId xmlns:a16="http://schemas.microsoft.com/office/drawing/2014/main" id="{76BE3172-0084-45BD-AAAE-43F0989E64C3}"/>
              </a:ext>
            </a:extLst>
          </p:cNvPr>
          <p:cNvSpPr>
            <a:spLocks xmlns:a="http://schemas.openxmlformats.org/drawingml/2006/main" noGrp="1"/>
          </p:cNvSpPr>
          <p:nvPr/>
        </p:nvSpPr>
        <p:spPr>
          <a:xfrm xmlns:a="http://schemas.openxmlformats.org/drawingml/2006/main" rot="0">
            <a:off x="2743200" y="3124200"/>
            <a:ext cx="304800" cy="304800"/>
          </a:xfrm>
          <a:prstGeom xmlns:a="http://schemas.openxmlformats.org/drawingml/2006/main" prst="ellipse">
            <a:avLst/>
          </a:prstGeom>
          <a:solidFill xmlns:a="http://schemas.openxmlformats.org/drawingml/2006/main">
            <a:srgbClr val="191919"/>
          </a:solidFill>
          <a:ln xmlns:a="http://schemas.openxmlformats.org/drawingml/2006/main" w="0">
            <a:solidFill>
              <a:srgbClr val="191919"/>
            </a:solidFill>
            <a:prstDash val="solid"/>
          </a:ln>
        </p:spPr>
      </p:sp>
      <p:sp>
        <p:nvSpPr>
          <p:cNvPr id="12" name="">
            <a:extLst xmlns:a="http://schemas.openxmlformats.org/drawingml/2006/main">
              <a:ext uri="{FF2B5EF4-FFF2-40B4-BE49-F238E27FC236}">
                <a16:creationId xmlns:a16="http://schemas.microsoft.com/office/drawing/2014/main" id="{34C3543C-EF2E-4640-8C6C-41EA2337C78E}"/>
              </a:ext>
            </a:extLst>
          </p:cNvPr>
          <p:cNvSpPr>
            <a:spLocks xmlns:a="http://schemas.openxmlformats.org/drawingml/2006/main" noGrp="1"/>
          </p:cNvSpPr>
          <p:nvPr/>
        </p:nvSpPr>
        <p:spPr>
          <a:xfrm xmlns:a="http://schemas.openxmlformats.org/drawingml/2006/main">
            <a:off x="2171700" y="3714750"/>
            <a:ext cx="1447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1">
                <a:solidFill>
                  <a:srgbClr val="667085"/>
                </a:solidFill>
                <a:latin typeface="Menlo"/>
                <a:ea typeface="Menlo"/>
                <a:cs typeface="Menlo"/>
              </a:defRPr>
            </a:pPr>
            <a:r>
              <a:rPr sz="1200" b="1">
                <a:solidFill>
                  <a:srgbClr val="667085"/>
                </a:solidFill>
                <a:latin typeface="Menlo"/>
                <a:ea typeface="Menlo"/>
                <a:cs typeface="Menlo"/>
              </a:rPr>
              <a:t>W04–05</a:t>
            </a:r>
          </a:p>
        </p:txBody>
      </p:sp>
      <p:sp>
        <p:nvSpPr>
          <p:cNvPr id="13" name="">
            <a:extLst xmlns:a="http://schemas.openxmlformats.org/drawingml/2006/main">
              <a:ext uri="{FF2B5EF4-FFF2-40B4-BE49-F238E27FC236}">
                <a16:creationId xmlns:a16="http://schemas.microsoft.com/office/drawing/2014/main" id="{E25EC711-9601-4630-AB40-4E591B4FCCFA}"/>
              </a:ext>
            </a:extLst>
          </p:cNvPr>
          <p:cNvSpPr>
            <a:spLocks xmlns:a="http://schemas.openxmlformats.org/drawingml/2006/main" noGrp="1"/>
          </p:cNvSpPr>
          <p:nvPr/>
        </p:nvSpPr>
        <p:spPr>
          <a:xfrm xmlns:a="http://schemas.openxmlformats.org/drawingml/2006/main">
            <a:off x="2057400" y="4057650"/>
            <a:ext cx="16764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10000"/>
              </a:lnSpc>
              <a:buNone/>
              <a:defRPr sz="1500" b="1">
                <a:solidFill>
                  <a:srgbClr val="191919"/>
                </a:solidFill>
                <a:latin typeface="AppleGothic"/>
                <a:ea typeface="AppleGothic"/>
                <a:cs typeface="AppleGothic"/>
              </a:defRPr>
            </a:pPr>
            <a:r>
              <a:rPr sz="1500" b="1">
                <a:solidFill>
                  <a:srgbClr val="191919"/>
                </a:solidFill>
                <a:latin typeface="AppleGothic"/>
                <a:ea typeface="AppleGothic"/>
                <a:cs typeface="AppleGothic"/>
              </a:rPr>
              <a:t>데이터·근거</a:t>
            </a:r>
          </a:p>
          <a:p xmlns:a="http://schemas.openxmlformats.org/drawingml/2006/main">
            <a:pPr algn="ctr">
              <a:lnSpc>
                <a:spcPct val="110000"/>
              </a:lnSpc>
              <a:buNone/>
              <a:defRPr sz="1500" b="1">
                <a:solidFill>
                  <a:srgbClr val="191919"/>
                </a:solidFill>
                <a:latin typeface="AppleGothic"/>
                <a:ea typeface="AppleGothic"/>
                <a:cs typeface="AppleGothic"/>
              </a:defRPr>
            </a:pPr>
            <a:r>
              <a:rPr sz="1500" b="1">
                <a:solidFill>
                  <a:srgbClr val="191919"/>
                </a:solidFill>
                <a:latin typeface="AppleGothic"/>
                <a:ea typeface="AppleGothic"/>
                <a:cs typeface="AppleGothic"/>
              </a:rPr>
              <a:t>검색 기준선</a:t>
            </a:r>
          </a:p>
        </p:txBody>
      </p:sp>
      <p:sp>
        <p:nvSpPr>
          <p:cNvPr id="14" name="">
            <a:extLst xmlns:a="http://schemas.openxmlformats.org/drawingml/2006/main">
              <a:ext uri="{FF2B5EF4-FFF2-40B4-BE49-F238E27FC236}">
                <a16:creationId xmlns:a16="http://schemas.microsoft.com/office/drawing/2014/main" id="{48F4673C-F356-421F-907B-F94CABE9577C}"/>
              </a:ext>
            </a:extLst>
          </p:cNvPr>
          <p:cNvSpPr>
            <a:spLocks xmlns:a="http://schemas.openxmlformats.org/drawingml/2006/main" noGrp="1"/>
          </p:cNvSpPr>
          <p:nvPr/>
        </p:nvSpPr>
        <p:spPr>
          <a:xfrm xmlns:a="http://schemas.openxmlformats.org/drawingml/2006/main" rot="0">
            <a:off x="4762500" y="3124200"/>
            <a:ext cx="304800" cy="304800"/>
          </a:xfrm>
          <a:prstGeom xmlns:a="http://schemas.openxmlformats.org/drawingml/2006/main" prst="ellipse">
            <a:avLst/>
          </a:prstGeom>
          <a:solidFill xmlns:a="http://schemas.openxmlformats.org/drawingml/2006/main">
            <a:srgbClr val="191919"/>
          </a:solidFill>
          <a:ln xmlns:a="http://schemas.openxmlformats.org/drawingml/2006/main" w="0">
            <a:solidFill>
              <a:srgbClr val="191919"/>
            </a:solidFill>
            <a:prstDash val="solid"/>
          </a:ln>
        </p:spPr>
      </p:sp>
      <p:sp>
        <p:nvSpPr>
          <p:cNvPr id="15" name="">
            <a:extLst xmlns:a="http://schemas.openxmlformats.org/drawingml/2006/main">
              <a:ext uri="{FF2B5EF4-FFF2-40B4-BE49-F238E27FC236}">
                <a16:creationId xmlns:a16="http://schemas.microsoft.com/office/drawing/2014/main" id="{22699ACF-FA61-4C3B-BFAE-935B021CE42A}"/>
              </a:ext>
            </a:extLst>
          </p:cNvPr>
          <p:cNvSpPr>
            <a:spLocks xmlns:a="http://schemas.openxmlformats.org/drawingml/2006/main" noGrp="1"/>
          </p:cNvSpPr>
          <p:nvPr/>
        </p:nvSpPr>
        <p:spPr>
          <a:xfrm xmlns:a="http://schemas.openxmlformats.org/drawingml/2006/main">
            <a:off x="4191000" y="2000250"/>
            <a:ext cx="1447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1">
                <a:solidFill>
                  <a:srgbClr val="667085"/>
                </a:solidFill>
                <a:latin typeface="Menlo"/>
                <a:ea typeface="Menlo"/>
                <a:cs typeface="Menlo"/>
              </a:defRPr>
            </a:pPr>
            <a:r>
              <a:rPr sz="1200" b="1">
                <a:solidFill>
                  <a:srgbClr val="667085"/>
                </a:solidFill>
                <a:latin typeface="Menlo"/>
                <a:ea typeface="Menlo"/>
                <a:cs typeface="Menlo"/>
              </a:rPr>
              <a:t>W06–08</a:t>
            </a:r>
          </a:p>
        </p:txBody>
      </p:sp>
      <p:sp>
        <p:nvSpPr>
          <p:cNvPr id="16" name="">
            <a:extLst xmlns:a="http://schemas.openxmlformats.org/drawingml/2006/main">
              <a:ext uri="{FF2B5EF4-FFF2-40B4-BE49-F238E27FC236}">
                <a16:creationId xmlns:a16="http://schemas.microsoft.com/office/drawing/2014/main" id="{B1361F8D-F0BA-4BA0-899B-731C99F297D4}"/>
              </a:ext>
            </a:extLst>
          </p:cNvPr>
          <p:cNvSpPr>
            <a:spLocks xmlns:a="http://schemas.openxmlformats.org/drawingml/2006/main" noGrp="1"/>
          </p:cNvSpPr>
          <p:nvPr/>
        </p:nvSpPr>
        <p:spPr>
          <a:xfrm xmlns:a="http://schemas.openxmlformats.org/drawingml/2006/main">
            <a:off x="4076700" y="2343150"/>
            <a:ext cx="16764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10000"/>
              </a:lnSpc>
              <a:buNone/>
              <a:defRPr sz="1500" b="1">
                <a:solidFill>
                  <a:srgbClr val="191919"/>
                </a:solidFill>
                <a:latin typeface="AppleGothic"/>
                <a:ea typeface="AppleGothic"/>
                <a:cs typeface="AppleGothic"/>
              </a:defRPr>
            </a:pPr>
            <a:r>
              <a:rPr sz="1500" b="1">
                <a:solidFill>
                  <a:srgbClr val="191919"/>
                </a:solidFill>
                <a:latin typeface="AppleGothic"/>
                <a:ea typeface="AppleGothic"/>
                <a:cs typeface="AppleGothic"/>
              </a:rPr>
              <a:t>기술 대안</a:t>
            </a:r>
          </a:p>
          <a:p xmlns:a="http://schemas.openxmlformats.org/drawingml/2006/main">
            <a:pPr algn="ctr">
              <a:lnSpc>
                <a:spcPct val="110000"/>
              </a:lnSpc>
              <a:buNone/>
              <a:defRPr sz="1500" b="1">
                <a:solidFill>
                  <a:srgbClr val="191919"/>
                </a:solidFill>
                <a:latin typeface="AppleGothic"/>
                <a:ea typeface="AppleGothic"/>
                <a:cs typeface="AppleGothic"/>
              </a:defRPr>
            </a:pPr>
            <a:r>
              <a:rPr sz="1500" b="1">
                <a:solidFill>
                  <a:srgbClr val="191919"/>
                </a:solidFill>
                <a:latin typeface="AppleGothic"/>
                <a:ea typeface="AppleGothic"/>
                <a:cs typeface="AppleGothic"/>
              </a:rPr>
              <a:t>기획서 제출</a:t>
            </a:r>
          </a:p>
        </p:txBody>
      </p:sp>
      <p:sp>
        <p:nvSpPr>
          <p:cNvPr id="17" name="">
            <a:extLst xmlns:a="http://schemas.openxmlformats.org/drawingml/2006/main">
              <a:ext uri="{FF2B5EF4-FFF2-40B4-BE49-F238E27FC236}">
                <a16:creationId xmlns:a16="http://schemas.microsoft.com/office/drawing/2014/main" id="{2A65A83E-A5E6-4615-92AF-F39B13E440D7}"/>
              </a:ext>
            </a:extLst>
          </p:cNvPr>
          <p:cNvSpPr>
            <a:spLocks xmlns:a="http://schemas.openxmlformats.org/drawingml/2006/main" noGrp="1"/>
          </p:cNvSpPr>
          <p:nvPr/>
        </p:nvSpPr>
        <p:spPr>
          <a:xfrm xmlns:a="http://schemas.openxmlformats.org/drawingml/2006/main" rot="0">
            <a:off x="6781800" y="3124200"/>
            <a:ext cx="304800" cy="304800"/>
          </a:xfrm>
          <a:prstGeom xmlns:a="http://schemas.openxmlformats.org/drawingml/2006/main" prst="ellipse">
            <a:avLst/>
          </a:prstGeom>
          <a:solidFill xmlns:a="http://schemas.openxmlformats.org/drawingml/2006/main">
            <a:srgbClr val="191919"/>
          </a:solidFill>
          <a:ln xmlns:a="http://schemas.openxmlformats.org/drawingml/2006/main" w="0">
            <a:solidFill>
              <a:srgbClr val="191919"/>
            </a:solidFill>
            <a:prstDash val="solid"/>
          </a:ln>
        </p:spPr>
      </p:sp>
      <p:sp>
        <p:nvSpPr>
          <p:cNvPr id="18" name="">
            <a:extLst xmlns:a="http://schemas.openxmlformats.org/drawingml/2006/main">
              <a:ext uri="{FF2B5EF4-FFF2-40B4-BE49-F238E27FC236}">
                <a16:creationId xmlns:a16="http://schemas.microsoft.com/office/drawing/2014/main" id="{17F5C8BB-BE74-4EF2-8E60-B4F8D83CD323}"/>
              </a:ext>
            </a:extLst>
          </p:cNvPr>
          <p:cNvSpPr>
            <a:spLocks xmlns:a="http://schemas.openxmlformats.org/drawingml/2006/main" noGrp="1"/>
          </p:cNvSpPr>
          <p:nvPr/>
        </p:nvSpPr>
        <p:spPr>
          <a:xfrm xmlns:a="http://schemas.openxmlformats.org/drawingml/2006/main">
            <a:off x="6210300" y="3714750"/>
            <a:ext cx="1447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1">
                <a:solidFill>
                  <a:srgbClr val="667085"/>
                </a:solidFill>
                <a:latin typeface="Menlo"/>
                <a:ea typeface="Menlo"/>
                <a:cs typeface="Menlo"/>
              </a:defRPr>
            </a:pPr>
            <a:r>
              <a:rPr sz="1200" b="1">
                <a:solidFill>
                  <a:srgbClr val="667085"/>
                </a:solidFill>
                <a:latin typeface="Menlo"/>
                <a:ea typeface="Menlo"/>
                <a:cs typeface="Menlo"/>
              </a:rPr>
              <a:t>W09–10</a:t>
            </a:r>
          </a:p>
        </p:txBody>
      </p:sp>
      <p:sp>
        <p:nvSpPr>
          <p:cNvPr id="19" name="">
            <a:extLst xmlns:a="http://schemas.openxmlformats.org/drawingml/2006/main">
              <a:ext uri="{FF2B5EF4-FFF2-40B4-BE49-F238E27FC236}">
                <a16:creationId xmlns:a16="http://schemas.microsoft.com/office/drawing/2014/main" id="{27A6088C-3735-4F63-BA91-9A81BFA21FB1}"/>
              </a:ext>
            </a:extLst>
          </p:cNvPr>
          <p:cNvSpPr>
            <a:spLocks xmlns:a="http://schemas.openxmlformats.org/drawingml/2006/main" noGrp="1"/>
          </p:cNvSpPr>
          <p:nvPr/>
        </p:nvSpPr>
        <p:spPr>
          <a:xfrm xmlns:a="http://schemas.openxmlformats.org/drawingml/2006/main">
            <a:off x="6096000" y="4057650"/>
            <a:ext cx="16764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10000"/>
              </a:lnSpc>
              <a:buNone/>
              <a:defRPr sz="1500" b="1">
                <a:solidFill>
                  <a:srgbClr val="191919"/>
                </a:solidFill>
                <a:latin typeface="AppleGothic"/>
                <a:ea typeface="AppleGothic"/>
                <a:cs typeface="AppleGothic"/>
              </a:defRPr>
            </a:pPr>
            <a:r>
              <a:rPr sz="1500" b="1">
                <a:solidFill>
                  <a:srgbClr val="191919"/>
                </a:solidFill>
                <a:latin typeface="AppleGothic"/>
                <a:ea typeface="AppleGothic"/>
                <a:cs typeface="AppleGothic"/>
              </a:rPr>
              <a:t>서비스 구현</a:t>
            </a:r>
          </a:p>
          <a:p xmlns:a="http://schemas.openxmlformats.org/drawingml/2006/main">
            <a:pPr algn="ctr">
              <a:lnSpc>
                <a:spcPct val="110000"/>
              </a:lnSpc>
              <a:buNone/>
              <a:defRPr sz="1500" b="1">
                <a:solidFill>
                  <a:srgbClr val="191919"/>
                </a:solidFill>
                <a:latin typeface="AppleGothic"/>
                <a:ea typeface="AppleGothic"/>
                <a:cs typeface="AppleGothic"/>
              </a:defRPr>
            </a:pPr>
            <a:r>
              <a:rPr sz="1500" b="1">
                <a:solidFill>
                  <a:srgbClr val="191919"/>
                </a:solidFill>
                <a:latin typeface="AppleGothic"/>
                <a:ea typeface="AppleGothic"/>
                <a:cs typeface="AppleGothic"/>
              </a:rPr>
              <a:t>관찰 구조</a:t>
            </a:r>
          </a:p>
        </p:txBody>
      </p:sp>
      <p:sp>
        <p:nvSpPr>
          <p:cNvPr id="20" name="">
            <a:extLst xmlns:a="http://schemas.openxmlformats.org/drawingml/2006/main">
              <a:ext uri="{FF2B5EF4-FFF2-40B4-BE49-F238E27FC236}">
                <a16:creationId xmlns:a16="http://schemas.microsoft.com/office/drawing/2014/main" id="{E6F30F65-AB34-422A-9C05-366EE4232E99}"/>
              </a:ext>
            </a:extLst>
          </p:cNvPr>
          <p:cNvSpPr>
            <a:spLocks xmlns:a="http://schemas.openxmlformats.org/drawingml/2006/main" noGrp="1"/>
          </p:cNvSpPr>
          <p:nvPr/>
        </p:nvSpPr>
        <p:spPr>
          <a:xfrm xmlns:a="http://schemas.openxmlformats.org/drawingml/2006/main" rot="0">
            <a:off x="8801100" y="3124200"/>
            <a:ext cx="304800" cy="304800"/>
          </a:xfrm>
          <a:prstGeom xmlns:a="http://schemas.openxmlformats.org/drawingml/2006/main" prst="ellipse">
            <a:avLst/>
          </a:prstGeom>
          <a:solidFill xmlns:a="http://schemas.openxmlformats.org/drawingml/2006/main">
            <a:srgbClr val="191919"/>
          </a:solidFill>
          <a:ln xmlns:a="http://schemas.openxmlformats.org/drawingml/2006/main" w="0">
            <a:solidFill>
              <a:srgbClr val="191919"/>
            </a:solidFill>
            <a:prstDash val="solid"/>
          </a:ln>
        </p:spPr>
      </p:sp>
      <p:sp>
        <p:nvSpPr>
          <p:cNvPr id="21" name="">
            <a:extLst xmlns:a="http://schemas.openxmlformats.org/drawingml/2006/main">
              <a:ext uri="{FF2B5EF4-FFF2-40B4-BE49-F238E27FC236}">
                <a16:creationId xmlns:a16="http://schemas.microsoft.com/office/drawing/2014/main" id="{197DB453-2F69-46CD-B155-BB698E19D70D}"/>
              </a:ext>
            </a:extLst>
          </p:cNvPr>
          <p:cNvSpPr>
            <a:spLocks xmlns:a="http://schemas.openxmlformats.org/drawingml/2006/main" noGrp="1"/>
          </p:cNvSpPr>
          <p:nvPr/>
        </p:nvSpPr>
        <p:spPr>
          <a:xfrm xmlns:a="http://schemas.openxmlformats.org/drawingml/2006/main">
            <a:off x="8229600" y="2000250"/>
            <a:ext cx="1447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1">
                <a:solidFill>
                  <a:srgbClr val="667085"/>
                </a:solidFill>
                <a:latin typeface="Menlo"/>
                <a:ea typeface="Menlo"/>
                <a:cs typeface="Menlo"/>
              </a:defRPr>
            </a:pPr>
            <a:r>
              <a:rPr sz="1200" b="1">
                <a:solidFill>
                  <a:srgbClr val="667085"/>
                </a:solidFill>
                <a:latin typeface="Menlo"/>
                <a:ea typeface="Menlo"/>
                <a:cs typeface="Menlo"/>
              </a:rPr>
              <a:t>W11–14</a:t>
            </a:r>
          </a:p>
        </p:txBody>
      </p:sp>
      <p:sp>
        <p:nvSpPr>
          <p:cNvPr id="22" name="">
            <a:extLst xmlns:a="http://schemas.openxmlformats.org/drawingml/2006/main">
              <a:ext uri="{FF2B5EF4-FFF2-40B4-BE49-F238E27FC236}">
                <a16:creationId xmlns:a16="http://schemas.microsoft.com/office/drawing/2014/main" id="{7C830DCC-2DC0-4866-B708-43A6BF93CB79}"/>
              </a:ext>
            </a:extLst>
          </p:cNvPr>
          <p:cNvSpPr>
            <a:spLocks xmlns:a="http://schemas.openxmlformats.org/drawingml/2006/main" noGrp="1"/>
          </p:cNvSpPr>
          <p:nvPr/>
        </p:nvSpPr>
        <p:spPr>
          <a:xfrm xmlns:a="http://schemas.openxmlformats.org/drawingml/2006/main">
            <a:off x="8115300" y="2343150"/>
            <a:ext cx="16764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10000"/>
              </a:lnSpc>
              <a:buNone/>
              <a:defRPr sz="1500" b="1">
                <a:solidFill>
                  <a:srgbClr val="191919"/>
                </a:solidFill>
                <a:latin typeface="AppleGothic"/>
                <a:ea typeface="AppleGothic"/>
                <a:cs typeface="AppleGothic"/>
              </a:defRPr>
            </a:pPr>
            <a:r>
              <a:rPr sz="1500" b="1">
                <a:solidFill>
                  <a:srgbClr val="191919"/>
                </a:solidFill>
                <a:latin typeface="AppleGothic"/>
                <a:ea typeface="AppleGothic"/>
                <a:cs typeface="AppleGothic"/>
              </a:rPr>
              <a:t>평가·안전</a:t>
            </a:r>
          </a:p>
          <a:p xmlns:a="http://schemas.openxmlformats.org/drawingml/2006/main">
            <a:pPr algn="ctr">
              <a:lnSpc>
                <a:spcPct val="110000"/>
              </a:lnSpc>
              <a:buNone/>
              <a:defRPr sz="1500" b="1">
                <a:solidFill>
                  <a:srgbClr val="191919"/>
                </a:solidFill>
                <a:latin typeface="AppleGothic"/>
                <a:ea typeface="AppleGothic"/>
                <a:cs typeface="AppleGothic"/>
              </a:defRPr>
            </a:pPr>
            <a:r>
              <a:rPr sz="1500" b="1">
                <a:solidFill>
                  <a:srgbClr val="191919"/>
                </a:solidFill>
                <a:latin typeface="AppleGothic"/>
                <a:ea typeface="AppleGothic"/>
                <a:cs typeface="AppleGothic"/>
              </a:rPr>
              <a:t>비용 판단</a:t>
            </a:r>
          </a:p>
        </p:txBody>
      </p:sp>
      <p:sp>
        <p:nvSpPr>
          <p:cNvPr id="23" name="">
            <a:extLst xmlns:a="http://schemas.openxmlformats.org/drawingml/2006/main">
              <a:ext uri="{FF2B5EF4-FFF2-40B4-BE49-F238E27FC236}">
                <a16:creationId xmlns:a16="http://schemas.microsoft.com/office/drawing/2014/main" id="{2384C205-BAD1-4D8B-9069-EE2D55DC1DB2}"/>
              </a:ext>
            </a:extLst>
          </p:cNvPr>
          <p:cNvSpPr>
            <a:spLocks xmlns:a="http://schemas.openxmlformats.org/drawingml/2006/main" noGrp="1"/>
          </p:cNvSpPr>
          <p:nvPr/>
        </p:nvSpPr>
        <p:spPr>
          <a:xfrm xmlns:a="http://schemas.openxmlformats.org/drawingml/2006/main" rot="0">
            <a:off x="10820400" y="3124200"/>
            <a:ext cx="304800" cy="304800"/>
          </a:xfrm>
          <a:prstGeom xmlns:a="http://schemas.openxmlformats.org/drawingml/2006/main" prst="ellipse">
            <a:avLst/>
          </a:prstGeom>
          <a:solidFill xmlns:a="http://schemas.openxmlformats.org/drawingml/2006/main">
            <a:srgbClr val="191919"/>
          </a:solidFill>
          <a:ln xmlns:a="http://schemas.openxmlformats.org/drawingml/2006/main" w="0">
            <a:solidFill>
              <a:srgbClr val="191919"/>
            </a:solidFill>
            <a:prstDash val="solid"/>
          </a:ln>
        </p:spPr>
      </p:sp>
      <p:sp>
        <p:nvSpPr>
          <p:cNvPr id="24" name="">
            <a:extLst xmlns:a="http://schemas.openxmlformats.org/drawingml/2006/main">
              <a:ext uri="{FF2B5EF4-FFF2-40B4-BE49-F238E27FC236}">
                <a16:creationId xmlns:a16="http://schemas.microsoft.com/office/drawing/2014/main" id="{22D29B90-A33E-4A66-B779-FE4565BA65DF}"/>
              </a:ext>
            </a:extLst>
          </p:cNvPr>
          <p:cNvSpPr>
            <a:spLocks xmlns:a="http://schemas.openxmlformats.org/drawingml/2006/main" noGrp="1"/>
          </p:cNvSpPr>
          <p:nvPr/>
        </p:nvSpPr>
        <p:spPr>
          <a:xfrm xmlns:a="http://schemas.openxmlformats.org/drawingml/2006/main">
            <a:off x="10248900" y="3714750"/>
            <a:ext cx="1447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1">
                <a:solidFill>
                  <a:srgbClr val="667085"/>
                </a:solidFill>
                <a:latin typeface="Menlo"/>
                <a:ea typeface="Menlo"/>
                <a:cs typeface="Menlo"/>
              </a:defRPr>
            </a:pPr>
            <a:r>
              <a:rPr sz="1200" b="1">
                <a:solidFill>
                  <a:srgbClr val="667085"/>
                </a:solidFill>
                <a:latin typeface="Menlo"/>
                <a:ea typeface="Menlo"/>
                <a:cs typeface="Menlo"/>
              </a:rPr>
              <a:t>W15–16</a:t>
            </a:r>
          </a:p>
        </p:txBody>
      </p:sp>
      <p:sp>
        <p:nvSpPr>
          <p:cNvPr id="25" name="">
            <a:extLst xmlns:a="http://schemas.openxmlformats.org/drawingml/2006/main">
              <a:ext uri="{FF2B5EF4-FFF2-40B4-BE49-F238E27FC236}">
                <a16:creationId xmlns:a16="http://schemas.microsoft.com/office/drawing/2014/main" id="{2D8E18E8-A127-4BB1-B1CA-8FBB8196361A}"/>
              </a:ext>
            </a:extLst>
          </p:cNvPr>
          <p:cNvSpPr>
            <a:spLocks xmlns:a="http://schemas.openxmlformats.org/drawingml/2006/main" noGrp="1"/>
          </p:cNvSpPr>
          <p:nvPr/>
        </p:nvSpPr>
        <p:spPr>
          <a:xfrm xmlns:a="http://schemas.openxmlformats.org/drawingml/2006/main">
            <a:off x="10134600" y="4057650"/>
            <a:ext cx="16764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10000"/>
              </a:lnSpc>
              <a:buNone/>
              <a:defRPr sz="1500" b="1">
                <a:solidFill>
                  <a:srgbClr val="191919"/>
                </a:solidFill>
                <a:latin typeface="AppleGothic"/>
                <a:ea typeface="AppleGothic"/>
                <a:cs typeface="AppleGothic"/>
              </a:defRPr>
            </a:pPr>
            <a:r>
              <a:rPr sz="1500" b="1">
                <a:solidFill>
                  <a:srgbClr val="191919"/>
                </a:solidFill>
                <a:latin typeface="AppleGothic"/>
                <a:ea typeface="AppleGothic"/>
                <a:cs typeface="AppleGothic"/>
              </a:rPr>
              <a:t>통합 검증</a:t>
            </a:r>
          </a:p>
          <a:p xmlns:a="http://schemas.openxmlformats.org/drawingml/2006/main">
            <a:pPr algn="ctr">
              <a:lnSpc>
                <a:spcPct val="110000"/>
              </a:lnSpc>
              <a:buNone/>
              <a:defRPr sz="1500" b="1">
                <a:solidFill>
                  <a:srgbClr val="191919"/>
                </a:solidFill>
                <a:latin typeface="AppleGothic"/>
                <a:ea typeface="AppleGothic"/>
                <a:cs typeface="AppleGothic"/>
              </a:defRPr>
            </a:pPr>
            <a:r>
              <a:rPr sz="1500" b="1">
                <a:solidFill>
                  <a:srgbClr val="191919"/>
                </a:solidFill>
                <a:latin typeface="AppleGothic"/>
                <a:ea typeface="AppleGothic"/>
                <a:cs typeface="AppleGothic"/>
              </a:rPr>
              <a:t>결과 발표</a:t>
            </a:r>
          </a:p>
        </p:txBody>
      </p:sp>
      <p:sp>
        <p:nvSpPr>
          <p:cNvPr id="26" name="">
            <a:extLst xmlns:a="http://schemas.openxmlformats.org/drawingml/2006/main">
              <a:ext uri="{FF2B5EF4-FFF2-40B4-BE49-F238E27FC236}">
                <a16:creationId xmlns:a16="http://schemas.microsoft.com/office/drawing/2014/main" id="{520C542A-F81E-436A-A6E5-671A17C0B9E8}"/>
              </a:ext>
            </a:extLst>
          </p:cNvPr>
          <p:cNvSpPr>
            <a:spLocks xmlns:a="http://schemas.openxmlformats.org/drawingml/2006/main" noGrp="1"/>
          </p:cNvSpPr>
          <p:nvPr/>
        </p:nvSpPr>
        <p:spPr>
          <a:xfrm xmlns:a="http://schemas.openxmlformats.org/drawingml/2006/main">
            <a:off x="609600" y="5543550"/>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191919"/>
                </a:solidFill>
                <a:latin typeface="AppleGothic"/>
                <a:ea typeface="AppleGothic"/>
                <a:cs typeface="AppleGothic"/>
              </a:defRPr>
            </a:pPr>
            <a:r>
              <a:rPr sz="1500" b="1">
                <a:solidFill>
                  <a:srgbClr val="191919"/>
                </a:solidFill>
                <a:latin typeface="AppleGothic"/>
                <a:ea typeface="AppleGothic"/>
                <a:cs typeface="AppleGothic"/>
              </a:rPr>
              <a:t>문제 정의 · 실행 증거 · 평가 기준 · 운영 판단 · 버전 개선의 누적</a:t>
            </a:r>
          </a:p>
        </p:txBody>
      </p:sp>
    </p:spTree>
    <p:extLst>
      <p:ext uri="{BB962C8B-B14F-4D97-AF65-F5344CB8AC3E}">
        <p14:creationId xmlns:p14="http://schemas.microsoft.com/office/powerpoint/2010/main" val="1631909995"/>
      </p:ext>
    </p:extLst>
  </p:cSld>
</p:sld>
</file>

<file path=ppt/slides/slide5.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F6BCC7E1-2C6C-48A8-9BCD-5AF329E1CF14}"/>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COURSE</a:t>
            </a:r>
          </a:p>
        </p:txBody>
      </p:sp>
      <p:sp>
        <p:nvSpPr>
          <p:cNvPr id="2" name="">
            <a:extLst xmlns:a="http://schemas.openxmlformats.org/drawingml/2006/main">
              <a:ext uri="{FF2B5EF4-FFF2-40B4-BE49-F238E27FC236}">
                <a16:creationId xmlns:a16="http://schemas.microsoft.com/office/drawing/2014/main" id="{DD07C73A-B308-4738-A265-012ACE79C932}"/>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05</a:t>
            </a:r>
          </a:p>
        </p:txBody>
      </p:sp>
      <p:sp>
        <p:nvSpPr>
          <p:cNvPr id="3" name="">
            <a:extLst xmlns:a="http://schemas.openxmlformats.org/drawingml/2006/main">
              <a:ext uri="{FF2B5EF4-FFF2-40B4-BE49-F238E27FC236}">
                <a16:creationId xmlns:a16="http://schemas.microsoft.com/office/drawing/2014/main" id="{3B0E8E3A-7DE6-42F5-B4AD-85E1FA8E9D91}"/>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4B9273BE-5DDA-4A8D-9694-7AA21BB265ED}"/>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E0331E05-37A5-495A-AA27-6401B3DA3771}"/>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3A9D4EBE-957A-4C22-8FCF-46593FFF34A1}"/>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기획서 제출 패키지</a:t>
            </a:r>
          </a:p>
        </p:txBody>
      </p:sp>
      <p:sp>
        <p:nvSpPr>
          <p:cNvPr id="7" name="">
            <a:extLst xmlns:a="http://schemas.openxmlformats.org/drawingml/2006/main">
              <a:ext uri="{FF2B5EF4-FFF2-40B4-BE49-F238E27FC236}">
                <a16:creationId xmlns:a16="http://schemas.microsoft.com/office/drawing/2014/main" id="{1939B01A-B216-46D0-8712-ECB6C1A38A5E}"/>
              </a:ext>
            </a:extLst>
          </p:cNvPr>
          <p:cNvSpPr>
            <a:spLocks xmlns:a="http://schemas.openxmlformats.org/drawingml/2006/main" noGrp="1"/>
          </p:cNvSpPr>
          <p:nvPr/>
        </p:nvSpPr>
        <p:spPr>
          <a:xfrm xmlns:a="http://schemas.openxmlformats.org/drawingml/2006/main">
            <a:off x="609600" y="1409700"/>
            <a:ext cx="10972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00" b="1">
                <a:solidFill>
                  <a:srgbClr val="667085"/>
                </a:solidFill>
                <a:latin typeface="AppleGothic"/>
                <a:ea typeface="AppleGothic"/>
                <a:cs typeface="AppleGothic"/>
              </a:defRPr>
            </a:pPr>
            <a:r>
              <a:rPr sz="1500" b="1">
                <a:solidFill>
                  <a:srgbClr val="667085"/>
                </a:solidFill>
                <a:latin typeface="AppleGothic"/>
                <a:ea typeface="AppleGothic"/>
                <a:cs typeface="AppleGothic"/>
              </a:rPr>
              <a:t>화면 검토와 인쇄 제출을 함께 지원하는 세 가지 HTML 기준 문서</a:t>
            </a:r>
          </a:p>
        </p:txBody>
      </p:sp>
      <p:sp>
        <p:nvSpPr>
          <p:cNvPr id="8" name="">
            <a:extLst xmlns:a="http://schemas.openxmlformats.org/drawingml/2006/main">
              <a:ext uri="{FF2B5EF4-FFF2-40B4-BE49-F238E27FC236}">
                <a16:creationId xmlns:a16="http://schemas.microsoft.com/office/drawing/2014/main" id="{FDEC0D0C-F836-42B0-B45D-3BA9A186F6A5}"/>
              </a:ext>
            </a:extLst>
          </p:cNvPr>
          <p:cNvSpPr>
            <a:spLocks xmlns:a="http://schemas.openxmlformats.org/drawingml/2006/main" noGrp="1"/>
          </p:cNvSpPr>
          <p:nvPr/>
        </p:nvSpPr>
        <p:spPr>
          <a:xfrm xmlns:a="http://schemas.openxmlformats.org/drawingml/2006/main" rot="0">
            <a:off x="609600" y="1981200"/>
            <a:ext cx="3219450" cy="30289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9" name="">
            <a:extLst xmlns:a="http://schemas.openxmlformats.org/drawingml/2006/main">
              <a:ext uri="{FF2B5EF4-FFF2-40B4-BE49-F238E27FC236}">
                <a16:creationId xmlns:a16="http://schemas.microsoft.com/office/drawing/2014/main" id="{22C76C9B-843A-4154-BE19-0C11D7A1831B}"/>
              </a:ext>
            </a:extLst>
          </p:cNvPr>
          <p:cNvSpPr>
            <a:spLocks xmlns:a="http://schemas.openxmlformats.org/drawingml/2006/main" noGrp="1"/>
          </p:cNvSpPr>
          <p:nvPr/>
        </p:nvSpPr>
        <p:spPr>
          <a:xfrm xmlns:a="http://schemas.openxmlformats.org/drawingml/2006/main" rot="0">
            <a:off x="609600" y="1981200"/>
            <a:ext cx="3219450" cy="47625"/>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0" name="">
            <a:extLst xmlns:a="http://schemas.openxmlformats.org/drawingml/2006/main">
              <a:ext uri="{FF2B5EF4-FFF2-40B4-BE49-F238E27FC236}">
                <a16:creationId xmlns:a16="http://schemas.microsoft.com/office/drawing/2014/main" id="{152479E4-57BC-45D1-AB79-C8FA24A3929A}"/>
              </a:ext>
            </a:extLst>
          </p:cNvPr>
          <p:cNvSpPr>
            <a:spLocks xmlns:a="http://schemas.openxmlformats.org/drawingml/2006/main" noGrp="1"/>
          </p:cNvSpPr>
          <p:nvPr/>
        </p:nvSpPr>
        <p:spPr>
          <a:xfrm xmlns:a="http://schemas.openxmlformats.org/drawingml/2006/main">
            <a:off x="838200" y="2228850"/>
            <a:ext cx="457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667085"/>
                </a:solidFill>
                <a:latin typeface="Menlo"/>
                <a:ea typeface="Menlo"/>
                <a:cs typeface="Menlo"/>
              </a:defRPr>
            </a:pPr>
            <a:r>
              <a:rPr sz="1350" b="1">
                <a:solidFill>
                  <a:srgbClr val="667085"/>
                </a:solidFill>
                <a:latin typeface="Menlo"/>
                <a:ea typeface="Menlo"/>
                <a:cs typeface="Menlo"/>
              </a:rPr>
              <a:t>01</a:t>
            </a:r>
          </a:p>
        </p:txBody>
      </p:sp>
      <p:sp>
        <p:nvSpPr>
          <p:cNvPr id="11" name="">
            <a:extLst xmlns:a="http://schemas.openxmlformats.org/drawingml/2006/main">
              <a:ext uri="{FF2B5EF4-FFF2-40B4-BE49-F238E27FC236}">
                <a16:creationId xmlns:a16="http://schemas.microsoft.com/office/drawing/2014/main" id="{86120B83-FCD9-4BD4-BD60-B135F62D5140}"/>
              </a:ext>
            </a:extLst>
          </p:cNvPr>
          <p:cNvSpPr>
            <a:spLocks xmlns:a="http://schemas.openxmlformats.org/drawingml/2006/main" noGrp="1"/>
          </p:cNvSpPr>
          <p:nvPr/>
        </p:nvSpPr>
        <p:spPr>
          <a:xfrm xmlns:a="http://schemas.openxmlformats.org/drawingml/2006/main">
            <a:off x="838200" y="2647950"/>
            <a:ext cx="2762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6000"/>
              </a:lnSpc>
              <a:buNone/>
              <a:defRPr sz="1875" b="1">
                <a:solidFill>
                  <a:srgbClr val="191919"/>
                </a:solidFill>
                <a:latin typeface="AppleGothic"/>
                <a:ea typeface="AppleGothic"/>
                <a:cs typeface="AppleGothic"/>
              </a:defRPr>
            </a:pPr>
            <a:r>
              <a:rPr sz="1875" b="1">
                <a:solidFill>
                  <a:srgbClr val="191919"/>
                </a:solidFill>
                <a:latin typeface="AppleGothic"/>
                <a:ea typeface="AppleGothic"/>
                <a:cs typeface="AppleGothic"/>
              </a:rPr>
              <a:t>16주 과정</a:t>
            </a:r>
          </a:p>
          <a:p xmlns:a="http://schemas.openxmlformats.org/drawingml/2006/main">
            <a:pPr algn="l">
              <a:lnSpc>
                <a:spcPct val="106000"/>
              </a:lnSpc>
              <a:buNone/>
              <a:defRPr sz="1875" b="1">
                <a:solidFill>
                  <a:srgbClr val="191919"/>
                </a:solidFill>
                <a:latin typeface="AppleGothic"/>
                <a:ea typeface="AppleGothic"/>
                <a:cs typeface="AppleGothic"/>
              </a:defRPr>
            </a:pPr>
            <a:r>
              <a:rPr sz="1875" b="1">
                <a:solidFill>
                  <a:srgbClr val="191919"/>
                </a:solidFill>
                <a:latin typeface="AppleGothic"/>
                <a:ea typeface="AppleGothic"/>
                <a:cs typeface="AppleGothic"/>
              </a:rPr>
              <a:t>로드맵</a:t>
            </a:r>
          </a:p>
        </p:txBody>
      </p:sp>
      <p:sp>
        <p:nvSpPr>
          <p:cNvPr id="12" name="">
            <a:extLst xmlns:a="http://schemas.openxmlformats.org/drawingml/2006/main">
              <a:ext uri="{FF2B5EF4-FFF2-40B4-BE49-F238E27FC236}">
                <a16:creationId xmlns:a16="http://schemas.microsoft.com/office/drawing/2014/main" id="{06822835-A1C6-4F73-905C-193BB6A10C26}"/>
              </a:ext>
            </a:extLst>
          </p:cNvPr>
          <p:cNvSpPr>
            <a:spLocks xmlns:a="http://schemas.openxmlformats.org/drawingml/2006/main" noGrp="1"/>
          </p:cNvSpPr>
          <p:nvPr/>
        </p:nvSpPr>
        <p:spPr>
          <a:xfrm xmlns:a="http://schemas.openxmlformats.org/drawingml/2006/main" flipH="0" flipV="0">
            <a:off x="838200" y="3409950"/>
            <a:ext cx="276225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13" name="">
            <a:extLst xmlns:a="http://schemas.openxmlformats.org/drawingml/2006/main">
              <a:ext uri="{FF2B5EF4-FFF2-40B4-BE49-F238E27FC236}">
                <a16:creationId xmlns:a16="http://schemas.microsoft.com/office/drawing/2014/main" id="{4D236B06-C78A-44A8-A009-148CE468D228}"/>
              </a:ext>
            </a:extLst>
          </p:cNvPr>
          <p:cNvSpPr>
            <a:spLocks xmlns:a="http://schemas.openxmlformats.org/drawingml/2006/main" noGrp="1"/>
          </p:cNvSpPr>
          <p:nvPr/>
        </p:nvSpPr>
        <p:spPr>
          <a:xfrm xmlns:a="http://schemas.openxmlformats.org/drawingml/2006/main">
            <a:off x="838200" y="3638550"/>
            <a:ext cx="2762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0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현재 주차·학습 질문</a:t>
            </a:r>
          </a:p>
          <a:p xmlns:a="http://schemas.openxmlformats.org/drawingml/2006/main">
            <a:pPr algn="l">
              <a:lnSpc>
                <a:spcPct val="130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주차별 일정·누적 산출물</a:t>
            </a:r>
          </a:p>
          <a:p xmlns:a="http://schemas.openxmlformats.org/drawingml/2006/main">
            <a:pPr algn="l">
              <a:lnSpc>
                <a:spcPct val="130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온라인 영상 대체 일정</a:t>
            </a:r>
          </a:p>
        </p:txBody>
      </p:sp>
      <p:sp>
        <p:nvSpPr>
          <p:cNvPr id="14" name="">
            <a:extLst xmlns:a="http://schemas.openxmlformats.org/drawingml/2006/main">
              <a:ext uri="{FF2B5EF4-FFF2-40B4-BE49-F238E27FC236}">
                <a16:creationId xmlns:a16="http://schemas.microsoft.com/office/drawing/2014/main" id="{72A9B647-9B17-45CD-B3BB-9B96C5C60021}"/>
              </a:ext>
            </a:extLst>
          </p:cNvPr>
          <p:cNvSpPr>
            <a:spLocks xmlns:a="http://schemas.openxmlformats.org/drawingml/2006/main" noGrp="1"/>
          </p:cNvSpPr>
          <p:nvPr/>
        </p:nvSpPr>
        <p:spPr>
          <a:xfrm xmlns:a="http://schemas.openxmlformats.org/drawingml/2006/main">
            <a:off x="838200" y="4495800"/>
            <a:ext cx="2762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0000"/>
              </a:lnSpc>
              <a:buNone/>
              <a:defRPr sz="1050" b="1">
                <a:solidFill>
                  <a:srgbClr val="191919"/>
                </a:solidFill>
                <a:latin typeface="Menlo"/>
                <a:ea typeface="Menlo"/>
                <a:cs typeface="Menlo"/>
              </a:defRPr>
            </a:pPr>
            <a:r>
              <a:rPr sz="1050" b="1">
                <a:solidFill>
                  <a:srgbClr val="191919"/>
                </a:solidFill>
                <a:latin typeface="Menlo"/>
                <a:ea typeface="Menlo"/>
                <a:cs typeface="Menlo"/>
              </a:rPr>
              <a:t>curriculum/2026-2/web/</a:t>
            </a:r>
          </a:p>
          <a:p xmlns:a="http://schemas.openxmlformats.org/drawingml/2006/main">
            <a:pPr algn="l">
              <a:lnSpc>
                <a:spcPct val="110000"/>
              </a:lnSpc>
              <a:buNone/>
              <a:defRPr sz="1050" b="1">
                <a:solidFill>
                  <a:srgbClr val="191919"/>
                </a:solidFill>
                <a:latin typeface="Menlo"/>
                <a:ea typeface="Menlo"/>
                <a:cs typeface="Menlo"/>
              </a:defRPr>
            </a:pPr>
            <a:r>
              <a:rPr sz="1050" b="1">
                <a:solidFill>
                  <a:srgbClr val="191919"/>
                </a:solidFill>
                <a:latin typeface="Menlo"/>
                <a:ea typeface="Menlo"/>
                <a:cs typeface="Menlo"/>
              </a:rPr>
              <a:t>course-roadmap.html</a:t>
            </a:r>
          </a:p>
        </p:txBody>
      </p:sp>
      <p:sp>
        <p:nvSpPr>
          <p:cNvPr id="15" name="">
            <a:extLst xmlns:a="http://schemas.openxmlformats.org/drawingml/2006/main">
              <a:ext uri="{FF2B5EF4-FFF2-40B4-BE49-F238E27FC236}">
                <a16:creationId xmlns:a16="http://schemas.microsoft.com/office/drawing/2014/main" id="{F159F8A9-FED9-44CE-B4E3-3DC73EEA8EAC}"/>
              </a:ext>
            </a:extLst>
          </p:cNvPr>
          <p:cNvSpPr>
            <a:spLocks xmlns:a="http://schemas.openxmlformats.org/drawingml/2006/main" noGrp="1"/>
          </p:cNvSpPr>
          <p:nvPr/>
        </p:nvSpPr>
        <p:spPr>
          <a:xfrm xmlns:a="http://schemas.openxmlformats.org/drawingml/2006/main" rot="0">
            <a:off x="4267200" y="1981200"/>
            <a:ext cx="3219450" cy="30289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6" name="">
            <a:extLst xmlns:a="http://schemas.openxmlformats.org/drawingml/2006/main">
              <a:ext uri="{FF2B5EF4-FFF2-40B4-BE49-F238E27FC236}">
                <a16:creationId xmlns:a16="http://schemas.microsoft.com/office/drawing/2014/main" id="{859E4543-C90D-426B-B3C2-38996BD146C0}"/>
              </a:ext>
            </a:extLst>
          </p:cNvPr>
          <p:cNvSpPr>
            <a:spLocks xmlns:a="http://schemas.openxmlformats.org/drawingml/2006/main" noGrp="1"/>
          </p:cNvSpPr>
          <p:nvPr/>
        </p:nvSpPr>
        <p:spPr>
          <a:xfrm xmlns:a="http://schemas.openxmlformats.org/drawingml/2006/main" rot="0">
            <a:off x="4267200" y="1981200"/>
            <a:ext cx="3219450" cy="47625"/>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7" name="">
            <a:extLst xmlns:a="http://schemas.openxmlformats.org/drawingml/2006/main">
              <a:ext uri="{FF2B5EF4-FFF2-40B4-BE49-F238E27FC236}">
                <a16:creationId xmlns:a16="http://schemas.microsoft.com/office/drawing/2014/main" id="{839DFA9C-CEA9-4220-8DCE-63702FD288F9}"/>
              </a:ext>
            </a:extLst>
          </p:cNvPr>
          <p:cNvSpPr>
            <a:spLocks xmlns:a="http://schemas.openxmlformats.org/drawingml/2006/main" noGrp="1"/>
          </p:cNvSpPr>
          <p:nvPr/>
        </p:nvSpPr>
        <p:spPr>
          <a:xfrm xmlns:a="http://schemas.openxmlformats.org/drawingml/2006/main">
            <a:off x="4495800" y="2228850"/>
            <a:ext cx="457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667085"/>
                </a:solidFill>
                <a:latin typeface="Menlo"/>
                <a:ea typeface="Menlo"/>
                <a:cs typeface="Menlo"/>
              </a:defRPr>
            </a:pPr>
            <a:r>
              <a:rPr sz="1350" b="1">
                <a:solidFill>
                  <a:srgbClr val="667085"/>
                </a:solidFill>
                <a:latin typeface="Menlo"/>
                <a:ea typeface="Menlo"/>
                <a:cs typeface="Menlo"/>
              </a:rPr>
              <a:t>02</a:t>
            </a:r>
          </a:p>
        </p:txBody>
      </p:sp>
      <p:sp>
        <p:nvSpPr>
          <p:cNvPr id="18" name="">
            <a:extLst xmlns:a="http://schemas.openxmlformats.org/drawingml/2006/main">
              <a:ext uri="{FF2B5EF4-FFF2-40B4-BE49-F238E27FC236}">
                <a16:creationId xmlns:a16="http://schemas.microsoft.com/office/drawing/2014/main" id="{F5941498-1B45-4FD2-9F55-9AB6D0D4F398}"/>
              </a:ext>
            </a:extLst>
          </p:cNvPr>
          <p:cNvSpPr>
            <a:spLocks xmlns:a="http://schemas.openxmlformats.org/drawingml/2006/main" noGrp="1"/>
          </p:cNvSpPr>
          <p:nvPr/>
        </p:nvSpPr>
        <p:spPr>
          <a:xfrm xmlns:a="http://schemas.openxmlformats.org/drawingml/2006/main">
            <a:off x="4495800" y="2647950"/>
            <a:ext cx="2762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6000"/>
              </a:lnSpc>
              <a:buNone/>
              <a:defRPr sz="1875" b="1">
                <a:solidFill>
                  <a:srgbClr val="191919"/>
                </a:solidFill>
                <a:latin typeface="AppleGothic"/>
                <a:ea typeface="AppleGothic"/>
                <a:cs typeface="AppleGothic"/>
              </a:defRPr>
            </a:pPr>
            <a:r>
              <a:rPr sz="1875" b="1">
                <a:solidFill>
                  <a:srgbClr val="191919"/>
                </a:solidFill>
                <a:latin typeface="AppleGothic"/>
                <a:ea typeface="AppleGothic"/>
                <a:cs typeface="AppleGothic"/>
              </a:rPr>
              <a:t>2페이지</a:t>
            </a:r>
          </a:p>
          <a:p xmlns:a="http://schemas.openxmlformats.org/drawingml/2006/main">
            <a:pPr algn="l">
              <a:lnSpc>
                <a:spcPct val="106000"/>
              </a:lnSpc>
              <a:buNone/>
              <a:defRPr sz="1875" b="1">
                <a:solidFill>
                  <a:srgbClr val="191919"/>
                </a:solidFill>
                <a:latin typeface="AppleGothic"/>
                <a:ea typeface="AppleGothic"/>
                <a:cs typeface="AppleGothic"/>
              </a:defRPr>
            </a:pPr>
            <a:r>
              <a:rPr sz="1875" b="1">
                <a:solidFill>
                  <a:srgbClr val="191919"/>
                </a:solidFill>
                <a:latin typeface="AppleGothic"/>
                <a:ea typeface="AppleGothic"/>
                <a:cs typeface="AppleGothic"/>
              </a:rPr>
              <a:t>제안서</a:t>
            </a:r>
          </a:p>
        </p:txBody>
      </p:sp>
      <p:sp>
        <p:nvSpPr>
          <p:cNvPr id="19" name="">
            <a:extLst xmlns:a="http://schemas.openxmlformats.org/drawingml/2006/main">
              <a:ext uri="{FF2B5EF4-FFF2-40B4-BE49-F238E27FC236}">
                <a16:creationId xmlns:a16="http://schemas.microsoft.com/office/drawing/2014/main" id="{ACBD3382-AEA7-48B3-88C0-6DBA07FFA074}"/>
              </a:ext>
            </a:extLst>
          </p:cNvPr>
          <p:cNvSpPr>
            <a:spLocks xmlns:a="http://schemas.openxmlformats.org/drawingml/2006/main" noGrp="1"/>
          </p:cNvSpPr>
          <p:nvPr/>
        </p:nvSpPr>
        <p:spPr>
          <a:xfrm xmlns:a="http://schemas.openxmlformats.org/drawingml/2006/main" flipH="0" flipV="0">
            <a:off x="4495800" y="3409950"/>
            <a:ext cx="276225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20" name="">
            <a:extLst xmlns:a="http://schemas.openxmlformats.org/drawingml/2006/main">
              <a:ext uri="{FF2B5EF4-FFF2-40B4-BE49-F238E27FC236}">
                <a16:creationId xmlns:a16="http://schemas.microsoft.com/office/drawing/2014/main" id="{0DEC5961-4668-433B-84EC-1063B394DA03}"/>
              </a:ext>
            </a:extLst>
          </p:cNvPr>
          <p:cNvSpPr>
            <a:spLocks xmlns:a="http://schemas.openxmlformats.org/drawingml/2006/main" noGrp="1"/>
          </p:cNvSpPr>
          <p:nvPr/>
        </p:nvSpPr>
        <p:spPr>
          <a:xfrm xmlns:a="http://schemas.openxmlformats.org/drawingml/2006/main">
            <a:off x="4495800" y="3638550"/>
            <a:ext cx="2762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0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문제와 사용자·기준선</a:t>
            </a:r>
          </a:p>
          <a:p xmlns:a="http://schemas.openxmlformats.org/drawingml/2006/main">
            <a:pPr algn="l">
              <a:lnSpc>
                <a:spcPct val="130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입력·출력 계약</a:t>
            </a:r>
          </a:p>
          <a:p xmlns:a="http://schemas.openxmlformats.org/drawingml/2006/main">
            <a:pPr algn="l">
              <a:lnSpc>
                <a:spcPct val="130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해법·평가·교수 질문</a:t>
            </a:r>
          </a:p>
        </p:txBody>
      </p:sp>
      <p:sp>
        <p:nvSpPr>
          <p:cNvPr id="21" name="">
            <a:extLst xmlns:a="http://schemas.openxmlformats.org/drawingml/2006/main">
              <a:ext uri="{FF2B5EF4-FFF2-40B4-BE49-F238E27FC236}">
                <a16:creationId xmlns:a16="http://schemas.microsoft.com/office/drawing/2014/main" id="{AD852C04-2B42-4530-8B3F-2A644E86C1E0}"/>
              </a:ext>
            </a:extLst>
          </p:cNvPr>
          <p:cNvSpPr>
            <a:spLocks xmlns:a="http://schemas.openxmlformats.org/drawingml/2006/main" noGrp="1"/>
          </p:cNvSpPr>
          <p:nvPr/>
        </p:nvSpPr>
        <p:spPr>
          <a:xfrm xmlns:a="http://schemas.openxmlformats.org/drawingml/2006/main">
            <a:off x="4495800" y="4495800"/>
            <a:ext cx="2762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0000"/>
              </a:lnSpc>
              <a:buNone/>
              <a:defRPr sz="1050" b="1">
                <a:solidFill>
                  <a:srgbClr val="191919"/>
                </a:solidFill>
                <a:latin typeface="Menlo"/>
                <a:ea typeface="Menlo"/>
                <a:cs typeface="Menlo"/>
              </a:defRPr>
            </a:pPr>
            <a:r>
              <a:rPr sz="1050" b="1">
                <a:solidFill>
                  <a:srgbClr val="191919"/>
                </a:solidFill>
                <a:latin typeface="Menlo"/>
                <a:ea typeface="Menlo"/>
                <a:cs typeface="Menlo"/>
              </a:rPr>
              <a:t>curriculum/2026-2/web/</a:t>
            </a:r>
          </a:p>
          <a:p xmlns:a="http://schemas.openxmlformats.org/drawingml/2006/main">
            <a:pPr algn="l">
              <a:lnSpc>
                <a:spcPct val="110000"/>
              </a:lnSpc>
              <a:buNone/>
              <a:defRPr sz="1050" b="1">
                <a:solidFill>
                  <a:srgbClr val="191919"/>
                </a:solidFill>
                <a:latin typeface="Menlo"/>
                <a:ea typeface="Menlo"/>
                <a:cs typeface="Menlo"/>
              </a:defRPr>
            </a:pPr>
            <a:r>
              <a:rPr sz="1050" b="1">
                <a:solidFill>
                  <a:srgbClr val="191919"/>
                </a:solidFill>
                <a:latin typeface="Menlo"/>
                <a:ea typeface="Menlo"/>
                <a:cs typeface="Menlo"/>
              </a:rPr>
              <a:t>project-proposal-2pager.html</a:t>
            </a:r>
          </a:p>
        </p:txBody>
      </p:sp>
      <p:sp>
        <p:nvSpPr>
          <p:cNvPr id="22" name="">
            <a:extLst xmlns:a="http://schemas.openxmlformats.org/drawingml/2006/main">
              <a:ext uri="{FF2B5EF4-FFF2-40B4-BE49-F238E27FC236}">
                <a16:creationId xmlns:a16="http://schemas.microsoft.com/office/drawing/2014/main" id="{38C8865A-571D-4592-8BA9-C63E63F74605}"/>
              </a:ext>
            </a:extLst>
          </p:cNvPr>
          <p:cNvSpPr>
            <a:spLocks xmlns:a="http://schemas.openxmlformats.org/drawingml/2006/main" noGrp="1"/>
          </p:cNvSpPr>
          <p:nvPr/>
        </p:nvSpPr>
        <p:spPr>
          <a:xfrm xmlns:a="http://schemas.openxmlformats.org/drawingml/2006/main" rot="0">
            <a:off x="7924800" y="1981200"/>
            <a:ext cx="3219450" cy="30289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23" name="">
            <a:extLst xmlns:a="http://schemas.openxmlformats.org/drawingml/2006/main">
              <a:ext uri="{FF2B5EF4-FFF2-40B4-BE49-F238E27FC236}">
                <a16:creationId xmlns:a16="http://schemas.microsoft.com/office/drawing/2014/main" id="{4F7AEEC2-49B0-40B6-A3C4-13B0DE9C6EF8}"/>
              </a:ext>
            </a:extLst>
          </p:cNvPr>
          <p:cNvSpPr>
            <a:spLocks xmlns:a="http://schemas.openxmlformats.org/drawingml/2006/main" noGrp="1"/>
          </p:cNvSpPr>
          <p:nvPr/>
        </p:nvSpPr>
        <p:spPr>
          <a:xfrm xmlns:a="http://schemas.openxmlformats.org/drawingml/2006/main" rot="0">
            <a:off x="7924800" y="1981200"/>
            <a:ext cx="3219450" cy="47625"/>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24" name="">
            <a:extLst xmlns:a="http://schemas.openxmlformats.org/drawingml/2006/main">
              <a:ext uri="{FF2B5EF4-FFF2-40B4-BE49-F238E27FC236}">
                <a16:creationId xmlns:a16="http://schemas.microsoft.com/office/drawing/2014/main" id="{A675391A-1F4A-4EF2-9A67-5657A35DBEFB}"/>
              </a:ext>
            </a:extLst>
          </p:cNvPr>
          <p:cNvSpPr>
            <a:spLocks xmlns:a="http://schemas.openxmlformats.org/drawingml/2006/main" noGrp="1"/>
          </p:cNvSpPr>
          <p:nvPr/>
        </p:nvSpPr>
        <p:spPr>
          <a:xfrm xmlns:a="http://schemas.openxmlformats.org/drawingml/2006/main">
            <a:off x="8153400" y="2228850"/>
            <a:ext cx="457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667085"/>
                </a:solidFill>
                <a:latin typeface="Menlo"/>
                <a:ea typeface="Menlo"/>
                <a:cs typeface="Menlo"/>
              </a:defRPr>
            </a:pPr>
            <a:r>
              <a:rPr sz="1350" b="1">
                <a:solidFill>
                  <a:srgbClr val="667085"/>
                </a:solidFill>
                <a:latin typeface="Menlo"/>
                <a:ea typeface="Menlo"/>
                <a:cs typeface="Menlo"/>
              </a:rPr>
              <a:t>03</a:t>
            </a:r>
          </a:p>
        </p:txBody>
      </p:sp>
      <p:sp>
        <p:nvSpPr>
          <p:cNvPr id="25" name="">
            <a:extLst xmlns:a="http://schemas.openxmlformats.org/drawingml/2006/main">
              <a:ext uri="{FF2B5EF4-FFF2-40B4-BE49-F238E27FC236}">
                <a16:creationId xmlns:a16="http://schemas.microsoft.com/office/drawing/2014/main" id="{886EE007-FFF7-42CB-A863-211DF37833B4}"/>
              </a:ext>
            </a:extLst>
          </p:cNvPr>
          <p:cNvSpPr>
            <a:spLocks xmlns:a="http://schemas.openxmlformats.org/drawingml/2006/main" noGrp="1"/>
          </p:cNvSpPr>
          <p:nvPr/>
        </p:nvSpPr>
        <p:spPr>
          <a:xfrm xmlns:a="http://schemas.openxmlformats.org/drawingml/2006/main">
            <a:off x="8153400" y="2647950"/>
            <a:ext cx="2762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6000"/>
              </a:lnSpc>
              <a:buNone/>
              <a:defRPr sz="1875" b="1">
                <a:solidFill>
                  <a:srgbClr val="191919"/>
                </a:solidFill>
                <a:latin typeface="AppleGothic"/>
                <a:ea typeface="AppleGothic"/>
                <a:cs typeface="AppleGothic"/>
              </a:defRPr>
            </a:pPr>
            <a:r>
              <a:rPr sz="1875" b="1">
                <a:solidFill>
                  <a:srgbClr val="191919"/>
                </a:solidFill>
                <a:latin typeface="AppleGothic"/>
                <a:ea typeface="AppleGothic"/>
                <a:cs typeface="AppleGothic"/>
              </a:rPr>
              <a:t>제품 요구사항</a:t>
            </a:r>
          </a:p>
          <a:p xmlns:a="http://schemas.openxmlformats.org/drawingml/2006/main">
            <a:pPr algn="l">
              <a:lnSpc>
                <a:spcPct val="106000"/>
              </a:lnSpc>
              <a:buNone/>
              <a:defRPr sz="1875" b="1">
                <a:solidFill>
                  <a:srgbClr val="191919"/>
                </a:solidFill>
                <a:latin typeface="AppleGothic"/>
                <a:ea typeface="AppleGothic"/>
                <a:cs typeface="AppleGothic"/>
              </a:defRPr>
            </a:pPr>
            <a:r>
              <a:rPr sz="1875" b="1">
                <a:solidFill>
                  <a:srgbClr val="191919"/>
                </a:solidFill>
                <a:latin typeface="AppleGothic"/>
                <a:ea typeface="AppleGothic"/>
                <a:cs typeface="AppleGothic"/>
              </a:rPr>
              <a:t>문서(PRD)</a:t>
            </a:r>
          </a:p>
        </p:txBody>
      </p:sp>
      <p:sp>
        <p:nvSpPr>
          <p:cNvPr id="26" name="">
            <a:extLst xmlns:a="http://schemas.openxmlformats.org/drawingml/2006/main">
              <a:ext uri="{FF2B5EF4-FFF2-40B4-BE49-F238E27FC236}">
                <a16:creationId xmlns:a16="http://schemas.microsoft.com/office/drawing/2014/main" id="{6EC94D18-AE78-425D-9421-AA7266B677E8}"/>
              </a:ext>
            </a:extLst>
          </p:cNvPr>
          <p:cNvSpPr>
            <a:spLocks xmlns:a="http://schemas.openxmlformats.org/drawingml/2006/main" noGrp="1"/>
          </p:cNvSpPr>
          <p:nvPr/>
        </p:nvSpPr>
        <p:spPr>
          <a:xfrm xmlns:a="http://schemas.openxmlformats.org/drawingml/2006/main" flipH="0" flipV="0">
            <a:off x="8153400" y="3409950"/>
            <a:ext cx="276225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27" name="">
            <a:extLst xmlns:a="http://schemas.openxmlformats.org/drawingml/2006/main">
              <a:ext uri="{FF2B5EF4-FFF2-40B4-BE49-F238E27FC236}">
                <a16:creationId xmlns:a16="http://schemas.microsoft.com/office/drawing/2014/main" id="{69FD4BBC-6251-4394-B532-8EF0CDA8D9BF}"/>
              </a:ext>
            </a:extLst>
          </p:cNvPr>
          <p:cNvSpPr>
            <a:spLocks xmlns:a="http://schemas.openxmlformats.org/drawingml/2006/main" noGrp="1"/>
          </p:cNvSpPr>
          <p:nvPr/>
        </p:nvSpPr>
        <p:spPr>
          <a:xfrm xmlns:a="http://schemas.openxmlformats.org/drawingml/2006/main">
            <a:off x="8153400" y="3638550"/>
            <a:ext cx="2762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0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기능·비기능 요구사항</a:t>
            </a:r>
          </a:p>
          <a:p xmlns:a="http://schemas.openxmlformats.org/drawingml/2006/main">
            <a:pPr algn="l">
              <a:lnSpc>
                <a:spcPct val="130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데이터·권한·위험</a:t>
            </a:r>
          </a:p>
          <a:p xmlns:a="http://schemas.openxmlformats.org/drawingml/2006/main">
            <a:pPr algn="l">
              <a:lnSpc>
                <a:spcPct val="130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수락·승격·중단 기준</a:t>
            </a:r>
          </a:p>
        </p:txBody>
      </p:sp>
      <p:sp>
        <p:nvSpPr>
          <p:cNvPr id="28" name="">
            <a:extLst xmlns:a="http://schemas.openxmlformats.org/drawingml/2006/main">
              <a:ext uri="{FF2B5EF4-FFF2-40B4-BE49-F238E27FC236}">
                <a16:creationId xmlns:a16="http://schemas.microsoft.com/office/drawing/2014/main" id="{66EB131C-2BCD-43A9-8DA3-B5B0BE6D766F}"/>
              </a:ext>
            </a:extLst>
          </p:cNvPr>
          <p:cNvSpPr>
            <a:spLocks xmlns:a="http://schemas.openxmlformats.org/drawingml/2006/main" noGrp="1"/>
          </p:cNvSpPr>
          <p:nvPr/>
        </p:nvSpPr>
        <p:spPr>
          <a:xfrm xmlns:a="http://schemas.openxmlformats.org/drawingml/2006/main">
            <a:off x="8153400" y="4495800"/>
            <a:ext cx="2762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0000"/>
              </a:lnSpc>
              <a:buNone/>
              <a:defRPr sz="1050" b="1">
                <a:solidFill>
                  <a:srgbClr val="191919"/>
                </a:solidFill>
                <a:latin typeface="Menlo"/>
                <a:ea typeface="Menlo"/>
                <a:cs typeface="Menlo"/>
              </a:defRPr>
            </a:pPr>
            <a:r>
              <a:rPr sz="1050" b="1">
                <a:solidFill>
                  <a:srgbClr val="191919"/>
                </a:solidFill>
                <a:latin typeface="Menlo"/>
                <a:ea typeface="Menlo"/>
                <a:cs typeface="Menlo"/>
              </a:rPr>
              <a:t>curriculum/2026-2/web/</a:t>
            </a:r>
          </a:p>
          <a:p xmlns:a="http://schemas.openxmlformats.org/drawingml/2006/main">
            <a:pPr algn="l">
              <a:lnSpc>
                <a:spcPct val="110000"/>
              </a:lnSpc>
              <a:buNone/>
              <a:defRPr sz="1050" b="1">
                <a:solidFill>
                  <a:srgbClr val="191919"/>
                </a:solidFill>
                <a:latin typeface="Menlo"/>
                <a:ea typeface="Menlo"/>
                <a:cs typeface="Menlo"/>
              </a:defRPr>
            </a:pPr>
            <a:r>
              <a:rPr sz="1050" b="1">
                <a:solidFill>
                  <a:srgbClr val="191919"/>
                </a:solidFill>
                <a:latin typeface="Menlo"/>
                <a:ea typeface="Menlo"/>
                <a:cs typeface="Menlo"/>
              </a:rPr>
              <a:t>project-prd.html</a:t>
            </a:r>
          </a:p>
        </p:txBody>
      </p:sp>
      <p:sp>
        <p:nvSpPr>
          <p:cNvPr id="29" name="">
            <a:extLst xmlns:a="http://schemas.openxmlformats.org/drawingml/2006/main">
              <a:ext uri="{FF2B5EF4-FFF2-40B4-BE49-F238E27FC236}">
                <a16:creationId xmlns:a16="http://schemas.microsoft.com/office/drawing/2014/main" id="{25214C73-05AD-4B82-B3B2-92F06BC5A746}"/>
              </a:ext>
            </a:extLst>
          </p:cNvPr>
          <p:cNvSpPr>
            <a:spLocks xmlns:a="http://schemas.openxmlformats.org/drawingml/2006/main" noGrp="1"/>
          </p:cNvSpPr>
          <p:nvPr/>
        </p:nvSpPr>
        <p:spPr>
          <a:xfrm xmlns:a="http://schemas.openxmlformats.org/drawingml/2006/main" rot="0">
            <a:off x="609600" y="5276850"/>
            <a:ext cx="10972800" cy="66675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30" name="">
            <a:extLst xmlns:a="http://schemas.openxmlformats.org/drawingml/2006/main">
              <a:ext uri="{FF2B5EF4-FFF2-40B4-BE49-F238E27FC236}">
                <a16:creationId xmlns:a16="http://schemas.microsoft.com/office/drawing/2014/main" id="{862A2226-8AB5-47AC-ABD1-6F3CC9CF25CE}"/>
              </a:ext>
            </a:extLst>
          </p:cNvPr>
          <p:cNvSpPr>
            <a:spLocks xmlns:a="http://schemas.openxmlformats.org/drawingml/2006/main" noGrp="1"/>
          </p:cNvSpPr>
          <p:nvPr/>
        </p:nvSpPr>
        <p:spPr>
          <a:xfrm xmlns:a="http://schemas.openxmlformats.org/drawingml/2006/main">
            <a:off x="838200" y="5410200"/>
            <a:ext cx="266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Menlo"/>
                <a:ea typeface="Menlo"/>
                <a:cs typeface="Menlo"/>
              </a:defRPr>
            </a:pPr>
            <a:r>
              <a:rPr sz="1050" b="1">
                <a:solidFill>
                  <a:srgbClr val="2563EB"/>
                </a:solidFill>
                <a:latin typeface="Menlo"/>
                <a:ea typeface="Menlo"/>
                <a:cs typeface="Menlo"/>
              </a:rPr>
              <a:t>W08 / ONLINE SUBMISSION</a:t>
            </a:r>
          </a:p>
        </p:txBody>
      </p:sp>
      <p:sp>
        <p:nvSpPr>
          <p:cNvPr id="31" name="">
            <a:extLst xmlns:a="http://schemas.openxmlformats.org/drawingml/2006/main">
              <a:ext uri="{FF2B5EF4-FFF2-40B4-BE49-F238E27FC236}">
                <a16:creationId xmlns:a16="http://schemas.microsoft.com/office/drawing/2014/main" id="{40767A8B-C47D-4FF8-98F3-5757644F4F81}"/>
              </a:ext>
            </a:extLst>
          </p:cNvPr>
          <p:cNvSpPr>
            <a:spLocks xmlns:a="http://schemas.openxmlformats.org/drawingml/2006/main" noGrp="1"/>
          </p:cNvSpPr>
          <p:nvPr/>
        </p:nvSpPr>
        <p:spPr>
          <a:xfrm xmlns:a="http://schemas.openxmlformats.org/drawingml/2006/main">
            <a:off x="3638550" y="5391150"/>
            <a:ext cx="7715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중간고사 없음 · 실시간 수업 없음 · 세 문서와 PPT 요약본의 온라인 제출로 평가</a:t>
            </a:r>
          </a:p>
        </p:txBody>
      </p:sp>
    </p:spTree>
    <p:extLst>
      <p:ext uri="{BB962C8B-B14F-4D97-AF65-F5344CB8AC3E}">
        <p14:creationId xmlns:p14="http://schemas.microsoft.com/office/powerpoint/2010/main" val="1036858284"/>
      </p:ext>
    </p:extLst>
  </p:cSld>
</p:sld>
</file>

<file path=ppt/slides/slide6.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4F81746F-00FC-4C92-8DE7-58EE10055580}"/>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COURSE</a:t>
            </a:r>
          </a:p>
        </p:txBody>
      </p:sp>
      <p:sp>
        <p:nvSpPr>
          <p:cNvPr id="2" name="">
            <a:extLst xmlns:a="http://schemas.openxmlformats.org/drawingml/2006/main">
              <a:ext uri="{FF2B5EF4-FFF2-40B4-BE49-F238E27FC236}">
                <a16:creationId xmlns:a16="http://schemas.microsoft.com/office/drawing/2014/main" id="{23925A68-BC36-4743-A701-33214C9B1053}"/>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06</a:t>
            </a:r>
          </a:p>
        </p:txBody>
      </p:sp>
      <p:sp>
        <p:nvSpPr>
          <p:cNvPr id="3" name="">
            <a:extLst xmlns:a="http://schemas.openxmlformats.org/drawingml/2006/main">
              <a:ext uri="{FF2B5EF4-FFF2-40B4-BE49-F238E27FC236}">
                <a16:creationId xmlns:a16="http://schemas.microsoft.com/office/drawing/2014/main" id="{25E4ADC2-B686-4FD6-A54F-81B6890205CD}"/>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5BAFA4B5-FD08-4036-A63F-B1D61E028E6A}"/>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3F3D4599-547A-44B3-BA06-8D32351D9B2B}"/>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22491BEB-DAAB-47C3-A3C8-2EB6183C829B}"/>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교수 설계 리뷰와 수정 기록</a:t>
            </a:r>
          </a:p>
        </p:txBody>
      </p:sp>
      <p:sp>
        <p:nvSpPr>
          <p:cNvPr id="7" name="">
            <a:extLst xmlns:a="http://schemas.openxmlformats.org/drawingml/2006/main">
              <a:ext uri="{FF2B5EF4-FFF2-40B4-BE49-F238E27FC236}">
                <a16:creationId xmlns:a16="http://schemas.microsoft.com/office/drawing/2014/main" id="{2F967550-A5E4-4053-A92C-D735280513C2}"/>
              </a:ext>
            </a:extLst>
          </p:cNvPr>
          <p:cNvSpPr>
            <a:spLocks xmlns:a="http://schemas.openxmlformats.org/drawingml/2006/main" noGrp="1"/>
          </p:cNvSpPr>
          <p:nvPr/>
        </p:nvSpPr>
        <p:spPr>
          <a:xfrm xmlns:a="http://schemas.openxmlformats.org/drawingml/2006/main">
            <a:off x="609600" y="1524000"/>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초안 0.1 · 근거 확인 · 학생 결정 · 수정안 0.2</a:t>
            </a:r>
          </a:p>
        </p:txBody>
      </p:sp>
      <p:sp>
        <p:nvSpPr>
          <p:cNvPr id="8" name="">
            <a:extLst xmlns:a="http://schemas.openxmlformats.org/drawingml/2006/main">
              <a:ext uri="{FF2B5EF4-FFF2-40B4-BE49-F238E27FC236}">
                <a16:creationId xmlns:a16="http://schemas.microsoft.com/office/drawing/2014/main" id="{9A6943D2-C8B6-4C8D-841B-77745B98AC7B}"/>
              </a:ext>
            </a:extLst>
          </p:cNvPr>
          <p:cNvSpPr>
            <a:spLocks xmlns:a="http://schemas.openxmlformats.org/drawingml/2006/main" noGrp="1"/>
          </p:cNvSpPr>
          <p:nvPr/>
        </p:nvSpPr>
        <p:spPr>
          <a:xfrm xmlns:a="http://schemas.openxmlformats.org/drawingml/2006/main">
            <a:off x="609600" y="232410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98A2B3"/>
                </a:solidFill>
                <a:latin typeface="Menlo"/>
                <a:ea typeface="Menlo"/>
                <a:cs typeface="Menlo"/>
              </a:defRPr>
            </a:pPr>
            <a:r>
              <a:rPr sz="1200" b="1">
                <a:solidFill>
                  <a:srgbClr val="98A2B3"/>
                </a:solidFill>
                <a:latin typeface="Menlo"/>
                <a:ea typeface="Menlo"/>
                <a:cs typeface="Menlo"/>
              </a:rPr>
              <a:t>DRAFT 0.1</a:t>
            </a:r>
          </a:p>
        </p:txBody>
      </p:sp>
      <p:sp>
        <p:nvSpPr>
          <p:cNvPr id="9" name="">
            <a:extLst xmlns:a="http://schemas.openxmlformats.org/drawingml/2006/main">
              <a:ext uri="{FF2B5EF4-FFF2-40B4-BE49-F238E27FC236}">
                <a16:creationId xmlns:a16="http://schemas.microsoft.com/office/drawing/2014/main" id="{693BD63E-3E11-4DEE-9F05-363C01D816C3}"/>
              </a:ext>
            </a:extLst>
          </p:cNvPr>
          <p:cNvSpPr>
            <a:spLocks xmlns:a="http://schemas.openxmlformats.org/drawingml/2006/main" noGrp="1"/>
          </p:cNvSpPr>
          <p:nvPr/>
        </p:nvSpPr>
        <p:spPr>
          <a:xfrm xmlns:a="http://schemas.openxmlformats.org/drawingml/2006/main">
            <a:off x="609600" y="2781300"/>
            <a:ext cx="2190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875" b="1">
                <a:solidFill>
                  <a:srgbClr val="FFFFFF"/>
                </a:solidFill>
                <a:latin typeface="AppleGothic"/>
                <a:ea typeface="AppleGothic"/>
                <a:cs typeface="AppleGothic"/>
              </a:defRPr>
            </a:pPr>
            <a:r>
              <a:rPr sz="1875" b="1">
                <a:solidFill>
                  <a:srgbClr val="FFFFFF"/>
                </a:solidFill>
                <a:latin typeface="AppleGothic"/>
                <a:ea typeface="AppleGothic"/>
                <a:cs typeface="AppleGothic"/>
              </a:rPr>
              <a:t>현재 기획</a:t>
            </a:r>
          </a:p>
        </p:txBody>
      </p:sp>
      <p:sp>
        <p:nvSpPr>
          <p:cNvPr id="10" name="">
            <a:extLst xmlns:a="http://schemas.openxmlformats.org/drawingml/2006/main">
              <a:ext uri="{FF2B5EF4-FFF2-40B4-BE49-F238E27FC236}">
                <a16:creationId xmlns:a16="http://schemas.microsoft.com/office/drawing/2014/main" id="{A5E5A403-F5CD-45CC-801C-024A133843C8}"/>
              </a:ext>
            </a:extLst>
          </p:cNvPr>
          <p:cNvSpPr>
            <a:spLocks xmlns:a="http://schemas.openxmlformats.org/drawingml/2006/main" noGrp="1"/>
          </p:cNvSpPr>
          <p:nvPr/>
        </p:nvSpPr>
        <p:spPr>
          <a:xfrm xmlns:a="http://schemas.openxmlformats.org/drawingml/2006/main" flipH="0" flipV="0">
            <a:off x="609600" y="3638550"/>
            <a:ext cx="219075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1" name="">
            <a:extLst xmlns:a="http://schemas.openxmlformats.org/drawingml/2006/main">
              <a:ext uri="{FF2B5EF4-FFF2-40B4-BE49-F238E27FC236}">
                <a16:creationId xmlns:a16="http://schemas.microsoft.com/office/drawing/2014/main" id="{4ACC1EFC-E0EB-4E31-88BA-99A8489A7901}"/>
              </a:ext>
            </a:extLst>
          </p:cNvPr>
          <p:cNvSpPr>
            <a:spLocks xmlns:a="http://schemas.openxmlformats.org/drawingml/2006/main" noGrp="1"/>
          </p:cNvSpPr>
          <p:nvPr/>
        </p:nvSpPr>
        <p:spPr>
          <a:xfrm xmlns:a="http://schemas.openxmlformats.org/drawingml/2006/main">
            <a:off x="609600" y="3905250"/>
            <a:ext cx="2190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25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가정과 선택지</a:t>
            </a:r>
          </a:p>
          <a:p xmlns:a="http://schemas.openxmlformats.org/drawingml/2006/main">
            <a:pPr algn="l">
              <a:lnSpc>
                <a:spcPct val="125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확인할 질문 1–3개</a:t>
            </a:r>
          </a:p>
        </p:txBody>
      </p:sp>
      <p:sp>
        <p:nvSpPr>
          <p:cNvPr id="12" name="">
            <a:extLst xmlns:a="http://schemas.openxmlformats.org/drawingml/2006/main">
              <a:ext uri="{FF2B5EF4-FFF2-40B4-BE49-F238E27FC236}">
                <a16:creationId xmlns:a16="http://schemas.microsoft.com/office/drawing/2014/main" id="{364F5101-4DC7-4C68-BF0B-D0523FB5E772}"/>
              </a:ext>
            </a:extLst>
          </p:cNvPr>
          <p:cNvSpPr>
            <a:spLocks xmlns:a="http://schemas.openxmlformats.org/drawingml/2006/main" noGrp="1"/>
          </p:cNvSpPr>
          <p:nvPr/>
        </p:nvSpPr>
        <p:spPr>
          <a:xfrm xmlns:a="http://schemas.openxmlformats.org/drawingml/2006/main" flipH="0" flipV="0">
            <a:off x="2876550" y="3162300"/>
            <a:ext cx="457200" cy="0"/>
          </a:xfrm>
          <a:prstGeom xmlns:a="http://schemas.openxmlformats.org/drawingml/2006/main" prst="line">
            <a:avLst/>
          </a:prstGeom>
          <a:noFill xmlns:a="http://schemas.openxmlformats.org/drawingml/2006/main"/>
          <a:ln xmlns:a="http://schemas.openxmlformats.org/drawingml/2006/main" w="9525">
            <a:solidFill>
              <a:srgbClr val="98A2B3"/>
            </a:solidFill>
            <a:prstDash val="solid"/>
          </a:ln>
        </p:spPr>
      </p:sp>
      <p:sp>
        <p:nvSpPr>
          <p:cNvPr id="13" name="">
            <a:extLst xmlns:a="http://schemas.openxmlformats.org/drawingml/2006/main">
              <a:ext uri="{FF2B5EF4-FFF2-40B4-BE49-F238E27FC236}">
                <a16:creationId xmlns:a16="http://schemas.microsoft.com/office/drawing/2014/main" id="{E3AFFE22-CC1F-4EE6-B2C7-CBE492F907D9}"/>
              </a:ext>
            </a:extLst>
          </p:cNvPr>
          <p:cNvSpPr>
            <a:spLocks xmlns:a="http://schemas.openxmlformats.org/drawingml/2006/main" noGrp="1"/>
          </p:cNvSpPr>
          <p:nvPr/>
        </p:nvSpPr>
        <p:spPr>
          <a:xfrm xmlns:a="http://schemas.openxmlformats.org/drawingml/2006/main" rot="0">
            <a:off x="3276600" y="3114675"/>
            <a:ext cx="95250" cy="95250"/>
          </a:xfrm>
          <a:prstGeom xmlns:a="http://schemas.openxmlformats.org/drawingml/2006/main" prst="ellipse">
            <a:avLst/>
          </a:prstGeom>
          <a:solidFill xmlns:a="http://schemas.openxmlformats.org/drawingml/2006/main">
            <a:srgbClr val="98A2B3"/>
          </a:solidFill>
          <a:ln xmlns:a="http://schemas.openxmlformats.org/drawingml/2006/main" w="0">
            <a:solidFill>
              <a:srgbClr val="98A2B3"/>
            </a:solidFill>
            <a:prstDash val="solid"/>
          </a:ln>
        </p:spPr>
      </p:sp>
      <p:sp>
        <p:nvSpPr>
          <p:cNvPr id="14" name="">
            <a:extLst xmlns:a="http://schemas.openxmlformats.org/drawingml/2006/main">
              <a:ext uri="{FF2B5EF4-FFF2-40B4-BE49-F238E27FC236}">
                <a16:creationId xmlns:a16="http://schemas.microsoft.com/office/drawing/2014/main" id="{352926F8-4FE1-48B3-A7DA-A4F345BCA2D2}"/>
              </a:ext>
            </a:extLst>
          </p:cNvPr>
          <p:cNvSpPr>
            <a:spLocks xmlns:a="http://schemas.openxmlformats.org/drawingml/2006/main" noGrp="1"/>
          </p:cNvSpPr>
          <p:nvPr/>
        </p:nvSpPr>
        <p:spPr>
          <a:xfrm xmlns:a="http://schemas.openxmlformats.org/drawingml/2006/main">
            <a:off x="3429000" y="232410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2563EB"/>
                </a:solidFill>
                <a:latin typeface="Menlo"/>
                <a:ea typeface="Menlo"/>
                <a:cs typeface="Menlo"/>
              </a:defRPr>
            </a:pPr>
            <a:r>
              <a:rPr sz="1200" b="1">
                <a:solidFill>
                  <a:srgbClr val="2563EB"/>
                </a:solidFill>
                <a:latin typeface="Menlo"/>
                <a:ea typeface="Menlo"/>
                <a:cs typeface="Menlo"/>
              </a:rPr>
              <a:t>DESIGN REVIEW</a:t>
            </a:r>
          </a:p>
        </p:txBody>
      </p:sp>
      <p:sp>
        <p:nvSpPr>
          <p:cNvPr id="15" name="">
            <a:extLst xmlns:a="http://schemas.openxmlformats.org/drawingml/2006/main">
              <a:ext uri="{FF2B5EF4-FFF2-40B4-BE49-F238E27FC236}">
                <a16:creationId xmlns:a16="http://schemas.microsoft.com/office/drawing/2014/main" id="{E29939D1-96C8-41E1-8CFE-DC4D2B62FE5C}"/>
              </a:ext>
            </a:extLst>
          </p:cNvPr>
          <p:cNvSpPr>
            <a:spLocks xmlns:a="http://schemas.openxmlformats.org/drawingml/2006/main" noGrp="1"/>
          </p:cNvSpPr>
          <p:nvPr/>
        </p:nvSpPr>
        <p:spPr>
          <a:xfrm xmlns:a="http://schemas.openxmlformats.org/drawingml/2006/main">
            <a:off x="3429000" y="2781300"/>
            <a:ext cx="2190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875" b="1">
                <a:solidFill>
                  <a:srgbClr val="FFFFFF"/>
                </a:solidFill>
                <a:latin typeface="AppleGothic"/>
                <a:ea typeface="AppleGothic"/>
                <a:cs typeface="AppleGothic"/>
              </a:defRPr>
            </a:pPr>
            <a:r>
              <a:rPr sz="1875" b="1">
                <a:solidFill>
                  <a:srgbClr val="FFFFFF"/>
                </a:solidFill>
                <a:latin typeface="AppleGothic"/>
                <a:ea typeface="AppleGothic"/>
                <a:cs typeface="AppleGothic"/>
              </a:rPr>
              <a:t>교수 질문</a:t>
            </a:r>
          </a:p>
        </p:txBody>
      </p:sp>
      <p:sp>
        <p:nvSpPr>
          <p:cNvPr id="16" name="">
            <a:extLst xmlns:a="http://schemas.openxmlformats.org/drawingml/2006/main">
              <a:ext uri="{FF2B5EF4-FFF2-40B4-BE49-F238E27FC236}">
                <a16:creationId xmlns:a16="http://schemas.microsoft.com/office/drawing/2014/main" id="{B97C98D4-0E1C-42B5-928F-6FA1A30EEE26}"/>
              </a:ext>
            </a:extLst>
          </p:cNvPr>
          <p:cNvSpPr>
            <a:spLocks xmlns:a="http://schemas.openxmlformats.org/drawingml/2006/main" noGrp="1"/>
          </p:cNvSpPr>
          <p:nvPr/>
        </p:nvSpPr>
        <p:spPr>
          <a:xfrm xmlns:a="http://schemas.openxmlformats.org/drawingml/2006/main" flipH="0" flipV="0">
            <a:off x="3429000" y="3638550"/>
            <a:ext cx="2190750" cy="0"/>
          </a:xfrm>
          <a:prstGeom xmlns:a="http://schemas.openxmlformats.org/drawingml/2006/main" prst="line">
            <a:avLst/>
          </a:prstGeom>
          <a:noFill xmlns:a="http://schemas.openxmlformats.org/drawingml/2006/main"/>
          <a:ln xmlns:a="http://schemas.openxmlformats.org/drawingml/2006/main" w="28575">
            <a:solidFill>
              <a:srgbClr val="2563EB"/>
            </a:solidFill>
            <a:prstDash val="solid"/>
          </a:ln>
        </p:spPr>
      </p:sp>
      <p:sp>
        <p:nvSpPr>
          <p:cNvPr id="17" name="">
            <a:extLst xmlns:a="http://schemas.openxmlformats.org/drawingml/2006/main">
              <a:ext uri="{FF2B5EF4-FFF2-40B4-BE49-F238E27FC236}">
                <a16:creationId xmlns:a16="http://schemas.microsoft.com/office/drawing/2014/main" id="{187828DB-5267-4F40-AFB2-F8B18BCFA04A}"/>
              </a:ext>
            </a:extLst>
          </p:cNvPr>
          <p:cNvSpPr>
            <a:spLocks xmlns:a="http://schemas.openxmlformats.org/drawingml/2006/main" noGrp="1"/>
          </p:cNvSpPr>
          <p:nvPr/>
        </p:nvSpPr>
        <p:spPr>
          <a:xfrm xmlns:a="http://schemas.openxmlformats.org/drawingml/2006/main">
            <a:off x="3429000" y="3905250"/>
            <a:ext cx="2190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25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빈 근거와 경계</a:t>
            </a:r>
          </a:p>
          <a:p xmlns:a="http://schemas.openxmlformats.org/drawingml/2006/main">
            <a:pPr algn="l">
              <a:lnSpc>
                <a:spcPct val="125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반례·추가 확인</a:t>
            </a:r>
          </a:p>
        </p:txBody>
      </p:sp>
      <p:sp>
        <p:nvSpPr>
          <p:cNvPr id="18" name="">
            <a:extLst xmlns:a="http://schemas.openxmlformats.org/drawingml/2006/main">
              <a:ext uri="{FF2B5EF4-FFF2-40B4-BE49-F238E27FC236}">
                <a16:creationId xmlns:a16="http://schemas.microsoft.com/office/drawing/2014/main" id="{16B5155A-A7DC-4FEE-85A1-589FFE90A6FA}"/>
              </a:ext>
            </a:extLst>
          </p:cNvPr>
          <p:cNvSpPr>
            <a:spLocks xmlns:a="http://schemas.openxmlformats.org/drawingml/2006/main" noGrp="1"/>
          </p:cNvSpPr>
          <p:nvPr/>
        </p:nvSpPr>
        <p:spPr>
          <a:xfrm xmlns:a="http://schemas.openxmlformats.org/drawingml/2006/main" flipH="0" flipV="0">
            <a:off x="5695950" y="3162300"/>
            <a:ext cx="457200" cy="0"/>
          </a:xfrm>
          <a:prstGeom xmlns:a="http://schemas.openxmlformats.org/drawingml/2006/main" prst="line">
            <a:avLst/>
          </a:prstGeom>
          <a:noFill xmlns:a="http://schemas.openxmlformats.org/drawingml/2006/main"/>
          <a:ln xmlns:a="http://schemas.openxmlformats.org/drawingml/2006/main" w="9525">
            <a:solidFill>
              <a:srgbClr val="98A2B3"/>
            </a:solidFill>
            <a:prstDash val="solid"/>
          </a:ln>
        </p:spPr>
      </p:sp>
      <p:sp>
        <p:nvSpPr>
          <p:cNvPr id="19" name="">
            <a:extLst xmlns:a="http://schemas.openxmlformats.org/drawingml/2006/main">
              <a:ext uri="{FF2B5EF4-FFF2-40B4-BE49-F238E27FC236}">
                <a16:creationId xmlns:a16="http://schemas.microsoft.com/office/drawing/2014/main" id="{981F600E-A575-472D-A8FE-4D264218D9BE}"/>
              </a:ext>
            </a:extLst>
          </p:cNvPr>
          <p:cNvSpPr>
            <a:spLocks xmlns:a="http://schemas.openxmlformats.org/drawingml/2006/main" noGrp="1"/>
          </p:cNvSpPr>
          <p:nvPr/>
        </p:nvSpPr>
        <p:spPr>
          <a:xfrm xmlns:a="http://schemas.openxmlformats.org/drawingml/2006/main" rot="0">
            <a:off x="6096000" y="3114675"/>
            <a:ext cx="95250" cy="95250"/>
          </a:xfrm>
          <a:prstGeom xmlns:a="http://schemas.openxmlformats.org/drawingml/2006/main" prst="ellipse">
            <a:avLst/>
          </a:prstGeom>
          <a:solidFill xmlns:a="http://schemas.openxmlformats.org/drawingml/2006/main">
            <a:srgbClr val="98A2B3"/>
          </a:solidFill>
          <a:ln xmlns:a="http://schemas.openxmlformats.org/drawingml/2006/main" w="0">
            <a:solidFill>
              <a:srgbClr val="98A2B3"/>
            </a:solidFill>
            <a:prstDash val="solid"/>
          </a:ln>
        </p:spPr>
      </p:sp>
      <p:sp>
        <p:nvSpPr>
          <p:cNvPr id="20" name="">
            <a:extLst xmlns:a="http://schemas.openxmlformats.org/drawingml/2006/main">
              <a:ext uri="{FF2B5EF4-FFF2-40B4-BE49-F238E27FC236}">
                <a16:creationId xmlns:a16="http://schemas.microsoft.com/office/drawing/2014/main" id="{49A090C9-A388-4533-8A55-B5F7011776BE}"/>
              </a:ext>
            </a:extLst>
          </p:cNvPr>
          <p:cNvSpPr>
            <a:spLocks xmlns:a="http://schemas.openxmlformats.org/drawingml/2006/main" noGrp="1"/>
          </p:cNvSpPr>
          <p:nvPr/>
        </p:nvSpPr>
        <p:spPr>
          <a:xfrm xmlns:a="http://schemas.openxmlformats.org/drawingml/2006/main">
            <a:off x="6248400" y="232410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98A2B3"/>
                </a:solidFill>
                <a:latin typeface="Menlo"/>
                <a:ea typeface="Menlo"/>
                <a:cs typeface="Menlo"/>
              </a:defRPr>
            </a:pPr>
            <a:r>
              <a:rPr sz="1200" b="1">
                <a:solidFill>
                  <a:srgbClr val="98A2B3"/>
                </a:solidFill>
                <a:latin typeface="Menlo"/>
                <a:ea typeface="Menlo"/>
                <a:cs typeface="Menlo"/>
              </a:rPr>
              <a:t>DECISION</a:t>
            </a:r>
          </a:p>
        </p:txBody>
      </p:sp>
      <p:sp>
        <p:nvSpPr>
          <p:cNvPr id="21" name="">
            <a:extLst xmlns:a="http://schemas.openxmlformats.org/drawingml/2006/main">
              <a:ext uri="{FF2B5EF4-FFF2-40B4-BE49-F238E27FC236}">
                <a16:creationId xmlns:a16="http://schemas.microsoft.com/office/drawing/2014/main" id="{DB16769F-D8B9-42A6-BC99-3C81982F89CC}"/>
              </a:ext>
            </a:extLst>
          </p:cNvPr>
          <p:cNvSpPr>
            <a:spLocks xmlns:a="http://schemas.openxmlformats.org/drawingml/2006/main" noGrp="1"/>
          </p:cNvSpPr>
          <p:nvPr/>
        </p:nvSpPr>
        <p:spPr>
          <a:xfrm xmlns:a="http://schemas.openxmlformats.org/drawingml/2006/main">
            <a:off x="6248400" y="2781300"/>
            <a:ext cx="2190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875" b="1">
                <a:solidFill>
                  <a:srgbClr val="FFFFFF"/>
                </a:solidFill>
                <a:latin typeface="AppleGothic"/>
                <a:ea typeface="AppleGothic"/>
                <a:cs typeface="AppleGothic"/>
              </a:defRPr>
            </a:pPr>
            <a:r>
              <a:rPr sz="1875" b="1">
                <a:solidFill>
                  <a:srgbClr val="FFFFFF"/>
                </a:solidFill>
                <a:latin typeface="AppleGothic"/>
                <a:ea typeface="AppleGothic"/>
                <a:cs typeface="AppleGothic"/>
              </a:rPr>
              <a:t>학생 판단</a:t>
            </a:r>
          </a:p>
        </p:txBody>
      </p:sp>
      <p:sp>
        <p:nvSpPr>
          <p:cNvPr id="22" name="">
            <a:extLst xmlns:a="http://schemas.openxmlformats.org/drawingml/2006/main">
              <a:ext uri="{FF2B5EF4-FFF2-40B4-BE49-F238E27FC236}">
                <a16:creationId xmlns:a16="http://schemas.microsoft.com/office/drawing/2014/main" id="{4B49C175-9C17-4FC2-B252-03B7B7807C55}"/>
              </a:ext>
            </a:extLst>
          </p:cNvPr>
          <p:cNvSpPr>
            <a:spLocks xmlns:a="http://schemas.openxmlformats.org/drawingml/2006/main" noGrp="1"/>
          </p:cNvSpPr>
          <p:nvPr/>
        </p:nvSpPr>
        <p:spPr>
          <a:xfrm xmlns:a="http://schemas.openxmlformats.org/drawingml/2006/main" flipH="0" flipV="0">
            <a:off x="6248400" y="3638550"/>
            <a:ext cx="219075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23" name="">
            <a:extLst xmlns:a="http://schemas.openxmlformats.org/drawingml/2006/main">
              <a:ext uri="{FF2B5EF4-FFF2-40B4-BE49-F238E27FC236}">
                <a16:creationId xmlns:a16="http://schemas.microsoft.com/office/drawing/2014/main" id="{EF668BD2-B6A0-4DD8-A9F6-3581D68E0157}"/>
              </a:ext>
            </a:extLst>
          </p:cNvPr>
          <p:cNvSpPr>
            <a:spLocks xmlns:a="http://schemas.openxmlformats.org/drawingml/2006/main" noGrp="1"/>
          </p:cNvSpPr>
          <p:nvPr/>
        </p:nvSpPr>
        <p:spPr>
          <a:xfrm xmlns:a="http://schemas.openxmlformats.org/drawingml/2006/main">
            <a:off x="6248400" y="3905250"/>
            <a:ext cx="2190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25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채택 · 보류 · 반박</a:t>
            </a:r>
          </a:p>
          <a:p xmlns:a="http://schemas.openxmlformats.org/drawingml/2006/main">
            <a:pPr algn="l">
              <a:lnSpc>
                <a:spcPct val="125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결정 이유</a:t>
            </a:r>
          </a:p>
        </p:txBody>
      </p:sp>
      <p:sp>
        <p:nvSpPr>
          <p:cNvPr id="24" name="">
            <a:extLst xmlns:a="http://schemas.openxmlformats.org/drawingml/2006/main">
              <a:ext uri="{FF2B5EF4-FFF2-40B4-BE49-F238E27FC236}">
                <a16:creationId xmlns:a16="http://schemas.microsoft.com/office/drawing/2014/main" id="{2E8B99B5-8AFE-425B-9A59-B0C956780A05}"/>
              </a:ext>
            </a:extLst>
          </p:cNvPr>
          <p:cNvSpPr>
            <a:spLocks xmlns:a="http://schemas.openxmlformats.org/drawingml/2006/main" noGrp="1"/>
          </p:cNvSpPr>
          <p:nvPr/>
        </p:nvSpPr>
        <p:spPr>
          <a:xfrm xmlns:a="http://schemas.openxmlformats.org/drawingml/2006/main" flipH="0" flipV="0">
            <a:off x="8515350" y="3162300"/>
            <a:ext cx="457200" cy="0"/>
          </a:xfrm>
          <a:prstGeom xmlns:a="http://schemas.openxmlformats.org/drawingml/2006/main" prst="line">
            <a:avLst/>
          </a:prstGeom>
          <a:noFill xmlns:a="http://schemas.openxmlformats.org/drawingml/2006/main"/>
          <a:ln xmlns:a="http://schemas.openxmlformats.org/drawingml/2006/main" w="9525">
            <a:solidFill>
              <a:srgbClr val="98A2B3"/>
            </a:solidFill>
            <a:prstDash val="solid"/>
          </a:ln>
        </p:spPr>
      </p:sp>
      <p:sp>
        <p:nvSpPr>
          <p:cNvPr id="25" name="">
            <a:extLst xmlns:a="http://schemas.openxmlformats.org/drawingml/2006/main">
              <a:ext uri="{FF2B5EF4-FFF2-40B4-BE49-F238E27FC236}">
                <a16:creationId xmlns:a16="http://schemas.microsoft.com/office/drawing/2014/main" id="{531D5559-29EA-44AE-A9E5-66DFFF90AF67}"/>
              </a:ext>
            </a:extLst>
          </p:cNvPr>
          <p:cNvSpPr>
            <a:spLocks xmlns:a="http://schemas.openxmlformats.org/drawingml/2006/main" noGrp="1"/>
          </p:cNvSpPr>
          <p:nvPr/>
        </p:nvSpPr>
        <p:spPr>
          <a:xfrm xmlns:a="http://schemas.openxmlformats.org/drawingml/2006/main" rot="0">
            <a:off x="8915400" y="3114675"/>
            <a:ext cx="95250" cy="95250"/>
          </a:xfrm>
          <a:prstGeom xmlns:a="http://schemas.openxmlformats.org/drawingml/2006/main" prst="ellipse">
            <a:avLst/>
          </a:prstGeom>
          <a:solidFill xmlns:a="http://schemas.openxmlformats.org/drawingml/2006/main">
            <a:srgbClr val="98A2B3"/>
          </a:solidFill>
          <a:ln xmlns:a="http://schemas.openxmlformats.org/drawingml/2006/main" w="0">
            <a:solidFill>
              <a:srgbClr val="98A2B3"/>
            </a:solidFill>
            <a:prstDash val="solid"/>
          </a:ln>
        </p:spPr>
      </p:sp>
      <p:sp>
        <p:nvSpPr>
          <p:cNvPr id="26" name="">
            <a:extLst xmlns:a="http://schemas.openxmlformats.org/drawingml/2006/main">
              <a:ext uri="{FF2B5EF4-FFF2-40B4-BE49-F238E27FC236}">
                <a16:creationId xmlns:a16="http://schemas.microsoft.com/office/drawing/2014/main" id="{3451954D-EEB3-428C-98EB-2B4CA2FF211C}"/>
              </a:ext>
            </a:extLst>
          </p:cNvPr>
          <p:cNvSpPr>
            <a:spLocks xmlns:a="http://schemas.openxmlformats.org/drawingml/2006/main" noGrp="1"/>
          </p:cNvSpPr>
          <p:nvPr/>
        </p:nvSpPr>
        <p:spPr>
          <a:xfrm xmlns:a="http://schemas.openxmlformats.org/drawingml/2006/main">
            <a:off x="9067800" y="232410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98A2B3"/>
                </a:solidFill>
                <a:latin typeface="Menlo"/>
                <a:ea typeface="Menlo"/>
                <a:cs typeface="Menlo"/>
              </a:defRPr>
            </a:pPr>
            <a:r>
              <a:rPr sz="1200" b="1">
                <a:solidFill>
                  <a:srgbClr val="98A2B3"/>
                </a:solidFill>
                <a:latin typeface="Menlo"/>
                <a:ea typeface="Menlo"/>
                <a:cs typeface="Menlo"/>
              </a:rPr>
              <a:t>REVISION 0.2</a:t>
            </a:r>
          </a:p>
        </p:txBody>
      </p:sp>
      <p:sp>
        <p:nvSpPr>
          <p:cNvPr id="27" name="">
            <a:extLst xmlns:a="http://schemas.openxmlformats.org/drawingml/2006/main">
              <a:ext uri="{FF2B5EF4-FFF2-40B4-BE49-F238E27FC236}">
                <a16:creationId xmlns:a16="http://schemas.microsoft.com/office/drawing/2014/main" id="{DBC214A5-9A83-4F47-B480-2CFC805A1670}"/>
              </a:ext>
            </a:extLst>
          </p:cNvPr>
          <p:cNvSpPr>
            <a:spLocks xmlns:a="http://schemas.openxmlformats.org/drawingml/2006/main" noGrp="1"/>
          </p:cNvSpPr>
          <p:nvPr/>
        </p:nvSpPr>
        <p:spPr>
          <a:xfrm xmlns:a="http://schemas.openxmlformats.org/drawingml/2006/main">
            <a:off x="9067800" y="2781300"/>
            <a:ext cx="2190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875" b="1">
                <a:solidFill>
                  <a:srgbClr val="FFFFFF"/>
                </a:solidFill>
                <a:latin typeface="AppleGothic"/>
                <a:ea typeface="AppleGothic"/>
                <a:cs typeface="AppleGothic"/>
              </a:defRPr>
            </a:pPr>
            <a:r>
              <a:rPr sz="1875" b="1">
                <a:solidFill>
                  <a:srgbClr val="FFFFFF"/>
                </a:solidFill>
                <a:latin typeface="AppleGothic"/>
                <a:ea typeface="AppleGothic"/>
                <a:cs typeface="AppleGothic"/>
              </a:rPr>
              <a:t>문서 수정</a:t>
            </a:r>
          </a:p>
        </p:txBody>
      </p:sp>
      <p:sp>
        <p:nvSpPr>
          <p:cNvPr id="28" name="">
            <a:extLst xmlns:a="http://schemas.openxmlformats.org/drawingml/2006/main">
              <a:ext uri="{FF2B5EF4-FFF2-40B4-BE49-F238E27FC236}">
                <a16:creationId xmlns:a16="http://schemas.microsoft.com/office/drawing/2014/main" id="{83053326-2236-4E61-9353-B5C5763DFAE8}"/>
              </a:ext>
            </a:extLst>
          </p:cNvPr>
          <p:cNvSpPr>
            <a:spLocks xmlns:a="http://schemas.openxmlformats.org/drawingml/2006/main" noGrp="1"/>
          </p:cNvSpPr>
          <p:nvPr/>
        </p:nvSpPr>
        <p:spPr>
          <a:xfrm xmlns:a="http://schemas.openxmlformats.org/drawingml/2006/main" flipH="0" flipV="0">
            <a:off x="9067800" y="3638550"/>
            <a:ext cx="219075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29" name="">
            <a:extLst xmlns:a="http://schemas.openxmlformats.org/drawingml/2006/main">
              <a:ext uri="{FF2B5EF4-FFF2-40B4-BE49-F238E27FC236}">
                <a16:creationId xmlns:a16="http://schemas.microsoft.com/office/drawing/2014/main" id="{528637C6-E271-4DEA-92B0-50D4C0281F69}"/>
              </a:ext>
            </a:extLst>
          </p:cNvPr>
          <p:cNvSpPr>
            <a:spLocks xmlns:a="http://schemas.openxmlformats.org/drawingml/2006/main" noGrp="1"/>
          </p:cNvSpPr>
          <p:nvPr/>
        </p:nvSpPr>
        <p:spPr>
          <a:xfrm xmlns:a="http://schemas.openxmlformats.org/drawingml/2006/main">
            <a:off x="9067800" y="3905250"/>
            <a:ext cx="2190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25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변경 전후와 근거</a:t>
            </a:r>
          </a:p>
          <a:p xmlns:a="http://schemas.openxmlformats.org/drawingml/2006/main">
            <a:pPr algn="l">
              <a:lnSpc>
                <a:spcPct val="125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남은 위험</a:t>
            </a:r>
          </a:p>
        </p:txBody>
      </p:sp>
      <p:sp>
        <p:nvSpPr>
          <p:cNvPr id="30" name="">
            <a:extLst xmlns:a="http://schemas.openxmlformats.org/drawingml/2006/main">
              <a:ext uri="{FF2B5EF4-FFF2-40B4-BE49-F238E27FC236}">
                <a16:creationId xmlns:a16="http://schemas.microsoft.com/office/drawing/2014/main" id="{47951C13-A45E-44D1-8316-52ADE50EB0D6}"/>
              </a:ext>
            </a:extLst>
          </p:cNvPr>
          <p:cNvSpPr>
            <a:spLocks xmlns:a="http://schemas.openxmlformats.org/drawingml/2006/main" noGrp="1"/>
          </p:cNvSpPr>
          <p:nvPr/>
        </p:nvSpPr>
        <p:spPr>
          <a:xfrm xmlns:a="http://schemas.openxmlformats.org/drawingml/2006/main">
            <a:off x="609600" y="5429250"/>
            <a:ext cx="10972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425" b="1">
                <a:solidFill>
                  <a:srgbClr val="FFFFFF"/>
                </a:solidFill>
                <a:latin typeface="AppleGothic"/>
                <a:ea typeface="AppleGothic"/>
                <a:cs typeface="AppleGothic"/>
              </a:defRPr>
            </a:pPr>
            <a:r>
              <a:rPr sz="1425" b="1">
                <a:solidFill>
                  <a:srgbClr val="FFFFFF"/>
                </a:solidFill>
                <a:latin typeface="AppleGothic"/>
                <a:ea typeface="AppleGothic"/>
                <a:cs typeface="AppleGothic"/>
              </a:rPr>
              <a:t>질의응답은 시험이 아닌 상시 설계 리뷰 · 최종 선택과 책임은 학생에게 귀속</a:t>
            </a:r>
          </a:p>
        </p:txBody>
      </p:sp>
    </p:spTree>
    <p:extLst>
      <p:ext uri="{BB962C8B-B14F-4D97-AF65-F5344CB8AC3E}">
        <p14:creationId xmlns:p14="http://schemas.microsoft.com/office/powerpoint/2010/main" val="184003500"/>
      </p:ext>
    </p:extLst>
  </p:cSld>
</p:sld>
</file>

<file path=ppt/slides/slide7.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EB3035B4-D2A7-4E28-93D2-465BB6702F71}"/>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COURSE</a:t>
            </a:r>
          </a:p>
        </p:txBody>
      </p:sp>
      <p:sp>
        <p:nvSpPr>
          <p:cNvPr id="2" name="">
            <a:extLst xmlns:a="http://schemas.openxmlformats.org/drawingml/2006/main">
              <a:ext uri="{FF2B5EF4-FFF2-40B4-BE49-F238E27FC236}">
                <a16:creationId xmlns:a16="http://schemas.microsoft.com/office/drawing/2014/main" id="{096BE1FF-0F6B-4687-AA55-15E79CBA2BD1}"/>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07</a:t>
            </a:r>
          </a:p>
        </p:txBody>
      </p:sp>
      <p:sp>
        <p:nvSpPr>
          <p:cNvPr id="3" name="">
            <a:extLst xmlns:a="http://schemas.openxmlformats.org/drawingml/2006/main">
              <a:ext uri="{FF2B5EF4-FFF2-40B4-BE49-F238E27FC236}">
                <a16:creationId xmlns:a16="http://schemas.microsoft.com/office/drawing/2014/main" id="{88087913-051E-46C3-A5B7-6EB0DACDCA5E}"/>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DEB57712-B499-4592-8E63-4EAAD149612D}"/>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ECA1E4E3-2DF7-4435-B090-7CF296CBBA98}"/>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D6EAAC39-7D91-4B9E-B047-2CF6C41FD897}"/>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공휴일 주차의 녹화 강의</a:t>
            </a:r>
          </a:p>
        </p:txBody>
      </p:sp>
      <p:sp>
        <p:nvSpPr>
          <p:cNvPr id="7" name="">
            <a:extLst xmlns:a="http://schemas.openxmlformats.org/drawingml/2006/main">
              <a:ext uri="{FF2B5EF4-FFF2-40B4-BE49-F238E27FC236}">
                <a16:creationId xmlns:a16="http://schemas.microsoft.com/office/drawing/2014/main" id="{B4721893-9A12-4465-B244-74EB66E31BA7}"/>
              </a:ext>
            </a:extLst>
          </p:cNvPr>
          <p:cNvSpPr>
            <a:spLocks xmlns:a="http://schemas.openxmlformats.org/drawingml/2006/main" noGrp="1"/>
          </p:cNvSpPr>
          <p:nvPr/>
        </p:nvSpPr>
        <p:spPr>
          <a:xfrm xmlns:a="http://schemas.openxmlformats.org/drawingml/2006/main">
            <a:off x="609600" y="1657350"/>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W04 / 2026.09.25 · 추석</a:t>
            </a:r>
          </a:p>
        </p:txBody>
      </p:sp>
      <p:sp>
        <p:nvSpPr>
          <p:cNvPr id="8" name="">
            <a:extLst xmlns:a="http://schemas.openxmlformats.org/drawingml/2006/main">
              <a:ext uri="{FF2B5EF4-FFF2-40B4-BE49-F238E27FC236}">
                <a16:creationId xmlns:a16="http://schemas.microsoft.com/office/drawing/2014/main" id="{9E70C834-1E48-4469-B81D-2D3EA5659BC1}"/>
              </a:ext>
            </a:extLst>
          </p:cNvPr>
          <p:cNvSpPr>
            <a:spLocks xmlns:a="http://schemas.openxmlformats.org/drawingml/2006/main" noGrp="1"/>
          </p:cNvSpPr>
          <p:nvPr/>
        </p:nvSpPr>
        <p:spPr>
          <a:xfrm xmlns:a="http://schemas.openxmlformats.org/drawingml/2006/main">
            <a:off x="609600" y="2038350"/>
            <a:ext cx="49530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100" b="1">
                <a:solidFill>
                  <a:srgbClr val="FFFFFF"/>
                </a:solidFill>
                <a:latin typeface="AppleGothic"/>
                <a:ea typeface="AppleGothic"/>
                <a:cs typeface="AppleGothic"/>
              </a:defRPr>
            </a:pPr>
            <a:r>
              <a:rPr sz="2100" b="1">
                <a:solidFill>
                  <a:srgbClr val="FFFFFF"/>
                </a:solidFill>
                <a:latin typeface="AppleGothic"/>
                <a:ea typeface="AppleGothic"/>
                <a:cs typeface="AppleGothic"/>
              </a:rPr>
              <a:t>검색 근거 계약</a:t>
            </a:r>
          </a:p>
        </p:txBody>
      </p:sp>
      <p:sp>
        <p:nvSpPr>
          <p:cNvPr id="9" name="">
            <a:extLst xmlns:a="http://schemas.openxmlformats.org/drawingml/2006/main">
              <a:ext uri="{FF2B5EF4-FFF2-40B4-BE49-F238E27FC236}">
                <a16:creationId xmlns:a16="http://schemas.microsoft.com/office/drawing/2014/main" id="{592D1719-AF92-4B97-9979-44EFC065C2C2}"/>
              </a:ext>
            </a:extLst>
          </p:cNvPr>
          <p:cNvSpPr>
            <a:spLocks xmlns:a="http://schemas.openxmlformats.org/drawingml/2006/main" noGrp="1"/>
          </p:cNvSpPr>
          <p:nvPr/>
        </p:nvSpPr>
        <p:spPr>
          <a:xfrm xmlns:a="http://schemas.openxmlformats.org/drawingml/2006/main" flipH="0" flipV="0">
            <a:off x="609600" y="3048000"/>
            <a:ext cx="49530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0" name="">
            <a:extLst xmlns:a="http://schemas.openxmlformats.org/drawingml/2006/main">
              <a:ext uri="{FF2B5EF4-FFF2-40B4-BE49-F238E27FC236}">
                <a16:creationId xmlns:a16="http://schemas.microsoft.com/office/drawing/2014/main" id="{34620A3B-A93C-42F3-930B-76D488A5ED7F}"/>
              </a:ext>
            </a:extLst>
          </p:cNvPr>
          <p:cNvSpPr>
            <a:spLocks xmlns:a="http://schemas.openxmlformats.org/drawingml/2006/main" noGrp="1"/>
          </p:cNvSpPr>
          <p:nvPr/>
        </p:nvSpPr>
        <p:spPr>
          <a:xfrm xmlns:a="http://schemas.openxmlformats.org/drawingml/2006/main">
            <a:off x="609600" y="3333750"/>
            <a:ext cx="4953000" cy="1866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5000"/>
              </a:lnSpc>
              <a:buNone/>
              <a:defRPr sz="1500" b="0">
                <a:solidFill>
                  <a:srgbClr val="98A2B3"/>
                </a:solidFill>
                <a:latin typeface="AppleGothic"/>
                <a:ea typeface="AppleGothic"/>
                <a:cs typeface="AppleGothic"/>
              </a:defRPr>
            </a:pPr>
            <a:r>
              <a:rPr sz="1500" b="0">
                <a:solidFill>
                  <a:srgbClr val="98A2B3"/>
                </a:solidFill>
                <a:latin typeface="AppleGothic"/>
                <a:ea typeface="AppleGothic"/>
                <a:cs typeface="AppleGothic"/>
              </a:rPr>
              <a:t>실시간 온라인 강의 없음</a:t>
            </a:r>
          </a:p>
          <a:p xmlns:a="http://schemas.openxmlformats.org/drawingml/2006/main">
            <a:pPr algn="l">
              <a:lnSpc>
                <a:spcPct val="135000"/>
              </a:lnSpc>
              <a:buNone/>
              <a:defRPr sz="1500" b="0">
                <a:solidFill>
                  <a:srgbClr val="98A2B3"/>
                </a:solidFill>
                <a:latin typeface="AppleGothic"/>
                <a:ea typeface="AppleGothic"/>
                <a:cs typeface="AppleGothic"/>
              </a:defRPr>
            </a:pPr>
            <a:r>
              <a:rPr sz="1500" b="0">
                <a:solidFill>
                  <a:srgbClr val="98A2B3"/>
                </a:solidFill>
                <a:latin typeface="AppleGothic"/>
                <a:ea typeface="AppleGothic"/>
                <a:cs typeface="AppleGothic"/>
              </a:rPr>
              <a:t>녹화 강의영상 업로드로 대체</a:t>
            </a:r>
          </a:p>
          <a:p xmlns:a="http://schemas.openxmlformats.org/drawingml/2006/main">
            <a:pPr algn="l">
              <a:lnSpc>
                <a:spcPct val="135000"/>
              </a:lnSpc>
              <a:buNone/>
              <a:defRPr sz="1500" b="0">
                <a:solidFill>
                  <a:srgbClr val="98A2B3"/>
                </a:solidFill>
                <a:latin typeface="AppleGothic"/>
                <a:ea typeface="AppleGothic"/>
                <a:cs typeface="AppleGothic"/>
              </a:defRPr>
            </a:pPr>
            <a:r>
              <a:rPr sz="1500" b="0">
                <a:solidFill>
                  <a:srgbClr val="98A2B3"/>
                </a:solidFill>
                <a:latin typeface="AppleGothic"/>
                <a:ea typeface="AppleGothic"/>
                <a:cs typeface="AppleGothic"/>
              </a:rPr>
              <a:t>학습관리시스템 공지에 따른 시청·산출물 제출</a:t>
            </a:r>
          </a:p>
        </p:txBody>
      </p:sp>
      <p:sp>
        <p:nvSpPr>
          <p:cNvPr id="11" name="">
            <a:extLst xmlns:a="http://schemas.openxmlformats.org/drawingml/2006/main">
              <a:ext uri="{FF2B5EF4-FFF2-40B4-BE49-F238E27FC236}">
                <a16:creationId xmlns:a16="http://schemas.microsoft.com/office/drawing/2014/main" id="{7CB30811-7B84-44AF-B324-5CE1C37D69C3}"/>
              </a:ext>
            </a:extLst>
          </p:cNvPr>
          <p:cNvSpPr>
            <a:spLocks xmlns:a="http://schemas.openxmlformats.org/drawingml/2006/main" noGrp="1"/>
          </p:cNvSpPr>
          <p:nvPr/>
        </p:nvSpPr>
        <p:spPr>
          <a:xfrm xmlns:a="http://schemas.openxmlformats.org/drawingml/2006/main">
            <a:off x="609600" y="5429250"/>
            <a:ext cx="4953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완료 증거 · 데이터 출처·권한·검색 기준선</a:t>
            </a:r>
          </a:p>
        </p:txBody>
      </p:sp>
      <p:sp>
        <p:nvSpPr>
          <p:cNvPr id="12" name="">
            <a:extLst xmlns:a="http://schemas.openxmlformats.org/drawingml/2006/main">
              <a:ext uri="{FF2B5EF4-FFF2-40B4-BE49-F238E27FC236}">
                <a16:creationId xmlns:a16="http://schemas.microsoft.com/office/drawing/2014/main" id="{5F05244A-88DE-4FAA-AFE8-0066E7C79E7A}"/>
              </a:ext>
            </a:extLst>
          </p:cNvPr>
          <p:cNvSpPr>
            <a:spLocks xmlns:a="http://schemas.openxmlformats.org/drawingml/2006/main" noGrp="1"/>
          </p:cNvSpPr>
          <p:nvPr/>
        </p:nvSpPr>
        <p:spPr>
          <a:xfrm xmlns:a="http://schemas.openxmlformats.org/drawingml/2006/main">
            <a:off x="6267450" y="1657350"/>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W06 / 2026.10.09 · 한글날</a:t>
            </a:r>
          </a:p>
        </p:txBody>
      </p:sp>
      <p:sp>
        <p:nvSpPr>
          <p:cNvPr id="13" name="">
            <a:extLst xmlns:a="http://schemas.openxmlformats.org/drawingml/2006/main">
              <a:ext uri="{FF2B5EF4-FFF2-40B4-BE49-F238E27FC236}">
                <a16:creationId xmlns:a16="http://schemas.microsoft.com/office/drawing/2014/main" id="{BCD826AA-B3E1-4B0D-9831-C6BF3DC31165}"/>
              </a:ext>
            </a:extLst>
          </p:cNvPr>
          <p:cNvSpPr>
            <a:spLocks xmlns:a="http://schemas.openxmlformats.org/drawingml/2006/main" noGrp="1"/>
          </p:cNvSpPr>
          <p:nvPr/>
        </p:nvSpPr>
        <p:spPr>
          <a:xfrm xmlns:a="http://schemas.openxmlformats.org/drawingml/2006/main">
            <a:off x="6267450" y="2038350"/>
            <a:ext cx="49530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100" b="1">
                <a:solidFill>
                  <a:srgbClr val="FFFFFF"/>
                </a:solidFill>
                <a:latin typeface="AppleGothic"/>
                <a:ea typeface="AppleGothic"/>
                <a:cs typeface="AppleGothic"/>
              </a:defRPr>
            </a:pPr>
            <a:r>
              <a:rPr sz="2100" b="1">
                <a:solidFill>
                  <a:srgbClr val="FFFFFF"/>
                </a:solidFill>
                <a:latin typeface="AppleGothic"/>
                <a:ea typeface="AppleGothic"/>
                <a:cs typeface="AppleGothic"/>
              </a:rPr>
              <a:t>미세조정과 데이터</a:t>
            </a:r>
          </a:p>
        </p:txBody>
      </p:sp>
      <p:sp>
        <p:nvSpPr>
          <p:cNvPr id="14" name="">
            <a:extLst xmlns:a="http://schemas.openxmlformats.org/drawingml/2006/main">
              <a:ext uri="{FF2B5EF4-FFF2-40B4-BE49-F238E27FC236}">
                <a16:creationId xmlns:a16="http://schemas.microsoft.com/office/drawing/2014/main" id="{B8C758A4-7E51-4C08-A92E-53A158B9CDD7}"/>
              </a:ext>
            </a:extLst>
          </p:cNvPr>
          <p:cNvSpPr>
            <a:spLocks xmlns:a="http://schemas.openxmlformats.org/drawingml/2006/main" noGrp="1"/>
          </p:cNvSpPr>
          <p:nvPr/>
        </p:nvSpPr>
        <p:spPr>
          <a:xfrm xmlns:a="http://schemas.openxmlformats.org/drawingml/2006/main" flipH="0" flipV="0">
            <a:off x="6267450" y="3048000"/>
            <a:ext cx="49530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5" name="">
            <a:extLst xmlns:a="http://schemas.openxmlformats.org/drawingml/2006/main">
              <a:ext uri="{FF2B5EF4-FFF2-40B4-BE49-F238E27FC236}">
                <a16:creationId xmlns:a16="http://schemas.microsoft.com/office/drawing/2014/main" id="{1BE84C4D-21E3-4BA2-B797-787D5DB2A5DD}"/>
              </a:ext>
            </a:extLst>
          </p:cNvPr>
          <p:cNvSpPr>
            <a:spLocks xmlns:a="http://schemas.openxmlformats.org/drawingml/2006/main" noGrp="1"/>
          </p:cNvSpPr>
          <p:nvPr/>
        </p:nvSpPr>
        <p:spPr>
          <a:xfrm xmlns:a="http://schemas.openxmlformats.org/drawingml/2006/main">
            <a:off x="6267450" y="3333750"/>
            <a:ext cx="4953000" cy="1866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5000"/>
              </a:lnSpc>
              <a:buNone/>
              <a:defRPr sz="1500" b="0">
                <a:solidFill>
                  <a:srgbClr val="98A2B3"/>
                </a:solidFill>
                <a:latin typeface="AppleGothic"/>
                <a:ea typeface="AppleGothic"/>
                <a:cs typeface="AppleGothic"/>
              </a:defRPr>
            </a:pPr>
            <a:r>
              <a:rPr sz="1500" b="0">
                <a:solidFill>
                  <a:srgbClr val="98A2B3"/>
                </a:solidFill>
                <a:latin typeface="AppleGothic"/>
                <a:ea typeface="AppleGothic"/>
                <a:cs typeface="AppleGothic"/>
              </a:rPr>
              <a:t>실시간 온라인 강의 없음</a:t>
            </a:r>
          </a:p>
          <a:p xmlns:a="http://schemas.openxmlformats.org/drawingml/2006/main">
            <a:pPr algn="l">
              <a:lnSpc>
                <a:spcPct val="135000"/>
              </a:lnSpc>
              <a:buNone/>
              <a:defRPr sz="1500" b="0">
                <a:solidFill>
                  <a:srgbClr val="98A2B3"/>
                </a:solidFill>
                <a:latin typeface="AppleGothic"/>
                <a:ea typeface="AppleGothic"/>
                <a:cs typeface="AppleGothic"/>
              </a:defRPr>
            </a:pPr>
            <a:r>
              <a:rPr sz="1500" b="0">
                <a:solidFill>
                  <a:srgbClr val="98A2B3"/>
                </a:solidFill>
                <a:latin typeface="AppleGothic"/>
                <a:ea typeface="AppleGothic"/>
                <a:cs typeface="AppleGothic"/>
              </a:rPr>
              <a:t>녹화 강의영상 업로드로 대체</a:t>
            </a:r>
          </a:p>
          <a:p xmlns:a="http://schemas.openxmlformats.org/drawingml/2006/main">
            <a:pPr algn="l">
              <a:lnSpc>
                <a:spcPct val="135000"/>
              </a:lnSpc>
              <a:buNone/>
              <a:defRPr sz="1500" b="0">
                <a:solidFill>
                  <a:srgbClr val="98A2B3"/>
                </a:solidFill>
                <a:latin typeface="AppleGothic"/>
                <a:ea typeface="AppleGothic"/>
                <a:cs typeface="AppleGothic"/>
              </a:defRPr>
            </a:pPr>
            <a:r>
              <a:rPr sz="1500" b="0">
                <a:solidFill>
                  <a:srgbClr val="98A2B3"/>
                </a:solidFill>
                <a:latin typeface="AppleGothic"/>
                <a:ea typeface="AppleGothic"/>
                <a:cs typeface="AppleGothic"/>
              </a:rPr>
              <a:t>학습관리시스템 공지에 따른 시청·산출물 제출</a:t>
            </a:r>
          </a:p>
        </p:txBody>
      </p:sp>
      <p:sp>
        <p:nvSpPr>
          <p:cNvPr id="16" name="">
            <a:extLst xmlns:a="http://schemas.openxmlformats.org/drawingml/2006/main">
              <a:ext uri="{FF2B5EF4-FFF2-40B4-BE49-F238E27FC236}">
                <a16:creationId xmlns:a16="http://schemas.microsoft.com/office/drawing/2014/main" id="{9110325A-4802-4D6B-8EF6-16248001B5F5}"/>
              </a:ext>
            </a:extLst>
          </p:cNvPr>
          <p:cNvSpPr>
            <a:spLocks xmlns:a="http://schemas.openxmlformats.org/drawingml/2006/main" noGrp="1"/>
          </p:cNvSpPr>
          <p:nvPr/>
        </p:nvSpPr>
        <p:spPr>
          <a:xfrm xmlns:a="http://schemas.openxmlformats.org/drawingml/2006/main">
            <a:off x="6267450" y="5429250"/>
            <a:ext cx="4953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완료 증거 · 모델 적응 판단·데이터 제외 기준</a:t>
            </a:r>
          </a:p>
        </p:txBody>
      </p:sp>
      <p:sp>
        <p:nvSpPr>
          <p:cNvPr id="17" name="">
            <a:extLst xmlns:a="http://schemas.openxmlformats.org/drawingml/2006/main">
              <a:ext uri="{FF2B5EF4-FFF2-40B4-BE49-F238E27FC236}">
                <a16:creationId xmlns:a16="http://schemas.microsoft.com/office/drawing/2014/main" id="{51338CA9-027A-4AAF-B51E-0DA76A35D4D2}"/>
              </a:ext>
            </a:extLst>
          </p:cNvPr>
          <p:cNvSpPr>
            <a:spLocks xmlns:a="http://schemas.openxmlformats.org/drawingml/2006/main" noGrp="1"/>
          </p:cNvSpPr>
          <p:nvPr/>
        </p:nvSpPr>
        <p:spPr>
          <a:xfrm xmlns:a="http://schemas.openxmlformats.org/drawingml/2006/main" flipH="0" flipV="0">
            <a:off x="5924550" y="1657350"/>
            <a:ext cx="0" cy="417195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Tree>
    <p:extLst>
      <p:ext uri="{BB962C8B-B14F-4D97-AF65-F5344CB8AC3E}">
        <p14:creationId xmlns:p14="http://schemas.microsoft.com/office/powerpoint/2010/main" val="796934449"/>
      </p:ext>
    </p:extLst>
  </p:cSld>
</p:sld>
</file>

<file path=ppt/slides/slide8.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BA172FDA-1F25-45EE-8060-BE56D607C60B}"/>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PROFILE</a:t>
            </a:r>
          </a:p>
        </p:txBody>
      </p:sp>
      <p:sp>
        <p:nvSpPr>
          <p:cNvPr id="2" name="">
            <a:extLst xmlns:a="http://schemas.openxmlformats.org/drawingml/2006/main">
              <a:ext uri="{FF2B5EF4-FFF2-40B4-BE49-F238E27FC236}">
                <a16:creationId xmlns:a16="http://schemas.microsoft.com/office/drawing/2014/main" id="{03CA9AE9-C7F0-49CB-9D02-6158CA033EF2}"/>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08</a:t>
            </a:r>
          </a:p>
        </p:txBody>
      </p:sp>
      <p:sp>
        <p:nvSpPr>
          <p:cNvPr id="3" name="">
            <a:extLst xmlns:a="http://schemas.openxmlformats.org/drawingml/2006/main">
              <a:ext uri="{FF2B5EF4-FFF2-40B4-BE49-F238E27FC236}">
                <a16:creationId xmlns:a16="http://schemas.microsoft.com/office/drawing/2014/main" id="{25F92FEA-B273-4244-8D50-6BBEB01D72B8}"/>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8568E0F3-DDB1-4FCA-9413-0533B867C8A6}"/>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AB9E11CF-77CA-4292-B81F-EE77062E0968}"/>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72F4E8B0-16E1-4E11-9173-C80B39F77D16}"/>
              </a:ext>
            </a:extLst>
          </p:cNvPr>
          <p:cNvSpPr>
            <a:spLocks xmlns:a="http://schemas.openxmlformats.org/drawingml/2006/main" noGrp="1"/>
          </p:cNvSpPr>
          <p:nvPr/>
        </p:nvSpPr>
        <p:spPr>
          <a:xfrm xmlns:a="http://schemas.openxmlformats.org/drawingml/2006/main">
            <a:off x="838200" y="685800"/>
            <a:ext cx="7239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AI 제품과 교육의 운영 경험</a:t>
            </a:r>
          </a:p>
        </p:txBody>
      </p:sp>
      <p:sp>
        <p:nvSpPr>
          <p:cNvPr id="7" name="">
            <a:extLst xmlns:a="http://schemas.openxmlformats.org/drawingml/2006/main">
              <a:ext uri="{FF2B5EF4-FFF2-40B4-BE49-F238E27FC236}">
                <a16:creationId xmlns:a16="http://schemas.microsoft.com/office/drawing/2014/main" id="{7A2FEE96-C045-4665-9151-BCC3D468E663}"/>
              </a:ext>
            </a:extLst>
          </p:cNvPr>
          <p:cNvSpPr>
            <a:spLocks xmlns:a="http://schemas.openxmlformats.org/drawingml/2006/main" noGrp="1"/>
          </p:cNvSpPr>
          <p:nvPr/>
        </p:nvSpPr>
        <p:spPr>
          <a:xfrm xmlns:a="http://schemas.openxmlformats.org/drawingml/2006/main">
            <a:off x="609600" y="173355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450" b="1">
                <a:solidFill>
                  <a:srgbClr val="FFFFFF"/>
                </a:solidFill>
                <a:latin typeface="AppleGothic"/>
                <a:ea typeface="AppleGothic"/>
                <a:cs typeface="AppleGothic"/>
              </a:defRPr>
            </a:pPr>
            <a:r>
              <a:rPr sz="3450" b="1">
                <a:solidFill>
                  <a:srgbClr val="FFFFFF"/>
                </a:solidFill>
                <a:latin typeface="AppleGothic"/>
                <a:ea typeface="AppleGothic"/>
                <a:cs typeface="AppleGothic"/>
              </a:rPr>
              <a:t>차성재</a:t>
            </a:r>
          </a:p>
        </p:txBody>
      </p:sp>
      <p:sp>
        <p:nvSpPr>
          <p:cNvPr id="8" name="">
            <a:extLst xmlns:a="http://schemas.openxmlformats.org/drawingml/2006/main">
              <a:ext uri="{FF2B5EF4-FFF2-40B4-BE49-F238E27FC236}">
                <a16:creationId xmlns:a16="http://schemas.microsoft.com/office/drawing/2014/main" id="{BCEB2D8B-37BE-4AC6-9EBB-FA2039528A57}"/>
              </a:ext>
            </a:extLst>
          </p:cNvPr>
          <p:cNvSpPr>
            <a:spLocks xmlns:a="http://schemas.openxmlformats.org/drawingml/2006/main" noGrp="1"/>
          </p:cNvSpPr>
          <p:nvPr/>
        </p:nvSpPr>
        <p:spPr>
          <a:xfrm xmlns:a="http://schemas.openxmlformats.org/drawingml/2006/main">
            <a:off x="609600" y="2419350"/>
            <a:ext cx="657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00" b="1">
                <a:solidFill>
                  <a:srgbClr val="FFFFFF"/>
                </a:solidFill>
                <a:latin typeface="AppleGothic"/>
                <a:ea typeface="AppleGothic"/>
                <a:cs typeface="AppleGothic"/>
              </a:defRPr>
            </a:pPr>
            <a:r>
              <a:rPr sz="1500" b="1">
                <a:solidFill>
                  <a:srgbClr val="FFFFFF"/>
                </a:solidFill>
                <a:latin typeface="AppleGothic"/>
                <a:ea typeface="AppleGothic"/>
                <a:cs typeface="AppleGothic"/>
              </a:rPr>
              <a:t>무신사 Core AI PM × 아주대 AI대학원 겸임교수</a:t>
            </a:r>
          </a:p>
        </p:txBody>
      </p:sp>
      <p:sp>
        <p:nvSpPr>
          <p:cNvPr id="9" name="">
            <a:extLst xmlns:a="http://schemas.openxmlformats.org/drawingml/2006/main">
              <a:ext uri="{FF2B5EF4-FFF2-40B4-BE49-F238E27FC236}">
                <a16:creationId xmlns:a16="http://schemas.microsoft.com/office/drawing/2014/main" id="{7615FB2D-DF09-4C16-AE23-98157781A2E2}"/>
              </a:ext>
            </a:extLst>
          </p:cNvPr>
          <p:cNvSpPr>
            <a:spLocks xmlns:a="http://schemas.openxmlformats.org/drawingml/2006/main" noGrp="1"/>
          </p:cNvSpPr>
          <p:nvPr/>
        </p:nvSpPr>
        <p:spPr>
          <a:xfrm xmlns:a="http://schemas.openxmlformats.org/drawingml/2006/main">
            <a:off x="609600" y="2819400"/>
            <a:ext cx="6572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Menlo"/>
                <a:ea typeface="Menlo"/>
                <a:cs typeface="Menlo"/>
              </a:defRPr>
            </a:pPr>
            <a:r>
              <a:rPr sz="1050" b="1">
                <a:solidFill>
                  <a:srgbClr val="2563EB"/>
                </a:solidFill>
                <a:latin typeface="Menlo"/>
                <a:ea typeface="Menlo"/>
                <a:cs typeface="Menlo"/>
              </a:rPr>
              <a:t>Artificial Intelligence (AI) · Product Manager (PM)</a:t>
            </a:r>
          </a:p>
        </p:txBody>
      </p:sp>
      <p:sp>
        <p:nvSpPr>
          <p:cNvPr id="10" name="">
            <a:extLst xmlns:a="http://schemas.openxmlformats.org/drawingml/2006/main">
              <a:ext uri="{FF2B5EF4-FFF2-40B4-BE49-F238E27FC236}">
                <a16:creationId xmlns:a16="http://schemas.microsoft.com/office/drawing/2014/main" id="{8691F3F7-1ED9-4DBC-AA9C-11AAAAF0A73F}"/>
              </a:ext>
            </a:extLst>
          </p:cNvPr>
          <p:cNvSpPr>
            <a:spLocks xmlns:a="http://schemas.openxmlformats.org/drawingml/2006/main" noGrp="1"/>
          </p:cNvSpPr>
          <p:nvPr/>
        </p:nvSpPr>
        <p:spPr>
          <a:xfrm xmlns:a="http://schemas.openxmlformats.org/drawingml/2006/main">
            <a:off x="609600" y="3333750"/>
            <a:ext cx="6210300" cy="169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8000"/>
              </a:lnSpc>
              <a:buNone/>
              <a:defRPr sz="1500" b="1">
                <a:solidFill>
                  <a:srgbClr val="FFFFFF"/>
                </a:solidFill>
                <a:latin typeface="AppleGothic"/>
                <a:ea typeface="AppleGothic"/>
                <a:cs typeface="AppleGothic"/>
              </a:defRPr>
            </a:pPr>
            <a:r>
              <a:rPr sz="1500" b="1">
                <a:solidFill>
                  <a:srgbClr val="FFFFFF"/>
                </a:solidFill>
                <a:latin typeface="AppleGothic"/>
                <a:ea typeface="AppleGothic"/>
                <a:cs typeface="AppleGothic"/>
              </a:rPr>
              <a:t>금융 · 자동화 머신러닝과 운영</a:t>
            </a:r>
          </a:p>
          <a:p xmlns:a="http://schemas.openxmlformats.org/drawingml/2006/main">
            <a:pPr algn="l">
              <a:lnSpc>
                <a:spcPct val="138000"/>
              </a:lnSpc>
              <a:buNone/>
              <a:defRPr sz="1500" b="1">
                <a:solidFill>
                  <a:srgbClr val="FFFFFF"/>
                </a:solidFill>
                <a:latin typeface="AppleGothic"/>
                <a:ea typeface="AppleGothic"/>
                <a:cs typeface="AppleGothic"/>
              </a:defRPr>
            </a:pPr>
            <a:r>
              <a:rPr sz="1500" b="1">
                <a:solidFill>
                  <a:srgbClr val="FFFFFF"/>
                </a:solidFill>
                <a:latin typeface="AppleGothic"/>
                <a:ea typeface="AppleGothic"/>
                <a:cs typeface="AppleGothic"/>
              </a:rPr>
              <a:t>의료 · 컴퓨터 비전과 데이터 운영</a:t>
            </a:r>
          </a:p>
          <a:p xmlns:a="http://schemas.openxmlformats.org/drawingml/2006/main">
            <a:pPr algn="l">
              <a:lnSpc>
                <a:spcPct val="138000"/>
              </a:lnSpc>
              <a:buNone/>
              <a:defRPr sz="1500" b="1">
                <a:solidFill>
                  <a:srgbClr val="FFFFFF"/>
                </a:solidFill>
                <a:latin typeface="AppleGothic"/>
                <a:ea typeface="AppleGothic"/>
                <a:cs typeface="AppleGothic"/>
              </a:defRPr>
            </a:pPr>
            <a:r>
              <a:rPr sz="1500" b="1">
                <a:solidFill>
                  <a:srgbClr val="FFFFFF"/>
                </a:solidFill>
                <a:latin typeface="AppleGothic"/>
                <a:ea typeface="AppleGothic"/>
                <a:cs typeface="AppleGothic"/>
              </a:rPr>
              <a:t>교육 · 거대 언어 모델 운영과 AI 컨택센터</a:t>
            </a:r>
          </a:p>
          <a:p xmlns:a="http://schemas.openxmlformats.org/drawingml/2006/main">
            <a:pPr algn="l">
              <a:lnSpc>
                <a:spcPct val="138000"/>
              </a:lnSpc>
              <a:buNone/>
              <a:defRPr sz="1500" b="1">
                <a:solidFill>
                  <a:srgbClr val="FFFFFF"/>
                </a:solidFill>
                <a:latin typeface="AppleGothic"/>
                <a:ea typeface="AppleGothic"/>
                <a:cs typeface="AppleGothic"/>
              </a:defRPr>
            </a:pPr>
            <a:r>
              <a:rPr sz="1500" b="1">
                <a:solidFill>
                  <a:srgbClr val="FFFFFF"/>
                </a:solidFill>
                <a:latin typeface="AppleGothic"/>
                <a:ea typeface="AppleGothic"/>
                <a:cs typeface="AppleGothic"/>
              </a:rPr>
              <a:t>커머스 · 에이전트형 AI 제품</a:t>
            </a:r>
          </a:p>
        </p:txBody>
      </p:sp>
      <p:sp>
        <p:nvSpPr>
          <p:cNvPr id="11" name="">
            <a:extLst xmlns:a="http://schemas.openxmlformats.org/drawingml/2006/main">
              <a:ext uri="{FF2B5EF4-FFF2-40B4-BE49-F238E27FC236}">
                <a16:creationId xmlns:a16="http://schemas.microsoft.com/office/drawing/2014/main" id="{5A066038-DD83-4441-808C-33C591006636}"/>
              </a:ext>
            </a:extLst>
          </p:cNvPr>
          <p:cNvSpPr>
            <a:spLocks xmlns:a="http://schemas.openxmlformats.org/drawingml/2006/main" noGrp="1"/>
          </p:cNvSpPr>
          <p:nvPr/>
        </p:nvSpPr>
        <p:spPr>
          <a:xfrm xmlns:a="http://schemas.openxmlformats.org/drawingml/2006/main">
            <a:off x="609600" y="5391150"/>
            <a:ext cx="6381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425" b="0">
                <a:solidFill>
                  <a:srgbClr val="98A2B3"/>
                </a:solidFill>
                <a:latin typeface="AppleGothic"/>
                <a:ea typeface="AppleGothic"/>
                <a:cs typeface="AppleGothic"/>
              </a:defRPr>
            </a:pPr>
            <a:r>
              <a:rPr sz="1425" b="0">
                <a:solidFill>
                  <a:srgbClr val="98A2B3"/>
                </a:solidFill>
                <a:latin typeface="AppleGothic"/>
                <a:ea typeface="AppleGothic"/>
                <a:cs typeface="AppleGothic"/>
              </a:rPr>
              <a:t>문제 정의 · 제품 계약 · 평가 · 운영 지표의 연결</a:t>
            </a:r>
          </a:p>
        </p:txBody>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b28188b5406e4ab1"/>
          <a:stretch xmlns:a="http://schemas.openxmlformats.org/drawingml/2006/main"/>
        </p:blipFill>
        <p:spPr>
          <a:xfrm xmlns:a="http://schemas.openxmlformats.org/drawingml/2006/main">
            <a:off x="7734300" y="1428750"/>
            <a:ext cx="3390900" cy="339090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EFF8BAD7-8BE3-4930-AA6D-2C8BBC2C4EC1}"/>
              </a:ext>
            </a:extLst>
          </p:cNvPr>
          <p:cNvSpPr>
            <a:spLocks xmlns:a="http://schemas.openxmlformats.org/drawingml/2006/main" noGrp="1"/>
          </p:cNvSpPr>
          <p:nvPr/>
        </p:nvSpPr>
        <p:spPr>
          <a:xfrm xmlns:a="http://schemas.openxmlformats.org/drawingml/2006/main" flipH="0" flipV="0">
            <a:off x="7334250" y="5162550"/>
            <a:ext cx="4248150" cy="0"/>
          </a:xfrm>
          <a:prstGeom xmlns:a="http://schemas.openxmlformats.org/drawingml/2006/main" prst="line">
            <a:avLst/>
          </a:prstGeom>
          <a:noFill xmlns:a="http://schemas.openxmlformats.org/drawingml/2006/main"/>
          <a:ln xmlns:a="http://schemas.openxmlformats.org/drawingml/2006/main" w="19050">
            <a:solidFill>
              <a:srgbClr val="25324A"/>
            </a:solidFill>
            <a:prstDash val="solid"/>
          </a:ln>
        </p:spPr>
      </p:sp>
      <p:sp>
        <p:nvSpPr>
          <p:cNvPr id="14" name="">
            <a:extLst xmlns:a="http://schemas.openxmlformats.org/drawingml/2006/main">
              <a:ext uri="{FF2B5EF4-FFF2-40B4-BE49-F238E27FC236}">
                <a16:creationId xmlns:a16="http://schemas.microsoft.com/office/drawing/2014/main" id="{50E55C0D-A4B2-4348-A269-E28D1258E008}"/>
              </a:ext>
            </a:extLst>
          </p:cNvPr>
          <p:cNvSpPr>
            <a:spLocks xmlns:a="http://schemas.openxmlformats.org/drawingml/2006/main" noGrp="1"/>
          </p:cNvSpPr>
          <p:nvPr/>
        </p:nvSpPr>
        <p:spPr>
          <a:xfrm xmlns:a="http://schemas.openxmlformats.org/drawingml/2006/main">
            <a:off x="7334250" y="5372100"/>
            <a:ext cx="4248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350" b="1">
                <a:solidFill>
                  <a:srgbClr val="FFFFFF"/>
                </a:solidFill>
                <a:latin typeface="Menlo"/>
                <a:ea typeface="Menlo"/>
                <a:cs typeface="Menlo"/>
              </a:defRPr>
            </a:pPr>
            <a:r>
              <a:rPr sz="1350" b="1">
                <a:solidFill>
                  <a:srgbClr val="FFFFFF"/>
                </a:solidFill>
                <a:latin typeface="Menlo"/>
                <a:ea typeface="Menlo"/>
                <a:cs typeface="Menlo"/>
              </a:rPr>
              <a:t>PRODUCT · EDUCATION · OPERATION</a:t>
            </a:r>
          </a:p>
        </p:txBody>
      </p:sp>
    </p:spTree>
    <p:extLst>
      <p:ext uri="{BB962C8B-B14F-4D97-AF65-F5344CB8AC3E}">
        <p14:creationId xmlns:p14="http://schemas.microsoft.com/office/powerpoint/2010/main" val="1453627366"/>
      </p:ext>
    </p:extLst>
  </p:cSld>
</p:sld>
</file>

<file path=ppt/slides/slide9.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C1C12044-115B-4725-B267-06BD3AC273A5}"/>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PROFILE</a:t>
            </a:r>
          </a:p>
        </p:txBody>
      </p:sp>
      <p:sp>
        <p:nvSpPr>
          <p:cNvPr id="2" name="">
            <a:extLst xmlns:a="http://schemas.openxmlformats.org/drawingml/2006/main">
              <a:ext uri="{FF2B5EF4-FFF2-40B4-BE49-F238E27FC236}">
                <a16:creationId xmlns:a16="http://schemas.microsoft.com/office/drawing/2014/main" id="{A06E3BFD-E573-4CDF-9F38-DF9C0BF2B0F2}"/>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09</a:t>
            </a:r>
          </a:p>
        </p:txBody>
      </p:sp>
      <p:sp>
        <p:nvSpPr>
          <p:cNvPr id="3" name="">
            <a:extLst xmlns:a="http://schemas.openxmlformats.org/drawingml/2006/main">
              <a:ext uri="{FF2B5EF4-FFF2-40B4-BE49-F238E27FC236}">
                <a16:creationId xmlns:a16="http://schemas.microsoft.com/office/drawing/2014/main" id="{8B2509E2-A404-40D8-8EFA-5A5A0CC5679A}"/>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A30C262C-F790-4CF7-9CF2-789CC731ED82}"/>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A5A71EE0-9D9E-4F30-BA70-10308C0593F0}"/>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31B7B63D-FB19-4FA5-B2E2-AC312FD631A0}"/>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정형 데이터에서 생성형 AI까지</a:t>
            </a:r>
          </a:p>
        </p:txBody>
      </p:sp>
      <p:sp>
        <p:nvSpPr>
          <p:cNvPr id="7" name="">
            <a:extLst xmlns:a="http://schemas.openxmlformats.org/drawingml/2006/main">
              <a:ext uri="{FF2B5EF4-FFF2-40B4-BE49-F238E27FC236}">
                <a16:creationId xmlns:a16="http://schemas.microsoft.com/office/drawing/2014/main" id="{B970E1D8-F8DC-46B1-BF4E-32F561F9363A}"/>
              </a:ext>
            </a:extLst>
          </p:cNvPr>
          <p:cNvSpPr>
            <a:spLocks xmlns:a="http://schemas.openxmlformats.org/drawingml/2006/main" noGrp="1"/>
          </p:cNvSpPr>
          <p:nvPr/>
        </p:nvSpPr>
        <p:spPr>
          <a:xfrm xmlns:a="http://schemas.openxmlformats.org/drawingml/2006/main" flipH="0" flipV="0">
            <a:off x="1562100" y="3429000"/>
            <a:ext cx="9067800" cy="0"/>
          </a:xfrm>
          <a:prstGeom xmlns:a="http://schemas.openxmlformats.org/drawingml/2006/main" prst="line">
            <a:avLst/>
          </a:prstGeom>
          <a:noFill xmlns:a="http://schemas.openxmlformats.org/drawingml/2006/main"/>
          <a:ln xmlns:a="http://schemas.openxmlformats.org/drawingml/2006/main" w="19050">
            <a:solidFill>
              <a:srgbClr val="191919"/>
            </a:solidFill>
            <a:prstDash val="solid"/>
          </a:ln>
        </p:spPr>
      </p:sp>
      <p:sp>
        <p:nvSpPr>
          <p:cNvPr id="8" name="">
            <a:extLst xmlns:a="http://schemas.openxmlformats.org/drawingml/2006/main">
              <a:ext uri="{FF2B5EF4-FFF2-40B4-BE49-F238E27FC236}">
                <a16:creationId xmlns:a16="http://schemas.microsoft.com/office/drawing/2014/main" id="{ECB386C1-60CB-4941-BE4F-A64AED65BA90}"/>
              </a:ext>
            </a:extLst>
          </p:cNvPr>
          <p:cNvSpPr>
            <a:spLocks xmlns:a="http://schemas.openxmlformats.org/drawingml/2006/main" noGrp="1"/>
          </p:cNvSpPr>
          <p:nvPr/>
        </p:nvSpPr>
        <p:spPr>
          <a:xfrm xmlns:a="http://schemas.openxmlformats.org/drawingml/2006/main" rot="0">
            <a:off x="1419225" y="3286125"/>
            <a:ext cx="285750" cy="285750"/>
          </a:xfrm>
          <a:prstGeom xmlns:a="http://schemas.openxmlformats.org/drawingml/2006/main" prst="ellipse">
            <a:avLst/>
          </a:prstGeom>
          <a:solidFill xmlns:a="http://schemas.openxmlformats.org/drawingml/2006/main">
            <a:srgbClr val="191919"/>
          </a:solidFill>
          <a:ln xmlns:a="http://schemas.openxmlformats.org/drawingml/2006/main" w="0">
            <a:solidFill>
              <a:srgbClr val="191919"/>
            </a:solidFill>
            <a:prstDash val="solid"/>
          </a:ln>
        </p:spPr>
      </p:sp>
      <p:sp>
        <p:nvSpPr>
          <p:cNvPr id="9" name="">
            <a:extLst xmlns:a="http://schemas.openxmlformats.org/drawingml/2006/main">
              <a:ext uri="{FF2B5EF4-FFF2-40B4-BE49-F238E27FC236}">
                <a16:creationId xmlns:a16="http://schemas.microsoft.com/office/drawing/2014/main" id="{6C1BE653-5AAB-4313-9515-E3B1B2266930}"/>
              </a:ext>
            </a:extLst>
          </p:cNvPr>
          <p:cNvSpPr>
            <a:spLocks xmlns:a="http://schemas.openxmlformats.org/drawingml/2006/main" noGrp="1"/>
          </p:cNvSpPr>
          <p:nvPr/>
        </p:nvSpPr>
        <p:spPr>
          <a:xfrm xmlns:a="http://schemas.openxmlformats.org/drawingml/2006/main">
            <a:off x="685800" y="1943100"/>
            <a:ext cx="1752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75" b="1">
                <a:solidFill>
                  <a:srgbClr val="191919"/>
                </a:solidFill>
                <a:latin typeface="Menlo"/>
                <a:ea typeface="Menlo"/>
                <a:cs typeface="Menlo"/>
              </a:defRPr>
            </a:pPr>
            <a:r>
              <a:rPr sz="1275" b="1">
                <a:solidFill>
                  <a:srgbClr val="191919"/>
                </a:solidFill>
                <a:latin typeface="Menlo"/>
                <a:ea typeface="Menlo"/>
                <a:cs typeface="Menlo"/>
              </a:rPr>
              <a:t>금융</a:t>
            </a:r>
          </a:p>
        </p:txBody>
      </p:sp>
      <p:sp>
        <p:nvSpPr>
          <p:cNvPr id="10" name="">
            <a:extLst xmlns:a="http://schemas.openxmlformats.org/drawingml/2006/main">
              <a:ext uri="{FF2B5EF4-FFF2-40B4-BE49-F238E27FC236}">
                <a16:creationId xmlns:a16="http://schemas.microsoft.com/office/drawing/2014/main" id="{F9BE8235-9D6A-4BBA-AACC-708689E14E44}"/>
              </a:ext>
            </a:extLst>
          </p:cNvPr>
          <p:cNvSpPr>
            <a:spLocks xmlns:a="http://schemas.openxmlformats.org/drawingml/2006/main" noGrp="1"/>
          </p:cNvSpPr>
          <p:nvPr/>
        </p:nvSpPr>
        <p:spPr>
          <a:xfrm xmlns:a="http://schemas.openxmlformats.org/drawingml/2006/main">
            <a:off x="609600" y="2343150"/>
            <a:ext cx="1905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20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자동화 머신러닝</a:t>
            </a:r>
          </a:p>
          <a:p xmlns:a="http://schemas.openxmlformats.org/drawingml/2006/main">
            <a:pPr algn="ctr">
              <a:lnSpc>
                <a:spcPct val="120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머신러닝 운영</a:t>
            </a:r>
          </a:p>
        </p:txBody>
      </p:sp>
      <p:sp>
        <p:nvSpPr>
          <p:cNvPr id="11" name="">
            <a:extLst xmlns:a="http://schemas.openxmlformats.org/drawingml/2006/main">
              <a:ext uri="{FF2B5EF4-FFF2-40B4-BE49-F238E27FC236}">
                <a16:creationId xmlns:a16="http://schemas.microsoft.com/office/drawing/2014/main" id="{ACF22B29-2802-46C1-B37D-0C59B8991A4D}"/>
              </a:ext>
            </a:extLst>
          </p:cNvPr>
          <p:cNvSpPr>
            <a:spLocks xmlns:a="http://schemas.openxmlformats.org/drawingml/2006/main" noGrp="1"/>
          </p:cNvSpPr>
          <p:nvPr/>
        </p:nvSpPr>
        <p:spPr>
          <a:xfrm xmlns:a="http://schemas.openxmlformats.org/drawingml/2006/main" rot="0">
            <a:off x="4441825" y="3286125"/>
            <a:ext cx="285750" cy="285750"/>
          </a:xfrm>
          <a:prstGeom xmlns:a="http://schemas.openxmlformats.org/drawingml/2006/main" prst="ellipse">
            <a:avLst/>
          </a:prstGeom>
          <a:solidFill xmlns:a="http://schemas.openxmlformats.org/drawingml/2006/main">
            <a:srgbClr val="191919"/>
          </a:solidFill>
          <a:ln xmlns:a="http://schemas.openxmlformats.org/drawingml/2006/main" w="0">
            <a:solidFill>
              <a:srgbClr val="191919"/>
            </a:solidFill>
            <a:prstDash val="solid"/>
          </a:ln>
        </p:spPr>
      </p:sp>
      <p:sp>
        <p:nvSpPr>
          <p:cNvPr id="12" name="">
            <a:extLst xmlns:a="http://schemas.openxmlformats.org/drawingml/2006/main">
              <a:ext uri="{FF2B5EF4-FFF2-40B4-BE49-F238E27FC236}">
                <a16:creationId xmlns:a16="http://schemas.microsoft.com/office/drawing/2014/main" id="{D45E6CA2-92B4-4802-BC93-0ABBC372B9A1}"/>
              </a:ext>
            </a:extLst>
          </p:cNvPr>
          <p:cNvSpPr>
            <a:spLocks xmlns:a="http://schemas.openxmlformats.org/drawingml/2006/main" noGrp="1"/>
          </p:cNvSpPr>
          <p:nvPr/>
        </p:nvSpPr>
        <p:spPr>
          <a:xfrm xmlns:a="http://schemas.openxmlformats.org/drawingml/2006/main">
            <a:off x="3708400" y="3886200"/>
            <a:ext cx="1752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75" b="1">
                <a:solidFill>
                  <a:srgbClr val="191919"/>
                </a:solidFill>
                <a:latin typeface="Menlo"/>
                <a:ea typeface="Menlo"/>
                <a:cs typeface="Menlo"/>
              </a:defRPr>
            </a:pPr>
            <a:r>
              <a:rPr sz="1275" b="1">
                <a:solidFill>
                  <a:srgbClr val="191919"/>
                </a:solidFill>
                <a:latin typeface="Menlo"/>
                <a:ea typeface="Menlo"/>
                <a:cs typeface="Menlo"/>
              </a:rPr>
              <a:t>의료</a:t>
            </a:r>
          </a:p>
        </p:txBody>
      </p:sp>
      <p:sp>
        <p:nvSpPr>
          <p:cNvPr id="13" name="">
            <a:extLst xmlns:a="http://schemas.openxmlformats.org/drawingml/2006/main">
              <a:ext uri="{FF2B5EF4-FFF2-40B4-BE49-F238E27FC236}">
                <a16:creationId xmlns:a16="http://schemas.microsoft.com/office/drawing/2014/main" id="{3D317D57-035E-4685-A763-5143BD87ABC3}"/>
              </a:ext>
            </a:extLst>
          </p:cNvPr>
          <p:cNvSpPr>
            <a:spLocks xmlns:a="http://schemas.openxmlformats.org/drawingml/2006/main" noGrp="1"/>
          </p:cNvSpPr>
          <p:nvPr/>
        </p:nvSpPr>
        <p:spPr>
          <a:xfrm xmlns:a="http://schemas.openxmlformats.org/drawingml/2006/main">
            <a:off x="3632200" y="4286250"/>
            <a:ext cx="1905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20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컴퓨터 비전</a:t>
            </a:r>
          </a:p>
          <a:p xmlns:a="http://schemas.openxmlformats.org/drawingml/2006/main">
            <a:pPr algn="ctr">
              <a:lnSpc>
                <a:spcPct val="120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데이터 운영</a:t>
            </a:r>
          </a:p>
        </p:txBody>
      </p:sp>
      <p:sp>
        <p:nvSpPr>
          <p:cNvPr id="14" name="">
            <a:extLst xmlns:a="http://schemas.openxmlformats.org/drawingml/2006/main">
              <a:ext uri="{FF2B5EF4-FFF2-40B4-BE49-F238E27FC236}">
                <a16:creationId xmlns:a16="http://schemas.microsoft.com/office/drawing/2014/main" id="{7ED4DF2F-E686-416D-8E14-27F7FD01D1CA}"/>
              </a:ext>
            </a:extLst>
          </p:cNvPr>
          <p:cNvSpPr>
            <a:spLocks xmlns:a="http://schemas.openxmlformats.org/drawingml/2006/main" noGrp="1"/>
          </p:cNvSpPr>
          <p:nvPr/>
        </p:nvSpPr>
        <p:spPr>
          <a:xfrm xmlns:a="http://schemas.openxmlformats.org/drawingml/2006/main" rot="0">
            <a:off x="7464425" y="3286125"/>
            <a:ext cx="285750" cy="285750"/>
          </a:xfrm>
          <a:prstGeom xmlns:a="http://schemas.openxmlformats.org/drawingml/2006/main" prst="ellipse">
            <a:avLst/>
          </a:prstGeom>
          <a:solidFill xmlns:a="http://schemas.openxmlformats.org/drawingml/2006/main">
            <a:srgbClr val="191919"/>
          </a:solidFill>
          <a:ln xmlns:a="http://schemas.openxmlformats.org/drawingml/2006/main" w="0">
            <a:solidFill>
              <a:srgbClr val="191919"/>
            </a:solidFill>
            <a:prstDash val="solid"/>
          </a:ln>
        </p:spPr>
      </p:sp>
      <p:sp>
        <p:nvSpPr>
          <p:cNvPr id="15" name="">
            <a:extLst xmlns:a="http://schemas.openxmlformats.org/drawingml/2006/main">
              <a:ext uri="{FF2B5EF4-FFF2-40B4-BE49-F238E27FC236}">
                <a16:creationId xmlns:a16="http://schemas.microsoft.com/office/drawing/2014/main" id="{049A1CC9-F127-4F0C-9243-E74CD769E1FB}"/>
              </a:ext>
            </a:extLst>
          </p:cNvPr>
          <p:cNvSpPr>
            <a:spLocks xmlns:a="http://schemas.openxmlformats.org/drawingml/2006/main" noGrp="1"/>
          </p:cNvSpPr>
          <p:nvPr/>
        </p:nvSpPr>
        <p:spPr>
          <a:xfrm xmlns:a="http://schemas.openxmlformats.org/drawingml/2006/main">
            <a:off x="6731000" y="1943100"/>
            <a:ext cx="1752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75" b="1">
                <a:solidFill>
                  <a:srgbClr val="191919"/>
                </a:solidFill>
                <a:latin typeface="Menlo"/>
                <a:ea typeface="Menlo"/>
                <a:cs typeface="Menlo"/>
              </a:defRPr>
            </a:pPr>
            <a:r>
              <a:rPr sz="1275" b="1">
                <a:solidFill>
                  <a:srgbClr val="191919"/>
                </a:solidFill>
                <a:latin typeface="Menlo"/>
                <a:ea typeface="Menlo"/>
                <a:cs typeface="Menlo"/>
              </a:rPr>
              <a:t>교육</a:t>
            </a:r>
          </a:p>
        </p:txBody>
      </p:sp>
      <p:sp>
        <p:nvSpPr>
          <p:cNvPr id="16" name="">
            <a:extLst xmlns:a="http://schemas.openxmlformats.org/drawingml/2006/main">
              <a:ext uri="{FF2B5EF4-FFF2-40B4-BE49-F238E27FC236}">
                <a16:creationId xmlns:a16="http://schemas.microsoft.com/office/drawing/2014/main" id="{709C4996-3DF8-4E26-A780-30CC704645BB}"/>
              </a:ext>
            </a:extLst>
          </p:cNvPr>
          <p:cNvSpPr>
            <a:spLocks xmlns:a="http://schemas.openxmlformats.org/drawingml/2006/main" noGrp="1"/>
          </p:cNvSpPr>
          <p:nvPr/>
        </p:nvSpPr>
        <p:spPr>
          <a:xfrm xmlns:a="http://schemas.openxmlformats.org/drawingml/2006/main">
            <a:off x="6654800" y="2343150"/>
            <a:ext cx="1905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20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거대 언어 모델 운영</a:t>
            </a:r>
          </a:p>
          <a:p xmlns:a="http://schemas.openxmlformats.org/drawingml/2006/main">
            <a:pPr algn="ctr">
              <a:lnSpc>
                <a:spcPct val="120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AI 컨택센터</a:t>
            </a:r>
          </a:p>
        </p:txBody>
      </p:sp>
      <p:sp>
        <p:nvSpPr>
          <p:cNvPr id="17" name="">
            <a:extLst xmlns:a="http://schemas.openxmlformats.org/drawingml/2006/main">
              <a:ext uri="{FF2B5EF4-FFF2-40B4-BE49-F238E27FC236}">
                <a16:creationId xmlns:a16="http://schemas.microsoft.com/office/drawing/2014/main" id="{696242FB-C29A-46C9-A1B2-49D4A7F94F23}"/>
              </a:ext>
            </a:extLst>
          </p:cNvPr>
          <p:cNvSpPr>
            <a:spLocks xmlns:a="http://schemas.openxmlformats.org/drawingml/2006/main" noGrp="1"/>
          </p:cNvSpPr>
          <p:nvPr/>
        </p:nvSpPr>
        <p:spPr>
          <a:xfrm xmlns:a="http://schemas.openxmlformats.org/drawingml/2006/main" rot="0">
            <a:off x="10487025" y="3286125"/>
            <a:ext cx="285750" cy="28575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18" name="">
            <a:extLst xmlns:a="http://schemas.openxmlformats.org/drawingml/2006/main">
              <a:ext uri="{FF2B5EF4-FFF2-40B4-BE49-F238E27FC236}">
                <a16:creationId xmlns:a16="http://schemas.microsoft.com/office/drawing/2014/main" id="{4BF1F688-181E-4493-91BE-4E5A34C32478}"/>
              </a:ext>
            </a:extLst>
          </p:cNvPr>
          <p:cNvSpPr>
            <a:spLocks xmlns:a="http://schemas.openxmlformats.org/drawingml/2006/main" noGrp="1"/>
          </p:cNvSpPr>
          <p:nvPr/>
        </p:nvSpPr>
        <p:spPr>
          <a:xfrm xmlns:a="http://schemas.openxmlformats.org/drawingml/2006/main">
            <a:off x="9753600" y="3886200"/>
            <a:ext cx="1752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75" b="1">
                <a:solidFill>
                  <a:srgbClr val="2563EB"/>
                </a:solidFill>
                <a:latin typeface="Menlo"/>
                <a:ea typeface="Menlo"/>
                <a:cs typeface="Menlo"/>
              </a:defRPr>
            </a:pPr>
            <a:r>
              <a:rPr sz="1275" b="1">
                <a:solidFill>
                  <a:srgbClr val="2563EB"/>
                </a:solidFill>
                <a:latin typeface="Menlo"/>
                <a:ea typeface="Menlo"/>
                <a:cs typeface="Menlo"/>
              </a:rPr>
              <a:t>커머스 · 현재</a:t>
            </a:r>
          </a:p>
        </p:txBody>
      </p:sp>
      <p:sp>
        <p:nvSpPr>
          <p:cNvPr id="19" name="">
            <a:extLst xmlns:a="http://schemas.openxmlformats.org/drawingml/2006/main">
              <a:ext uri="{FF2B5EF4-FFF2-40B4-BE49-F238E27FC236}">
                <a16:creationId xmlns:a16="http://schemas.microsoft.com/office/drawing/2014/main" id="{84EE7527-2ECE-4833-BFBB-F14E69AFAC53}"/>
              </a:ext>
            </a:extLst>
          </p:cNvPr>
          <p:cNvSpPr>
            <a:spLocks xmlns:a="http://schemas.openxmlformats.org/drawingml/2006/main" noGrp="1"/>
          </p:cNvSpPr>
          <p:nvPr/>
        </p:nvSpPr>
        <p:spPr>
          <a:xfrm xmlns:a="http://schemas.openxmlformats.org/drawingml/2006/main">
            <a:off x="9677400" y="4286250"/>
            <a:ext cx="1905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20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에이전트형 AI</a:t>
            </a:r>
          </a:p>
          <a:p xmlns:a="http://schemas.openxmlformats.org/drawingml/2006/main">
            <a:pPr algn="ctr">
              <a:lnSpc>
                <a:spcPct val="120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제품 관리</a:t>
            </a:r>
          </a:p>
        </p:txBody>
      </p:sp>
      <p:sp>
        <p:nvSpPr>
          <p:cNvPr id="20" name="">
            <a:extLst xmlns:a="http://schemas.openxmlformats.org/drawingml/2006/main">
              <a:ext uri="{FF2B5EF4-FFF2-40B4-BE49-F238E27FC236}">
                <a16:creationId xmlns:a16="http://schemas.microsoft.com/office/drawing/2014/main" id="{C56B1671-9B0C-4821-A337-E2A7E34D6E4B}"/>
              </a:ext>
            </a:extLst>
          </p:cNvPr>
          <p:cNvSpPr>
            <a:spLocks xmlns:a="http://schemas.openxmlformats.org/drawingml/2006/main" noGrp="1"/>
          </p:cNvSpPr>
          <p:nvPr/>
        </p:nvSpPr>
        <p:spPr>
          <a:xfrm xmlns:a="http://schemas.openxmlformats.org/drawingml/2006/main">
            <a:off x="609600" y="5562600"/>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191919"/>
                </a:solidFill>
                <a:latin typeface="AppleGothic"/>
                <a:ea typeface="AppleGothic"/>
                <a:cs typeface="AppleGothic"/>
              </a:defRPr>
            </a:pPr>
            <a:r>
              <a:rPr sz="1500" b="1">
                <a:solidFill>
                  <a:srgbClr val="191919"/>
                </a:solidFill>
                <a:latin typeface="AppleGothic"/>
                <a:ea typeface="AppleGothic"/>
                <a:cs typeface="AppleGothic"/>
              </a:rPr>
              <a:t>도메인은 달라도 서비스 운영의 질문은 반복</a:t>
            </a:r>
          </a:p>
        </p:txBody>
      </p:sp>
    </p:spTree>
    <p:extLst>
      <p:ext uri="{BB962C8B-B14F-4D97-AF65-F5344CB8AC3E}">
        <p14:creationId xmlns:p14="http://schemas.microsoft.com/office/powerpoint/2010/main" val="1013563786"/>
      </p:ext>
    </p:extLst>
  </p:cSld>
</p:sld>
</file>

<file path=ppt/slides/slide10.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D7214B4A-E8EF-4D6D-92BC-824D6B9CDA9F}"/>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PROFILE</a:t>
            </a:r>
          </a:p>
        </p:txBody>
      </p:sp>
      <p:sp>
        <p:nvSpPr>
          <p:cNvPr id="2" name="">
            <a:extLst xmlns:a="http://schemas.openxmlformats.org/drawingml/2006/main">
              <a:ext uri="{FF2B5EF4-FFF2-40B4-BE49-F238E27FC236}">
                <a16:creationId xmlns:a16="http://schemas.microsoft.com/office/drawing/2014/main" id="{92FCDD77-068A-4745-8C5E-F3A6D77B2F5C}"/>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10</a:t>
            </a:r>
          </a:p>
        </p:txBody>
      </p:sp>
      <p:sp>
        <p:nvSpPr>
          <p:cNvPr id="3" name="">
            <a:extLst xmlns:a="http://schemas.openxmlformats.org/drawingml/2006/main">
              <a:ext uri="{FF2B5EF4-FFF2-40B4-BE49-F238E27FC236}">
                <a16:creationId xmlns:a16="http://schemas.microsoft.com/office/drawing/2014/main" id="{8256AC99-B586-4C20-8DE3-4C301430B6CD}"/>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64B07323-0414-456C-8A6A-3C8A0879AB2F}"/>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4B102471-B9C5-419E-AEBC-133E49F44CA5}"/>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F9554F9C-D9B7-4754-A09E-9A4F07633144}"/>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도메인을 관통한 운영 질문</a:t>
            </a:r>
          </a:p>
        </p:txBody>
      </p:sp>
      <p:sp>
        <p:nvSpPr>
          <p:cNvPr id="7" name="">
            <a:extLst xmlns:a="http://schemas.openxmlformats.org/drawingml/2006/main">
              <a:ext uri="{FF2B5EF4-FFF2-40B4-BE49-F238E27FC236}">
                <a16:creationId xmlns:a16="http://schemas.microsoft.com/office/drawing/2014/main" id="{BE02E6E0-8724-4DDF-BA53-2D5470AF4C22}"/>
              </a:ext>
            </a:extLst>
          </p:cNvPr>
          <p:cNvSpPr>
            <a:spLocks xmlns:a="http://schemas.openxmlformats.org/drawingml/2006/main" noGrp="1"/>
          </p:cNvSpPr>
          <p:nvPr/>
        </p:nvSpPr>
        <p:spPr>
          <a:xfrm xmlns:a="http://schemas.openxmlformats.org/drawingml/2006/main">
            <a:off x="609600" y="1485900"/>
            <a:ext cx="4000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8000"/>
              </a:lnSpc>
              <a:buNone/>
              <a:defRPr sz="2100" b="1">
                <a:solidFill>
                  <a:srgbClr val="FFFFFF"/>
                </a:solidFill>
                <a:latin typeface="AppleGothic"/>
                <a:ea typeface="AppleGothic"/>
                <a:cs typeface="AppleGothic"/>
              </a:defRPr>
            </a:pPr>
            <a:r>
              <a:rPr sz="2100" b="1">
                <a:solidFill>
                  <a:srgbClr val="FFFFFF"/>
                </a:solidFill>
                <a:latin typeface="AppleGothic"/>
                <a:ea typeface="AppleGothic"/>
                <a:cs typeface="AppleGothic"/>
              </a:rPr>
              <a:t>정확도 다음의</a:t>
            </a:r>
          </a:p>
          <a:p xmlns:a="http://schemas.openxmlformats.org/drawingml/2006/main">
            <a:pPr algn="l">
              <a:lnSpc>
                <a:spcPct val="118000"/>
              </a:lnSpc>
              <a:buNone/>
              <a:defRPr sz="2100" b="1">
                <a:solidFill>
                  <a:srgbClr val="FFFFFF"/>
                </a:solidFill>
                <a:latin typeface="AppleGothic"/>
                <a:ea typeface="AppleGothic"/>
                <a:cs typeface="AppleGothic"/>
              </a:defRPr>
            </a:pPr>
            <a:r>
              <a:rPr sz="2100" b="1">
                <a:solidFill>
                  <a:srgbClr val="FFFFFF"/>
                </a:solidFill>
                <a:latin typeface="AppleGothic"/>
                <a:ea typeface="AppleGothic"/>
                <a:cs typeface="AppleGothic"/>
              </a:rPr>
              <a:t>제품 운영 질문</a:t>
            </a:r>
          </a:p>
        </p:txBody>
      </p:sp>
      <p:sp>
        <p:nvSpPr>
          <p:cNvPr id="8" name="">
            <a:extLst xmlns:a="http://schemas.openxmlformats.org/drawingml/2006/main">
              <a:ext uri="{FF2B5EF4-FFF2-40B4-BE49-F238E27FC236}">
                <a16:creationId xmlns:a16="http://schemas.microsoft.com/office/drawing/2014/main" id="{25D4BBF6-AD2F-44A8-BFC4-5FBE91060847}"/>
              </a:ext>
            </a:extLst>
          </p:cNvPr>
          <p:cNvSpPr>
            <a:spLocks xmlns:a="http://schemas.openxmlformats.org/drawingml/2006/main" noGrp="1"/>
          </p:cNvSpPr>
          <p:nvPr/>
        </p:nvSpPr>
        <p:spPr>
          <a:xfrm xmlns:a="http://schemas.openxmlformats.org/drawingml/2006/main">
            <a:off x="609600" y="2628900"/>
            <a:ext cx="40005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5000"/>
              </a:lnSpc>
              <a:buNone/>
              <a:defRPr sz="1425" b="0">
                <a:solidFill>
                  <a:srgbClr val="98A2B3"/>
                </a:solidFill>
                <a:latin typeface="AppleGothic"/>
                <a:ea typeface="AppleGothic"/>
                <a:cs typeface="AppleGothic"/>
              </a:defRPr>
            </a:pPr>
            <a:r>
              <a:rPr sz="1425" b="0">
                <a:solidFill>
                  <a:srgbClr val="98A2B3"/>
                </a:solidFill>
                <a:latin typeface="AppleGothic"/>
                <a:ea typeface="AppleGothic"/>
                <a:cs typeface="AppleGothic"/>
              </a:rPr>
              <a:t>현업에서는 한 번의 좋은 응답보다 같은 조건의 재실행, 실패의 관찰, 정책 통제와 변경 설명이 필요하다.</a:t>
            </a:r>
          </a:p>
        </p:txBody>
      </p:sp>
      <p:sp>
        <p:nvSpPr>
          <p:cNvPr id="9" name="">
            <a:extLst xmlns:a="http://schemas.openxmlformats.org/drawingml/2006/main">
              <a:ext uri="{FF2B5EF4-FFF2-40B4-BE49-F238E27FC236}">
                <a16:creationId xmlns:a16="http://schemas.microsoft.com/office/drawing/2014/main" id="{515CDF12-30C7-4BC1-906B-0DD55A59BF57}"/>
              </a:ext>
            </a:extLst>
          </p:cNvPr>
          <p:cNvSpPr>
            <a:spLocks xmlns:a="http://schemas.openxmlformats.org/drawingml/2006/main" noGrp="1"/>
          </p:cNvSpPr>
          <p:nvPr/>
        </p:nvSpPr>
        <p:spPr>
          <a:xfrm xmlns:a="http://schemas.openxmlformats.org/drawingml/2006/main">
            <a:off x="5219700" y="1485900"/>
            <a:ext cx="495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98A2B3"/>
                </a:solidFill>
                <a:latin typeface="Menlo"/>
                <a:ea typeface="Menlo"/>
                <a:cs typeface="Menlo"/>
              </a:defRPr>
            </a:pPr>
            <a:r>
              <a:rPr sz="1350" b="1">
                <a:solidFill>
                  <a:srgbClr val="98A2B3"/>
                </a:solidFill>
                <a:latin typeface="Menlo"/>
                <a:ea typeface="Menlo"/>
                <a:cs typeface="Menlo"/>
              </a:rPr>
              <a:t>01</a:t>
            </a:r>
          </a:p>
        </p:txBody>
      </p:sp>
      <p:sp>
        <p:nvSpPr>
          <p:cNvPr id="10" name="">
            <a:extLst xmlns:a="http://schemas.openxmlformats.org/drawingml/2006/main">
              <a:ext uri="{FF2B5EF4-FFF2-40B4-BE49-F238E27FC236}">
                <a16:creationId xmlns:a16="http://schemas.microsoft.com/office/drawing/2014/main" id="{5F4761AD-E483-402F-9164-C8C4F3F25E58}"/>
              </a:ext>
            </a:extLst>
          </p:cNvPr>
          <p:cNvSpPr>
            <a:spLocks xmlns:a="http://schemas.openxmlformats.org/drawingml/2006/main" noGrp="1"/>
          </p:cNvSpPr>
          <p:nvPr/>
        </p:nvSpPr>
        <p:spPr>
          <a:xfrm xmlns:a="http://schemas.openxmlformats.org/drawingml/2006/main">
            <a:off x="5924550" y="1447800"/>
            <a:ext cx="2286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950" b="1">
                <a:solidFill>
                  <a:srgbClr val="FFFFFF"/>
                </a:solidFill>
                <a:latin typeface="AppleGothic"/>
                <a:ea typeface="AppleGothic"/>
                <a:cs typeface="AppleGothic"/>
              </a:defRPr>
            </a:pPr>
            <a:r>
              <a:rPr sz="1950" b="1">
                <a:solidFill>
                  <a:srgbClr val="FFFFFF"/>
                </a:solidFill>
                <a:latin typeface="AppleGothic"/>
                <a:ea typeface="AppleGothic"/>
                <a:cs typeface="AppleGothic"/>
              </a:rPr>
              <a:t>재현성</a:t>
            </a:r>
          </a:p>
        </p:txBody>
      </p:sp>
      <p:sp>
        <p:nvSpPr>
          <p:cNvPr id="11" name="">
            <a:extLst xmlns:a="http://schemas.openxmlformats.org/drawingml/2006/main">
              <a:ext uri="{FF2B5EF4-FFF2-40B4-BE49-F238E27FC236}">
                <a16:creationId xmlns:a16="http://schemas.microsoft.com/office/drawing/2014/main" id="{0D68BF96-D0AD-493D-9DCA-76F13B2B0E05}"/>
              </a:ext>
            </a:extLst>
          </p:cNvPr>
          <p:cNvSpPr>
            <a:spLocks xmlns:a="http://schemas.openxmlformats.org/drawingml/2006/main" noGrp="1"/>
          </p:cNvSpPr>
          <p:nvPr/>
        </p:nvSpPr>
        <p:spPr>
          <a:xfrm xmlns:a="http://schemas.openxmlformats.org/drawingml/2006/main">
            <a:off x="8401050" y="1485900"/>
            <a:ext cx="28003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20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같은 조건의 재실행</a:t>
            </a:r>
          </a:p>
        </p:txBody>
      </p:sp>
      <p:sp>
        <p:nvSpPr>
          <p:cNvPr id="12" name="">
            <a:extLst xmlns:a="http://schemas.openxmlformats.org/drawingml/2006/main">
              <a:ext uri="{FF2B5EF4-FFF2-40B4-BE49-F238E27FC236}">
                <a16:creationId xmlns:a16="http://schemas.microsoft.com/office/drawing/2014/main" id="{FCF5BF31-557D-4014-9611-7292BFFBA9C7}"/>
              </a:ext>
            </a:extLst>
          </p:cNvPr>
          <p:cNvSpPr>
            <a:spLocks xmlns:a="http://schemas.openxmlformats.org/drawingml/2006/main" noGrp="1"/>
          </p:cNvSpPr>
          <p:nvPr/>
        </p:nvSpPr>
        <p:spPr>
          <a:xfrm xmlns:a="http://schemas.openxmlformats.org/drawingml/2006/main" flipH="0" flipV="0">
            <a:off x="5924550" y="2114550"/>
            <a:ext cx="527685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3" name="">
            <a:extLst xmlns:a="http://schemas.openxmlformats.org/drawingml/2006/main">
              <a:ext uri="{FF2B5EF4-FFF2-40B4-BE49-F238E27FC236}">
                <a16:creationId xmlns:a16="http://schemas.microsoft.com/office/drawing/2014/main" id="{414EA2F3-0A0B-49A9-A0CF-CB1CC394F2C3}"/>
              </a:ext>
            </a:extLst>
          </p:cNvPr>
          <p:cNvSpPr>
            <a:spLocks xmlns:a="http://schemas.openxmlformats.org/drawingml/2006/main" noGrp="1"/>
          </p:cNvSpPr>
          <p:nvPr/>
        </p:nvSpPr>
        <p:spPr>
          <a:xfrm xmlns:a="http://schemas.openxmlformats.org/drawingml/2006/main">
            <a:off x="5219700" y="2552700"/>
            <a:ext cx="495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98A2B3"/>
                </a:solidFill>
                <a:latin typeface="Menlo"/>
                <a:ea typeface="Menlo"/>
                <a:cs typeface="Menlo"/>
              </a:defRPr>
            </a:pPr>
            <a:r>
              <a:rPr sz="1350" b="1">
                <a:solidFill>
                  <a:srgbClr val="98A2B3"/>
                </a:solidFill>
                <a:latin typeface="Menlo"/>
                <a:ea typeface="Menlo"/>
                <a:cs typeface="Menlo"/>
              </a:rPr>
              <a:t>02</a:t>
            </a:r>
          </a:p>
        </p:txBody>
      </p:sp>
      <p:sp>
        <p:nvSpPr>
          <p:cNvPr id="14" name="">
            <a:extLst xmlns:a="http://schemas.openxmlformats.org/drawingml/2006/main">
              <a:ext uri="{FF2B5EF4-FFF2-40B4-BE49-F238E27FC236}">
                <a16:creationId xmlns:a16="http://schemas.microsoft.com/office/drawing/2014/main" id="{350825ED-27A9-4547-AC14-7D71A6628075}"/>
              </a:ext>
            </a:extLst>
          </p:cNvPr>
          <p:cNvSpPr>
            <a:spLocks xmlns:a="http://schemas.openxmlformats.org/drawingml/2006/main" noGrp="1"/>
          </p:cNvSpPr>
          <p:nvPr/>
        </p:nvSpPr>
        <p:spPr>
          <a:xfrm xmlns:a="http://schemas.openxmlformats.org/drawingml/2006/main">
            <a:off x="5924550" y="2514600"/>
            <a:ext cx="2286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950" b="1">
                <a:solidFill>
                  <a:srgbClr val="FFFFFF"/>
                </a:solidFill>
                <a:latin typeface="AppleGothic"/>
                <a:ea typeface="AppleGothic"/>
                <a:cs typeface="AppleGothic"/>
              </a:defRPr>
            </a:pPr>
            <a:r>
              <a:rPr sz="1950" b="1">
                <a:solidFill>
                  <a:srgbClr val="FFFFFF"/>
                </a:solidFill>
                <a:latin typeface="AppleGothic"/>
                <a:ea typeface="AppleGothic"/>
                <a:cs typeface="AppleGothic"/>
              </a:rPr>
              <a:t>관찰 가능성</a:t>
            </a:r>
          </a:p>
        </p:txBody>
      </p:sp>
      <p:sp>
        <p:nvSpPr>
          <p:cNvPr id="15" name="">
            <a:extLst xmlns:a="http://schemas.openxmlformats.org/drawingml/2006/main">
              <a:ext uri="{FF2B5EF4-FFF2-40B4-BE49-F238E27FC236}">
                <a16:creationId xmlns:a16="http://schemas.microsoft.com/office/drawing/2014/main" id="{DE24531F-45EF-480E-8FDC-F147CAA7A042}"/>
              </a:ext>
            </a:extLst>
          </p:cNvPr>
          <p:cNvSpPr>
            <a:spLocks xmlns:a="http://schemas.openxmlformats.org/drawingml/2006/main" noGrp="1"/>
          </p:cNvSpPr>
          <p:nvPr/>
        </p:nvSpPr>
        <p:spPr>
          <a:xfrm xmlns:a="http://schemas.openxmlformats.org/drawingml/2006/main">
            <a:off x="8401050" y="2552700"/>
            <a:ext cx="28003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20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실패 위치와 분포</a:t>
            </a:r>
          </a:p>
        </p:txBody>
      </p:sp>
      <p:sp>
        <p:nvSpPr>
          <p:cNvPr id="16" name="">
            <a:extLst xmlns:a="http://schemas.openxmlformats.org/drawingml/2006/main">
              <a:ext uri="{FF2B5EF4-FFF2-40B4-BE49-F238E27FC236}">
                <a16:creationId xmlns:a16="http://schemas.microsoft.com/office/drawing/2014/main" id="{8D8F38F0-AF9E-452A-B06E-F27E75D6D8D3}"/>
              </a:ext>
            </a:extLst>
          </p:cNvPr>
          <p:cNvSpPr>
            <a:spLocks xmlns:a="http://schemas.openxmlformats.org/drawingml/2006/main" noGrp="1"/>
          </p:cNvSpPr>
          <p:nvPr/>
        </p:nvSpPr>
        <p:spPr>
          <a:xfrm xmlns:a="http://schemas.openxmlformats.org/drawingml/2006/main" flipH="0" flipV="0">
            <a:off x="5924550" y="3181350"/>
            <a:ext cx="527685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7" name="">
            <a:extLst xmlns:a="http://schemas.openxmlformats.org/drawingml/2006/main">
              <a:ext uri="{FF2B5EF4-FFF2-40B4-BE49-F238E27FC236}">
                <a16:creationId xmlns:a16="http://schemas.microsoft.com/office/drawing/2014/main" id="{5F17949A-00E9-4D41-9CA2-363EFB704047}"/>
              </a:ext>
            </a:extLst>
          </p:cNvPr>
          <p:cNvSpPr>
            <a:spLocks xmlns:a="http://schemas.openxmlformats.org/drawingml/2006/main" noGrp="1"/>
          </p:cNvSpPr>
          <p:nvPr/>
        </p:nvSpPr>
        <p:spPr>
          <a:xfrm xmlns:a="http://schemas.openxmlformats.org/drawingml/2006/main">
            <a:off x="5219700" y="3619500"/>
            <a:ext cx="495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98A2B3"/>
                </a:solidFill>
                <a:latin typeface="Menlo"/>
                <a:ea typeface="Menlo"/>
                <a:cs typeface="Menlo"/>
              </a:defRPr>
            </a:pPr>
            <a:r>
              <a:rPr sz="1350" b="1">
                <a:solidFill>
                  <a:srgbClr val="98A2B3"/>
                </a:solidFill>
                <a:latin typeface="Menlo"/>
                <a:ea typeface="Menlo"/>
                <a:cs typeface="Menlo"/>
              </a:rPr>
              <a:t>03</a:t>
            </a:r>
          </a:p>
        </p:txBody>
      </p:sp>
      <p:sp>
        <p:nvSpPr>
          <p:cNvPr id="18" name="">
            <a:extLst xmlns:a="http://schemas.openxmlformats.org/drawingml/2006/main">
              <a:ext uri="{FF2B5EF4-FFF2-40B4-BE49-F238E27FC236}">
                <a16:creationId xmlns:a16="http://schemas.microsoft.com/office/drawing/2014/main" id="{BB6FB152-AEB3-45AD-93CC-55E6B708C9AC}"/>
              </a:ext>
            </a:extLst>
          </p:cNvPr>
          <p:cNvSpPr>
            <a:spLocks xmlns:a="http://schemas.openxmlformats.org/drawingml/2006/main" noGrp="1"/>
          </p:cNvSpPr>
          <p:nvPr/>
        </p:nvSpPr>
        <p:spPr>
          <a:xfrm xmlns:a="http://schemas.openxmlformats.org/drawingml/2006/main">
            <a:off x="5924550" y="3581400"/>
            <a:ext cx="2286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950" b="1">
                <a:solidFill>
                  <a:srgbClr val="FFFFFF"/>
                </a:solidFill>
                <a:latin typeface="AppleGothic"/>
                <a:ea typeface="AppleGothic"/>
                <a:cs typeface="AppleGothic"/>
              </a:defRPr>
            </a:pPr>
            <a:r>
              <a:rPr sz="1950" b="1">
                <a:solidFill>
                  <a:srgbClr val="FFFFFF"/>
                </a:solidFill>
                <a:latin typeface="AppleGothic"/>
                <a:ea typeface="AppleGothic"/>
                <a:cs typeface="AppleGothic"/>
              </a:rPr>
              <a:t>통제 가능성</a:t>
            </a:r>
          </a:p>
        </p:txBody>
      </p:sp>
      <p:sp>
        <p:nvSpPr>
          <p:cNvPr id="19" name="">
            <a:extLst xmlns:a="http://schemas.openxmlformats.org/drawingml/2006/main">
              <a:ext uri="{FF2B5EF4-FFF2-40B4-BE49-F238E27FC236}">
                <a16:creationId xmlns:a16="http://schemas.microsoft.com/office/drawing/2014/main" id="{73B3D18E-716A-4CA3-B287-DA949DAB9AAE}"/>
              </a:ext>
            </a:extLst>
          </p:cNvPr>
          <p:cNvSpPr>
            <a:spLocks xmlns:a="http://schemas.openxmlformats.org/drawingml/2006/main" noGrp="1"/>
          </p:cNvSpPr>
          <p:nvPr/>
        </p:nvSpPr>
        <p:spPr>
          <a:xfrm xmlns:a="http://schemas.openxmlformats.org/drawingml/2006/main">
            <a:off x="8401050" y="3619500"/>
            <a:ext cx="28003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20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권한·정책·대체 경로</a:t>
            </a:r>
          </a:p>
        </p:txBody>
      </p:sp>
      <p:sp>
        <p:nvSpPr>
          <p:cNvPr id="20" name="">
            <a:extLst xmlns:a="http://schemas.openxmlformats.org/drawingml/2006/main">
              <a:ext uri="{FF2B5EF4-FFF2-40B4-BE49-F238E27FC236}">
                <a16:creationId xmlns:a16="http://schemas.microsoft.com/office/drawing/2014/main" id="{6D4DC0B3-5407-44DA-BB0A-5DA226AC318D}"/>
              </a:ext>
            </a:extLst>
          </p:cNvPr>
          <p:cNvSpPr>
            <a:spLocks xmlns:a="http://schemas.openxmlformats.org/drawingml/2006/main" noGrp="1"/>
          </p:cNvSpPr>
          <p:nvPr/>
        </p:nvSpPr>
        <p:spPr>
          <a:xfrm xmlns:a="http://schemas.openxmlformats.org/drawingml/2006/main" flipH="0" flipV="0">
            <a:off x="5924550" y="4248150"/>
            <a:ext cx="527685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21" name="">
            <a:extLst xmlns:a="http://schemas.openxmlformats.org/drawingml/2006/main">
              <a:ext uri="{FF2B5EF4-FFF2-40B4-BE49-F238E27FC236}">
                <a16:creationId xmlns:a16="http://schemas.microsoft.com/office/drawing/2014/main" id="{7D727F34-2C51-4E01-A4EF-E4197A4A55D0}"/>
              </a:ext>
            </a:extLst>
          </p:cNvPr>
          <p:cNvSpPr>
            <a:spLocks xmlns:a="http://schemas.openxmlformats.org/drawingml/2006/main" noGrp="1"/>
          </p:cNvSpPr>
          <p:nvPr/>
        </p:nvSpPr>
        <p:spPr>
          <a:xfrm xmlns:a="http://schemas.openxmlformats.org/drawingml/2006/main">
            <a:off x="5219700" y="4686300"/>
            <a:ext cx="495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98A2B3"/>
                </a:solidFill>
                <a:latin typeface="Menlo"/>
                <a:ea typeface="Menlo"/>
                <a:cs typeface="Menlo"/>
              </a:defRPr>
            </a:pPr>
            <a:r>
              <a:rPr sz="1350" b="1">
                <a:solidFill>
                  <a:srgbClr val="98A2B3"/>
                </a:solidFill>
                <a:latin typeface="Menlo"/>
                <a:ea typeface="Menlo"/>
                <a:cs typeface="Menlo"/>
              </a:rPr>
              <a:t>04</a:t>
            </a:r>
          </a:p>
        </p:txBody>
      </p:sp>
      <p:sp>
        <p:nvSpPr>
          <p:cNvPr id="22" name="">
            <a:extLst xmlns:a="http://schemas.openxmlformats.org/drawingml/2006/main">
              <a:ext uri="{FF2B5EF4-FFF2-40B4-BE49-F238E27FC236}">
                <a16:creationId xmlns:a16="http://schemas.microsoft.com/office/drawing/2014/main" id="{1FC34010-E06A-429F-99E0-A887A5D8D616}"/>
              </a:ext>
            </a:extLst>
          </p:cNvPr>
          <p:cNvSpPr>
            <a:spLocks xmlns:a="http://schemas.openxmlformats.org/drawingml/2006/main" noGrp="1"/>
          </p:cNvSpPr>
          <p:nvPr/>
        </p:nvSpPr>
        <p:spPr>
          <a:xfrm xmlns:a="http://schemas.openxmlformats.org/drawingml/2006/main">
            <a:off x="5924550" y="4648200"/>
            <a:ext cx="2286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950" b="1">
                <a:solidFill>
                  <a:srgbClr val="FFFFFF"/>
                </a:solidFill>
                <a:latin typeface="AppleGothic"/>
                <a:ea typeface="AppleGothic"/>
                <a:cs typeface="AppleGothic"/>
              </a:defRPr>
            </a:pPr>
            <a:r>
              <a:rPr sz="1950" b="1">
                <a:solidFill>
                  <a:srgbClr val="FFFFFF"/>
                </a:solidFill>
                <a:latin typeface="AppleGothic"/>
                <a:ea typeface="AppleGothic"/>
                <a:cs typeface="AppleGothic"/>
              </a:rPr>
              <a:t>설명 가능성</a:t>
            </a:r>
          </a:p>
        </p:txBody>
      </p:sp>
      <p:sp>
        <p:nvSpPr>
          <p:cNvPr id="23" name="">
            <a:extLst xmlns:a="http://schemas.openxmlformats.org/drawingml/2006/main">
              <a:ext uri="{FF2B5EF4-FFF2-40B4-BE49-F238E27FC236}">
                <a16:creationId xmlns:a16="http://schemas.microsoft.com/office/drawing/2014/main" id="{1F73CB7D-AE03-45B8-B2B4-F582EB01BCF4}"/>
              </a:ext>
            </a:extLst>
          </p:cNvPr>
          <p:cNvSpPr>
            <a:spLocks xmlns:a="http://schemas.openxmlformats.org/drawingml/2006/main" noGrp="1"/>
          </p:cNvSpPr>
          <p:nvPr/>
        </p:nvSpPr>
        <p:spPr>
          <a:xfrm xmlns:a="http://schemas.openxmlformats.org/drawingml/2006/main">
            <a:off x="8401050" y="4686300"/>
            <a:ext cx="28003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20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변경 이유와 판정</a:t>
            </a:r>
          </a:p>
        </p:txBody>
      </p:sp>
      <p:sp>
        <p:nvSpPr>
          <p:cNvPr id="24" name="">
            <a:extLst xmlns:a="http://schemas.openxmlformats.org/drawingml/2006/main">
              <a:ext uri="{FF2B5EF4-FFF2-40B4-BE49-F238E27FC236}">
                <a16:creationId xmlns:a16="http://schemas.microsoft.com/office/drawing/2014/main" id="{5B385D62-9310-4D13-9DEC-DB6C006E10D6}"/>
              </a:ext>
            </a:extLst>
          </p:cNvPr>
          <p:cNvSpPr>
            <a:spLocks xmlns:a="http://schemas.openxmlformats.org/drawingml/2006/main" noGrp="1"/>
          </p:cNvSpPr>
          <p:nvPr/>
        </p:nvSpPr>
        <p:spPr>
          <a:xfrm xmlns:a="http://schemas.openxmlformats.org/drawingml/2006/main" flipH="0" flipV="0">
            <a:off x="5924550" y="5314950"/>
            <a:ext cx="527685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25" name="">
            <a:extLst xmlns:a="http://schemas.openxmlformats.org/drawingml/2006/main">
              <a:ext uri="{FF2B5EF4-FFF2-40B4-BE49-F238E27FC236}">
                <a16:creationId xmlns:a16="http://schemas.microsoft.com/office/drawing/2014/main" id="{2C993079-6F3F-4FDC-80D0-89760CB7F537}"/>
              </a:ext>
            </a:extLst>
          </p:cNvPr>
          <p:cNvSpPr>
            <a:spLocks xmlns:a="http://schemas.openxmlformats.org/drawingml/2006/main" noGrp="1"/>
          </p:cNvSpPr>
          <p:nvPr/>
        </p:nvSpPr>
        <p:spPr>
          <a:xfrm xmlns:a="http://schemas.openxmlformats.org/drawingml/2006/main">
            <a:off x="609600" y="5581650"/>
            <a:ext cx="105918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모델 점수 · 서비스 행동 · 운영 증거의 분리</a:t>
            </a:r>
          </a:p>
        </p:txBody>
      </p:sp>
    </p:spTree>
    <p:extLst>
      <p:ext uri="{BB962C8B-B14F-4D97-AF65-F5344CB8AC3E}">
        <p14:creationId xmlns:p14="http://schemas.microsoft.com/office/powerpoint/2010/main" val="1779654144"/>
      </p:ext>
    </p:extLst>
  </p:cSld>
</p:sld>
</file>

<file path=ppt/slides/slide11.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61C815F2-9120-4AC1-B31D-CAF2C71496CA}"/>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STANDARD</a:t>
            </a:r>
          </a:p>
        </p:txBody>
      </p:sp>
      <p:sp>
        <p:nvSpPr>
          <p:cNvPr id="2" name="">
            <a:extLst xmlns:a="http://schemas.openxmlformats.org/drawingml/2006/main">
              <a:ext uri="{FF2B5EF4-FFF2-40B4-BE49-F238E27FC236}">
                <a16:creationId xmlns:a16="http://schemas.microsoft.com/office/drawing/2014/main" id="{6C93E97F-6F24-41DD-A751-76A8A4267D59}"/>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11</a:t>
            </a:r>
          </a:p>
        </p:txBody>
      </p:sp>
      <p:sp>
        <p:nvSpPr>
          <p:cNvPr id="3" name="">
            <a:extLst xmlns:a="http://schemas.openxmlformats.org/drawingml/2006/main">
              <a:ext uri="{FF2B5EF4-FFF2-40B4-BE49-F238E27FC236}">
                <a16:creationId xmlns:a16="http://schemas.microsoft.com/office/drawing/2014/main" id="{C100D064-6750-4DAA-A9E0-6A815DEC07DA}"/>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70A63FC2-D250-4D85-A5FA-19E8E09CB1CB}"/>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6E1660F9-20F3-4CF3-8839-CDF4E01C516C}"/>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63F871D4-F679-454A-AE02-14C92A64A11B}"/>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두 라이프사이클의 관리 범위</a:t>
            </a:r>
          </a:p>
        </p:txBody>
      </p:sp>
      <p:sp>
        <p:nvSpPr>
          <p:cNvPr id="7" name="">
            <a:extLst xmlns:a="http://schemas.openxmlformats.org/drawingml/2006/main">
              <a:ext uri="{FF2B5EF4-FFF2-40B4-BE49-F238E27FC236}">
                <a16:creationId xmlns:a16="http://schemas.microsoft.com/office/drawing/2014/main" id="{4FE67969-E631-42B5-AC21-DF5B8D797BD8}"/>
              </a:ext>
            </a:extLst>
          </p:cNvPr>
          <p:cNvSpPr>
            <a:spLocks xmlns:a="http://schemas.openxmlformats.org/drawingml/2006/main" noGrp="1"/>
          </p:cNvSpPr>
          <p:nvPr/>
        </p:nvSpPr>
        <p:spPr>
          <a:xfrm xmlns:a="http://schemas.openxmlformats.org/drawingml/2006/main" rot="0">
            <a:off x="609600" y="1581150"/>
            <a:ext cx="1809750" cy="51435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8" name="">
            <a:extLst xmlns:a="http://schemas.openxmlformats.org/drawingml/2006/main">
              <a:ext uri="{FF2B5EF4-FFF2-40B4-BE49-F238E27FC236}">
                <a16:creationId xmlns:a16="http://schemas.microsoft.com/office/drawing/2014/main" id="{13AC60A3-7E6D-4F67-8A75-6F2B10FA99F8}"/>
              </a:ext>
            </a:extLst>
          </p:cNvPr>
          <p:cNvSpPr>
            <a:spLocks xmlns:a="http://schemas.openxmlformats.org/drawingml/2006/main" noGrp="1"/>
          </p:cNvSpPr>
          <p:nvPr/>
        </p:nvSpPr>
        <p:spPr>
          <a:xfrm xmlns:a="http://schemas.openxmlformats.org/drawingml/2006/main">
            <a:off x="742950" y="1581150"/>
            <a:ext cx="1543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75" b="1">
                <a:solidFill>
                  <a:srgbClr val="FFFFFF"/>
                </a:solidFill>
                <a:latin typeface="AppleGothic"/>
                <a:ea typeface="AppleGothic"/>
                <a:cs typeface="AppleGothic"/>
              </a:defRPr>
            </a:pPr>
            <a:r>
              <a:rPr sz="1275" b="1">
                <a:solidFill>
                  <a:srgbClr val="FFFFFF"/>
                </a:solidFill>
                <a:latin typeface="AppleGothic"/>
                <a:ea typeface="AppleGothic"/>
                <a:cs typeface="AppleGothic"/>
              </a:rPr>
              <a:t>비교 축</a:t>
            </a:r>
          </a:p>
        </p:txBody>
      </p:sp>
      <p:sp>
        <p:nvSpPr>
          <p:cNvPr id="9" name="">
            <a:extLst xmlns:a="http://schemas.openxmlformats.org/drawingml/2006/main">
              <a:ext uri="{FF2B5EF4-FFF2-40B4-BE49-F238E27FC236}">
                <a16:creationId xmlns:a16="http://schemas.microsoft.com/office/drawing/2014/main" id="{1DAAEC51-D512-495A-9A2E-0B27085D09B5}"/>
              </a:ext>
            </a:extLst>
          </p:cNvPr>
          <p:cNvSpPr>
            <a:spLocks xmlns:a="http://schemas.openxmlformats.org/drawingml/2006/main" noGrp="1"/>
          </p:cNvSpPr>
          <p:nvPr/>
        </p:nvSpPr>
        <p:spPr>
          <a:xfrm xmlns:a="http://schemas.openxmlformats.org/drawingml/2006/main" rot="0">
            <a:off x="2419350" y="1581150"/>
            <a:ext cx="4343400" cy="51435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0" name="">
            <a:extLst xmlns:a="http://schemas.openxmlformats.org/drawingml/2006/main">
              <a:ext uri="{FF2B5EF4-FFF2-40B4-BE49-F238E27FC236}">
                <a16:creationId xmlns:a16="http://schemas.microsoft.com/office/drawing/2014/main" id="{896D32AE-CFC7-4542-9DCB-D19DA35BD15A}"/>
              </a:ext>
            </a:extLst>
          </p:cNvPr>
          <p:cNvSpPr>
            <a:spLocks xmlns:a="http://schemas.openxmlformats.org/drawingml/2006/main" noGrp="1"/>
          </p:cNvSpPr>
          <p:nvPr/>
        </p:nvSpPr>
        <p:spPr>
          <a:xfrm xmlns:a="http://schemas.openxmlformats.org/drawingml/2006/main">
            <a:off x="2552700" y="1581150"/>
            <a:ext cx="40767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75" b="1">
                <a:solidFill>
                  <a:srgbClr val="FFFFFF"/>
                </a:solidFill>
                <a:latin typeface="AppleGothic"/>
                <a:ea typeface="AppleGothic"/>
                <a:cs typeface="AppleGothic"/>
              </a:defRPr>
            </a:pPr>
            <a:r>
              <a:rPr sz="1275" b="1">
                <a:solidFill>
                  <a:srgbClr val="FFFFFF"/>
                </a:solidFill>
                <a:latin typeface="AppleGothic"/>
                <a:ea typeface="AppleGothic"/>
                <a:cs typeface="AppleGothic"/>
              </a:rPr>
              <a:t>모델·시스템 수명주기</a:t>
            </a:r>
          </a:p>
        </p:txBody>
      </p:sp>
      <p:sp>
        <p:nvSpPr>
          <p:cNvPr id="11" name="">
            <a:extLst xmlns:a="http://schemas.openxmlformats.org/drawingml/2006/main">
              <a:ext uri="{FF2B5EF4-FFF2-40B4-BE49-F238E27FC236}">
                <a16:creationId xmlns:a16="http://schemas.microsoft.com/office/drawing/2014/main" id="{17615C85-1B7F-46D5-AEB6-612540119442}"/>
              </a:ext>
            </a:extLst>
          </p:cNvPr>
          <p:cNvSpPr>
            <a:spLocks xmlns:a="http://schemas.openxmlformats.org/drawingml/2006/main" noGrp="1"/>
          </p:cNvSpPr>
          <p:nvPr/>
        </p:nvSpPr>
        <p:spPr>
          <a:xfrm xmlns:a="http://schemas.openxmlformats.org/drawingml/2006/main" rot="0">
            <a:off x="6762750" y="1581150"/>
            <a:ext cx="4819650" cy="51435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2" name="">
            <a:extLst xmlns:a="http://schemas.openxmlformats.org/drawingml/2006/main">
              <a:ext uri="{FF2B5EF4-FFF2-40B4-BE49-F238E27FC236}">
                <a16:creationId xmlns:a16="http://schemas.microsoft.com/office/drawing/2014/main" id="{7F1CFE60-6EB9-41D0-9A23-B3BFEFE4235B}"/>
              </a:ext>
            </a:extLst>
          </p:cNvPr>
          <p:cNvSpPr>
            <a:spLocks xmlns:a="http://schemas.openxmlformats.org/drawingml/2006/main" noGrp="1"/>
          </p:cNvSpPr>
          <p:nvPr/>
        </p:nvSpPr>
        <p:spPr>
          <a:xfrm xmlns:a="http://schemas.openxmlformats.org/drawingml/2006/main">
            <a:off x="6896100" y="1581150"/>
            <a:ext cx="45529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75" b="1">
                <a:solidFill>
                  <a:srgbClr val="FFFFFF"/>
                </a:solidFill>
                <a:latin typeface="AppleGothic"/>
                <a:ea typeface="AppleGothic"/>
                <a:cs typeface="AppleGothic"/>
              </a:defRPr>
            </a:pPr>
            <a:r>
              <a:rPr sz="1275" b="1">
                <a:solidFill>
                  <a:srgbClr val="FFFFFF"/>
                </a:solidFill>
                <a:latin typeface="AppleGothic"/>
                <a:ea typeface="AppleGothic"/>
                <a:cs typeface="AppleGothic"/>
              </a:rPr>
              <a:t>수업의 서비스 개선 폐루프</a:t>
            </a:r>
          </a:p>
        </p:txBody>
      </p:sp>
      <p:sp>
        <p:nvSpPr>
          <p:cNvPr id="13" name="">
            <a:extLst xmlns:a="http://schemas.openxmlformats.org/drawingml/2006/main">
              <a:ext uri="{FF2B5EF4-FFF2-40B4-BE49-F238E27FC236}">
                <a16:creationId xmlns:a16="http://schemas.microsoft.com/office/drawing/2014/main" id="{2327A595-BB65-475D-97A6-4ABB9B504623}"/>
              </a:ext>
            </a:extLst>
          </p:cNvPr>
          <p:cNvSpPr>
            <a:spLocks xmlns:a="http://schemas.openxmlformats.org/drawingml/2006/main" noGrp="1"/>
          </p:cNvSpPr>
          <p:nvPr/>
        </p:nvSpPr>
        <p:spPr>
          <a:xfrm xmlns:a="http://schemas.openxmlformats.org/drawingml/2006/main" rot="0">
            <a:off x="609600" y="2095500"/>
            <a:ext cx="1809750" cy="1181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4" name="">
            <a:extLst xmlns:a="http://schemas.openxmlformats.org/drawingml/2006/main">
              <a:ext uri="{FF2B5EF4-FFF2-40B4-BE49-F238E27FC236}">
                <a16:creationId xmlns:a16="http://schemas.microsoft.com/office/drawing/2014/main" id="{1C40DF15-6C8E-40BC-BAAD-C5F673587406}"/>
              </a:ext>
            </a:extLst>
          </p:cNvPr>
          <p:cNvSpPr>
            <a:spLocks xmlns:a="http://schemas.openxmlformats.org/drawingml/2006/main" noGrp="1"/>
          </p:cNvSpPr>
          <p:nvPr/>
        </p:nvSpPr>
        <p:spPr>
          <a:xfrm xmlns:a="http://schemas.openxmlformats.org/drawingml/2006/main">
            <a:off x="742950" y="2095500"/>
            <a:ext cx="154305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200" b="1">
                <a:solidFill>
                  <a:srgbClr val="191919"/>
                </a:solidFill>
                <a:latin typeface="AppleGothic"/>
                <a:ea typeface="AppleGothic"/>
                <a:cs typeface="AppleGothic"/>
              </a:defRPr>
            </a:pPr>
            <a:r>
              <a:rPr sz="1200" b="1">
                <a:solidFill>
                  <a:srgbClr val="191919"/>
                </a:solidFill>
                <a:latin typeface="AppleGothic"/>
                <a:ea typeface="AppleGothic"/>
                <a:cs typeface="AppleGothic"/>
              </a:rPr>
              <a:t>단계 구조</a:t>
            </a:r>
          </a:p>
        </p:txBody>
      </p:sp>
      <p:sp>
        <p:nvSpPr>
          <p:cNvPr id="15" name="">
            <a:extLst xmlns:a="http://schemas.openxmlformats.org/drawingml/2006/main">
              <a:ext uri="{FF2B5EF4-FFF2-40B4-BE49-F238E27FC236}">
                <a16:creationId xmlns:a16="http://schemas.microsoft.com/office/drawing/2014/main" id="{D1D4A271-B054-4BC6-B984-CCB9D53A7CA8}"/>
              </a:ext>
            </a:extLst>
          </p:cNvPr>
          <p:cNvSpPr>
            <a:spLocks xmlns:a="http://schemas.openxmlformats.org/drawingml/2006/main" noGrp="1"/>
          </p:cNvSpPr>
          <p:nvPr/>
        </p:nvSpPr>
        <p:spPr>
          <a:xfrm xmlns:a="http://schemas.openxmlformats.org/drawingml/2006/main" rot="0">
            <a:off x="2419350" y="2095500"/>
            <a:ext cx="4343400" cy="1181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6" name="">
            <a:extLst xmlns:a="http://schemas.openxmlformats.org/drawingml/2006/main">
              <a:ext uri="{FF2B5EF4-FFF2-40B4-BE49-F238E27FC236}">
                <a16:creationId xmlns:a16="http://schemas.microsoft.com/office/drawing/2014/main" id="{63BCE93F-AB12-4DAA-8ADC-7B85A3225299}"/>
              </a:ext>
            </a:extLst>
          </p:cNvPr>
          <p:cNvSpPr>
            <a:spLocks xmlns:a="http://schemas.openxmlformats.org/drawingml/2006/main" noGrp="1"/>
          </p:cNvSpPr>
          <p:nvPr/>
        </p:nvSpPr>
        <p:spPr>
          <a:xfrm xmlns:a="http://schemas.openxmlformats.org/drawingml/2006/main">
            <a:off x="2552700" y="2095500"/>
            <a:ext cx="40767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200" b="0">
                <a:solidFill>
                  <a:srgbClr val="191919"/>
                </a:solidFill>
                <a:latin typeface="AppleGothic"/>
                <a:ea typeface="AppleGothic"/>
                <a:cs typeface="AppleGothic"/>
              </a:defRPr>
            </a:pPr>
            <a:r>
              <a:rPr sz="1200" b="0">
                <a:solidFill>
                  <a:srgbClr val="191919"/>
                </a:solidFill>
                <a:latin typeface="AppleGothic"/>
                <a:ea typeface="AppleGothic"/>
                <a:cs typeface="AppleGothic"/>
              </a:rPr>
              <a:t>1. 학습(Training)</a:t>
            </a:r>
          </a:p>
          <a:p xmlns:a="http://schemas.openxmlformats.org/drawingml/2006/main">
            <a:pPr algn="l">
              <a:lnSpc>
                <a:spcPct val="115000"/>
              </a:lnSpc>
              <a:buNone/>
              <a:defRPr sz="1200" b="0">
                <a:solidFill>
                  <a:srgbClr val="191919"/>
                </a:solidFill>
                <a:latin typeface="AppleGothic"/>
                <a:ea typeface="AppleGothic"/>
                <a:cs typeface="AppleGothic"/>
              </a:defRPr>
            </a:pPr>
            <a:r>
              <a:rPr sz="1200" b="0">
                <a:solidFill>
                  <a:srgbClr val="191919"/>
                </a:solidFill>
                <a:latin typeface="AppleGothic"/>
                <a:ea typeface="AppleGothic"/>
                <a:cs typeface="AppleGothic"/>
              </a:rPr>
              <a:t>2. 평가(Evaluation)</a:t>
            </a:r>
          </a:p>
          <a:p xmlns:a="http://schemas.openxmlformats.org/drawingml/2006/main">
            <a:pPr algn="l">
              <a:lnSpc>
                <a:spcPct val="115000"/>
              </a:lnSpc>
              <a:buNone/>
              <a:defRPr sz="1200" b="0">
                <a:solidFill>
                  <a:srgbClr val="191919"/>
                </a:solidFill>
                <a:latin typeface="AppleGothic"/>
                <a:ea typeface="AppleGothic"/>
                <a:cs typeface="AppleGothic"/>
              </a:defRPr>
            </a:pPr>
            <a:r>
              <a:rPr sz="1200" b="0">
                <a:solidFill>
                  <a:srgbClr val="191919"/>
                </a:solidFill>
                <a:latin typeface="AppleGothic"/>
                <a:ea typeface="AppleGothic"/>
                <a:cs typeface="AppleGothic"/>
              </a:rPr>
              <a:t>3. 배포(Deployment)</a:t>
            </a:r>
          </a:p>
          <a:p xmlns:a="http://schemas.openxmlformats.org/drawingml/2006/main">
            <a:pPr algn="l">
              <a:lnSpc>
                <a:spcPct val="115000"/>
              </a:lnSpc>
              <a:buNone/>
              <a:defRPr sz="1200" b="0">
                <a:solidFill>
                  <a:srgbClr val="191919"/>
                </a:solidFill>
                <a:latin typeface="AppleGothic"/>
                <a:ea typeface="AppleGothic"/>
                <a:cs typeface="AppleGothic"/>
              </a:defRPr>
            </a:pPr>
            <a:r>
              <a:rPr sz="1200" b="0">
                <a:solidFill>
                  <a:srgbClr val="191919"/>
                </a:solidFill>
                <a:latin typeface="AppleGothic"/>
                <a:ea typeface="AppleGothic"/>
                <a:cs typeface="AppleGothic"/>
              </a:rPr>
              <a:t>4. 유지(Maintenance)</a:t>
            </a:r>
          </a:p>
          <a:p xmlns:a="http://schemas.openxmlformats.org/drawingml/2006/main">
            <a:pPr algn="l">
              <a:lnSpc>
                <a:spcPct val="115000"/>
              </a:lnSpc>
              <a:buNone/>
              <a:defRPr sz="1200" b="0">
                <a:solidFill>
                  <a:srgbClr val="191919"/>
                </a:solidFill>
                <a:latin typeface="AppleGothic"/>
                <a:ea typeface="AppleGothic"/>
                <a:cs typeface="AppleGothic"/>
              </a:defRPr>
            </a:pPr>
            <a:r>
              <a:rPr sz="1200" b="0">
                <a:solidFill>
                  <a:srgbClr val="191919"/>
                </a:solidFill>
                <a:latin typeface="AppleGothic"/>
                <a:ea typeface="AppleGothic"/>
                <a:cs typeface="AppleGothic"/>
              </a:rPr>
              <a:t>5. 종료(Retirement)</a:t>
            </a:r>
          </a:p>
        </p:txBody>
      </p:sp>
      <p:sp>
        <p:nvSpPr>
          <p:cNvPr id="17" name="">
            <a:extLst xmlns:a="http://schemas.openxmlformats.org/drawingml/2006/main">
              <a:ext uri="{FF2B5EF4-FFF2-40B4-BE49-F238E27FC236}">
                <a16:creationId xmlns:a16="http://schemas.microsoft.com/office/drawing/2014/main" id="{9A420E91-4D51-4983-A29C-5AE2D4429A3F}"/>
              </a:ext>
            </a:extLst>
          </p:cNvPr>
          <p:cNvSpPr>
            <a:spLocks xmlns:a="http://schemas.openxmlformats.org/drawingml/2006/main" noGrp="1"/>
          </p:cNvSpPr>
          <p:nvPr/>
        </p:nvSpPr>
        <p:spPr>
          <a:xfrm xmlns:a="http://schemas.openxmlformats.org/drawingml/2006/main" rot="0">
            <a:off x="6762750" y="2095500"/>
            <a:ext cx="4819650" cy="1181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8" name="">
            <a:extLst xmlns:a="http://schemas.openxmlformats.org/drawingml/2006/main">
              <a:ext uri="{FF2B5EF4-FFF2-40B4-BE49-F238E27FC236}">
                <a16:creationId xmlns:a16="http://schemas.microsoft.com/office/drawing/2014/main" id="{E66A60BD-81BD-4ED3-9EEE-6A741EE18BB6}"/>
              </a:ext>
            </a:extLst>
          </p:cNvPr>
          <p:cNvSpPr>
            <a:spLocks xmlns:a="http://schemas.openxmlformats.org/drawingml/2006/main" noGrp="1"/>
          </p:cNvSpPr>
          <p:nvPr/>
        </p:nvSpPr>
        <p:spPr>
          <a:xfrm xmlns:a="http://schemas.openxmlformats.org/drawingml/2006/main">
            <a:off x="6896100" y="2095500"/>
            <a:ext cx="455295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200" b="0">
                <a:solidFill>
                  <a:srgbClr val="191919"/>
                </a:solidFill>
                <a:latin typeface="AppleGothic"/>
                <a:ea typeface="AppleGothic"/>
                <a:cs typeface="AppleGothic"/>
              </a:defRPr>
            </a:pPr>
            <a:r>
              <a:rPr sz="1200" b="0">
                <a:solidFill>
                  <a:srgbClr val="191919"/>
                </a:solidFill>
                <a:latin typeface="AppleGothic"/>
                <a:ea typeface="AppleGothic"/>
                <a:cs typeface="AppleGothic"/>
              </a:rPr>
              <a:t>1. 기획·데이터</a:t>
            </a:r>
          </a:p>
          <a:p xmlns:a="http://schemas.openxmlformats.org/drawingml/2006/main">
            <a:pPr algn="l">
              <a:lnSpc>
                <a:spcPct val="115000"/>
              </a:lnSpc>
              <a:buNone/>
              <a:defRPr sz="1200" b="0">
                <a:solidFill>
                  <a:srgbClr val="191919"/>
                </a:solidFill>
                <a:latin typeface="AppleGothic"/>
                <a:ea typeface="AppleGothic"/>
                <a:cs typeface="AppleGothic"/>
              </a:defRPr>
            </a:pPr>
            <a:r>
              <a:rPr sz="1200" b="0">
                <a:solidFill>
                  <a:srgbClr val="191919"/>
                </a:solidFill>
                <a:latin typeface="AppleGothic"/>
                <a:ea typeface="AppleGothic"/>
                <a:cs typeface="AppleGothic"/>
              </a:rPr>
              <a:t>2. 프롬프트·맥락</a:t>
            </a:r>
          </a:p>
          <a:p xmlns:a="http://schemas.openxmlformats.org/drawingml/2006/main">
            <a:pPr algn="l">
              <a:lnSpc>
                <a:spcPct val="115000"/>
              </a:lnSpc>
              <a:buNone/>
              <a:defRPr sz="1200" b="0">
                <a:solidFill>
                  <a:srgbClr val="191919"/>
                </a:solidFill>
                <a:latin typeface="AppleGothic"/>
                <a:ea typeface="AppleGothic"/>
                <a:cs typeface="AppleGothic"/>
              </a:defRPr>
            </a:pPr>
            <a:r>
              <a:rPr sz="1200" b="0">
                <a:solidFill>
                  <a:srgbClr val="191919"/>
                </a:solidFill>
                <a:latin typeface="AppleGothic"/>
                <a:ea typeface="AppleGothic"/>
                <a:cs typeface="AppleGothic"/>
              </a:rPr>
              <a:t>3. 실행·배포</a:t>
            </a:r>
          </a:p>
          <a:p xmlns:a="http://schemas.openxmlformats.org/drawingml/2006/main">
            <a:pPr algn="l">
              <a:lnSpc>
                <a:spcPct val="115000"/>
              </a:lnSpc>
              <a:buNone/>
              <a:defRPr sz="1200" b="0">
                <a:solidFill>
                  <a:srgbClr val="191919"/>
                </a:solidFill>
                <a:latin typeface="AppleGothic"/>
                <a:ea typeface="AppleGothic"/>
                <a:cs typeface="AppleGothic"/>
              </a:defRPr>
            </a:pPr>
            <a:r>
              <a:rPr sz="1200" b="0">
                <a:solidFill>
                  <a:srgbClr val="191919"/>
                </a:solidFill>
                <a:latin typeface="AppleGothic"/>
                <a:ea typeface="AppleGothic"/>
                <a:cs typeface="AppleGothic"/>
              </a:rPr>
              <a:t>4. 평가·관찰</a:t>
            </a:r>
          </a:p>
          <a:p xmlns:a="http://schemas.openxmlformats.org/drawingml/2006/main">
            <a:pPr algn="l">
              <a:lnSpc>
                <a:spcPct val="115000"/>
              </a:lnSpc>
              <a:buNone/>
              <a:defRPr sz="1200" b="0">
                <a:solidFill>
                  <a:srgbClr val="191919"/>
                </a:solidFill>
                <a:latin typeface="AppleGothic"/>
                <a:ea typeface="AppleGothic"/>
                <a:cs typeface="AppleGothic"/>
              </a:defRPr>
            </a:pPr>
            <a:r>
              <a:rPr sz="1200" b="0">
                <a:solidFill>
                  <a:srgbClr val="191919"/>
                </a:solidFill>
                <a:latin typeface="AppleGothic"/>
                <a:ea typeface="AppleGothic"/>
                <a:cs typeface="AppleGothic"/>
              </a:rPr>
              <a:t>5. 개선·버전</a:t>
            </a:r>
          </a:p>
        </p:txBody>
      </p:sp>
      <p:sp>
        <p:nvSpPr>
          <p:cNvPr id="19" name="">
            <a:extLst xmlns:a="http://schemas.openxmlformats.org/drawingml/2006/main">
              <a:ext uri="{FF2B5EF4-FFF2-40B4-BE49-F238E27FC236}">
                <a16:creationId xmlns:a16="http://schemas.microsoft.com/office/drawing/2014/main" id="{3FC67CCC-81B4-4165-B2EC-59C2CA8129FA}"/>
              </a:ext>
            </a:extLst>
          </p:cNvPr>
          <p:cNvSpPr>
            <a:spLocks xmlns:a="http://schemas.openxmlformats.org/drawingml/2006/main" noGrp="1"/>
          </p:cNvSpPr>
          <p:nvPr/>
        </p:nvSpPr>
        <p:spPr>
          <a:xfrm xmlns:a="http://schemas.openxmlformats.org/drawingml/2006/main" rot="0">
            <a:off x="609600" y="3276600"/>
            <a:ext cx="1809750" cy="1181100"/>
          </a:xfrm>
          <a:prstGeom xmlns:a="http://schemas.openxmlformats.org/drawingml/2006/main" prst="rect">
            <a:avLst/>
          </a:prstGeom>
          <a:solidFill xmlns:a="http://schemas.openxmlformats.org/drawingml/2006/main">
            <a:srgbClr val="F7F8FA"/>
          </a:solidFill>
          <a:ln xmlns:a="http://schemas.openxmlformats.org/drawingml/2006/main" w="9525">
            <a:solidFill>
              <a:srgbClr val="D0D5DD"/>
            </a:solidFill>
            <a:prstDash val="solid"/>
          </a:ln>
        </p:spPr>
      </p:sp>
      <p:sp>
        <p:nvSpPr>
          <p:cNvPr id="20" name="">
            <a:extLst xmlns:a="http://schemas.openxmlformats.org/drawingml/2006/main">
              <a:ext uri="{FF2B5EF4-FFF2-40B4-BE49-F238E27FC236}">
                <a16:creationId xmlns:a16="http://schemas.microsoft.com/office/drawing/2014/main" id="{717F04C2-26F4-4557-8F37-F53FE69753A0}"/>
              </a:ext>
            </a:extLst>
          </p:cNvPr>
          <p:cNvSpPr>
            <a:spLocks xmlns:a="http://schemas.openxmlformats.org/drawingml/2006/main" noGrp="1"/>
          </p:cNvSpPr>
          <p:nvPr/>
        </p:nvSpPr>
        <p:spPr>
          <a:xfrm xmlns:a="http://schemas.openxmlformats.org/drawingml/2006/main">
            <a:off x="742950" y="3276600"/>
            <a:ext cx="154305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200" b="1">
                <a:solidFill>
                  <a:srgbClr val="191919"/>
                </a:solidFill>
                <a:latin typeface="AppleGothic"/>
                <a:ea typeface="AppleGothic"/>
                <a:cs typeface="AppleGothic"/>
              </a:defRPr>
            </a:pPr>
            <a:r>
              <a:rPr sz="1200" b="1">
                <a:solidFill>
                  <a:srgbClr val="191919"/>
                </a:solidFill>
                <a:latin typeface="AppleGothic"/>
                <a:ea typeface="AppleGothic"/>
                <a:cs typeface="AppleGothic"/>
              </a:rPr>
              <a:t>관리 단위</a:t>
            </a:r>
          </a:p>
        </p:txBody>
      </p:sp>
      <p:sp>
        <p:nvSpPr>
          <p:cNvPr id="21" name="">
            <a:extLst xmlns:a="http://schemas.openxmlformats.org/drawingml/2006/main">
              <a:ext uri="{FF2B5EF4-FFF2-40B4-BE49-F238E27FC236}">
                <a16:creationId xmlns:a16="http://schemas.microsoft.com/office/drawing/2014/main" id="{D7872095-02C1-439D-B362-B341D9AC9576}"/>
              </a:ext>
            </a:extLst>
          </p:cNvPr>
          <p:cNvSpPr>
            <a:spLocks xmlns:a="http://schemas.openxmlformats.org/drawingml/2006/main" noGrp="1"/>
          </p:cNvSpPr>
          <p:nvPr/>
        </p:nvSpPr>
        <p:spPr>
          <a:xfrm xmlns:a="http://schemas.openxmlformats.org/drawingml/2006/main" rot="0">
            <a:off x="2419350" y="3276600"/>
            <a:ext cx="4343400" cy="1181100"/>
          </a:xfrm>
          <a:prstGeom xmlns:a="http://schemas.openxmlformats.org/drawingml/2006/main" prst="rect">
            <a:avLst/>
          </a:prstGeom>
          <a:solidFill xmlns:a="http://schemas.openxmlformats.org/drawingml/2006/main">
            <a:srgbClr val="F7F8FA"/>
          </a:solidFill>
          <a:ln xmlns:a="http://schemas.openxmlformats.org/drawingml/2006/main" w="9525">
            <a:solidFill>
              <a:srgbClr val="D0D5DD"/>
            </a:solidFill>
            <a:prstDash val="solid"/>
          </a:ln>
        </p:spPr>
      </p:sp>
      <p:sp>
        <p:nvSpPr>
          <p:cNvPr id="22" name="">
            <a:extLst xmlns:a="http://schemas.openxmlformats.org/drawingml/2006/main">
              <a:ext uri="{FF2B5EF4-FFF2-40B4-BE49-F238E27FC236}">
                <a16:creationId xmlns:a16="http://schemas.microsoft.com/office/drawing/2014/main" id="{03851835-DD2E-4061-90D5-2E5380327D1A}"/>
              </a:ext>
            </a:extLst>
          </p:cNvPr>
          <p:cNvSpPr>
            <a:spLocks xmlns:a="http://schemas.openxmlformats.org/drawingml/2006/main" noGrp="1"/>
          </p:cNvSpPr>
          <p:nvPr/>
        </p:nvSpPr>
        <p:spPr>
          <a:xfrm xmlns:a="http://schemas.openxmlformats.org/drawingml/2006/main">
            <a:off x="2552700" y="3276600"/>
            <a:ext cx="40767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200" b="0">
                <a:solidFill>
                  <a:srgbClr val="191919"/>
                </a:solidFill>
                <a:latin typeface="AppleGothic"/>
                <a:ea typeface="AppleGothic"/>
                <a:cs typeface="AppleGothic"/>
              </a:defRPr>
            </a:pPr>
            <a:r>
              <a:rPr sz="1200" b="0">
                <a:solidFill>
                  <a:srgbClr val="191919"/>
                </a:solidFill>
                <a:latin typeface="AppleGothic"/>
                <a:ea typeface="AppleGothic"/>
                <a:cs typeface="AppleGothic"/>
              </a:rPr>
              <a:t>모델 또는 전체 인공지능 시스템</a:t>
            </a:r>
          </a:p>
          <a:p xmlns:a="http://schemas.openxmlformats.org/drawingml/2006/main">
            <a:pPr algn="l">
              <a:lnSpc>
                <a:spcPct val="115000"/>
              </a:lnSpc>
              <a:buNone/>
              <a:defRPr sz="1200" b="0">
                <a:solidFill>
                  <a:srgbClr val="191919"/>
                </a:solidFill>
                <a:latin typeface="AppleGothic"/>
                <a:ea typeface="AppleGothic"/>
                <a:cs typeface="AppleGothic"/>
              </a:defRPr>
            </a:pPr>
            <a:r>
              <a:rPr sz="1200" b="0">
                <a:solidFill>
                  <a:srgbClr val="191919"/>
                </a:solidFill>
                <a:latin typeface="AppleGothic"/>
                <a:ea typeface="AppleGothic"/>
                <a:cs typeface="AppleGothic"/>
              </a:rPr>
              <a:t>생성부터 유지·종료까지의 상태</a:t>
            </a:r>
          </a:p>
        </p:txBody>
      </p:sp>
      <p:sp>
        <p:nvSpPr>
          <p:cNvPr id="23" name="">
            <a:extLst xmlns:a="http://schemas.openxmlformats.org/drawingml/2006/main">
              <a:ext uri="{FF2B5EF4-FFF2-40B4-BE49-F238E27FC236}">
                <a16:creationId xmlns:a16="http://schemas.microsoft.com/office/drawing/2014/main" id="{175766D5-317D-4174-BEE4-FA27EC685B92}"/>
              </a:ext>
            </a:extLst>
          </p:cNvPr>
          <p:cNvSpPr>
            <a:spLocks xmlns:a="http://schemas.openxmlformats.org/drawingml/2006/main" noGrp="1"/>
          </p:cNvSpPr>
          <p:nvPr/>
        </p:nvSpPr>
        <p:spPr>
          <a:xfrm xmlns:a="http://schemas.openxmlformats.org/drawingml/2006/main" rot="0">
            <a:off x="6762750" y="3276600"/>
            <a:ext cx="4819650" cy="1181100"/>
          </a:xfrm>
          <a:prstGeom xmlns:a="http://schemas.openxmlformats.org/drawingml/2006/main" prst="rect">
            <a:avLst/>
          </a:prstGeom>
          <a:solidFill xmlns:a="http://schemas.openxmlformats.org/drawingml/2006/main">
            <a:srgbClr val="F7F8FA"/>
          </a:solidFill>
          <a:ln xmlns:a="http://schemas.openxmlformats.org/drawingml/2006/main" w="9525">
            <a:solidFill>
              <a:srgbClr val="D0D5DD"/>
            </a:solidFill>
            <a:prstDash val="solid"/>
          </a:ln>
        </p:spPr>
      </p:sp>
      <p:sp>
        <p:nvSpPr>
          <p:cNvPr id="24" name="">
            <a:extLst xmlns:a="http://schemas.openxmlformats.org/drawingml/2006/main">
              <a:ext uri="{FF2B5EF4-FFF2-40B4-BE49-F238E27FC236}">
                <a16:creationId xmlns:a16="http://schemas.microsoft.com/office/drawing/2014/main" id="{37294460-2508-4F63-92B6-62F50B6CE2A1}"/>
              </a:ext>
            </a:extLst>
          </p:cNvPr>
          <p:cNvSpPr>
            <a:spLocks xmlns:a="http://schemas.openxmlformats.org/drawingml/2006/main" noGrp="1"/>
          </p:cNvSpPr>
          <p:nvPr/>
        </p:nvSpPr>
        <p:spPr>
          <a:xfrm xmlns:a="http://schemas.openxmlformats.org/drawingml/2006/main">
            <a:off x="6896100" y="3276600"/>
            <a:ext cx="455295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200" b="0">
                <a:solidFill>
                  <a:srgbClr val="191919"/>
                </a:solidFill>
                <a:latin typeface="AppleGothic"/>
                <a:ea typeface="AppleGothic"/>
                <a:cs typeface="AppleGothic"/>
              </a:defRPr>
            </a:pPr>
            <a:r>
              <a:rPr sz="1200" b="0">
                <a:solidFill>
                  <a:srgbClr val="191919"/>
                </a:solidFill>
                <a:latin typeface="AppleGothic"/>
                <a:ea typeface="AppleGothic"/>
                <a:cs typeface="AppleGothic"/>
              </a:rPr>
              <a:t>프롬프트·맥락·코드·설정·정책</a:t>
            </a:r>
          </a:p>
          <a:p xmlns:a="http://schemas.openxmlformats.org/drawingml/2006/main">
            <a:pPr algn="l">
              <a:lnSpc>
                <a:spcPct val="115000"/>
              </a:lnSpc>
              <a:buNone/>
              <a:defRPr sz="1200" b="0">
                <a:solidFill>
                  <a:srgbClr val="191919"/>
                </a:solidFill>
                <a:latin typeface="AppleGothic"/>
                <a:ea typeface="AppleGothic"/>
                <a:cs typeface="AppleGothic"/>
              </a:defRPr>
            </a:pPr>
            <a:r>
              <a:rPr sz="1200" b="0">
                <a:solidFill>
                  <a:srgbClr val="191919"/>
                </a:solidFill>
                <a:latin typeface="AppleGothic"/>
                <a:ea typeface="AppleGothic"/>
                <a:cs typeface="AppleGothic"/>
              </a:rPr>
              <a:t>서비스 행동과 실행 증거</a:t>
            </a:r>
          </a:p>
        </p:txBody>
      </p:sp>
      <p:sp>
        <p:nvSpPr>
          <p:cNvPr id="25" name="">
            <a:extLst xmlns:a="http://schemas.openxmlformats.org/drawingml/2006/main">
              <a:ext uri="{FF2B5EF4-FFF2-40B4-BE49-F238E27FC236}">
                <a16:creationId xmlns:a16="http://schemas.microsoft.com/office/drawing/2014/main" id="{A6B3F303-CA14-42C2-A163-7935222E19E7}"/>
              </a:ext>
            </a:extLst>
          </p:cNvPr>
          <p:cNvSpPr>
            <a:spLocks xmlns:a="http://schemas.openxmlformats.org/drawingml/2006/main" noGrp="1"/>
          </p:cNvSpPr>
          <p:nvPr/>
        </p:nvSpPr>
        <p:spPr>
          <a:xfrm xmlns:a="http://schemas.openxmlformats.org/drawingml/2006/main" rot="0">
            <a:off x="609600" y="4457700"/>
            <a:ext cx="1809750" cy="1181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26" name="">
            <a:extLst xmlns:a="http://schemas.openxmlformats.org/drawingml/2006/main">
              <a:ext uri="{FF2B5EF4-FFF2-40B4-BE49-F238E27FC236}">
                <a16:creationId xmlns:a16="http://schemas.microsoft.com/office/drawing/2014/main" id="{3BFF05FC-4646-4FA3-9B8D-133107B6DD10}"/>
              </a:ext>
            </a:extLst>
          </p:cNvPr>
          <p:cNvSpPr>
            <a:spLocks xmlns:a="http://schemas.openxmlformats.org/drawingml/2006/main" noGrp="1"/>
          </p:cNvSpPr>
          <p:nvPr/>
        </p:nvSpPr>
        <p:spPr>
          <a:xfrm xmlns:a="http://schemas.openxmlformats.org/drawingml/2006/main">
            <a:off x="742950" y="4457700"/>
            <a:ext cx="154305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200" b="1">
                <a:solidFill>
                  <a:srgbClr val="191919"/>
                </a:solidFill>
                <a:latin typeface="AppleGothic"/>
                <a:ea typeface="AppleGothic"/>
                <a:cs typeface="AppleGothic"/>
              </a:defRPr>
            </a:pPr>
            <a:r>
              <a:rPr sz="1200" b="1">
                <a:solidFill>
                  <a:srgbClr val="191919"/>
                </a:solidFill>
                <a:latin typeface="AppleGothic"/>
                <a:ea typeface="AppleGothic"/>
                <a:cs typeface="AppleGothic"/>
              </a:rPr>
              <a:t>수업의 사용</a:t>
            </a:r>
          </a:p>
        </p:txBody>
      </p:sp>
      <p:sp>
        <p:nvSpPr>
          <p:cNvPr id="27" name="">
            <a:extLst xmlns:a="http://schemas.openxmlformats.org/drawingml/2006/main">
              <a:ext uri="{FF2B5EF4-FFF2-40B4-BE49-F238E27FC236}">
                <a16:creationId xmlns:a16="http://schemas.microsoft.com/office/drawing/2014/main" id="{DA0D77A1-A856-4D29-97BE-D1C575C22A8C}"/>
              </a:ext>
            </a:extLst>
          </p:cNvPr>
          <p:cNvSpPr>
            <a:spLocks xmlns:a="http://schemas.openxmlformats.org/drawingml/2006/main" noGrp="1"/>
          </p:cNvSpPr>
          <p:nvPr/>
        </p:nvSpPr>
        <p:spPr>
          <a:xfrm xmlns:a="http://schemas.openxmlformats.org/drawingml/2006/main" rot="0">
            <a:off x="2419350" y="4457700"/>
            <a:ext cx="4343400" cy="1181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28" name="">
            <a:extLst xmlns:a="http://schemas.openxmlformats.org/drawingml/2006/main">
              <a:ext uri="{FF2B5EF4-FFF2-40B4-BE49-F238E27FC236}">
                <a16:creationId xmlns:a16="http://schemas.microsoft.com/office/drawing/2014/main" id="{F85B64B0-1A68-4DD0-B362-B6743DE48295}"/>
              </a:ext>
            </a:extLst>
          </p:cNvPr>
          <p:cNvSpPr>
            <a:spLocks xmlns:a="http://schemas.openxmlformats.org/drawingml/2006/main" noGrp="1"/>
          </p:cNvSpPr>
          <p:nvPr/>
        </p:nvSpPr>
        <p:spPr>
          <a:xfrm xmlns:a="http://schemas.openxmlformats.org/drawingml/2006/main">
            <a:off x="2552700" y="4457700"/>
            <a:ext cx="40767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200" b="0">
                <a:solidFill>
                  <a:srgbClr val="191919"/>
                </a:solidFill>
                <a:latin typeface="AppleGothic"/>
                <a:ea typeface="AppleGothic"/>
                <a:cs typeface="AppleGothic"/>
              </a:defRPr>
            </a:pPr>
            <a:r>
              <a:rPr sz="1200" b="0">
                <a:solidFill>
                  <a:srgbClr val="191919"/>
                </a:solidFill>
                <a:latin typeface="AppleGothic"/>
                <a:ea typeface="AppleGothic"/>
                <a:cs typeface="AppleGothic"/>
              </a:rPr>
              <a:t>모델과 시스템의 전체 생애를</a:t>
            </a:r>
          </a:p>
          <a:p xmlns:a="http://schemas.openxmlformats.org/drawingml/2006/main">
            <a:pPr algn="l">
              <a:lnSpc>
                <a:spcPct val="115000"/>
              </a:lnSpc>
              <a:buNone/>
              <a:defRPr sz="1200" b="0">
                <a:solidFill>
                  <a:srgbClr val="191919"/>
                </a:solidFill>
                <a:latin typeface="AppleGothic"/>
                <a:ea typeface="AppleGothic"/>
                <a:cs typeface="AppleGothic"/>
              </a:defRPr>
            </a:pPr>
            <a:r>
              <a:rPr sz="1200" b="0">
                <a:solidFill>
                  <a:srgbClr val="191919"/>
                </a:solidFill>
                <a:latin typeface="AppleGothic"/>
                <a:ea typeface="AppleGothic"/>
                <a:cs typeface="AppleGothic"/>
              </a:rPr>
              <a:t>설명할 때 활용 가능한 분류</a:t>
            </a:r>
          </a:p>
        </p:txBody>
      </p:sp>
      <p:sp>
        <p:nvSpPr>
          <p:cNvPr id="29" name="">
            <a:extLst xmlns:a="http://schemas.openxmlformats.org/drawingml/2006/main">
              <a:ext uri="{FF2B5EF4-FFF2-40B4-BE49-F238E27FC236}">
                <a16:creationId xmlns:a16="http://schemas.microsoft.com/office/drawing/2014/main" id="{E8FBF230-72C1-47AD-A878-A661BE12F84A}"/>
              </a:ext>
            </a:extLst>
          </p:cNvPr>
          <p:cNvSpPr>
            <a:spLocks xmlns:a="http://schemas.openxmlformats.org/drawingml/2006/main" noGrp="1"/>
          </p:cNvSpPr>
          <p:nvPr/>
        </p:nvSpPr>
        <p:spPr>
          <a:xfrm xmlns:a="http://schemas.openxmlformats.org/drawingml/2006/main" rot="0">
            <a:off x="6762750" y="4457700"/>
            <a:ext cx="4819650" cy="1181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30" name="">
            <a:extLst xmlns:a="http://schemas.openxmlformats.org/drawingml/2006/main">
              <a:ext uri="{FF2B5EF4-FFF2-40B4-BE49-F238E27FC236}">
                <a16:creationId xmlns:a16="http://schemas.microsoft.com/office/drawing/2014/main" id="{F6395468-17D0-4674-9CB0-5204B4880D5C}"/>
              </a:ext>
            </a:extLst>
          </p:cNvPr>
          <p:cNvSpPr>
            <a:spLocks xmlns:a="http://schemas.openxmlformats.org/drawingml/2006/main" noGrp="1"/>
          </p:cNvSpPr>
          <p:nvPr/>
        </p:nvSpPr>
        <p:spPr>
          <a:xfrm xmlns:a="http://schemas.openxmlformats.org/drawingml/2006/main">
            <a:off x="6896100" y="4457700"/>
            <a:ext cx="455295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200" b="0">
                <a:solidFill>
                  <a:srgbClr val="191919"/>
                </a:solidFill>
                <a:latin typeface="AppleGothic"/>
                <a:ea typeface="AppleGothic"/>
                <a:cs typeface="AppleGothic"/>
              </a:defRPr>
            </a:pPr>
            <a:r>
              <a:rPr sz="1200" b="0">
                <a:solidFill>
                  <a:srgbClr val="191919"/>
                </a:solidFill>
                <a:latin typeface="AppleGothic"/>
                <a:ea typeface="AppleGothic"/>
                <a:cs typeface="AppleGothic"/>
              </a:rPr>
              <a:t>매주 실행을 재현·비교·판정하고</a:t>
            </a:r>
          </a:p>
          <a:p xmlns:a="http://schemas.openxmlformats.org/drawingml/2006/main">
            <a:pPr algn="l">
              <a:lnSpc>
                <a:spcPct val="115000"/>
              </a:lnSpc>
              <a:buNone/>
              <a:defRPr sz="1200" b="0">
                <a:solidFill>
                  <a:srgbClr val="191919"/>
                </a:solidFill>
                <a:latin typeface="AppleGothic"/>
                <a:ea typeface="AppleGothic"/>
                <a:cs typeface="AppleGothic"/>
              </a:defRPr>
            </a:pPr>
            <a:r>
              <a:rPr sz="1200" b="0">
                <a:solidFill>
                  <a:srgbClr val="191919"/>
                </a:solidFill>
                <a:latin typeface="AppleGothic"/>
                <a:ea typeface="AppleGothic"/>
                <a:cs typeface="AppleGothic"/>
              </a:rPr>
              <a:t>다음 버전을 설계하는 공통 좌표</a:t>
            </a:r>
          </a:p>
        </p:txBody>
      </p:sp>
    </p:spTree>
    <p:extLst>
      <p:ext uri="{BB962C8B-B14F-4D97-AF65-F5344CB8AC3E}">
        <p14:creationId xmlns:p14="http://schemas.microsoft.com/office/powerpoint/2010/main" val="274178700"/>
      </p:ext>
    </p:extLst>
  </p:cSld>
</p:sld>
</file>

<file path=ppt/slides/slide12.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D0B6ADED-DDF2-45CE-8162-39F33513F381}"/>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STANDARD</a:t>
            </a:r>
          </a:p>
        </p:txBody>
      </p:sp>
      <p:sp>
        <p:nvSpPr>
          <p:cNvPr id="2" name="">
            <a:extLst xmlns:a="http://schemas.openxmlformats.org/drawingml/2006/main">
              <a:ext uri="{FF2B5EF4-FFF2-40B4-BE49-F238E27FC236}">
                <a16:creationId xmlns:a16="http://schemas.microsoft.com/office/drawing/2014/main" id="{27DB0959-7B9F-497D-9A42-1DB338C13007}"/>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12</a:t>
            </a:r>
          </a:p>
        </p:txBody>
      </p:sp>
      <p:sp>
        <p:nvSpPr>
          <p:cNvPr id="3" name="">
            <a:extLst xmlns:a="http://schemas.openxmlformats.org/drawingml/2006/main">
              <a:ext uri="{FF2B5EF4-FFF2-40B4-BE49-F238E27FC236}">
                <a16:creationId xmlns:a16="http://schemas.microsoft.com/office/drawing/2014/main" id="{680EEC1C-575B-430E-BF3B-552E594A2700}"/>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18DA6CB9-4A27-4129-A7DF-F005EF651209}"/>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532D52C4-F5BD-49D5-BEC9-15FBAD11DA52}"/>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9D4B6992-3A67-48C6-8FA7-4364E8DDC98E}"/>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수업 운영 프레임: 서비스 개선 폐루프</a:t>
            </a:r>
          </a:p>
        </p:txBody>
      </p:sp>
      <p:sp>
        <p:nvSpPr>
          <p:cNvPr id="7" name="">
            <a:extLst xmlns:a="http://schemas.openxmlformats.org/drawingml/2006/main">
              <a:ext uri="{FF2B5EF4-FFF2-40B4-BE49-F238E27FC236}">
                <a16:creationId xmlns:a16="http://schemas.microsoft.com/office/drawing/2014/main" id="{960C78D7-3472-4DD9-9761-1B3B8B2D5AEC}"/>
              </a:ext>
            </a:extLst>
          </p:cNvPr>
          <p:cNvSpPr>
            <a:spLocks xmlns:a="http://schemas.openxmlformats.org/drawingml/2006/main" noGrp="1"/>
          </p:cNvSpPr>
          <p:nvPr/>
        </p:nvSpPr>
        <p:spPr>
          <a:xfrm xmlns:a="http://schemas.openxmlformats.org/drawingml/2006/main" flipH="0" flipV="0">
            <a:off x="4283884" y="2093475"/>
            <a:ext cx="833353" cy="605466"/>
          </a:xfrm>
          <a:prstGeom xmlns:a="http://schemas.openxmlformats.org/drawingml/2006/main" prst="line">
            <a:avLst/>
          </a:prstGeom>
          <a:noFill xmlns:a="http://schemas.openxmlformats.org/drawingml/2006/main"/>
          <a:ln xmlns:a="http://schemas.openxmlformats.org/drawingml/2006/main" w="28575">
            <a:solidFill>
              <a:srgbClr val="2563EB"/>
            </a:solidFill>
            <a:prstDash val="solid"/>
          </a:ln>
        </p:spPr>
      </p:sp>
      <p:sp>
        <p:nvSpPr>
          <p:cNvPr id="8" name="">
            <a:extLst xmlns:a="http://schemas.openxmlformats.org/drawingml/2006/main">
              <a:ext uri="{FF2B5EF4-FFF2-40B4-BE49-F238E27FC236}">
                <a16:creationId xmlns:a16="http://schemas.microsoft.com/office/drawing/2014/main" id="{4160BFD5-0584-43ED-A357-F8B5BA1CEAFB}"/>
              </a:ext>
            </a:extLst>
          </p:cNvPr>
          <p:cNvSpPr>
            <a:spLocks xmlns:a="http://schemas.openxmlformats.org/drawingml/2006/main" noGrp="1"/>
          </p:cNvSpPr>
          <p:nvPr/>
        </p:nvSpPr>
        <p:spPr>
          <a:xfrm xmlns:a="http://schemas.openxmlformats.org/drawingml/2006/main" flipH="1" flipV="0">
            <a:off x="5056481" y="3491617"/>
            <a:ext cx="318312" cy="979665"/>
          </a:xfrm>
          <a:prstGeom xmlns:a="http://schemas.openxmlformats.org/drawingml/2006/main" prst="line">
            <a:avLst/>
          </a:prstGeom>
          <a:noFill xmlns:a="http://schemas.openxmlformats.org/drawingml/2006/main"/>
          <a:ln xmlns:a="http://schemas.openxmlformats.org/drawingml/2006/main" w="28575">
            <a:solidFill>
              <a:srgbClr val="2563EB"/>
            </a:solidFill>
            <a:prstDash val="solid"/>
          </a:ln>
        </p:spPr>
      </p:sp>
      <p:sp>
        <p:nvSpPr>
          <p:cNvPr id="9" name="">
            <a:extLst xmlns:a="http://schemas.openxmlformats.org/drawingml/2006/main">
              <a:ext uri="{FF2B5EF4-FFF2-40B4-BE49-F238E27FC236}">
                <a16:creationId xmlns:a16="http://schemas.microsoft.com/office/drawing/2014/main" id="{E627D1E5-0F17-41E4-900C-B4465F3F3E01}"/>
              </a:ext>
            </a:extLst>
          </p:cNvPr>
          <p:cNvSpPr>
            <a:spLocks xmlns:a="http://schemas.openxmlformats.org/drawingml/2006/main" noGrp="1"/>
          </p:cNvSpPr>
          <p:nvPr/>
        </p:nvSpPr>
        <p:spPr>
          <a:xfrm xmlns:a="http://schemas.openxmlformats.org/drawingml/2006/main" flipH="1" flipV="0">
            <a:off x="3352110" y="4961183"/>
            <a:ext cx="1030081" cy="0"/>
          </a:xfrm>
          <a:prstGeom xmlns:a="http://schemas.openxmlformats.org/drawingml/2006/main" prst="line">
            <a:avLst/>
          </a:prstGeom>
          <a:noFill xmlns:a="http://schemas.openxmlformats.org/drawingml/2006/main"/>
          <a:ln xmlns:a="http://schemas.openxmlformats.org/drawingml/2006/main" w="28575">
            <a:solidFill>
              <a:srgbClr val="2563EB"/>
            </a:solidFill>
            <a:prstDash val="solid"/>
          </a:ln>
        </p:spPr>
      </p:sp>
      <p:sp>
        <p:nvSpPr>
          <p:cNvPr id="10" name="">
            <a:extLst xmlns:a="http://schemas.openxmlformats.org/drawingml/2006/main">
              <a:ext uri="{FF2B5EF4-FFF2-40B4-BE49-F238E27FC236}">
                <a16:creationId xmlns:a16="http://schemas.microsoft.com/office/drawing/2014/main" id="{E10FFA59-483A-44B4-902B-2131FFAAF009}"/>
              </a:ext>
            </a:extLst>
          </p:cNvPr>
          <p:cNvSpPr>
            <a:spLocks xmlns:a="http://schemas.openxmlformats.org/drawingml/2006/main" noGrp="1"/>
          </p:cNvSpPr>
          <p:nvPr/>
        </p:nvSpPr>
        <p:spPr>
          <a:xfrm xmlns:a="http://schemas.openxmlformats.org/drawingml/2006/main" flipH="1" flipV="1">
            <a:off x="2359507" y="3491617"/>
            <a:ext cx="318312" cy="979665"/>
          </a:xfrm>
          <a:prstGeom xmlns:a="http://schemas.openxmlformats.org/drawingml/2006/main" prst="line">
            <a:avLst/>
          </a:prstGeom>
          <a:noFill xmlns:a="http://schemas.openxmlformats.org/drawingml/2006/main"/>
          <a:ln xmlns:a="http://schemas.openxmlformats.org/drawingml/2006/main" w="28575">
            <a:solidFill>
              <a:srgbClr val="2563EB"/>
            </a:solidFill>
            <a:prstDash val="solid"/>
          </a:ln>
        </p:spPr>
      </p:sp>
      <p:sp>
        <p:nvSpPr>
          <p:cNvPr id="11" name="">
            <a:extLst xmlns:a="http://schemas.openxmlformats.org/drawingml/2006/main">
              <a:ext uri="{FF2B5EF4-FFF2-40B4-BE49-F238E27FC236}">
                <a16:creationId xmlns:a16="http://schemas.microsoft.com/office/drawing/2014/main" id="{46A1287A-9C23-4DB6-B8FA-6AE122949AD7}"/>
              </a:ext>
            </a:extLst>
          </p:cNvPr>
          <p:cNvSpPr>
            <a:spLocks xmlns:a="http://schemas.openxmlformats.org/drawingml/2006/main" noGrp="1"/>
          </p:cNvSpPr>
          <p:nvPr/>
        </p:nvSpPr>
        <p:spPr>
          <a:xfrm xmlns:a="http://schemas.openxmlformats.org/drawingml/2006/main" flipH="0" flipV="1">
            <a:off x="2617063" y="2093475"/>
            <a:ext cx="833353" cy="605466"/>
          </a:xfrm>
          <a:prstGeom xmlns:a="http://schemas.openxmlformats.org/drawingml/2006/main" prst="line">
            <a:avLst/>
          </a:prstGeom>
          <a:noFill xmlns:a="http://schemas.openxmlformats.org/drawingml/2006/main"/>
          <a:ln xmlns:a="http://schemas.openxmlformats.org/drawingml/2006/main" w="28575">
            <a:solidFill>
              <a:srgbClr val="2563EB"/>
            </a:solidFill>
            <a:prstDash val="solid"/>
          </a:ln>
        </p:spPr>
      </p:sp>
      <p:sp>
        <p:nvSpPr>
          <p:cNvPr id="12" name="">
            <a:extLst xmlns:a="http://schemas.openxmlformats.org/drawingml/2006/main">
              <a:ext uri="{FF2B5EF4-FFF2-40B4-BE49-F238E27FC236}">
                <a16:creationId xmlns:a16="http://schemas.microsoft.com/office/drawing/2014/main" id="{D6E641A0-D2C5-4EBE-87DE-874C8B0070DC}"/>
              </a:ext>
            </a:extLst>
          </p:cNvPr>
          <p:cNvSpPr>
            <a:spLocks xmlns:a="http://schemas.openxmlformats.org/drawingml/2006/main" noGrp="1"/>
          </p:cNvSpPr>
          <p:nvPr/>
        </p:nvSpPr>
        <p:spPr>
          <a:xfrm xmlns:a="http://schemas.openxmlformats.org/drawingml/2006/main" rot="0">
            <a:off x="3371850" y="1295400"/>
            <a:ext cx="990600" cy="990600"/>
          </a:xfrm>
          <a:prstGeom xmlns:a="http://schemas.openxmlformats.org/drawingml/2006/main" prst="ellipse">
            <a:avLst/>
          </a:prstGeom>
          <a:solidFill xmlns:a="http://schemas.openxmlformats.org/drawingml/2006/main">
            <a:srgbClr val="FFFFFF"/>
          </a:solidFill>
          <a:ln xmlns:a="http://schemas.openxmlformats.org/drawingml/2006/main" w="9525">
            <a:solidFill>
              <a:srgbClr val="FFFFFF"/>
            </a:solidFill>
            <a:prstDash val="solid"/>
          </a:ln>
        </p:spPr>
        <p:txBody>
          <a:bodyPr xmlns:a="http://schemas.openxmlformats.org/drawingml/2006/main" lIns="19050" tIns="57150" rIns="19050" bIns="57150" anchor="ctr">
            <a:noAutofit/>
          </a:bodyPr>
          <a:lstStyle xmlns:a="http://schemas.openxmlformats.org/drawingml/2006/main"/>
          <a:p xmlns:a="http://schemas.openxmlformats.org/drawingml/2006/main">
            <a:pPr algn="ctr">
              <a:defRPr sz="1050" b="1">
                <a:solidFill>
                  <a:srgbClr val="191919"/>
                </a:solidFill>
                <a:latin typeface="AppleGothic"/>
                <a:ea typeface="AppleGothic"/>
                <a:cs typeface="AppleGothic"/>
              </a:defRPr>
            </a:pPr>
            <a:r>
              <a:rPr sz="1050" b="1">
                <a:solidFill>
                  <a:srgbClr val="191919"/>
                </a:solidFill>
                <a:latin typeface="AppleGothic"/>
                <a:ea typeface="AppleGothic"/>
                <a:cs typeface="AppleGothic"/>
              </a:rPr>
              <a:t>1</a:t>
            </a:r>
          </a:p>
          <a:p xmlns:a="http://schemas.openxmlformats.org/drawingml/2006/main">
            <a:pPr algn="ctr">
              <a:defRPr sz="1050" b="1">
                <a:solidFill>
                  <a:srgbClr val="191919"/>
                </a:solidFill>
                <a:latin typeface="AppleGothic"/>
                <a:ea typeface="AppleGothic"/>
                <a:cs typeface="AppleGothic"/>
              </a:defRPr>
            </a:pPr>
            <a:r>
              <a:rPr sz="1050" b="1">
                <a:solidFill>
                  <a:srgbClr val="191919"/>
                </a:solidFill>
                <a:latin typeface="AppleGothic"/>
                <a:ea typeface="AppleGothic"/>
                <a:cs typeface="AppleGothic"/>
              </a:rPr>
              <a:t>기획</a:t>
            </a:r>
          </a:p>
          <a:p xmlns:a="http://schemas.openxmlformats.org/drawingml/2006/main">
            <a:pPr algn="ctr">
              <a:defRPr sz="1050" b="1">
                <a:solidFill>
                  <a:srgbClr val="191919"/>
                </a:solidFill>
                <a:latin typeface="AppleGothic"/>
                <a:ea typeface="AppleGothic"/>
                <a:cs typeface="AppleGothic"/>
              </a:defRPr>
            </a:pPr>
            <a:r>
              <a:rPr sz="1050" b="1">
                <a:solidFill>
                  <a:srgbClr val="191919"/>
                </a:solidFill>
                <a:latin typeface="AppleGothic"/>
                <a:ea typeface="AppleGothic"/>
                <a:cs typeface="AppleGothic"/>
              </a:rPr>
              <a:t>데이터</a:t>
            </a:r>
          </a:p>
        </p:txBody>
      </p:sp>
      <p:sp>
        <p:nvSpPr>
          <p:cNvPr id="13" name="">
            <a:extLst xmlns:a="http://schemas.openxmlformats.org/drawingml/2006/main">
              <a:ext uri="{FF2B5EF4-FFF2-40B4-BE49-F238E27FC236}">
                <a16:creationId xmlns:a16="http://schemas.microsoft.com/office/drawing/2014/main" id="{E6870F3A-A8A2-4BAD-A509-2EE49643FB4F}"/>
              </a:ext>
            </a:extLst>
          </p:cNvPr>
          <p:cNvSpPr>
            <a:spLocks xmlns:a="http://schemas.openxmlformats.org/drawingml/2006/main" noGrp="1"/>
          </p:cNvSpPr>
          <p:nvPr/>
        </p:nvSpPr>
        <p:spPr>
          <a:xfrm xmlns:a="http://schemas.openxmlformats.org/drawingml/2006/main" rot="0">
            <a:off x="5038672" y="2506417"/>
            <a:ext cx="990600" cy="990600"/>
          </a:xfrm>
          <a:prstGeom xmlns:a="http://schemas.openxmlformats.org/drawingml/2006/main" prst="ellipse">
            <a:avLst/>
          </a:prstGeom>
          <a:solidFill xmlns:a="http://schemas.openxmlformats.org/drawingml/2006/main">
            <a:srgbClr val="FFFFFF"/>
          </a:solidFill>
          <a:ln xmlns:a="http://schemas.openxmlformats.org/drawingml/2006/main" w="9525">
            <a:solidFill>
              <a:srgbClr val="FFFFFF"/>
            </a:solidFill>
            <a:prstDash val="solid"/>
          </a:ln>
        </p:spPr>
        <p:txBody>
          <a:bodyPr xmlns:a="http://schemas.openxmlformats.org/drawingml/2006/main" lIns="19050" tIns="57150" rIns="19050" bIns="57150" anchor="ctr">
            <a:noAutofit/>
          </a:bodyPr>
          <a:lstStyle xmlns:a="http://schemas.openxmlformats.org/drawingml/2006/main"/>
          <a:p xmlns:a="http://schemas.openxmlformats.org/drawingml/2006/main">
            <a:pPr algn="ctr">
              <a:defRPr sz="1050" b="1">
                <a:solidFill>
                  <a:srgbClr val="191919"/>
                </a:solidFill>
                <a:latin typeface="AppleGothic"/>
                <a:ea typeface="AppleGothic"/>
                <a:cs typeface="AppleGothic"/>
              </a:defRPr>
            </a:pPr>
            <a:r>
              <a:rPr sz="1050" b="1">
                <a:solidFill>
                  <a:srgbClr val="191919"/>
                </a:solidFill>
                <a:latin typeface="AppleGothic"/>
                <a:ea typeface="AppleGothic"/>
                <a:cs typeface="AppleGothic"/>
              </a:rPr>
              <a:t>2</a:t>
            </a:r>
          </a:p>
          <a:p xmlns:a="http://schemas.openxmlformats.org/drawingml/2006/main">
            <a:pPr algn="ctr">
              <a:defRPr sz="1050" b="1">
                <a:solidFill>
                  <a:srgbClr val="191919"/>
                </a:solidFill>
                <a:latin typeface="AppleGothic"/>
                <a:ea typeface="AppleGothic"/>
                <a:cs typeface="AppleGothic"/>
              </a:defRPr>
            </a:pPr>
            <a:r>
              <a:rPr sz="1050" b="1">
                <a:solidFill>
                  <a:srgbClr val="191919"/>
                </a:solidFill>
                <a:latin typeface="AppleGothic"/>
                <a:ea typeface="AppleGothic"/>
                <a:cs typeface="AppleGothic"/>
              </a:rPr>
              <a:t>프롬프트</a:t>
            </a:r>
          </a:p>
          <a:p xmlns:a="http://schemas.openxmlformats.org/drawingml/2006/main">
            <a:pPr algn="ctr">
              <a:defRPr sz="1050" b="1">
                <a:solidFill>
                  <a:srgbClr val="191919"/>
                </a:solidFill>
                <a:latin typeface="AppleGothic"/>
                <a:ea typeface="AppleGothic"/>
                <a:cs typeface="AppleGothic"/>
              </a:defRPr>
            </a:pPr>
            <a:r>
              <a:rPr sz="1050" b="1">
                <a:solidFill>
                  <a:srgbClr val="191919"/>
                </a:solidFill>
                <a:latin typeface="AppleGothic"/>
                <a:ea typeface="AppleGothic"/>
                <a:cs typeface="AppleGothic"/>
              </a:rPr>
              <a:t>맥락</a:t>
            </a:r>
          </a:p>
        </p:txBody>
      </p:sp>
      <p:sp>
        <p:nvSpPr>
          <p:cNvPr id="14" name="">
            <a:extLst xmlns:a="http://schemas.openxmlformats.org/drawingml/2006/main">
              <a:ext uri="{FF2B5EF4-FFF2-40B4-BE49-F238E27FC236}">
                <a16:creationId xmlns:a16="http://schemas.microsoft.com/office/drawing/2014/main" id="{5307AFF0-6E77-4ED7-8856-28D613735319}"/>
              </a:ext>
            </a:extLst>
          </p:cNvPr>
          <p:cNvSpPr>
            <a:spLocks xmlns:a="http://schemas.openxmlformats.org/drawingml/2006/main" noGrp="1"/>
          </p:cNvSpPr>
          <p:nvPr/>
        </p:nvSpPr>
        <p:spPr>
          <a:xfrm xmlns:a="http://schemas.openxmlformats.org/drawingml/2006/main" rot="0">
            <a:off x="4402002" y="4465883"/>
            <a:ext cx="990600" cy="990600"/>
          </a:xfrm>
          <a:prstGeom xmlns:a="http://schemas.openxmlformats.org/drawingml/2006/main" prst="ellipse">
            <a:avLst/>
          </a:prstGeom>
          <a:solidFill xmlns:a="http://schemas.openxmlformats.org/drawingml/2006/main">
            <a:srgbClr val="FFFFFF"/>
          </a:solidFill>
          <a:ln xmlns:a="http://schemas.openxmlformats.org/drawingml/2006/main" w="9525">
            <a:solidFill>
              <a:srgbClr val="FFFFFF"/>
            </a:solidFill>
            <a:prstDash val="solid"/>
          </a:ln>
        </p:spPr>
        <p:txBody>
          <a:bodyPr xmlns:a="http://schemas.openxmlformats.org/drawingml/2006/main" lIns="19050" tIns="57150" rIns="19050" bIns="57150" anchor="ctr">
            <a:noAutofit/>
          </a:bodyPr>
          <a:lstStyle xmlns:a="http://schemas.openxmlformats.org/drawingml/2006/main"/>
          <a:p xmlns:a="http://schemas.openxmlformats.org/drawingml/2006/main">
            <a:pPr algn="ctr">
              <a:defRPr sz="1050" b="1">
                <a:solidFill>
                  <a:srgbClr val="191919"/>
                </a:solidFill>
                <a:latin typeface="AppleGothic"/>
                <a:ea typeface="AppleGothic"/>
                <a:cs typeface="AppleGothic"/>
              </a:defRPr>
            </a:pPr>
            <a:r>
              <a:rPr sz="1050" b="1">
                <a:solidFill>
                  <a:srgbClr val="191919"/>
                </a:solidFill>
                <a:latin typeface="AppleGothic"/>
                <a:ea typeface="AppleGothic"/>
                <a:cs typeface="AppleGothic"/>
              </a:rPr>
              <a:t>3</a:t>
            </a:r>
          </a:p>
          <a:p xmlns:a="http://schemas.openxmlformats.org/drawingml/2006/main">
            <a:pPr algn="ctr">
              <a:defRPr sz="1050" b="1">
                <a:solidFill>
                  <a:srgbClr val="191919"/>
                </a:solidFill>
                <a:latin typeface="AppleGothic"/>
                <a:ea typeface="AppleGothic"/>
                <a:cs typeface="AppleGothic"/>
              </a:defRPr>
            </a:pPr>
            <a:r>
              <a:rPr sz="1050" b="1">
                <a:solidFill>
                  <a:srgbClr val="191919"/>
                </a:solidFill>
                <a:latin typeface="AppleGothic"/>
                <a:ea typeface="AppleGothic"/>
                <a:cs typeface="AppleGothic"/>
              </a:rPr>
              <a:t>실행</a:t>
            </a:r>
          </a:p>
          <a:p xmlns:a="http://schemas.openxmlformats.org/drawingml/2006/main">
            <a:pPr algn="ctr">
              <a:defRPr sz="1050" b="1">
                <a:solidFill>
                  <a:srgbClr val="191919"/>
                </a:solidFill>
                <a:latin typeface="AppleGothic"/>
                <a:ea typeface="AppleGothic"/>
                <a:cs typeface="AppleGothic"/>
              </a:defRPr>
            </a:pPr>
            <a:r>
              <a:rPr sz="1050" b="1">
                <a:solidFill>
                  <a:srgbClr val="191919"/>
                </a:solidFill>
                <a:latin typeface="AppleGothic"/>
                <a:ea typeface="AppleGothic"/>
                <a:cs typeface="AppleGothic"/>
              </a:rPr>
              <a:t>배포</a:t>
            </a:r>
          </a:p>
        </p:txBody>
      </p:sp>
      <p:sp>
        <p:nvSpPr>
          <p:cNvPr id="15" name="">
            <a:extLst xmlns:a="http://schemas.openxmlformats.org/drawingml/2006/main">
              <a:ext uri="{FF2B5EF4-FFF2-40B4-BE49-F238E27FC236}">
                <a16:creationId xmlns:a16="http://schemas.microsoft.com/office/drawing/2014/main" id="{7E9E4B97-A966-4207-B234-4F8324BA1DB3}"/>
              </a:ext>
            </a:extLst>
          </p:cNvPr>
          <p:cNvSpPr>
            <a:spLocks xmlns:a="http://schemas.openxmlformats.org/drawingml/2006/main" noGrp="1"/>
          </p:cNvSpPr>
          <p:nvPr/>
        </p:nvSpPr>
        <p:spPr>
          <a:xfrm xmlns:a="http://schemas.openxmlformats.org/drawingml/2006/main" rot="0">
            <a:off x="2341698" y="4465883"/>
            <a:ext cx="990600" cy="990600"/>
          </a:xfrm>
          <a:prstGeom xmlns:a="http://schemas.openxmlformats.org/drawingml/2006/main" prst="ellipse">
            <a:avLst/>
          </a:prstGeom>
          <a:solidFill xmlns:a="http://schemas.openxmlformats.org/drawingml/2006/main">
            <a:srgbClr val="FFFFFF"/>
          </a:solidFill>
          <a:ln xmlns:a="http://schemas.openxmlformats.org/drawingml/2006/main" w="9525">
            <a:solidFill>
              <a:srgbClr val="FFFFFF"/>
            </a:solidFill>
            <a:prstDash val="solid"/>
          </a:ln>
        </p:spPr>
        <p:txBody>
          <a:bodyPr xmlns:a="http://schemas.openxmlformats.org/drawingml/2006/main" lIns="19050" tIns="57150" rIns="19050" bIns="57150" anchor="ctr">
            <a:noAutofit/>
          </a:bodyPr>
          <a:lstStyle xmlns:a="http://schemas.openxmlformats.org/drawingml/2006/main"/>
          <a:p xmlns:a="http://schemas.openxmlformats.org/drawingml/2006/main">
            <a:pPr algn="ctr">
              <a:defRPr sz="1050" b="1">
                <a:solidFill>
                  <a:srgbClr val="191919"/>
                </a:solidFill>
                <a:latin typeface="AppleGothic"/>
                <a:ea typeface="AppleGothic"/>
                <a:cs typeface="AppleGothic"/>
              </a:defRPr>
            </a:pPr>
            <a:r>
              <a:rPr sz="1050" b="1">
                <a:solidFill>
                  <a:srgbClr val="191919"/>
                </a:solidFill>
                <a:latin typeface="AppleGothic"/>
                <a:ea typeface="AppleGothic"/>
                <a:cs typeface="AppleGothic"/>
              </a:rPr>
              <a:t>4</a:t>
            </a:r>
          </a:p>
          <a:p xmlns:a="http://schemas.openxmlformats.org/drawingml/2006/main">
            <a:pPr algn="ctr">
              <a:defRPr sz="1050" b="1">
                <a:solidFill>
                  <a:srgbClr val="191919"/>
                </a:solidFill>
                <a:latin typeface="AppleGothic"/>
                <a:ea typeface="AppleGothic"/>
                <a:cs typeface="AppleGothic"/>
              </a:defRPr>
            </a:pPr>
            <a:r>
              <a:rPr sz="1050" b="1">
                <a:solidFill>
                  <a:srgbClr val="191919"/>
                </a:solidFill>
                <a:latin typeface="AppleGothic"/>
                <a:ea typeface="AppleGothic"/>
                <a:cs typeface="AppleGothic"/>
              </a:rPr>
              <a:t>평가</a:t>
            </a:r>
          </a:p>
          <a:p xmlns:a="http://schemas.openxmlformats.org/drawingml/2006/main">
            <a:pPr algn="ctr">
              <a:defRPr sz="1050" b="1">
                <a:solidFill>
                  <a:srgbClr val="191919"/>
                </a:solidFill>
                <a:latin typeface="AppleGothic"/>
                <a:ea typeface="AppleGothic"/>
                <a:cs typeface="AppleGothic"/>
              </a:defRPr>
            </a:pPr>
            <a:r>
              <a:rPr sz="1050" b="1">
                <a:solidFill>
                  <a:srgbClr val="191919"/>
                </a:solidFill>
                <a:latin typeface="AppleGothic"/>
                <a:ea typeface="AppleGothic"/>
                <a:cs typeface="AppleGothic"/>
              </a:rPr>
              <a:t>관찰</a:t>
            </a:r>
          </a:p>
        </p:txBody>
      </p:sp>
      <p:sp>
        <p:nvSpPr>
          <p:cNvPr id="16" name="">
            <a:extLst xmlns:a="http://schemas.openxmlformats.org/drawingml/2006/main">
              <a:ext uri="{FF2B5EF4-FFF2-40B4-BE49-F238E27FC236}">
                <a16:creationId xmlns:a16="http://schemas.microsoft.com/office/drawing/2014/main" id="{DE0F75A8-DCCB-475D-BCD0-7902EE375D9B}"/>
              </a:ext>
            </a:extLst>
          </p:cNvPr>
          <p:cNvSpPr>
            <a:spLocks xmlns:a="http://schemas.openxmlformats.org/drawingml/2006/main" noGrp="1"/>
          </p:cNvSpPr>
          <p:nvPr/>
        </p:nvSpPr>
        <p:spPr>
          <a:xfrm xmlns:a="http://schemas.openxmlformats.org/drawingml/2006/main" rot="0">
            <a:off x="1705028" y="2506417"/>
            <a:ext cx="990600" cy="990600"/>
          </a:xfrm>
          <a:prstGeom xmlns:a="http://schemas.openxmlformats.org/drawingml/2006/main" prst="ellipse">
            <a:avLst/>
          </a:prstGeom>
          <a:solidFill xmlns:a="http://schemas.openxmlformats.org/drawingml/2006/main">
            <a:srgbClr val="FFFFFF"/>
          </a:solidFill>
          <a:ln xmlns:a="http://schemas.openxmlformats.org/drawingml/2006/main" w="9525">
            <a:solidFill>
              <a:srgbClr val="FFFFFF"/>
            </a:solidFill>
            <a:prstDash val="solid"/>
          </a:ln>
        </p:spPr>
        <p:txBody>
          <a:bodyPr xmlns:a="http://schemas.openxmlformats.org/drawingml/2006/main" lIns="19050" tIns="57150" rIns="19050" bIns="57150" anchor="ctr">
            <a:noAutofit/>
          </a:bodyPr>
          <a:lstStyle xmlns:a="http://schemas.openxmlformats.org/drawingml/2006/main"/>
          <a:p xmlns:a="http://schemas.openxmlformats.org/drawingml/2006/main">
            <a:pPr algn="ctr">
              <a:defRPr sz="1050" b="1">
                <a:solidFill>
                  <a:srgbClr val="191919"/>
                </a:solidFill>
                <a:latin typeface="AppleGothic"/>
                <a:ea typeface="AppleGothic"/>
                <a:cs typeface="AppleGothic"/>
              </a:defRPr>
            </a:pPr>
            <a:r>
              <a:rPr sz="1050" b="1">
                <a:solidFill>
                  <a:srgbClr val="191919"/>
                </a:solidFill>
                <a:latin typeface="AppleGothic"/>
                <a:ea typeface="AppleGothic"/>
                <a:cs typeface="AppleGothic"/>
              </a:rPr>
              <a:t>5</a:t>
            </a:r>
          </a:p>
          <a:p xmlns:a="http://schemas.openxmlformats.org/drawingml/2006/main">
            <a:pPr algn="ctr">
              <a:defRPr sz="1050" b="1">
                <a:solidFill>
                  <a:srgbClr val="191919"/>
                </a:solidFill>
                <a:latin typeface="AppleGothic"/>
                <a:ea typeface="AppleGothic"/>
                <a:cs typeface="AppleGothic"/>
              </a:defRPr>
            </a:pPr>
            <a:r>
              <a:rPr sz="1050" b="1">
                <a:solidFill>
                  <a:srgbClr val="191919"/>
                </a:solidFill>
                <a:latin typeface="AppleGothic"/>
                <a:ea typeface="AppleGothic"/>
                <a:cs typeface="AppleGothic"/>
              </a:rPr>
              <a:t>개선</a:t>
            </a:r>
          </a:p>
          <a:p xmlns:a="http://schemas.openxmlformats.org/drawingml/2006/main">
            <a:pPr algn="ctr">
              <a:defRPr sz="1050" b="1">
                <a:solidFill>
                  <a:srgbClr val="191919"/>
                </a:solidFill>
                <a:latin typeface="AppleGothic"/>
                <a:ea typeface="AppleGothic"/>
                <a:cs typeface="AppleGothic"/>
              </a:defRPr>
            </a:pPr>
            <a:r>
              <a:rPr sz="1050" b="1">
                <a:solidFill>
                  <a:srgbClr val="191919"/>
                </a:solidFill>
                <a:latin typeface="AppleGothic"/>
                <a:ea typeface="AppleGothic"/>
                <a:cs typeface="AppleGothic"/>
              </a:rPr>
              <a:t>버전</a:t>
            </a:r>
          </a:p>
        </p:txBody>
      </p:sp>
      <p:sp>
        <p:nvSpPr>
          <p:cNvPr id="17" name="">
            <a:extLst xmlns:a="http://schemas.openxmlformats.org/drawingml/2006/main">
              <a:ext uri="{FF2B5EF4-FFF2-40B4-BE49-F238E27FC236}">
                <a16:creationId xmlns:a16="http://schemas.microsoft.com/office/drawing/2014/main" id="{50F47801-102D-454F-894E-2D88DC4FB8CE}"/>
              </a:ext>
            </a:extLst>
          </p:cNvPr>
          <p:cNvSpPr>
            <a:spLocks xmlns:a="http://schemas.openxmlformats.org/drawingml/2006/main" noGrp="1"/>
          </p:cNvSpPr>
          <p:nvPr/>
        </p:nvSpPr>
        <p:spPr>
          <a:xfrm xmlns:a="http://schemas.openxmlformats.org/drawingml/2006/main" rot="0">
            <a:off x="3314700" y="2990850"/>
            <a:ext cx="1104900" cy="1104900"/>
          </a:xfrm>
          <a:prstGeom xmlns:a="http://schemas.openxmlformats.org/drawingml/2006/main" prst="ellipse">
            <a:avLst/>
          </a:prstGeom>
          <a:solidFill xmlns:a="http://schemas.openxmlformats.org/drawingml/2006/main">
            <a:srgbClr val="050505"/>
          </a:solidFill>
          <a:ln xmlns:a="http://schemas.openxmlformats.org/drawingml/2006/main" w="28575">
            <a:solidFill>
              <a:srgbClr val="2563EB"/>
            </a:solidFill>
            <a:prstDash val="solid"/>
          </a:ln>
        </p:spPr>
        <p:txBody>
          <a:bodyPr xmlns:a="http://schemas.openxmlformats.org/drawingml/2006/main" lIns="38100" tIns="38100" rIns="38100" bIns="38100" anchor="ctr">
            <a:noAutofit/>
          </a:bodyPr>
          <a:lstStyle xmlns:a="http://schemas.openxmlformats.org/drawingml/2006/main"/>
          <a:p xmlns:a="http://schemas.openxmlformats.org/drawingml/2006/main">
            <a:pPr algn="ctr">
              <a:defRPr sz="1200" b="1">
                <a:solidFill>
                  <a:srgbClr val="2563EB"/>
                </a:solidFill>
                <a:latin typeface="Menlo"/>
                <a:ea typeface="Menlo"/>
                <a:cs typeface="Menlo"/>
              </a:defRPr>
            </a:pPr>
            <a:r>
              <a:rPr sz="1200" b="1">
                <a:solidFill>
                  <a:srgbClr val="2563EB"/>
                </a:solidFill>
                <a:latin typeface="Menlo"/>
                <a:ea typeface="Menlo"/>
                <a:cs typeface="Menlo"/>
              </a:rPr>
              <a:t>SERVICE</a:t>
            </a:r>
          </a:p>
          <a:p xmlns:a="http://schemas.openxmlformats.org/drawingml/2006/main">
            <a:pPr algn="ctr">
              <a:defRPr sz="1200" b="1">
                <a:solidFill>
                  <a:srgbClr val="2563EB"/>
                </a:solidFill>
                <a:latin typeface="Menlo"/>
                <a:ea typeface="Menlo"/>
                <a:cs typeface="Menlo"/>
              </a:defRPr>
            </a:pPr>
            <a:r>
              <a:rPr sz="1200" b="1">
                <a:solidFill>
                  <a:srgbClr val="2563EB"/>
                </a:solidFill>
                <a:latin typeface="Menlo"/>
                <a:ea typeface="Menlo"/>
                <a:cs typeface="Menlo"/>
              </a:rPr>
              <a:t>LOOP</a:t>
            </a:r>
          </a:p>
        </p:txBody>
      </p:sp>
      <p:sp>
        <p:nvSpPr>
          <p:cNvPr id="18" name="">
            <a:extLst xmlns:a="http://schemas.openxmlformats.org/drawingml/2006/main">
              <a:ext uri="{FF2B5EF4-FFF2-40B4-BE49-F238E27FC236}">
                <a16:creationId xmlns:a16="http://schemas.microsoft.com/office/drawing/2014/main" id="{C8429B1A-9453-40DC-AE3D-CE849F6FC953}"/>
              </a:ext>
            </a:extLst>
          </p:cNvPr>
          <p:cNvSpPr>
            <a:spLocks xmlns:a="http://schemas.openxmlformats.org/drawingml/2006/main" noGrp="1"/>
          </p:cNvSpPr>
          <p:nvPr/>
        </p:nvSpPr>
        <p:spPr>
          <a:xfrm xmlns:a="http://schemas.openxmlformats.org/drawingml/2006/main">
            <a:off x="7486650" y="1752600"/>
            <a:ext cx="3714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AppleGothic"/>
                <a:ea typeface="AppleGothic"/>
                <a:cs typeface="AppleGothic"/>
              </a:defRPr>
            </a:pPr>
            <a:r>
              <a:rPr sz="1050" b="1">
                <a:solidFill>
                  <a:srgbClr val="2563EB"/>
                </a:solidFill>
                <a:latin typeface="AppleGothic"/>
                <a:ea typeface="AppleGothic"/>
                <a:cs typeface="AppleGothic"/>
              </a:rPr>
              <a:t>COURSE STANDARD</a:t>
            </a:r>
          </a:p>
        </p:txBody>
      </p:sp>
      <p:sp>
        <p:nvSpPr>
          <p:cNvPr id="19" name="">
            <a:extLst xmlns:a="http://schemas.openxmlformats.org/drawingml/2006/main">
              <a:ext uri="{FF2B5EF4-FFF2-40B4-BE49-F238E27FC236}">
                <a16:creationId xmlns:a16="http://schemas.microsoft.com/office/drawing/2014/main" id="{88675CF9-266A-4406-A092-D87D5E11FB0D}"/>
              </a:ext>
            </a:extLst>
          </p:cNvPr>
          <p:cNvSpPr>
            <a:spLocks xmlns:a="http://schemas.openxmlformats.org/drawingml/2006/main" noGrp="1"/>
          </p:cNvSpPr>
          <p:nvPr/>
        </p:nvSpPr>
        <p:spPr>
          <a:xfrm xmlns:a="http://schemas.openxmlformats.org/drawingml/2006/main">
            <a:off x="7486650" y="2133600"/>
            <a:ext cx="37147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buNone/>
              <a:defRPr sz="2100" b="1">
                <a:solidFill>
                  <a:srgbClr val="FFFFFF"/>
                </a:solidFill>
                <a:latin typeface="AppleGothic"/>
                <a:ea typeface="AppleGothic"/>
                <a:cs typeface="AppleGothic"/>
              </a:defRPr>
            </a:pPr>
            <a:r>
              <a:rPr sz="2100" b="1">
                <a:solidFill>
                  <a:srgbClr val="FFFFFF"/>
                </a:solidFill>
                <a:latin typeface="AppleGothic"/>
                <a:ea typeface="AppleGothic"/>
                <a:cs typeface="AppleGothic"/>
              </a:rPr>
              <a:t>16주 산출물을 연결하는 교육용 운영 좌표계</a:t>
            </a:r>
          </a:p>
        </p:txBody>
      </p:sp>
      <p:sp>
        <p:nvSpPr>
          <p:cNvPr id="20" name="">
            <a:extLst xmlns:a="http://schemas.openxmlformats.org/drawingml/2006/main">
              <a:ext uri="{FF2B5EF4-FFF2-40B4-BE49-F238E27FC236}">
                <a16:creationId xmlns:a16="http://schemas.microsoft.com/office/drawing/2014/main" id="{E3E36F70-6B06-49E3-9093-A8973433DB10}"/>
              </a:ext>
            </a:extLst>
          </p:cNvPr>
          <p:cNvSpPr>
            <a:spLocks xmlns:a="http://schemas.openxmlformats.org/drawingml/2006/main" noGrp="1"/>
          </p:cNvSpPr>
          <p:nvPr/>
        </p:nvSpPr>
        <p:spPr>
          <a:xfrm xmlns:a="http://schemas.openxmlformats.org/drawingml/2006/main" flipH="0" flipV="0">
            <a:off x="7486650" y="3429000"/>
            <a:ext cx="371475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21" name="">
            <a:extLst xmlns:a="http://schemas.openxmlformats.org/drawingml/2006/main">
              <a:ext uri="{FF2B5EF4-FFF2-40B4-BE49-F238E27FC236}">
                <a16:creationId xmlns:a16="http://schemas.microsoft.com/office/drawing/2014/main" id="{A0ABE1F9-FB06-40A9-81CA-03BD4318A57C}"/>
              </a:ext>
            </a:extLst>
          </p:cNvPr>
          <p:cNvSpPr>
            <a:spLocks xmlns:a="http://schemas.openxmlformats.org/drawingml/2006/main" noGrp="1"/>
          </p:cNvSpPr>
          <p:nvPr/>
        </p:nvSpPr>
        <p:spPr>
          <a:xfrm xmlns:a="http://schemas.openxmlformats.org/drawingml/2006/main">
            <a:off x="7486650" y="3733800"/>
            <a:ext cx="371475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5000"/>
              </a:lnSpc>
              <a:buNone/>
              <a:defRPr sz="1425" b="0">
                <a:solidFill>
                  <a:srgbClr val="98A2B3"/>
                </a:solidFill>
                <a:latin typeface="AppleGothic"/>
                <a:ea typeface="AppleGothic"/>
                <a:cs typeface="AppleGothic"/>
              </a:defRPr>
            </a:pPr>
            <a:r>
              <a:rPr sz="1425" b="0">
                <a:solidFill>
                  <a:srgbClr val="98A2B3"/>
                </a:solidFill>
                <a:latin typeface="AppleGothic"/>
                <a:ea typeface="AppleGothic"/>
                <a:cs typeface="AppleGothic"/>
              </a:rPr>
              <a:t>업계의 단일 표준을 주장하지 않는다. 이미 학습된 기반 모델을 포함한 서비스를 반복적으로 관찰하고 개선하기 위한 공통 프레임이다.</a:t>
            </a:r>
          </a:p>
        </p:txBody>
      </p:sp>
      <p:sp>
        <p:nvSpPr>
          <p:cNvPr id="22" name="">
            <a:extLst xmlns:a="http://schemas.openxmlformats.org/drawingml/2006/main">
              <a:ext uri="{FF2B5EF4-FFF2-40B4-BE49-F238E27FC236}">
                <a16:creationId xmlns:a16="http://schemas.microsoft.com/office/drawing/2014/main" id="{C1A6BFCD-6C81-4BC6-A5FE-96AF9D7FC8D4}"/>
              </a:ext>
            </a:extLst>
          </p:cNvPr>
          <p:cNvSpPr>
            <a:spLocks xmlns:a="http://schemas.openxmlformats.org/drawingml/2006/main" noGrp="1"/>
          </p:cNvSpPr>
          <p:nvPr/>
        </p:nvSpPr>
        <p:spPr>
          <a:xfrm xmlns:a="http://schemas.openxmlformats.org/drawingml/2006/main">
            <a:off x="7486650" y="5391150"/>
            <a:ext cx="1047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2563EB"/>
                </a:solidFill>
                <a:latin typeface="AppleGothic"/>
                <a:ea typeface="AppleGothic"/>
                <a:cs typeface="AppleGothic"/>
              </a:defRPr>
            </a:pPr>
            <a:r>
              <a:rPr sz="1200" b="1">
                <a:solidFill>
                  <a:srgbClr val="2563EB"/>
                </a:solidFill>
                <a:latin typeface="AppleGothic"/>
                <a:ea typeface="AppleGothic"/>
                <a:cs typeface="AppleGothic"/>
              </a:rPr>
              <a:t>판정 경계</a:t>
            </a:r>
          </a:p>
        </p:txBody>
      </p:sp>
      <p:sp>
        <p:nvSpPr>
          <p:cNvPr id="23" name="">
            <a:extLst xmlns:a="http://schemas.openxmlformats.org/drawingml/2006/main">
              <a:ext uri="{FF2B5EF4-FFF2-40B4-BE49-F238E27FC236}">
                <a16:creationId xmlns:a16="http://schemas.microsoft.com/office/drawing/2014/main" id="{A3731CF3-B3A7-4A5E-9B12-8A31E5FC881E}"/>
              </a:ext>
            </a:extLst>
          </p:cNvPr>
          <p:cNvSpPr>
            <a:spLocks xmlns:a="http://schemas.openxmlformats.org/drawingml/2006/main" noGrp="1"/>
          </p:cNvSpPr>
          <p:nvPr/>
        </p:nvSpPr>
        <p:spPr>
          <a:xfrm xmlns:a="http://schemas.openxmlformats.org/drawingml/2006/main">
            <a:off x="8667750" y="5391150"/>
            <a:ext cx="25336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75" b="1">
                <a:solidFill>
                  <a:srgbClr val="FFFFFF"/>
                </a:solidFill>
                <a:latin typeface="AppleGothic"/>
                <a:ea typeface="AppleGothic"/>
                <a:cs typeface="AppleGothic"/>
              </a:defRPr>
            </a:pPr>
            <a:r>
              <a:rPr sz="1275" b="1">
                <a:solidFill>
                  <a:srgbClr val="FFFFFF"/>
                </a:solidFill>
                <a:latin typeface="AppleGothic"/>
                <a:ea typeface="AppleGothic"/>
                <a:cs typeface="AppleGothic"/>
              </a:rPr>
              <a:t>계속 · 교체 · 종료</a:t>
            </a:r>
          </a:p>
        </p:txBody>
      </p:sp>
    </p:spTree>
    <p:extLst>
      <p:ext uri="{BB962C8B-B14F-4D97-AF65-F5344CB8AC3E}">
        <p14:creationId xmlns:p14="http://schemas.microsoft.com/office/powerpoint/2010/main" val="1742828602"/>
      </p:ext>
    </p:extLst>
  </p:cSld>
</p:sld>
</file>

<file path=ppt/slides/slide13.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F5C44D59-3C24-4448-9C6E-ECF6BDFC8B8E}"/>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STANDARD</a:t>
            </a:r>
          </a:p>
        </p:txBody>
      </p:sp>
      <p:sp>
        <p:nvSpPr>
          <p:cNvPr id="2" name="">
            <a:extLst xmlns:a="http://schemas.openxmlformats.org/drawingml/2006/main">
              <a:ext uri="{FF2B5EF4-FFF2-40B4-BE49-F238E27FC236}">
                <a16:creationId xmlns:a16="http://schemas.microsoft.com/office/drawing/2014/main" id="{79056773-8255-4C92-BE77-D5963F884BF1}"/>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13</a:t>
            </a:r>
          </a:p>
        </p:txBody>
      </p:sp>
      <p:sp>
        <p:nvSpPr>
          <p:cNvPr id="3" name="">
            <a:extLst xmlns:a="http://schemas.openxmlformats.org/drawingml/2006/main">
              <a:ext uri="{FF2B5EF4-FFF2-40B4-BE49-F238E27FC236}">
                <a16:creationId xmlns:a16="http://schemas.microsoft.com/office/drawing/2014/main" id="{BCF829F9-722E-4BF1-8969-12ECE66150D0}"/>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A52E46E8-DD93-438C-8332-D2F713C41EC6}"/>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392AA51C-1394-4935-A1E0-1F2C7612A2FF}"/>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C9AE1D54-19C0-4268-AC4B-379237707BF0}"/>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판정 가능한 개선의 조건</a:t>
            </a:r>
          </a:p>
        </p:txBody>
      </p:sp>
      <p:sp>
        <p:nvSpPr>
          <p:cNvPr id="7" name="">
            <a:extLst xmlns:a="http://schemas.openxmlformats.org/drawingml/2006/main">
              <a:ext uri="{FF2B5EF4-FFF2-40B4-BE49-F238E27FC236}">
                <a16:creationId xmlns:a16="http://schemas.microsoft.com/office/drawing/2014/main" id="{11C256A3-DC42-4061-A120-D9A227980B09}"/>
              </a:ext>
            </a:extLst>
          </p:cNvPr>
          <p:cNvSpPr>
            <a:spLocks xmlns:a="http://schemas.openxmlformats.org/drawingml/2006/main" noGrp="1"/>
          </p:cNvSpPr>
          <p:nvPr/>
        </p:nvSpPr>
        <p:spPr>
          <a:xfrm xmlns:a="http://schemas.openxmlformats.org/drawingml/2006/main">
            <a:off x="609600" y="2076450"/>
            <a:ext cx="2571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667085"/>
                </a:solidFill>
                <a:latin typeface="Menlo"/>
                <a:ea typeface="Menlo"/>
                <a:cs typeface="Menlo"/>
              </a:defRPr>
            </a:pPr>
            <a:r>
              <a:rPr sz="1650" b="1">
                <a:solidFill>
                  <a:srgbClr val="667085"/>
                </a:solidFill>
                <a:latin typeface="Menlo"/>
                <a:ea typeface="Menlo"/>
                <a:cs typeface="Menlo"/>
              </a:rPr>
              <a:t>01</a:t>
            </a:r>
          </a:p>
        </p:txBody>
      </p:sp>
      <p:sp>
        <p:nvSpPr>
          <p:cNvPr id="8" name="">
            <a:extLst xmlns:a="http://schemas.openxmlformats.org/drawingml/2006/main">
              <a:ext uri="{FF2B5EF4-FFF2-40B4-BE49-F238E27FC236}">
                <a16:creationId xmlns:a16="http://schemas.microsoft.com/office/drawing/2014/main" id="{662FA5AF-3370-48FB-B59F-D164CB241ECE}"/>
              </a:ext>
            </a:extLst>
          </p:cNvPr>
          <p:cNvSpPr>
            <a:spLocks xmlns:a="http://schemas.openxmlformats.org/drawingml/2006/main" noGrp="1"/>
          </p:cNvSpPr>
          <p:nvPr/>
        </p:nvSpPr>
        <p:spPr>
          <a:xfrm xmlns:a="http://schemas.openxmlformats.org/drawingml/2006/main">
            <a:off x="609600" y="2667000"/>
            <a:ext cx="2571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2100" b="1">
                <a:solidFill>
                  <a:srgbClr val="191919"/>
                </a:solidFill>
                <a:latin typeface="AppleGothic"/>
                <a:ea typeface="AppleGothic"/>
                <a:cs typeface="AppleGothic"/>
              </a:defRPr>
            </a:pPr>
            <a:r>
              <a:rPr sz="2100" b="1">
                <a:solidFill>
                  <a:srgbClr val="191919"/>
                </a:solidFill>
                <a:latin typeface="AppleGothic"/>
                <a:ea typeface="AppleGothic"/>
                <a:cs typeface="AppleGothic"/>
              </a:rPr>
              <a:t>기준</a:t>
            </a:r>
          </a:p>
        </p:txBody>
      </p:sp>
      <p:sp>
        <p:nvSpPr>
          <p:cNvPr id="9" name="">
            <a:extLst xmlns:a="http://schemas.openxmlformats.org/drawingml/2006/main">
              <a:ext uri="{FF2B5EF4-FFF2-40B4-BE49-F238E27FC236}">
                <a16:creationId xmlns:a16="http://schemas.microsoft.com/office/drawing/2014/main" id="{520413F1-E2CD-4954-88FE-A9B0A481DDA1}"/>
              </a:ext>
            </a:extLst>
          </p:cNvPr>
          <p:cNvSpPr>
            <a:spLocks xmlns:a="http://schemas.openxmlformats.org/drawingml/2006/main" noGrp="1"/>
          </p:cNvSpPr>
          <p:nvPr/>
        </p:nvSpPr>
        <p:spPr>
          <a:xfrm xmlns:a="http://schemas.openxmlformats.org/drawingml/2006/main" flipH="0" flipV="0">
            <a:off x="609600" y="3448050"/>
            <a:ext cx="2571750" cy="0"/>
          </a:xfrm>
          <a:prstGeom xmlns:a="http://schemas.openxmlformats.org/drawingml/2006/main" prst="line">
            <a:avLst/>
          </a:prstGeom>
          <a:noFill xmlns:a="http://schemas.openxmlformats.org/drawingml/2006/main"/>
          <a:ln xmlns:a="http://schemas.openxmlformats.org/drawingml/2006/main" w="9525">
            <a:solidFill>
              <a:srgbClr val="191919"/>
            </a:solidFill>
            <a:prstDash val="solid"/>
          </a:ln>
        </p:spPr>
      </p:sp>
      <p:sp>
        <p:nvSpPr>
          <p:cNvPr id="10" name="">
            <a:extLst xmlns:a="http://schemas.openxmlformats.org/drawingml/2006/main">
              <a:ext uri="{FF2B5EF4-FFF2-40B4-BE49-F238E27FC236}">
                <a16:creationId xmlns:a16="http://schemas.microsoft.com/office/drawing/2014/main" id="{24218B9F-989C-4349-A8D5-6FE4065C4508}"/>
              </a:ext>
            </a:extLst>
          </p:cNvPr>
          <p:cNvSpPr>
            <a:spLocks xmlns:a="http://schemas.openxmlformats.org/drawingml/2006/main" noGrp="1"/>
          </p:cNvSpPr>
          <p:nvPr/>
        </p:nvSpPr>
        <p:spPr>
          <a:xfrm xmlns:a="http://schemas.openxmlformats.org/drawingml/2006/main">
            <a:off x="609600" y="3790950"/>
            <a:ext cx="25717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3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성공·금지 조건</a:t>
            </a:r>
          </a:p>
        </p:txBody>
      </p:sp>
      <p:sp>
        <p:nvSpPr>
          <p:cNvPr id="11" name="">
            <a:extLst xmlns:a="http://schemas.openxmlformats.org/drawingml/2006/main">
              <a:ext uri="{FF2B5EF4-FFF2-40B4-BE49-F238E27FC236}">
                <a16:creationId xmlns:a16="http://schemas.microsoft.com/office/drawing/2014/main" id="{DBC0D4C2-46B0-450A-A782-767C2797FEAE}"/>
              </a:ext>
            </a:extLst>
          </p:cNvPr>
          <p:cNvSpPr>
            <a:spLocks xmlns:a="http://schemas.openxmlformats.org/drawingml/2006/main" noGrp="1"/>
          </p:cNvSpPr>
          <p:nvPr/>
        </p:nvSpPr>
        <p:spPr>
          <a:xfrm xmlns:a="http://schemas.openxmlformats.org/drawingml/2006/main">
            <a:off x="3409950" y="2076450"/>
            <a:ext cx="2571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667085"/>
                </a:solidFill>
                <a:latin typeface="Menlo"/>
                <a:ea typeface="Menlo"/>
                <a:cs typeface="Menlo"/>
              </a:defRPr>
            </a:pPr>
            <a:r>
              <a:rPr sz="1650" b="1">
                <a:solidFill>
                  <a:srgbClr val="667085"/>
                </a:solidFill>
                <a:latin typeface="Menlo"/>
                <a:ea typeface="Menlo"/>
                <a:cs typeface="Menlo"/>
              </a:rPr>
              <a:t>02</a:t>
            </a:r>
          </a:p>
        </p:txBody>
      </p:sp>
      <p:sp>
        <p:nvSpPr>
          <p:cNvPr id="12" name="">
            <a:extLst xmlns:a="http://schemas.openxmlformats.org/drawingml/2006/main">
              <a:ext uri="{FF2B5EF4-FFF2-40B4-BE49-F238E27FC236}">
                <a16:creationId xmlns:a16="http://schemas.microsoft.com/office/drawing/2014/main" id="{0957D1B9-0FB9-43A7-8ED1-C5689E5DB8CC}"/>
              </a:ext>
            </a:extLst>
          </p:cNvPr>
          <p:cNvSpPr>
            <a:spLocks xmlns:a="http://schemas.openxmlformats.org/drawingml/2006/main" noGrp="1"/>
          </p:cNvSpPr>
          <p:nvPr/>
        </p:nvSpPr>
        <p:spPr>
          <a:xfrm xmlns:a="http://schemas.openxmlformats.org/drawingml/2006/main">
            <a:off x="3409950" y="2667000"/>
            <a:ext cx="2571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2100" b="1">
                <a:solidFill>
                  <a:srgbClr val="191919"/>
                </a:solidFill>
                <a:latin typeface="AppleGothic"/>
                <a:ea typeface="AppleGothic"/>
                <a:cs typeface="AppleGothic"/>
              </a:defRPr>
            </a:pPr>
            <a:r>
              <a:rPr sz="2100" b="1">
                <a:solidFill>
                  <a:srgbClr val="191919"/>
                </a:solidFill>
                <a:latin typeface="AppleGothic"/>
                <a:ea typeface="AppleGothic"/>
                <a:cs typeface="AppleGothic"/>
              </a:rPr>
              <a:t>맥락</a:t>
            </a:r>
          </a:p>
        </p:txBody>
      </p:sp>
      <p:sp>
        <p:nvSpPr>
          <p:cNvPr id="13" name="">
            <a:extLst xmlns:a="http://schemas.openxmlformats.org/drawingml/2006/main">
              <a:ext uri="{FF2B5EF4-FFF2-40B4-BE49-F238E27FC236}">
                <a16:creationId xmlns:a16="http://schemas.microsoft.com/office/drawing/2014/main" id="{D38D9325-258B-4FE6-8AB6-AE8CF9918654}"/>
              </a:ext>
            </a:extLst>
          </p:cNvPr>
          <p:cNvSpPr>
            <a:spLocks xmlns:a="http://schemas.openxmlformats.org/drawingml/2006/main" noGrp="1"/>
          </p:cNvSpPr>
          <p:nvPr/>
        </p:nvSpPr>
        <p:spPr>
          <a:xfrm xmlns:a="http://schemas.openxmlformats.org/drawingml/2006/main" flipH="0" flipV="0">
            <a:off x="3409950" y="3448050"/>
            <a:ext cx="2571750" cy="0"/>
          </a:xfrm>
          <a:prstGeom xmlns:a="http://schemas.openxmlformats.org/drawingml/2006/main" prst="line">
            <a:avLst/>
          </a:prstGeom>
          <a:noFill xmlns:a="http://schemas.openxmlformats.org/drawingml/2006/main"/>
          <a:ln xmlns:a="http://schemas.openxmlformats.org/drawingml/2006/main" w="9525">
            <a:solidFill>
              <a:srgbClr val="191919"/>
            </a:solidFill>
            <a:prstDash val="solid"/>
          </a:ln>
        </p:spPr>
      </p:sp>
      <p:sp>
        <p:nvSpPr>
          <p:cNvPr id="14" name="">
            <a:extLst xmlns:a="http://schemas.openxmlformats.org/drawingml/2006/main">
              <a:ext uri="{FF2B5EF4-FFF2-40B4-BE49-F238E27FC236}">
                <a16:creationId xmlns:a16="http://schemas.microsoft.com/office/drawing/2014/main" id="{66C39FE4-1730-4F76-8EBB-CD6CED296DC1}"/>
              </a:ext>
            </a:extLst>
          </p:cNvPr>
          <p:cNvSpPr>
            <a:spLocks xmlns:a="http://schemas.openxmlformats.org/drawingml/2006/main" noGrp="1"/>
          </p:cNvSpPr>
          <p:nvPr/>
        </p:nvSpPr>
        <p:spPr>
          <a:xfrm xmlns:a="http://schemas.openxmlformats.org/drawingml/2006/main">
            <a:off x="3409950" y="3790950"/>
            <a:ext cx="25717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3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사용자·업무·데이터</a:t>
            </a:r>
          </a:p>
        </p:txBody>
      </p:sp>
      <p:sp>
        <p:nvSpPr>
          <p:cNvPr id="15" name="">
            <a:extLst xmlns:a="http://schemas.openxmlformats.org/drawingml/2006/main">
              <a:ext uri="{FF2B5EF4-FFF2-40B4-BE49-F238E27FC236}">
                <a16:creationId xmlns:a16="http://schemas.microsoft.com/office/drawing/2014/main" id="{34E560FB-0686-44C5-9AB2-66DDDEAFD021}"/>
              </a:ext>
            </a:extLst>
          </p:cNvPr>
          <p:cNvSpPr>
            <a:spLocks xmlns:a="http://schemas.openxmlformats.org/drawingml/2006/main" noGrp="1"/>
          </p:cNvSpPr>
          <p:nvPr/>
        </p:nvSpPr>
        <p:spPr>
          <a:xfrm xmlns:a="http://schemas.openxmlformats.org/drawingml/2006/main">
            <a:off x="6210300" y="2076450"/>
            <a:ext cx="2571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667085"/>
                </a:solidFill>
                <a:latin typeface="Menlo"/>
                <a:ea typeface="Menlo"/>
                <a:cs typeface="Menlo"/>
              </a:defRPr>
            </a:pPr>
            <a:r>
              <a:rPr sz="1650" b="1">
                <a:solidFill>
                  <a:srgbClr val="667085"/>
                </a:solidFill>
                <a:latin typeface="Menlo"/>
                <a:ea typeface="Menlo"/>
                <a:cs typeface="Menlo"/>
              </a:rPr>
              <a:t>03</a:t>
            </a:r>
          </a:p>
        </p:txBody>
      </p:sp>
      <p:sp>
        <p:nvSpPr>
          <p:cNvPr id="16" name="">
            <a:extLst xmlns:a="http://schemas.openxmlformats.org/drawingml/2006/main">
              <a:ext uri="{FF2B5EF4-FFF2-40B4-BE49-F238E27FC236}">
                <a16:creationId xmlns:a16="http://schemas.microsoft.com/office/drawing/2014/main" id="{9760E713-8AC0-485B-B810-D5481D0F44A2}"/>
              </a:ext>
            </a:extLst>
          </p:cNvPr>
          <p:cNvSpPr>
            <a:spLocks xmlns:a="http://schemas.openxmlformats.org/drawingml/2006/main" noGrp="1"/>
          </p:cNvSpPr>
          <p:nvPr/>
        </p:nvSpPr>
        <p:spPr>
          <a:xfrm xmlns:a="http://schemas.openxmlformats.org/drawingml/2006/main">
            <a:off x="6210300" y="2667000"/>
            <a:ext cx="2571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2100" b="1">
                <a:solidFill>
                  <a:srgbClr val="191919"/>
                </a:solidFill>
                <a:latin typeface="AppleGothic"/>
                <a:ea typeface="AppleGothic"/>
                <a:cs typeface="AppleGothic"/>
              </a:defRPr>
            </a:pPr>
            <a:r>
              <a:rPr sz="2100" b="1">
                <a:solidFill>
                  <a:srgbClr val="191919"/>
                </a:solidFill>
                <a:latin typeface="AppleGothic"/>
                <a:ea typeface="AppleGothic"/>
                <a:cs typeface="AppleGothic"/>
              </a:rPr>
              <a:t>버전</a:t>
            </a:r>
          </a:p>
        </p:txBody>
      </p:sp>
      <p:sp>
        <p:nvSpPr>
          <p:cNvPr id="17" name="">
            <a:extLst xmlns:a="http://schemas.openxmlformats.org/drawingml/2006/main">
              <a:ext uri="{FF2B5EF4-FFF2-40B4-BE49-F238E27FC236}">
                <a16:creationId xmlns:a16="http://schemas.microsoft.com/office/drawing/2014/main" id="{B0319922-0C13-4C68-B15B-BC93CE593940}"/>
              </a:ext>
            </a:extLst>
          </p:cNvPr>
          <p:cNvSpPr>
            <a:spLocks xmlns:a="http://schemas.openxmlformats.org/drawingml/2006/main" noGrp="1"/>
          </p:cNvSpPr>
          <p:nvPr/>
        </p:nvSpPr>
        <p:spPr>
          <a:xfrm xmlns:a="http://schemas.openxmlformats.org/drawingml/2006/main" flipH="0" flipV="0">
            <a:off x="6210300" y="3448050"/>
            <a:ext cx="2571750" cy="0"/>
          </a:xfrm>
          <a:prstGeom xmlns:a="http://schemas.openxmlformats.org/drawingml/2006/main" prst="line">
            <a:avLst/>
          </a:prstGeom>
          <a:noFill xmlns:a="http://schemas.openxmlformats.org/drawingml/2006/main"/>
          <a:ln xmlns:a="http://schemas.openxmlformats.org/drawingml/2006/main" w="9525">
            <a:solidFill>
              <a:srgbClr val="191919"/>
            </a:solidFill>
            <a:prstDash val="solid"/>
          </a:ln>
        </p:spPr>
      </p:sp>
      <p:sp>
        <p:nvSpPr>
          <p:cNvPr id="18" name="">
            <a:extLst xmlns:a="http://schemas.openxmlformats.org/drawingml/2006/main">
              <a:ext uri="{FF2B5EF4-FFF2-40B4-BE49-F238E27FC236}">
                <a16:creationId xmlns:a16="http://schemas.microsoft.com/office/drawing/2014/main" id="{35117F4F-4646-43F5-9997-637ACF32A1C7}"/>
              </a:ext>
            </a:extLst>
          </p:cNvPr>
          <p:cNvSpPr>
            <a:spLocks xmlns:a="http://schemas.openxmlformats.org/drawingml/2006/main" noGrp="1"/>
          </p:cNvSpPr>
          <p:nvPr/>
        </p:nvSpPr>
        <p:spPr>
          <a:xfrm xmlns:a="http://schemas.openxmlformats.org/drawingml/2006/main">
            <a:off x="6210300" y="3790950"/>
            <a:ext cx="25717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3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변경 대상과 이유</a:t>
            </a:r>
          </a:p>
        </p:txBody>
      </p:sp>
      <p:sp>
        <p:nvSpPr>
          <p:cNvPr id="19" name="">
            <a:extLst xmlns:a="http://schemas.openxmlformats.org/drawingml/2006/main">
              <a:ext uri="{FF2B5EF4-FFF2-40B4-BE49-F238E27FC236}">
                <a16:creationId xmlns:a16="http://schemas.microsoft.com/office/drawing/2014/main" id="{3BDC447D-F59E-4D49-BC7C-59711DC761E9}"/>
              </a:ext>
            </a:extLst>
          </p:cNvPr>
          <p:cNvSpPr>
            <a:spLocks xmlns:a="http://schemas.openxmlformats.org/drawingml/2006/main" noGrp="1"/>
          </p:cNvSpPr>
          <p:nvPr/>
        </p:nvSpPr>
        <p:spPr>
          <a:xfrm xmlns:a="http://schemas.openxmlformats.org/drawingml/2006/main">
            <a:off x="9010650" y="2076450"/>
            <a:ext cx="2571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667085"/>
                </a:solidFill>
                <a:latin typeface="Menlo"/>
                <a:ea typeface="Menlo"/>
                <a:cs typeface="Menlo"/>
              </a:defRPr>
            </a:pPr>
            <a:r>
              <a:rPr sz="1650" b="1">
                <a:solidFill>
                  <a:srgbClr val="667085"/>
                </a:solidFill>
                <a:latin typeface="Menlo"/>
                <a:ea typeface="Menlo"/>
                <a:cs typeface="Menlo"/>
              </a:rPr>
              <a:t>04</a:t>
            </a:r>
          </a:p>
        </p:txBody>
      </p:sp>
      <p:sp>
        <p:nvSpPr>
          <p:cNvPr id="20" name="">
            <a:extLst xmlns:a="http://schemas.openxmlformats.org/drawingml/2006/main">
              <a:ext uri="{FF2B5EF4-FFF2-40B4-BE49-F238E27FC236}">
                <a16:creationId xmlns:a16="http://schemas.microsoft.com/office/drawing/2014/main" id="{7DBBB880-B349-4FAA-9CB2-2A3899E69A37}"/>
              </a:ext>
            </a:extLst>
          </p:cNvPr>
          <p:cNvSpPr>
            <a:spLocks xmlns:a="http://schemas.openxmlformats.org/drawingml/2006/main" noGrp="1"/>
          </p:cNvSpPr>
          <p:nvPr/>
        </p:nvSpPr>
        <p:spPr>
          <a:xfrm xmlns:a="http://schemas.openxmlformats.org/drawingml/2006/main">
            <a:off x="9010650" y="2667000"/>
            <a:ext cx="2571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2100" b="1">
                <a:solidFill>
                  <a:srgbClr val="191919"/>
                </a:solidFill>
                <a:latin typeface="AppleGothic"/>
                <a:ea typeface="AppleGothic"/>
                <a:cs typeface="AppleGothic"/>
              </a:defRPr>
            </a:pPr>
            <a:r>
              <a:rPr sz="2100" b="1">
                <a:solidFill>
                  <a:srgbClr val="191919"/>
                </a:solidFill>
                <a:latin typeface="AppleGothic"/>
                <a:ea typeface="AppleGothic"/>
                <a:cs typeface="AppleGothic"/>
              </a:rPr>
              <a:t>평가</a:t>
            </a:r>
          </a:p>
        </p:txBody>
      </p:sp>
      <p:sp>
        <p:nvSpPr>
          <p:cNvPr id="21" name="">
            <a:extLst xmlns:a="http://schemas.openxmlformats.org/drawingml/2006/main">
              <a:ext uri="{FF2B5EF4-FFF2-40B4-BE49-F238E27FC236}">
                <a16:creationId xmlns:a16="http://schemas.microsoft.com/office/drawing/2014/main" id="{AC961CD9-8CB8-45C6-80DD-F2CEE39C4FE5}"/>
              </a:ext>
            </a:extLst>
          </p:cNvPr>
          <p:cNvSpPr>
            <a:spLocks xmlns:a="http://schemas.openxmlformats.org/drawingml/2006/main" noGrp="1"/>
          </p:cNvSpPr>
          <p:nvPr/>
        </p:nvSpPr>
        <p:spPr>
          <a:xfrm xmlns:a="http://schemas.openxmlformats.org/drawingml/2006/main" flipH="0" flipV="0">
            <a:off x="9010650" y="3448050"/>
            <a:ext cx="2571750" cy="0"/>
          </a:xfrm>
          <a:prstGeom xmlns:a="http://schemas.openxmlformats.org/drawingml/2006/main" prst="line">
            <a:avLst/>
          </a:prstGeom>
          <a:noFill xmlns:a="http://schemas.openxmlformats.org/drawingml/2006/main"/>
          <a:ln xmlns:a="http://schemas.openxmlformats.org/drawingml/2006/main" w="9525">
            <a:solidFill>
              <a:srgbClr val="191919"/>
            </a:solidFill>
            <a:prstDash val="solid"/>
          </a:ln>
        </p:spPr>
      </p:sp>
      <p:sp>
        <p:nvSpPr>
          <p:cNvPr id="22" name="">
            <a:extLst xmlns:a="http://schemas.openxmlformats.org/drawingml/2006/main">
              <a:ext uri="{FF2B5EF4-FFF2-40B4-BE49-F238E27FC236}">
                <a16:creationId xmlns:a16="http://schemas.microsoft.com/office/drawing/2014/main" id="{51844032-EE7C-4B62-8591-017A9D73B8CF}"/>
              </a:ext>
            </a:extLst>
          </p:cNvPr>
          <p:cNvSpPr>
            <a:spLocks xmlns:a="http://schemas.openxmlformats.org/drawingml/2006/main" noGrp="1"/>
          </p:cNvSpPr>
          <p:nvPr/>
        </p:nvSpPr>
        <p:spPr>
          <a:xfrm xmlns:a="http://schemas.openxmlformats.org/drawingml/2006/main">
            <a:off x="9010650" y="3790950"/>
            <a:ext cx="25717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3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같은 축의 비교</a:t>
            </a:r>
          </a:p>
        </p:txBody>
      </p:sp>
      <p:sp>
        <p:nvSpPr>
          <p:cNvPr id="23" name="">
            <a:extLst xmlns:a="http://schemas.openxmlformats.org/drawingml/2006/main">
              <a:ext uri="{FF2B5EF4-FFF2-40B4-BE49-F238E27FC236}">
                <a16:creationId xmlns:a16="http://schemas.microsoft.com/office/drawing/2014/main" id="{B3871615-6356-47C8-88C2-C4E2763E897B}"/>
              </a:ext>
            </a:extLst>
          </p:cNvPr>
          <p:cNvSpPr>
            <a:spLocks xmlns:a="http://schemas.openxmlformats.org/drawingml/2006/main" noGrp="1"/>
          </p:cNvSpPr>
          <p:nvPr/>
        </p:nvSpPr>
        <p:spPr>
          <a:xfrm xmlns:a="http://schemas.openxmlformats.org/drawingml/2006/main">
            <a:off x="609600" y="5581650"/>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191919"/>
                </a:solidFill>
                <a:latin typeface="AppleGothic"/>
                <a:ea typeface="AppleGothic"/>
                <a:cs typeface="AppleGothic"/>
              </a:defRPr>
            </a:pPr>
            <a:r>
              <a:rPr sz="1500" b="1">
                <a:solidFill>
                  <a:srgbClr val="191919"/>
                </a:solidFill>
                <a:latin typeface="AppleGothic"/>
                <a:ea typeface="AppleGothic"/>
                <a:cs typeface="AppleGothic"/>
              </a:rPr>
              <a:t>정답 암기가 아니라 다른 사람이 다시 판정할 수 있는 운영 계약</a:t>
            </a:r>
          </a:p>
        </p:txBody>
      </p:sp>
    </p:spTree>
    <p:extLst>
      <p:ext uri="{BB962C8B-B14F-4D97-AF65-F5344CB8AC3E}">
        <p14:creationId xmlns:p14="http://schemas.microsoft.com/office/powerpoint/2010/main" val="1694817572"/>
      </p:ext>
    </p:extLst>
  </p:cSld>
</p:sld>
</file>

<file path=ppt/slides/slide14.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999B591F-9FB9-438B-BA85-4DBC0FD01FAA}"/>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CONTRACT</a:t>
            </a:r>
          </a:p>
        </p:txBody>
      </p:sp>
      <p:sp>
        <p:nvSpPr>
          <p:cNvPr id="2" name="">
            <a:extLst xmlns:a="http://schemas.openxmlformats.org/drawingml/2006/main">
              <a:ext uri="{FF2B5EF4-FFF2-40B4-BE49-F238E27FC236}">
                <a16:creationId xmlns:a16="http://schemas.microsoft.com/office/drawing/2014/main" id="{B14DE893-BBCF-4774-8F7C-AB21BBBE74C1}"/>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14</a:t>
            </a:r>
          </a:p>
        </p:txBody>
      </p:sp>
      <p:sp>
        <p:nvSpPr>
          <p:cNvPr id="3" name="">
            <a:extLst xmlns:a="http://schemas.openxmlformats.org/drawingml/2006/main">
              <a:ext uri="{FF2B5EF4-FFF2-40B4-BE49-F238E27FC236}">
                <a16:creationId xmlns:a16="http://schemas.microsoft.com/office/drawing/2014/main" id="{1BAB9D8F-3D53-4EB2-B2C3-C307E9668E8B}"/>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5A6E7C67-3308-405D-819E-79CEA0993DD5}"/>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41E14EE4-C8D7-4A57-A7C6-6A96D66D78D6}"/>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ED5BDB72-D3A3-4E36-852D-ADC236473CAB}"/>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1주차 완료 상태</a:t>
            </a:r>
          </a:p>
        </p:txBody>
      </p:sp>
      <p:sp>
        <p:nvSpPr>
          <p:cNvPr id="7" name="">
            <a:extLst xmlns:a="http://schemas.openxmlformats.org/drawingml/2006/main">
              <a:ext uri="{FF2B5EF4-FFF2-40B4-BE49-F238E27FC236}">
                <a16:creationId xmlns:a16="http://schemas.microsoft.com/office/drawing/2014/main" id="{2FF23C71-014D-4983-B779-A6F8D84C1BC7}"/>
              </a:ext>
            </a:extLst>
          </p:cNvPr>
          <p:cNvSpPr>
            <a:spLocks xmlns:a="http://schemas.openxmlformats.org/drawingml/2006/main" noGrp="1"/>
          </p:cNvSpPr>
          <p:nvPr/>
        </p:nvSpPr>
        <p:spPr>
          <a:xfrm xmlns:a="http://schemas.openxmlformats.org/drawingml/2006/main" rot="0">
            <a:off x="666750" y="1619250"/>
            <a:ext cx="361950" cy="36195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8" name="">
            <a:extLst xmlns:a="http://schemas.openxmlformats.org/drawingml/2006/main">
              <a:ext uri="{FF2B5EF4-FFF2-40B4-BE49-F238E27FC236}">
                <a16:creationId xmlns:a16="http://schemas.microsoft.com/office/drawing/2014/main" id="{D72B46AB-37E3-44DF-B7FC-056BA6CFC02F}"/>
              </a:ext>
            </a:extLst>
          </p:cNvPr>
          <p:cNvSpPr>
            <a:spLocks xmlns:a="http://schemas.openxmlformats.org/drawingml/2006/main" noGrp="1"/>
          </p:cNvSpPr>
          <p:nvPr/>
        </p:nvSpPr>
        <p:spPr>
          <a:xfrm xmlns:a="http://schemas.openxmlformats.org/drawingml/2006/main">
            <a:off x="666750" y="1619250"/>
            <a:ext cx="361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650" b="1">
                <a:solidFill>
                  <a:srgbClr val="FFFFFF"/>
                </a:solidFill>
                <a:latin typeface="Menlo"/>
                <a:ea typeface="Menlo"/>
                <a:cs typeface="Menlo"/>
              </a:defRPr>
            </a:pPr>
            <a:r>
              <a:rPr sz="1650" b="1">
                <a:solidFill>
                  <a:srgbClr val="FFFFFF"/>
                </a:solidFill>
                <a:latin typeface="Menlo"/>
                <a:ea typeface="Menlo"/>
                <a:cs typeface="Menlo"/>
              </a:rPr>
              <a:t>✓</a:t>
            </a:r>
          </a:p>
        </p:txBody>
      </p:sp>
      <p:sp>
        <p:nvSpPr>
          <p:cNvPr id="9" name="">
            <a:extLst xmlns:a="http://schemas.openxmlformats.org/drawingml/2006/main">
              <a:ext uri="{FF2B5EF4-FFF2-40B4-BE49-F238E27FC236}">
                <a16:creationId xmlns:a16="http://schemas.microsoft.com/office/drawing/2014/main" id="{9CB43397-FF66-4AAB-BB3B-A015C03CF486}"/>
              </a:ext>
            </a:extLst>
          </p:cNvPr>
          <p:cNvSpPr>
            <a:spLocks xmlns:a="http://schemas.openxmlformats.org/drawingml/2006/main" noGrp="1"/>
          </p:cNvSpPr>
          <p:nvPr/>
        </p:nvSpPr>
        <p:spPr>
          <a:xfrm xmlns:a="http://schemas.openxmlformats.org/drawingml/2006/main">
            <a:off x="1295400" y="1562100"/>
            <a:ext cx="4000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950" b="1">
                <a:solidFill>
                  <a:srgbClr val="191919"/>
                </a:solidFill>
                <a:latin typeface="AppleGothic"/>
                <a:ea typeface="AppleGothic"/>
                <a:cs typeface="AppleGothic"/>
              </a:defRPr>
            </a:pPr>
            <a:r>
              <a:rPr sz="1950" b="1">
                <a:solidFill>
                  <a:srgbClr val="191919"/>
                </a:solidFill>
                <a:latin typeface="AppleGothic"/>
                <a:ea typeface="AppleGothic"/>
                <a:cs typeface="AppleGothic"/>
              </a:rPr>
              <a:t>실행 서비스</a:t>
            </a:r>
          </a:p>
        </p:txBody>
      </p:sp>
      <p:sp>
        <p:nvSpPr>
          <p:cNvPr id="10" name="">
            <a:extLst xmlns:a="http://schemas.openxmlformats.org/drawingml/2006/main">
              <a:ext uri="{FF2B5EF4-FFF2-40B4-BE49-F238E27FC236}">
                <a16:creationId xmlns:a16="http://schemas.microsoft.com/office/drawing/2014/main" id="{D0B2BE60-C4A2-4FC9-9800-701BB0B777A4}"/>
              </a:ext>
            </a:extLst>
          </p:cNvPr>
          <p:cNvSpPr>
            <a:spLocks xmlns:a="http://schemas.openxmlformats.org/drawingml/2006/main" noGrp="1"/>
          </p:cNvSpPr>
          <p:nvPr/>
        </p:nvSpPr>
        <p:spPr>
          <a:xfrm xmlns:a="http://schemas.openxmlformats.org/drawingml/2006/main">
            <a:off x="5657850" y="1600200"/>
            <a:ext cx="5581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상태 확인과 사용자 화면(User Interface, UI)</a:t>
            </a:r>
          </a:p>
        </p:txBody>
      </p:sp>
      <p:sp>
        <p:nvSpPr>
          <p:cNvPr id="11" name="">
            <a:extLst xmlns:a="http://schemas.openxmlformats.org/drawingml/2006/main">
              <a:ext uri="{FF2B5EF4-FFF2-40B4-BE49-F238E27FC236}">
                <a16:creationId xmlns:a16="http://schemas.microsoft.com/office/drawing/2014/main" id="{B4BA982D-4524-46CF-A7E5-426D311BBD08}"/>
              </a:ext>
            </a:extLst>
          </p:cNvPr>
          <p:cNvSpPr>
            <a:spLocks xmlns:a="http://schemas.openxmlformats.org/drawingml/2006/main" noGrp="1"/>
          </p:cNvSpPr>
          <p:nvPr/>
        </p:nvSpPr>
        <p:spPr>
          <a:xfrm xmlns:a="http://schemas.openxmlformats.org/drawingml/2006/main" flipH="0" flipV="0">
            <a:off x="1295400" y="2152650"/>
            <a:ext cx="99441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12" name="">
            <a:extLst xmlns:a="http://schemas.openxmlformats.org/drawingml/2006/main">
              <a:ext uri="{FF2B5EF4-FFF2-40B4-BE49-F238E27FC236}">
                <a16:creationId xmlns:a16="http://schemas.microsoft.com/office/drawing/2014/main" id="{6F05E48E-34C8-497E-AF88-9E748D975F96}"/>
              </a:ext>
            </a:extLst>
          </p:cNvPr>
          <p:cNvSpPr>
            <a:spLocks xmlns:a="http://schemas.openxmlformats.org/drawingml/2006/main" noGrp="1"/>
          </p:cNvSpPr>
          <p:nvPr/>
        </p:nvSpPr>
        <p:spPr>
          <a:xfrm xmlns:a="http://schemas.openxmlformats.org/drawingml/2006/main" rot="0">
            <a:off x="666750" y="2495550"/>
            <a:ext cx="361950" cy="36195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13" name="">
            <a:extLst xmlns:a="http://schemas.openxmlformats.org/drawingml/2006/main">
              <a:ext uri="{FF2B5EF4-FFF2-40B4-BE49-F238E27FC236}">
                <a16:creationId xmlns:a16="http://schemas.microsoft.com/office/drawing/2014/main" id="{972A547A-F3C9-4A5F-9823-DEA1AD67894F}"/>
              </a:ext>
            </a:extLst>
          </p:cNvPr>
          <p:cNvSpPr>
            <a:spLocks xmlns:a="http://schemas.openxmlformats.org/drawingml/2006/main" noGrp="1"/>
          </p:cNvSpPr>
          <p:nvPr/>
        </p:nvSpPr>
        <p:spPr>
          <a:xfrm xmlns:a="http://schemas.openxmlformats.org/drawingml/2006/main">
            <a:off x="666750" y="2495550"/>
            <a:ext cx="361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650" b="1">
                <a:solidFill>
                  <a:srgbClr val="FFFFFF"/>
                </a:solidFill>
                <a:latin typeface="Menlo"/>
                <a:ea typeface="Menlo"/>
                <a:cs typeface="Menlo"/>
              </a:defRPr>
            </a:pPr>
            <a:r>
              <a:rPr sz="1650" b="1">
                <a:solidFill>
                  <a:srgbClr val="FFFFFF"/>
                </a:solidFill>
                <a:latin typeface="Menlo"/>
                <a:ea typeface="Menlo"/>
                <a:cs typeface="Menlo"/>
              </a:rPr>
              <a:t>✓</a:t>
            </a:r>
          </a:p>
        </p:txBody>
      </p:sp>
      <p:sp>
        <p:nvSpPr>
          <p:cNvPr id="14" name="">
            <a:extLst xmlns:a="http://schemas.openxmlformats.org/drawingml/2006/main">
              <a:ext uri="{FF2B5EF4-FFF2-40B4-BE49-F238E27FC236}">
                <a16:creationId xmlns:a16="http://schemas.microsoft.com/office/drawing/2014/main" id="{48327ADF-2AAE-402C-8958-D9BF117C5FA3}"/>
              </a:ext>
            </a:extLst>
          </p:cNvPr>
          <p:cNvSpPr>
            <a:spLocks xmlns:a="http://schemas.openxmlformats.org/drawingml/2006/main" noGrp="1"/>
          </p:cNvSpPr>
          <p:nvPr/>
        </p:nvSpPr>
        <p:spPr>
          <a:xfrm xmlns:a="http://schemas.openxmlformats.org/drawingml/2006/main">
            <a:off x="1295400" y="2438400"/>
            <a:ext cx="4000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950" b="1">
                <a:solidFill>
                  <a:srgbClr val="191919"/>
                </a:solidFill>
                <a:latin typeface="AppleGothic"/>
                <a:ea typeface="AppleGothic"/>
                <a:cs typeface="AppleGothic"/>
              </a:defRPr>
            </a:pPr>
            <a:r>
              <a:rPr sz="1950" b="1">
                <a:solidFill>
                  <a:srgbClr val="191919"/>
                </a:solidFill>
                <a:latin typeface="AppleGothic"/>
                <a:ea typeface="AppleGothic"/>
                <a:cs typeface="AppleGothic"/>
              </a:rPr>
              <a:t>실행 추적 두 건</a:t>
            </a:r>
          </a:p>
        </p:txBody>
      </p:sp>
      <p:sp>
        <p:nvSpPr>
          <p:cNvPr id="15" name="">
            <a:extLst xmlns:a="http://schemas.openxmlformats.org/drawingml/2006/main">
              <a:ext uri="{FF2B5EF4-FFF2-40B4-BE49-F238E27FC236}">
                <a16:creationId xmlns:a16="http://schemas.microsoft.com/office/drawing/2014/main" id="{C249EED5-53BE-4537-A20D-F61C4E5A0538}"/>
              </a:ext>
            </a:extLst>
          </p:cNvPr>
          <p:cNvSpPr>
            <a:spLocks xmlns:a="http://schemas.openxmlformats.org/drawingml/2006/main" noGrp="1"/>
          </p:cNvSpPr>
          <p:nvPr/>
        </p:nvSpPr>
        <p:spPr>
          <a:xfrm xmlns:a="http://schemas.openxmlformats.org/drawingml/2006/main">
            <a:off x="5657850" y="2476500"/>
            <a:ext cx="5581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같은 입력의 기준선과 변형</a:t>
            </a:r>
          </a:p>
        </p:txBody>
      </p:sp>
      <p:sp>
        <p:nvSpPr>
          <p:cNvPr id="16" name="">
            <a:extLst xmlns:a="http://schemas.openxmlformats.org/drawingml/2006/main">
              <a:ext uri="{FF2B5EF4-FFF2-40B4-BE49-F238E27FC236}">
                <a16:creationId xmlns:a16="http://schemas.microsoft.com/office/drawing/2014/main" id="{333AD1D2-913A-42AC-B008-34509F7AB60E}"/>
              </a:ext>
            </a:extLst>
          </p:cNvPr>
          <p:cNvSpPr>
            <a:spLocks xmlns:a="http://schemas.openxmlformats.org/drawingml/2006/main" noGrp="1"/>
          </p:cNvSpPr>
          <p:nvPr/>
        </p:nvSpPr>
        <p:spPr>
          <a:xfrm xmlns:a="http://schemas.openxmlformats.org/drawingml/2006/main" flipH="0" flipV="0">
            <a:off x="1295400" y="3028950"/>
            <a:ext cx="99441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17" name="">
            <a:extLst xmlns:a="http://schemas.openxmlformats.org/drawingml/2006/main">
              <a:ext uri="{FF2B5EF4-FFF2-40B4-BE49-F238E27FC236}">
                <a16:creationId xmlns:a16="http://schemas.microsoft.com/office/drawing/2014/main" id="{AED42DB4-462D-4A36-BC08-FF493E5AE233}"/>
              </a:ext>
            </a:extLst>
          </p:cNvPr>
          <p:cNvSpPr>
            <a:spLocks xmlns:a="http://schemas.openxmlformats.org/drawingml/2006/main" noGrp="1"/>
          </p:cNvSpPr>
          <p:nvPr/>
        </p:nvSpPr>
        <p:spPr>
          <a:xfrm xmlns:a="http://schemas.openxmlformats.org/drawingml/2006/main" rot="0">
            <a:off x="666750" y="3371850"/>
            <a:ext cx="361950" cy="361950"/>
          </a:xfrm>
          <a:prstGeom xmlns:a="http://schemas.openxmlformats.org/drawingml/2006/main" prst="rect">
            <a:avLst/>
          </a:prstGeom>
          <a:solidFill xmlns:a="http://schemas.openxmlformats.org/drawingml/2006/main">
            <a:srgbClr val="2563EB"/>
          </a:solidFill>
          <a:ln xmlns:a="http://schemas.openxmlformats.org/drawingml/2006/main" w="0">
            <a:solidFill>
              <a:srgbClr val="2563EB"/>
            </a:solidFill>
            <a:prstDash val="solid"/>
          </a:ln>
        </p:spPr>
      </p:sp>
      <p:sp>
        <p:nvSpPr>
          <p:cNvPr id="18" name="">
            <a:extLst xmlns:a="http://schemas.openxmlformats.org/drawingml/2006/main">
              <a:ext uri="{FF2B5EF4-FFF2-40B4-BE49-F238E27FC236}">
                <a16:creationId xmlns:a16="http://schemas.microsoft.com/office/drawing/2014/main" id="{1A5FF34F-025B-49F9-B68E-1327CAAC3138}"/>
              </a:ext>
            </a:extLst>
          </p:cNvPr>
          <p:cNvSpPr>
            <a:spLocks xmlns:a="http://schemas.openxmlformats.org/drawingml/2006/main" noGrp="1"/>
          </p:cNvSpPr>
          <p:nvPr/>
        </p:nvSpPr>
        <p:spPr>
          <a:xfrm xmlns:a="http://schemas.openxmlformats.org/drawingml/2006/main">
            <a:off x="666750" y="3371850"/>
            <a:ext cx="361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650" b="1">
                <a:solidFill>
                  <a:srgbClr val="FFFFFF"/>
                </a:solidFill>
                <a:latin typeface="Menlo"/>
                <a:ea typeface="Menlo"/>
                <a:cs typeface="Menlo"/>
              </a:defRPr>
            </a:pPr>
            <a:r>
              <a:rPr sz="1650" b="1">
                <a:solidFill>
                  <a:srgbClr val="FFFFFF"/>
                </a:solidFill>
                <a:latin typeface="Menlo"/>
                <a:ea typeface="Menlo"/>
                <a:cs typeface="Menlo"/>
              </a:rPr>
              <a:t>✓</a:t>
            </a:r>
          </a:p>
        </p:txBody>
      </p:sp>
      <p:sp>
        <p:nvSpPr>
          <p:cNvPr id="19" name="">
            <a:extLst xmlns:a="http://schemas.openxmlformats.org/drawingml/2006/main">
              <a:ext uri="{FF2B5EF4-FFF2-40B4-BE49-F238E27FC236}">
                <a16:creationId xmlns:a16="http://schemas.microsoft.com/office/drawing/2014/main" id="{363DB798-F33F-4F79-B920-2009572BC298}"/>
              </a:ext>
            </a:extLst>
          </p:cNvPr>
          <p:cNvSpPr>
            <a:spLocks xmlns:a="http://schemas.openxmlformats.org/drawingml/2006/main" noGrp="1"/>
          </p:cNvSpPr>
          <p:nvPr/>
        </p:nvSpPr>
        <p:spPr>
          <a:xfrm xmlns:a="http://schemas.openxmlformats.org/drawingml/2006/main">
            <a:off x="1295400" y="3314700"/>
            <a:ext cx="4000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950" b="1">
                <a:solidFill>
                  <a:srgbClr val="2563EB"/>
                </a:solidFill>
                <a:latin typeface="AppleGothic"/>
                <a:ea typeface="AppleGothic"/>
                <a:cs typeface="AppleGothic"/>
              </a:defRPr>
            </a:pPr>
            <a:r>
              <a:rPr sz="1950" b="1">
                <a:solidFill>
                  <a:srgbClr val="2563EB"/>
                </a:solidFill>
                <a:latin typeface="AppleGothic"/>
                <a:ea typeface="AppleGothic"/>
                <a:cs typeface="AppleGothic"/>
              </a:rPr>
              <a:t>단일 변수</a:t>
            </a:r>
          </a:p>
        </p:txBody>
      </p:sp>
      <p:sp>
        <p:nvSpPr>
          <p:cNvPr id="20" name="">
            <a:extLst xmlns:a="http://schemas.openxmlformats.org/drawingml/2006/main">
              <a:ext uri="{FF2B5EF4-FFF2-40B4-BE49-F238E27FC236}">
                <a16:creationId xmlns:a16="http://schemas.microsoft.com/office/drawing/2014/main" id="{E84EC54A-0C61-416E-8FB4-1B659744E50D}"/>
              </a:ext>
            </a:extLst>
          </p:cNvPr>
          <p:cNvSpPr>
            <a:spLocks xmlns:a="http://schemas.openxmlformats.org/drawingml/2006/main" noGrp="1"/>
          </p:cNvSpPr>
          <p:nvPr/>
        </p:nvSpPr>
        <p:spPr>
          <a:xfrm xmlns:a="http://schemas.openxmlformats.org/drawingml/2006/main">
            <a:off x="5657850" y="3352800"/>
            <a:ext cx="5581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프롬프트 버전 또는 생성 온도</a:t>
            </a:r>
          </a:p>
        </p:txBody>
      </p:sp>
      <p:sp>
        <p:nvSpPr>
          <p:cNvPr id="21" name="">
            <a:extLst xmlns:a="http://schemas.openxmlformats.org/drawingml/2006/main">
              <a:ext uri="{FF2B5EF4-FFF2-40B4-BE49-F238E27FC236}">
                <a16:creationId xmlns:a16="http://schemas.microsoft.com/office/drawing/2014/main" id="{E3C4339A-DB1C-415D-A422-D32E0FB1648E}"/>
              </a:ext>
            </a:extLst>
          </p:cNvPr>
          <p:cNvSpPr>
            <a:spLocks xmlns:a="http://schemas.openxmlformats.org/drawingml/2006/main" noGrp="1"/>
          </p:cNvSpPr>
          <p:nvPr/>
        </p:nvSpPr>
        <p:spPr>
          <a:xfrm xmlns:a="http://schemas.openxmlformats.org/drawingml/2006/main" flipH="0" flipV="0">
            <a:off x="1295400" y="3905250"/>
            <a:ext cx="9944100" cy="0"/>
          </a:xfrm>
          <a:prstGeom xmlns:a="http://schemas.openxmlformats.org/drawingml/2006/main" prst="line">
            <a:avLst/>
          </a:prstGeom>
          <a:noFill xmlns:a="http://schemas.openxmlformats.org/drawingml/2006/main"/>
          <a:ln xmlns:a="http://schemas.openxmlformats.org/drawingml/2006/main" w="28575">
            <a:solidFill>
              <a:srgbClr val="2563EB"/>
            </a:solidFill>
            <a:prstDash val="solid"/>
          </a:ln>
        </p:spPr>
      </p:sp>
      <p:sp>
        <p:nvSpPr>
          <p:cNvPr id="22" name="">
            <a:extLst xmlns:a="http://schemas.openxmlformats.org/drawingml/2006/main">
              <a:ext uri="{FF2B5EF4-FFF2-40B4-BE49-F238E27FC236}">
                <a16:creationId xmlns:a16="http://schemas.microsoft.com/office/drawing/2014/main" id="{3941EFD0-F09F-4C85-9977-7C94B37FEA22}"/>
              </a:ext>
            </a:extLst>
          </p:cNvPr>
          <p:cNvSpPr>
            <a:spLocks xmlns:a="http://schemas.openxmlformats.org/drawingml/2006/main" noGrp="1"/>
          </p:cNvSpPr>
          <p:nvPr/>
        </p:nvSpPr>
        <p:spPr>
          <a:xfrm xmlns:a="http://schemas.openxmlformats.org/drawingml/2006/main" rot="0">
            <a:off x="666750" y="4248150"/>
            <a:ext cx="361950" cy="36195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23" name="">
            <a:extLst xmlns:a="http://schemas.openxmlformats.org/drawingml/2006/main">
              <a:ext uri="{FF2B5EF4-FFF2-40B4-BE49-F238E27FC236}">
                <a16:creationId xmlns:a16="http://schemas.microsoft.com/office/drawing/2014/main" id="{588B99F0-4824-4133-8897-FFBF25BC142D}"/>
              </a:ext>
            </a:extLst>
          </p:cNvPr>
          <p:cNvSpPr>
            <a:spLocks xmlns:a="http://schemas.openxmlformats.org/drawingml/2006/main" noGrp="1"/>
          </p:cNvSpPr>
          <p:nvPr/>
        </p:nvSpPr>
        <p:spPr>
          <a:xfrm xmlns:a="http://schemas.openxmlformats.org/drawingml/2006/main">
            <a:off x="666750" y="4248150"/>
            <a:ext cx="361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650" b="1">
                <a:solidFill>
                  <a:srgbClr val="FFFFFF"/>
                </a:solidFill>
                <a:latin typeface="Menlo"/>
                <a:ea typeface="Menlo"/>
                <a:cs typeface="Menlo"/>
              </a:defRPr>
            </a:pPr>
            <a:r>
              <a:rPr sz="1650" b="1">
                <a:solidFill>
                  <a:srgbClr val="FFFFFF"/>
                </a:solidFill>
                <a:latin typeface="Menlo"/>
                <a:ea typeface="Menlo"/>
                <a:cs typeface="Menlo"/>
              </a:rPr>
              <a:t>✓</a:t>
            </a:r>
          </a:p>
        </p:txBody>
      </p:sp>
      <p:sp>
        <p:nvSpPr>
          <p:cNvPr id="24" name="">
            <a:extLst xmlns:a="http://schemas.openxmlformats.org/drawingml/2006/main">
              <a:ext uri="{FF2B5EF4-FFF2-40B4-BE49-F238E27FC236}">
                <a16:creationId xmlns:a16="http://schemas.microsoft.com/office/drawing/2014/main" id="{D0477AC7-C73E-4AD1-B4B2-557A9489EF8D}"/>
              </a:ext>
            </a:extLst>
          </p:cNvPr>
          <p:cNvSpPr>
            <a:spLocks xmlns:a="http://schemas.openxmlformats.org/drawingml/2006/main" noGrp="1"/>
          </p:cNvSpPr>
          <p:nvPr/>
        </p:nvSpPr>
        <p:spPr>
          <a:xfrm xmlns:a="http://schemas.openxmlformats.org/drawingml/2006/main">
            <a:off x="1295400" y="4191000"/>
            <a:ext cx="4000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950" b="1">
                <a:solidFill>
                  <a:srgbClr val="191919"/>
                </a:solidFill>
                <a:latin typeface="AppleGothic"/>
                <a:ea typeface="AppleGothic"/>
                <a:cs typeface="AppleGothic"/>
              </a:defRPr>
            </a:pPr>
            <a:r>
              <a:rPr sz="1950" b="1">
                <a:solidFill>
                  <a:srgbClr val="191919"/>
                </a:solidFill>
                <a:latin typeface="AppleGothic"/>
                <a:ea typeface="AppleGothic"/>
                <a:cs typeface="AppleGothic"/>
              </a:rPr>
              <a:t>비교 표</a:t>
            </a:r>
          </a:p>
        </p:txBody>
      </p:sp>
      <p:sp>
        <p:nvSpPr>
          <p:cNvPr id="25" name="">
            <a:extLst xmlns:a="http://schemas.openxmlformats.org/drawingml/2006/main">
              <a:ext uri="{FF2B5EF4-FFF2-40B4-BE49-F238E27FC236}">
                <a16:creationId xmlns:a16="http://schemas.microsoft.com/office/drawing/2014/main" id="{B0D03223-2164-4DB7-A9C8-1FE3587AB54C}"/>
              </a:ext>
            </a:extLst>
          </p:cNvPr>
          <p:cNvSpPr>
            <a:spLocks xmlns:a="http://schemas.openxmlformats.org/drawingml/2006/main" noGrp="1"/>
          </p:cNvSpPr>
          <p:nvPr/>
        </p:nvSpPr>
        <p:spPr>
          <a:xfrm xmlns:a="http://schemas.openxmlformats.org/drawingml/2006/main">
            <a:off x="5657850" y="4229100"/>
            <a:ext cx="5581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출력·상태·응답 지연·토큰</a:t>
            </a:r>
          </a:p>
        </p:txBody>
      </p:sp>
      <p:sp>
        <p:nvSpPr>
          <p:cNvPr id="26" name="">
            <a:extLst xmlns:a="http://schemas.openxmlformats.org/drawingml/2006/main">
              <a:ext uri="{FF2B5EF4-FFF2-40B4-BE49-F238E27FC236}">
                <a16:creationId xmlns:a16="http://schemas.microsoft.com/office/drawing/2014/main" id="{530205CB-FAE3-4972-9D76-8C1C931C08D9}"/>
              </a:ext>
            </a:extLst>
          </p:cNvPr>
          <p:cNvSpPr>
            <a:spLocks xmlns:a="http://schemas.openxmlformats.org/drawingml/2006/main" noGrp="1"/>
          </p:cNvSpPr>
          <p:nvPr/>
        </p:nvSpPr>
        <p:spPr>
          <a:xfrm xmlns:a="http://schemas.openxmlformats.org/drawingml/2006/main" flipH="0" flipV="0">
            <a:off x="1295400" y="4781550"/>
            <a:ext cx="99441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27" name="">
            <a:extLst xmlns:a="http://schemas.openxmlformats.org/drawingml/2006/main">
              <a:ext uri="{FF2B5EF4-FFF2-40B4-BE49-F238E27FC236}">
                <a16:creationId xmlns:a16="http://schemas.microsoft.com/office/drawing/2014/main" id="{8E8D3CB0-BF71-40CD-8FE7-3ECC3B6FA9B4}"/>
              </a:ext>
            </a:extLst>
          </p:cNvPr>
          <p:cNvSpPr>
            <a:spLocks xmlns:a="http://schemas.openxmlformats.org/drawingml/2006/main" noGrp="1"/>
          </p:cNvSpPr>
          <p:nvPr/>
        </p:nvSpPr>
        <p:spPr>
          <a:xfrm xmlns:a="http://schemas.openxmlformats.org/drawingml/2006/main" rot="0">
            <a:off x="666750" y="5124450"/>
            <a:ext cx="361950" cy="36195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28" name="">
            <a:extLst xmlns:a="http://schemas.openxmlformats.org/drawingml/2006/main">
              <a:ext uri="{FF2B5EF4-FFF2-40B4-BE49-F238E27FC236}">
                <a16:creationId xmlns:a16="http://schemas.microsoft.com/office/drawing/2014/main" id="{C1851992-E6DF-4EB3-B184-146869C5AC09}"/>
              </a:ext>
            </a:extLst>
          </p:cNvPr>
          <p:cNvSpPr>
            <a:spLocks xmlns:a="http://schemas.openxmlformats.org/drawingml/2006/main" noGrp="1"/>
          </p:cNvSpPr>
          <p:nvPr/>
        </p:nvSpPr>
        <p:spPr>
          <a:xfrm xmlns:a="http://schemas.openxmlformats.org/drawingml/2006/main">
            <a:off x="666750" y="5124450"/>
            <a:ext cx="361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650" b="1">
                <a:solidFill>
                  <a:srgbClr val="FFFFFF"/>
                </a:solidFill>
                <a:latin typeface="Menlo"/>
                <a:ea typeface="Menlo"/>
                <a:cs typeface="Menlo"/>
              </a:defRPr>
            </a:pPr>
            <a:r>
              <a:rPr sz="1650" b="1">
                <a:solidFill>
                  <a:srgbClr val="FFFFFF"/>
                </a:solidFill>
                <a:latin typeface="Menlo"/>
                <a:ea typeface="Menlo"/>
                <a:cs typeface="Menlo"/>
              </a:rPr>
              <a:t>✓</a:t>
            </a:r>
          </a:p>
        </p:txBody>
      </p:sp>
      <p:sp>
        <p:nvSpPr>
          <p:cNvPr id="29" name="">
            <a:extLst xmlns:a="http://schemas.openxmlformats.org/drawingml/2006/main">
              <a:ext uri="{FF2B5EF4-FFF2-40B4-BE49-F238E27FC236}">
                <a16:creationId xmlns:a16="http://schemas.microsoft.com/office/drawing/2014/main" id="{DFB90DC7-6D08-4077-B0B2-15F42A1B533D}"/>
              </a:ext>
            </a:extLst>
          </p:cNvPr>
          <p:cNvSpPr>
            <a:spLocks xmlns:a="http://schemas.openxmlformats.org/drawingml/2006/main" noGrp="1"/>
          </p:cNvSpPr>
          <p:nvPr/>
        </p:nvSpPr>
        <p:spPr>
          <a:xfrm xmlns:a="http://schemas.openxmlformats.org/drawingml/2006/main">
            <a:off x="1295400" y="5067300"/>
            <a:ext cx="4000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950" b="1">
                <a:solidFill>
                  <a:srgbClr val="191919"/>
                </a:solidFill>
                <a:latin typeface="AppleGothic"/>
                <a:ea typeface="AppleGothic"/>
                <a:cs typeface="AppleGothic"/>
              </a:defRPr>
            </a:pPr>
            <a:r>
              <a:rPr sz="1950" b="1">
                <a:solidFill>
                  <a:srgbClr val="191919"/>
                </a:solidFill>
                <a:latin typeface="AppleGothic"/>
                <a:ea typeface="AppleGothic"/>
                <a:cs typeface="AppleGothic"/>
              </a:rPr>
              <a:t>개선 가설</a:t>
            </a:r>
          </a:p>
        </p:txBody>
      </p:sp>
      <p:sp>
        <p:nvSpPr>
          <p:cNvPr id="30" name="">
            <a:extLst xmlns:a="http://schemas.openxmlformats.org/drawingml/2006/main">
              <a:ext uri="{FF2B5EF4-FFF2-40B4-BE49-F238E27FC236}">
                <a16:creationId xmlns:a16="http://schemas.microsoft.com/office/drawing/2014/main" id="{6C7DA897-95CF-4373-B7EB-8F0013343D44}"/>
              </a:ext>
            </a:extLst>
          </p:cNvPr>
          <p:cNvSpPr>
            <a:spLocks xmlns:a="http://schemas.openxmlformats.org/drawingml/2006/main" noGrp="1"/>
          </p:cNvSpPr>
          <p:nvPr/>
        </p:nvSpPr>
        <p:spPr>
          <a:xfrm xmlns:a="http://schemas.openxmlformats.org/drawingml/2006/main">
            <a:off x="5657850" y="5105400"/>
            <a:ext cx="5581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변경·기대·판정의 두 문장</a:t>
            </a:r>
          </a:p>
        </p:txBody>
      </p:sp>
      <p:sp>
        <p:nvSpPr>
          <p:cNvPr id="31" name="">
            <a:extLst xmlns:a="http://schemas.openxmlformats.org/drawingml/2006/main">
              <a:ext uri="{FF2B5EF4-FFF2-40B4-BE49-F238E27FC236}">
                <a16:creationId xmlns:a16="http://schemas.microsoft.com/office/drawing/2014/main" id="{68344A6E-37D0-496A-8EBF-F49614F6F9C3}"/>
              </a:ext>
            </a:extLst>
          </p:cNvPr>
          <p:cNvSpPr>
            <a:spLocks xmlns:a="http://schemas.openxmlformats.org/drawingml/2006/main" noGrp="1"/>
          </p:cNvSpPr>
          <p:nvPr/>
        </p:nvSpPr>
        <p:spPr>
          <a:xfrm xmlns:a="http://schemas.openxmlformats.org/drawingml/2006/main" flipH="0" flipV="0">
            <a:off x="1295400" y="5657850"/>
            <a:ext cx="99441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Tree>
    <p:extLst>
      <p:ext uri="{BB962C8B-B14F-4D97-AF65-F5344CB8AC3E}">
        <p14:creationId xmlns:p14="http://schemas.microsoft.com/office/powerpoint/2010/main" val="1027591039"/>
      </p:ext>
    </p:extLst>
  </p:cSld>
</p:sld>
</file>

<file path=ppt/slides/slide15.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CCDF8FE1-3A74-4423-843B-8137323400CE}"/>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CONTRACT</a:t>
            </a:r>
          </a:p>
        </p:txBody>
      </p:sp>
      <p:sp>
        <p:nvSpPr>
          <p:cNvPr id="2" name="">
            <a:extLst xmlns:a="http://schemas.openxmlformats.org/drawingml/2006/main">
              <a:ext uri="{FF2B5EF4-FFF2-40B4-BE49-F238E27FC236}">
                <a16:creationId xmlns:a16="http://schemas.microsoft.com/office/drawing/2014/main" id="{0F8BD162-3209-4668-9787-DF927296A160}"/>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15</a:t>
            </a:r>
          </a:p>
        </p:txBody>
      </p:sp>
      <p:sp>
        <p:nvSpPr>
          <p:cNvPr id="3" name="">
            <a:extLst xmlns:a="http://schemas.openxmlformats.org/drawingml/2006/main">
              <a:ext uri="{FF2B5EF4-FFF2-40B4-BE49-F238E27FC236}">
                <a16:creationId xmlns:a16="http://schemas.microsoft.com/office/drawing/2014/main" id="{0521375D-B472-477E-AFA0-D78A4F97D744}"/>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31C9B2C0-1B15-4B11-983D-805893E037EA}"/>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2C73D1CF-B31A-4CD5-8A1B-5B6F2B1C2E5D}"/>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7E74B436-DA57-4AA5-B9AD-DDE595C4EF30}"/>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첫 호출의 전환</a:t>
            </a:r>
          </a:p>
        </p:txBody>
      </p:sp>
      <p:sp>
        <p:nvSpPr>
          <p:cNvPr id="7" name="">
            <a:extLst xmlns:a="http://schemas.openxmlformats.org/drawingml/2006/main">
              <a:ext uri="{FF2B5EF4-FFF2-40B4-BE49-F238E27FC236}">
                <a16:creationId xmlns:a16="http://schemas.microsoft.com/office/drawing/2014/main" id="{925BDD7C-6091-40B0-B00A-BBB286D9AC55}"/>
              </a:ext>
            </a:extLst>
          </p:cNvPr>
          <p:cNvSpPr>
            <a:spLocks xmlns:a="http://schemas.openxmlformats.org/drawingml/2006/main" noGrp="1"/>
          </p:cNvSpPr>
          <p:nvPr/>
        </p:nvSpPr>
        <p:spPr>
          <a:xfrm xmlns:a="http://schemas.openxmlformats.org/drawingml/2006/main" rot="0">
            <a:off x="609600" y="2381250"/>
            <a:ext cx="2586038" cy="118110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8" name="">
            <a:extLst xmlns:a="http://schemas.openxmlformats.org/drawingml/2006/main">
              <a:ext uri="{FF2B5EF4-FFF2-40B4-BE49-F238E27FC236}">
                <a16:creationId xmlns:a16="http://schemas.microsoft.com/office/drawing/2014/main" id="{4B5A4B83-265D-4D09-80A8-01626E1C69C1}"/>
              </a:ext>
            </a:extLst>
          </p:cNvPr>
          <p:cNvSpPr>
            <a:spLocks xmlns:a="http://schemas.openxmlformats.org/drawingml/2006/main" noGrp="1"/>
          </p:cNvSpPr>
          <p:nvPr/>
        </p:nvSpPr>
        <p:spPr>
          <a:xfrm xmlns:a="http://schemas.openxmlformats.org/drawingml/2006/main">
            <a:off x="742950" y="2571750"/>
            <a:ext cx="2319338"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호출</a:t>
            </a:r>
          </a:p>
        </p:txBody>
      </p:sp>
      <p:sp>
        <p:nvSpPr>
          <p:cNvPr id="9" name="">
            <a:extLst xmlns:a="http://schemas.openxmlformats.org/drawingml/2006/main">
              <a:ext uri="{FF2B5EF4-FFF2-40B4-BE49-F238E27FC236}">
                <a16:creationId xmlns:a16="http://schemas.microsoft.com/office/drawing/2014/main" id="{3EA7897C-2A33-4F14-B426-C68544DA82FB}"/>
              </a:ext>
            </a:extLst>
          </p:cNvPr>
          <p:cNvSpPr>
            <a:spLocks xmlns:a="http://schemas.openxmlformats.org/drawingml/2006/main" noGrp="1"/>
          </p:cNvSpPr>
          <p:nvPr/>
        </p:nvSpPr>
        <p:spPr>
          <a:xfrm xmlns:a="http://schemas.openxmlformats.org/drawingml/2006/main">
            <a:off x="742950" y="3048000"/>
            <a:ext cx="2319338"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입력과 설정</a:t>
            </a:r>
          </a:p>
        </p:txBody>
      </p:sp>
      <p:sp>
        <p:nvSpPr>
          <p:cNvPr id="10" name="">
            <a:extLst xmlns:a="http://schemas.openxmlformats.org/drawingml/2006/main">
              <a:ext uri="{FF2B5EF4-FFF2-40B4-BE49-F238E27FC236}">
                <a16:creationId xmlns:a16="http://schemas.microsoft.com/office/drawing/2014/main" id="{C65F0538-5F35-4D65-A029-AD7CF0BFBB82}"/>
              </a:ext>
            </a:extLst>
          </p:cNvPr>
          <p:cNvSpPr>
            <a:spLocks xmlns:a="http://schemas.openxmlformats.org/drawingml/2006/main" noGrp="1"/>
          </p:cNvSpPr>
          <p:nvPr/>
        </p:nvSpPr>
        <p:spPr>
          <a:xfrm xmlns:a="http://schemas.openxmlformats.org/drawingml/2006/main">
            <a:off x="3195638" y="2781300"/>
            <a:ext cx="209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98A2B3"/>
                </a:solidFill>
                <a:latin typeface="Menlo"/>
                <a:ea typeface="Menlo"/>
                <a:cs typeface="Menlo"/>
              </a:defRPr>
            </a:pPr>
            <a:r>
              <a:rPr sz="1500" b="1">
                <a:solidFill>
                  <a:srgbClr val="98A2B3"/>
                </a:solidFill>
                <a:latin typeface="Menlo"/>
                <a:ea typeface="Menlo"/>
                <a:cs typeface="Menlo"/>
              </a:rPr>
              <a:t>→</a:t>
            </a:r>
          </a:p>
        </p:txBody>
      </p:sp>
      <p:sp>
        <p:nvSpPr>
          <p:cNvPr id="11" name="">
            <a:extLst xmlns:a="http://schemas.openxmlformats.org/drawingml/2006/main">
              <a:ext uri="{FF2B5EF4-FFF2-40B4-BE49-F238E27FC236}">
                <a16:creationId xmlns:a16="http://schemas.microsoft.com/office/drawing/2014/main" id="{AE17AE6D-6B82-4825-A5DA-F2A2FC53CEB2}"/>
              </a:ext>
            </a:extLst>
          </p:cNvPr>
          <p:cNvSpPr>
            <a:spLocks xmlns:a="http://schemas.openxmlformats.org/drawingml/2006/main" noGrp="1"/>
          </p:cNvSpPr>
          <p:nvPr/>
        </p:nvSpPr>
        <p:spPr>
          <a:xfrm xmlns:a="http://schemas.openxmlformats.org/drawingml/2006/main" rot="0">
            <a:off x="3405188" y="2381250"/>
            <a:ext cx="2586038" cy="1181100"/>
          </a:xfrm>
          <a:prstGeom xmlns:a="http://schemas.openxmlformats.org/drawingml/2006/main" prst="rect">
            <a:avLst/>
          </a:prstGeom>
          <a:solidFill xmlns:a="http://schemas.openxmlformats.org/drawingml/2006/main">
            <a:srgbClr val="2563EB"/>
          </a:solidFill>
          <a:ln xmlns:a="http://schemas.openxmlformats.org/drawingml/2006/main" w="0">
            <a:solidFill>
              <a:srgbClr val="2563EB"/>
            </a:solidFill>
            <a:prstDash val="solid"/>
          </a:ln>
        </p:spPr>
      </p:sp>
      <p:sp>
        <p:nvSpPr>
          <p:cNvPr id="12" name="">
            <a:extLst xmlns:a="http://schemas.openxmlformats.org/drawingml/2006/main">
              <a:ext uri="{FF2B5EF4-FFF2-40B4-BE49-F238E27FC236}">
                <a16:creationId xmlns:a16="http://schemas.microsoft.com/office/drawing/2014/main" id="{139B52E1-2671-482B-80D2-D1447B88115B}"/>
              </a:ext>
            </a:extLst>
          </p:cNvPr>
          <p:cNvSpPr>
            <a:spLocks xmlns:a="http://schemas.openxmlformats.org/drawingml/2006/main" noGrp="1"/>
          </p:cNvSpPr>
          <p:nvPr/>
        </p:nvSpPr>
        <p:spPr>
          <a:xfrm xmlns:a="http://schemas.openxmlformats.org/drawingml/2006/main">
            <a:off x="3538538" y="2571750"/>
            <a:ext cx="2319338"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실행 추적</a:t>
            </a:r>
          </a:p>
        </p:txBody>
      </p:sp>
      <p:sp>
        <p:nvSpPr>
          <p:cNvPr id="13" name="">
            <a:extLst xmlns:a="http://schemas.openxmlformats.org/drawingml/2006/main">
              <a:ext uri="{FF2B5EF4-FFF2-40B4-BE49-F238E27FC236}">
                <a16:creationId xmlns:a16="http://schemas.microsoft.com/office/drawing/2014/main" id="{1926CE2C-5ACC-438F-9199-D4FE8E969520}"/>
              </a:ext>
            </a:extLst>
          </p:cNvPr>
          <p:cNvSpPr>
            <a:spLocks xmlns:a="http://schemas.openxmlformats.org/drawingml/2006/main" noGrp="1"/>
          </p:cNvSpPr>
          <p:nvPr/>
        </p:nvSpPr>
        <p:spPr>
          <a:xfrm xmlns:a="http://schemas.openxmlformats.org/drawingml/2006/main">
            <a:off x="3538538" y="3048000"/>
            <a:ext cx="2319338"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실행 정체성</a:t>
            </a:r>
          </a:p>
        </p:txBody>
      </p:sp>
      <p:sp>
        <p:nvSpPr>
          <p:cNvPr id="14" name="">
            <a:extLst xmlns:a="http://schemas.openxmlformats.org/drawingml/2006/main">
              <a:ext uri="{FF2B5EF4-FFF2-40B4-BE49-F238E27FC236}">
                <a16:creationId xmlns:a16="http://schemas.microsoft.com/office/drawing/2014/main" id="{F666489F-4407-4E7E-B14B-7766A8985D26}"/>
              </a:ext>
            </a:extLst>
          </p:cNvPr>
          <p:cNvSpPr>
            <a:spLocks xmlns:a="http://schemas.openxmlformats.org/drawingml/2006/main" noGrp="1"/>
          </p:cNvSpPr>
          <p:nvPr/>
        </p:nvSpPr>
        <p:spPr>
          <a:xfrm xmlns:a="http://schemas.openxmlformats.org/drawingml/2006/main">
            <a:off x="5991225" y="2781300"/>
            <a:ext cx="209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98A2B3"/>
                </a:solidFill>
                <a:latin typeface="Menlo"/>
                <a:ea typeface="Menlo"/>
                <a:cs typeface="Menlo"/>
              </a:defRPr>
            </a:pPr>
            <a:r>
              <a:rPr sz="1500" b="1">
                <a:solidFill>
                  <a:srgbClr val="98A2B3"/>
                </a:solidFill>
                <a:latin typeface="Menlo"/>
                <a:ea typeface="Menlo"/>
                <a:cs typeface="Menlo"/>
              </a:rPr>
              <a:t>→</a:t>
            </a:r>
          </a:p>
        </p:txBody>
      </p:sp>
      <p:sp>
        <p:nvSpPr>
          <p:cNvPr id="15" name="">
            <a:extLst xmlns:a="http://schemas.openxmlformats.org/drawingml/2006/main">
              <a:ext uri="{FF2B5EF4-FFF2-40B4-BE49-F238E27FC236}">
                <a16:creationId xmlns:a16="http://schemas.microsoft.com/office/drawing/2014/main" id="{EE10D768-A348-45EC-8BE4-251C83AF24CC}"/>
              </a:ext>
            </a:extLst>
          </p:cNvPr>
          <p:cNvSpPr>
            <a:spLocks xmlns:a="http://schemas.openxmlformats.org/drawingml/2006/main" noGrp="1"/>
          </p:cNvSpPr>
          <p:nvPr/>
        </p:nvSpPr>
        <p:spPr>
          <a:xfrm xmlns:a="http://schemas.openxmlformats.org/drawingml/2006/main" rot="0">
            <a:off x="6200775" y="2381250"/>
            <a:ext cx="2586038" cy="118110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16" name="">
            <a:extLst xmlns:a="http://schemas.openxmlformats.org/drawingml/2006/main">
              <a:ext uri="{FF2B5EF4-FFF2-40B4-BE49-F238E27FC236}">
                <a16:creationId xmlns:a16="http://schemas.microsoft.com/office/drawing/2014/main" id="{673B4C30-45B8-4DE6-B716-76489C6CC1D2}"/>
              </a:ext>
            </a:extLst>
          </p:cNvPr>
          <p:cNvSpPr>
            <a:spLocks xmlns:a="http://schemas.openxmlformats.org/drawingml/2006/main" noGrp="1"/>
          </p:cNvSpPr>
          <p:nvPr/>
        </p:nvSpPr>
        <p:spPr>
          <a:xfrm xmlns:a="http://schemas.openxmlformats.org/drawingml/2006/main">
            <a:off x="6334125" y="2571750"/>
            <a:ext cx="2319338"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비교</a:t>
            </a:r>
          </a:p>
        </p:txBody>
      </p:sp>
      <p:sp>
        <p:nvSpPr>
          <p:cNvPr id="17" name="">
            <a:extLst xmlns:a="http://schemas.openxmlformats.org/drawingml/2006/main">
              <a:ext uri="{FF2B5EF4-FFF2-40B4-BE49-F238E27FC236}">
                <a16:creationId xmlns:a16="http://schemas.microsoft.com/office/drawing/2014/main" id="{58F8D7A7-E57C-4987-AAA1-0EE76AD400CC}"/>
              </a:ext>
            </a:extLst>
          </p:cNvPr>
          <p:cNvSpPr>
            <a:spLocks xmlns:a="http://schemas.openxmlformats.org/drawingml/2006/main" noGrp="1"/>
          </p:cNvSpPr>
          <p:nvPr/>
        </p:nvSpPr>
        <p:spPr>
          <a:xfrm xmlns:a="http://schemas.openxmlformats.org/drawingml/2006/main">
            <a:off x="6334125" y="3048000"/>
            <a:ext cx="2319338"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같은 평가축</a:t>
            </a:r>
          </a:p>
        </p:txBody>
      </p:sp>
      <p:sp>
        <p:nvSpPr>
          <p:cNvPr id="18" name="">
            <a:extLst xmlns:a="http://schemas.openxmlformats.org/drawingml/2006/main">
              <a:ext uri="{FF2B5EF4-FFF2-40B4-BE49-F238E27FC236}">
                <a16:creationId xmlns:a16="http://schemas.microsoft.com/office/drawing/2014/main" id="{8A9581AD-3DF0-469D-A6C1-0D3E96F50A63}"/>
              </a:ext>
            </a:extLst>
          </p:cNvPr>
          <p:cNvSpPr>
            <a:spLocks xmlns:a="http://schemas.openxmlformats.org/drawingml/2006/main" noGrp="1"/>
          </p:cNvSpPr>
          <p:nvPr/>
        </p:nvSpPr>
        <p:spPr>
          <a:xfrm xmlns:a="http://schemas.openxmlformats.org/drawingml/2006/main">
            <a:off x="8786813" y="2781300"/>
            <a:ext cx="209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98A2B3"/>
                </a:solidFill>
                <a:latin typeface="Menlo"/>
                <a:ea typeface="Menlo"/>
                <a:cs typeface="Menlo"/>
              </a:defRPr>
            </a:pPr>
            <a:r>
              <a:rPr sz="1500" b="1">
                <a:solidFill>
                  <a:srgbClr val="98A2B3"/>
                </a:solidFill>
                <a:latin typeface="Menlo"/>
                <a:ea typeface="Menlo"/>
                <a:cs typeface="Menlo"/>
              </a:rPr>
              <a:t>→</a:t>
            </a:r>
          </a:p>
        </p:txBody>
      </p:sp>
      <p:sp>
        <p:nvSpPr>
          <p:cNvPr id="19" name="">
            <a:extLst xmlns:a="http://schemas.openxmlformats.org/drawingml/2006/main">
              <a:ext uri="{FF2B5EF4-FFF2-40B4-BE49-F238E27FC236}">
                <a16:creationId xmlns:a16="http://schemas.microsoft.com/office/drawing/2014/main" id="{54B4ECF7-8550-41E8-A4C9-7CD2961E1365}"/>
              </a:ext>
            </a:extLst>
          </p:cNvPr>
          <p:cNvSpPr>
            <a:spLocks xmlns:a="http://schemas.openxmlformats.org/drawingml/2006/main" noGrp="1"/>
          </p:cNvSpPr>
          <p:nvPr/>
        </p:nvSpPr>
        <p:spPr>
          <a:xfrm xmlns:a="http://schemas.openxmlformats.org/drawingml/2006/main" rot="0">
            <a:off x="8996363" y="2381250"/>
            <a:ext cx="2586038" cy="118110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20" name="">
            <a:extLst xmlns:a="http://schemas.openxmlformats.org/drawingml/2006/main">
              <a:ext uri="{FF2B5EF4-FFF2-40B4-BE49-F238E27FC236}">
                <a16:creationId xmlns:a16="http://schemas.microsoft.com/office/drawing/2014/main" id="{0784ABF2-1AFF-44E6-84D6-4831AE7073A9}"/>
              </a:ext>
            </a:extLst>
          </p:cNvPr>
          <p:cNvSpPr>
            <a:spLocks xmlns:a="http://schemas.openxmlformats.org/drawingml/2006/main" noGrp="1"/>
          </p:cNvSpPr>
          <p:nvPr/>
        </p:nvSpPr>
        <p:spPr>
          <a:xfrm xmlns:a="http://schemas.openxmlformats.org/drawingml/2006/main">
            <a:off x="9129713" y="2571750"/>
            <a:ext cx="2319338"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개선</a:t>
            </a:r>
          </a:p>
        </p:txBody>
      </p:sp>
      <p:sp>
        <p:nvSpPr>
          <p:cNvPr id="21" name="">
            <a:extLst xmlns:a="http://schemas.openxmlformats.org/drawingml/2006/main">
              <a:ext uri="{FF2B5EF4-FFF2-40B4-BE49-F238E27FC236}">
                <a16:creationId xmlns:a16="http://schemas.microsoft.com/office/drawing/2014/main" id="{184976FB-008F-41B4-AEA9-16F7BBDAE975}"/>
              </a:ext>
            </a:extLst>
          </p:cNvPr>
          <p:cNvSpPr>
            <a:spLocks xmlns:a="http://schemas.openxmlformats.org/drawingml/2006/main" noGrp="1"/>
          </p:cNvSpPr>
          <p:nvPr/>
        </p:nvSpPr>
        <p:spPr>
          <a:xfrm xmlns:a="http://schemas.openxmlformats.org/drawingml/2006/main">
            <a:off x="9129713" y="3048000"/>
            <a:ext cx="2319338"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다음 버전</a:t>
            </a:r>
          </a:p>
        </p:txBody>
      </p:sp>
      <p:sp>
        <p:nvSpPr>
          <p:cNvPr id="22" name="">
            <a:extLst xmlns:a="http://schemas.openxmlformats.org/drawingml/2006/main">
              <a:ext uri="{FF2B5EF4-FFF2-40B4-BE49-F238E27FC236}">
                <a16:creationId xmlns:a16="http://schemas.microsoft.com/office/drawing/2014/main" id="{9B28629B-4EC0-4DA2-88E2-9EA89043900D}"/>
              </a:ext>
            </a:extLst>
          </p:cNvPr>
          <p:cNvSpPr>
            <a:spLocks xmlns:a="http://schemas.openxmlformats.org/drawingml/2006/main" noGrp="1"/>
          </p:cNvSpPr>
          <p:nvPr/>
        </p:nvSpPr>
        <p:spPr>
          <a:xfrm xmlns:a="http://schemas.openxmlformats.org/drawingml/2006/main">
            <a:off x="609600" y="4362450"/>
            <a:ext cx="109728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20000"/>
              </a:lnSpc>
              <a:buNone/>
              <a:defRPr sz="1800" b="1">
                <a:solidFill>
                  <a:srgbClr val="FFFFFF"/>
                </a:solidFill>
                <a:latin typeface="AppleGothic"/>
                <a:ea typeface="AppleGothic"/>
                <a:cs typeface="AppleGothic"/>
              </a:defRPr>
            </a:pPr>
            <a:r>
              <a:rPr sz="1800" b="1">
                <a:solidFill>
                  <a:srgbClr val="FFFFFF"/>
                </a:solidFill>
                <a:latin typeface="AppleGothic"/>
                <a:ea typeface="AppleGothic"/>
                <a:cs typeface="AppleGothic"/>
              </a:rPr>
              <a:t>한 번의 생성 결과 → 팀이 다시 확인할 수 있는 실험 단위</a:t>
            </a:r>
          </a:p>
        </p:txBody>
      </p:sp>
    </p:spTree>
    <p:extLst>
      <p:ext uri="{BB962C8B-B14F-4D97-AF65-F5344CB8AC3E}">
        <p14:creationId xmlns:p14="http://schemas.microsoft.com/office/powerpoint/2010/main" val="1727382140"/>
      </p:ext>
    </p:extLst>
  </p:cSld>
</p:sld>
</file>

<file path=ppt/slides/slide16.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4C3C0D99-2FA9-4C91-8AD1-C05FA75DFECE}"/>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CASE</a:t>
            </a:r>
          </a:p>
        </p:txBody>
      </p:sp>
      <p:sp>
        <p:nvSpPr>
          <p:cNvPr id="2" name="">
            <a:extLst xmlns:a="http://schemas.openxmlformats.org/drawingml/2006/main">
              <a:ext uri="{FF2B5EF4-FFF2-40B4-BE49-F238E27FC236}">
                <a16:creationId xmlns:a16="http://schemas.microsoft.com/office/drawing/2014/main" id="{F4738ADE-5CD9-46BB-956B-2CFCCA28B26E}"/>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16</a:t>
            </a:r>
          </a:p>
        </p:txBody>
      </p:sp>
      <p:sp>
        <p:nvSpPr>
          <p:cNvPr id="3" name="">
            <a:extLst xmlns:a="http://schemas.openxmlformats.org/drawingml/2006/main">
              <a:ext uri="{FF2B5EF4-FFF2-40B4-BE49-F238E27FC236}">
                <a16:creationId xmlns:a16="http://schemas.microsoft.com/office/drawing/2014/main" id="{5CB4EEAF-59EC-409C-AD52-64B687859FB9}"/>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EFEFB5B1-CF9F-41F5-9DA0-A4A331203D3E}"/>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285CEC47-7957-4D1E-96F6-9D4D2195516A}"/>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96D7F6BD-0C7D-4825-A38D-189671D4CCC1}"/>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기준 사례: 고객 피드백 도우미</a:t>
            </a:r>
          </a:p>
        </p:txBody>
      </p:sp>
      <p:sp>
        <p:nvSpPr>
          <p:cNvPr id="7" name="">
            <a:extLst xmlns:a="http://schemas.openxmlformats.org/drawingml/2006/main">
              <a:ext uri="{FF2B5EF4-FFF2-40B4-BE49-F238E27FC236}">
                <a16:creationId xmlns:a16="http://schemas.microsoft.com/office/drawing/2014/main" id="{7073B812-6358-4B66-8059-C1824011DF16}"/>
              </a:ext>
            </a:extLst>
          </p:cNvPr>
          <p:cNvSpPr>
            <a:spLocks xmlns:a="http://schemas.openxmlformats.org/drawingml/2006/main" noGrp="1"/>
          </p:cNvSpPr>
          <p:nvPr/>
        </p:nvSpPr>
        <p:spPr>
          <a:xfrm xmlns:a="http://schemas.openxmlformats.org/drawingml/2006/main" rot="0">
            <a:off x="609600" y="1714500"/>
            <a:ext cx="3619500" cy="38100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8" name="">
            <a:extLst xmlns:a="http://schemas.openxmlformats.org/drawingml/2006/main">
              <a:ext uri="{FF2B5EF4-FFF2-40B4-BE49-F238E27FC236}">
                <a16:creationId xmlns:a16="http://schemas.microsoft.com/office/drawing/2014/main" id="{CA689ED7-A556-48E2-BC6E-04EC2829C0AC}"/>
              </a:ext>
            </a:extLst>
          </p:cNvPr>
          <p:cNvSpPr>
            <a:spLocks xmlns:a="http://schemas.openxmlformats.org/drawingml/2006/main" noGrp="1"/>
          </p:cNvSpPr>
          <p:nvPr/>
        </p:nvSpPr>
        <p:spPr>
          <a:xfrm xmlns:a="http://schemas.openxmlformats.org/drawingml/2006/main">
            <a:off x="838200" y="1962150"/>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INPUT</a:t>
            </a:r>
          </a:p>
        </p:txBody>
      </p:sp>
      <p:sp>
        <p:nvSpPr>
          <p:cNvPr id="9" name="">
            <a:extLst xmlns:a="http://schemas.openxmlformats.org/drawingml/2006/main">
              <a:ext uri="{FF2B5EF4-FFF2-40B4-BE49-F238E27FC236}">
                <a16:creationId xmlns:a16="http://schemas.microsoft.com/office/drawing/2014/main" id="{56305BCA-5B55-4A55-B4DA-52BF8DD8188C}"/>
              </a:ext>
            </a:extLst>
          </p:cNvPr>
          <p:cNvSpPr>
            <a:spLocks xmlns:a="http://schemas.openxmlformats.org/drawingml/2006/main" noGrp="1"/>
          </p:cNvSpPr>
          <p:nvPr/>
        </p:nvSpPr>
        <p:spPr>
          <a:xfrm xmlns:a="http://schemas.openxmlformats.org/drawingml/2006/main">
            <a:off x="838200" y="2381250"/>
            <a:ext cx="316230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25000"/>
              </a:lnSpc>
              <a:buNone/>
              <a:defRPr sz="1650" b="1">
                <a:solidFill>
                  <a:srgbClr val="191919"/>
                </a:solidFill>
                <a:latin typeface="AppleGothic"/>
                <a:ea typeface="AppleGothic"/>
                <a:cs typeface="AppleGothic"/>
              </a:defRPr>
            </a:pPr>
            <a:r>
              <a:rPr sz="1650" b="1">
                <a:solidFill>
                  <a:srgbClr val="191919"/>
                </a:solidFill>
                <a:latin typeface="AppleGothic"/>
                <a:ea typeface="AppleGothic"/>
                <a:cs typeface="AppleGothic"/>
              </a:rPr>
              <a:t>“결제는 빨랐지만 교환 절차를 찾기 어려웠어요. 다음 주문 전에는 개선되면 좋겠어요.”</a:t>
            </a:r>
          </a:p>
        </p:txBody>
      </p:sp>
      <p:sp>
        <p:nvSpPr>
          <p:cNvPr id="10" name="">
            <a:extLst xmlns:a="http://schemas.openxmlformats.org/drawingml/2006/main">
              <a:ext uri="{FF2B5EF4-FFF2-40B4-BE49-F238E27FC236}">
                <a16:creationId xmlns:a16="http://schemas.microsoft.com/office/drawing/2014/main" id="{56087C0F-3A60-4E9A-8DB2-0DD414FC87C1}"/>
              </a:ext>
            </a:extLst>
          </p:cNvPr>
          <p:cNvSpPr>
            <a:spLocks xmlns:a="http://schemas.openxmlformats.org/drawingml/2006/main" noGrp="1"/>
          </p:cNvSpPr>
          <p:nvPr/>
        </p:nvSpPr>
        <p:spPr>
          <a:xfrm xmlns:a="http://schemas.openxmlformats.org/drawingml/2006/main">
            <a:off x="4591050" y="1962150"/>
            <a:ext cx="266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OUTPUT CONTRACT</a:t>
            </a:r>
          </a:p>
        </p:txBody>
      </p:sp>
      <p:sp>
        <p:nvSpPr>
          <p:cNvPr id="11" name="">
            <a:extLst xmlns:a="http://schemas.openxmlformats.org/drawingml/2006/main">
              <a:ext uri="{FF2B5EF4-FFF2-40B4-BE49-F238E27FC236}">
                <a16:creationId xmlns:a16="http://schemas.microsoft.com/office/drawing/2014/main" id="{38DAAA45-714E-4F2B-BAE2-E05CA0A6A3C7}"/>
              </a:ext>
            </a:extLst>
          </p:cNvPr>
          <p:cNvSpPr>
            <a:spLocks xmlns:a="http://schemas.openxmlformats.org/drawingml/2006/main" noGrp="1"/>
          </p:cNvSpPr>
          <p:nvPr/>
        </p:nvSpPr>
        <p:spPr>
          <a:xfrm xmlns:a="http://schemas.openxmlformats.org/drawingml/2006/main">
            <a:off x="4591050" y="2438400"/>
            <a:ext cx="438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2563EB"/>
                </a:solidFill>
                <a:latin typeface="Menlo"/>
                <a:ea typeface="Menlo"/>
                <a:cs typeface="Menlo"/>
              </a:defRPr>
            </a:pPr>
            <a:r>
              <a:rPr sz="1350" b="1">
                <a:solidFill>
                  <a:srgbClr val="2563EB"/>
                </a:solidFill>
                <a:latin typeface="Menlo"/>
                <a:ea typeface="Menlo"/>
                <a:cs typeface="Menlo"/>
              </a:rPr>
              <a:t>01</a:t>
            </a:r>
          </a:p>
        </p:txBody>
      </p:sp>
      <p:sp>
        <p:nvSpPr>
          <p:cNvPr id="12" name="">
            <a:extLst xmlns:a="http://schemas.openxmlformats.org/drawingml/2006/main">
              <a:ext uri="{FF2B5EF4-FFF2-40B4-BE49-F238E27FC236}">
                <a16:creationId xmlns:a16="http://schemas.microsoft.com/office/drawing/2014/main" id="{6BAAEFC2-19B4-4C13-ABAB-176E54A86A3B}"/>
              </a:ext>
            </a:extLst>
          </p:cNvPr>
          <p:cNvSpPr>
            <a:spLocks xmlns:a="http://schemas.openxmlformats.org/drawingml/2006/main" noGrp="1"/>
          </p:cNvSpPr>
          <p:nvPr/>
        </p:nvSpPr>
        <p:spPr>
          <a:xfrm xmlns:a="http://schemas.openxmlformats.org/drawingml/2006/main">
            <a:off x="5181600" y="2400300"/>
            <a:ext cx="2952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75" b="1">
                <a:solidFill>
                  <a:srgbClr val="191919"/>
                </a:solidFill>
                <a:latin typeface="AppleGothic"/>
                <a:ea typeface="AppleGothic"/>
                <a:cs typeface="AppleGothic"/>
              </a:defRPr>
            </a:pPr>
            <a:r>
              <a:rPr sz="1575" b="1">
                <a:solidFill>
                  <a:srgbClr val="191919"/>
                </a:solidFill>
                <a:latin typeface="AppleGothic"/>
                <a:ea typeface="AppleGothic"/>
                <a:cs typeface="AppleGothic"/>
              </a:rPr>
              <a:t>핵심 요약</a:t>
            </a:r>
          </a:p>
        </p:txBody>
      </p:sp>
      <p:sp>
        <p:nvSpPr>
          <p:cNvPr id="13" name="">
            <a:extLst xmlns:a="http://schemas.openxmlformats.org/drawingml/2006/main">
              <a:ext uri="{FF2B5EF4-FFF2-40B4-BE49-F238E27FC236}">
                <a16:creationId xmlns:a16="http://schemas.microsoft.com/office/drawing/2014/main" id="{23435D5C-97EC-4E75-ACA9-E3001D5A8C6B}"/>
              </a:ext>
            </a:extLst>
          </p:cNvPr>
          <p:cNvSpPr>
            <a:spLocks xmlns:a="http://schemas.openxmlformats.org/drawingml/2006/main" noGrp="1"/>
          </p:cNvSpPr>
          <p:nvPr/>
        </p:nvSpPr>
        <p:spPr>
          <a:xfrm xmlns:a="http://schemas.openxmlformats.org/drawingml/2006/main" flipH="0" flipV="0">
            <a:off x="5181600" y="2971800"/>
            <a:ext cx="2857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14" name="">
            <a:extLst xmlns:a="http://schemas.openxmlformats.org/drawingml/2006/main">
              <a:ext uri="{FF2B5EF4-FFF2-40B4-BE49-F238E27FC236}">
                <a16:creationId xmlns:a16="http://schemas.microsoft.com/office/drawing/2014/main" id="{94AE1865-A3E3-4C83-A960-C635D644D7B6}"/>
              </a:ext>
            </a:extLst>
          </p:cNvPr>
          <p:cNvSpPr>
            <a:spLocks xmlns:a="http://schemas.openxmlformats.org/drawingml/2006/main" noGrp="1"/>
          </p:cNvSpPr>
          <p:nvPr/>
        </p:nvSpPr>
        <p:spPr>
          <a:xfrm xmlns:a="http://schemas.openxmlformats.org/drawingml/2006/main">
            <a:off x="4591050" y="3219450"/>
            <a:ext cx="438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2563EB"/>
                </a:solidFill>
                <a:latin typeface="Menlo"/>
                <a:ea typeface="Menlo"/>
                <a:cs typeface="Menlo"/>
              </a:defRPr>
            </a:pPr>
            <a:r>
              <a:rPr sz="1350" b="1">
                <a:solidFill>
                  <a:srgbClr val="2563EB"/>
                </a:solidFill>
                <a:latin typeface="Menlo"/>
                <a:ea typeface="Menlo"/>
                <a:cs typeface="Menlo"/>
              </a:rPr>
              <a:t>02</a:t>
            </a:r>
          </a:p>
        </p:txBody>
      </p:sp>
      <p:sp>
        <p:nvSpPr>
          <p:cNvPr id="15" name="">
            <a:extLst xmlns:a="http://schemas.openxmlformats.org/drawingml/2006/main">
              <a:ext uri="{FF2B5EF4-FFF2-40B4-BE49-F238E27FC236}">
                <a16:creationId xmlns:a16="http://schemas.microsoft.com/office/drawing/2014/main" id="{37A76A49-11F8-4F8C-BD9F-42751BC28CFC}"/>
              </a:ext>
            </a:extLst>
          </p:cNvPr>
          <p:cNvSpPr>
            <a:spLocks xmlns:a="http://schemas.openxmlformats.org/drawingml/2006/main" noGrp="1"/>
          </p:cNvSpPr>
          <p:nvPr/>
        </p:nvSpPr>
        <p:spPr>
          <a:xfrm xmlns:a="http://schemas.openxmlformats.org/drawingml/2006/main">
            <a:off x="5181600" y="3181350"/>
            <a:ext cx="2952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75" b="1">
                <a:solidFill>
                  <a:srgbClr val="191919"/>
                </a:solidFill>
                <a:latin typeface="AppleGothic"/>
                <a:ea typeface="AppleGothic"/>
                <a:cs typeface="AppleGothic"/>
              </a:defRPr>
            </a:pPr>
            <a:r>
              <a:rPr sz="1575" b="1">
                <a:solidFill>
                  <a:srgbClr val="191919"/>
                </a:solidFill>
                <a:latin typeface="AppleGothic"/>
                <a:ea typeface="AppleGothic"/>
                <a:cs typeface="AppleGothic"/>
              </a:rPr>
              <a:t>핵심 신호</a:t>
            </a:r>
          </a:p>
          <a:p xmlns:a="http://schemas.openxmlformats.org/drawingml/2006/main">
            <a:pPr algn="l">
              <a:lnSpc>
                <a:spcPct val="100000"/>
              </a:lnSpc>
              <a:buNone/>
              <a:defRPr sz="1575" b="1">
                <a:solidFill>
                  <a:srgbClr val="191919"/>
                </a:solidFill>
                <a:latin typeface="AppleGothic"/>
                <a:ea typeface="AppleGothic"/>
                <a:cs typeface="AppleGothic"/>
              </a:defRPr>
            </a:pPr>
            <a:r>
              <a:rPr sz="1575" b="1">
                <a:solidFill>
                  <a:srgbClr val="191919"/>
                </a:solidFill>
                <a:latin typeface="AppleGothic"/>
                <a:ea typeface="AppleGothic"/>
                <a:cs typeface="AppleGothic"/>
              </a:rPr>
              <a:t>마찰 지점</a:t>
            </a:r>
          </a:p>
          <a:p xmlns:a="http://schemas.openxmlformats.org/drawingml/2006/main">
            <a:pPr algn="l">
              <a:lnSpc>
                <a:spcPct val="100000"/>
              </a:lnSpc>
              <a:buNone/>
              <a:defRPr sz="1575" b="1">
                <a:solidFill>
                  <a:srgbClr val="191919"/>
                </a:solidFill>
                <a:latin typeface="AppleGothic"/>
                <a:ea typeface="AppleGothic"/>
                <a:cs typeface="AppleGothic"/>
              </a:defRPr>
            </a:pPr>
            <a:r>
              <a:rPr sz="1575" b="1">
                <a:solidFill>
                  <a:srgbClr val="191919"/>
                </a:solidFill>
                <a:latin typeface="AppleGothic"/>
                <a:ea typeface="AppleGothic"/>
                <a:cs typeface="AppleGothic"/>
              </a:rPr>
              <a:t>다음 행동</a:t>
            </a:r>
          </a:p>
        </p:txBody>
      </p:sp>
      <p:sp>
        <p:nvSpPr>
          <p:cNvPr id="16" name="">
            <a:extLst xmlns:a="http://schemas.openxmlformats.org/drawingml/2006/main">
              <a:ext uri="{FF2B5EF4-FFF2-40B4-BE49-F238E27FC236}">
                <a16:creationId xmlns:a16="http://schemas.microsoft.com/office/drawing/2014/main" id="{FD6E1AC9-906F-4D98-829E-DFB2066E1652}"/>
              </a:ext>
            </a:extLst>
          </p:cNvPr>
          <p:cNvSpPr>
            <a:spLocks xmlns:a="http://schemas.openxmlformats.org/drawingml/2006/main" noGrp="1"/>
          </p:cNvSpPr>
          <p:nvPr/>
        </p:nvSpPr>
        <p:spPr>
          <a:xfrm xmlns:a="http://schemas.openxmlformats.org/drawingml/2006/main" flipH="0" flipV="0">
            <a:off x="5181600" y="3752850"/>
            <a:ext cx="2857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17" name="">
            <a:extLst xmlns:a="http://schemas.openxmlformats.org/drawingml/2006/main">
              <a:ext uri="{FF2B5EF4-FFF2-40B4-BE49-F238E27FC236}">
                <a16:creationId xmlns:a16="http://schemas.microsoft.com/office/drawing/2014/main" id="{87401716-CE3C-4B11-9887-C331F8D1777A}"/>
              </a:ext>
            </a:extLst>
          </p:cNvPr>
          <p:cNvSpPr>
            <a:spLocks xmlns:a="http://schemas.openxmlformats.org/drawingml/2006/main" noGrp="1"/>
          </p:cNvSpPr>
          <p:nvPr/>
        </p:nvSpPr>
        <p:spPr>
          <a:xfrm xmlns:a="http://schemas.openxmlformats.org/drawingml/2006/main">
            <a:off x="4591050" y="4000500"/>
            <a:ext cx="438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2563EB"/>
                </a:solidFill>
                <a:latin typeface="Menlo"/>
                <a:ea typeface="Menlo"/>
                <a:cs typeface="Menlo"/>
              </a:defRPr>
            </a:pPr>
            <a:r>
              <a:rPr sz="1350" b="1">
                <a:solidFill>
                  <a:srgbClr val="2563EB"/>
                </a:solidFill>
                <a:latin typeface="Menlo"/>
                <a:ea typeface="Menlo"/>
                <a:cs typeface="Menlo"/>
              </a:rPr>
              <a:t>03</a:t>
            </a:r>
          </a:p>
        </p:txBody>
      </p:sp>
      <p:sp>
        <p:nvSpPr>
          <p:cNvPr id="18" name="">
            <a:extLst xmlns:a="http://schemas.openxmlformats.org/drawingml/2006/main">
              <a:ext uri="{FF2B5EF4-FFF2-40B4-BE49-F238E27FC236}">
                <a16:creationId xmlns:a16="http://schemas.microsoft.com/office/drawing/2014/main" id="{3BC383FF-4888-46F8-8514-784E8BE93291}"/>
              </a:ext>
            </a:extLst>
          </p:cNvPr>
          <p:cNvSpPr>
            <a:spLocks xmlns:a="http://schemas.openxmlformats.org/drawingml/2006/main" noGrp="1"/>
          </p:cNvSpPr>
          <p:nvPr/>
        </p:nvSpPr>
        <p:spPr>
          <a:xfrm xmlns:a="http://schemas.openxmlformats.org/drawingml/2006/main">
            <a:off x="5181600" y="3962400"/>
            <a:ext cx="2952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75" b="1">
                <a:solidFill>
                  <a:srgbClr val="191919"/>
                </a:solidFill>
                <a:latin typeface="AppleGothic"/>
                <a:ea typeface="AppleGothic"/>
                <a:cs typeface="AppleGothic"/>
              </a:defRPr>
            </a:pPr>
            <a:r>
              <a:rPr sz="1575" b="1">
                <a:solidFill>
                  <a:srgbClr val="191919"/>
                </a:solidFill>
                <a:latin typeface="AppleGothic"/>
                <a:ea typeface="AppleGothic"/>
                <a:cs typeface="AppleGothic"/>
              </a:rPr>
              <a:t>실무 문장 재작성</a:t>
            </a:r>
          </a:p>
        </p:txBody>
      </p:sp>
      <p:sp>
        <p:nvSpPr>
          <p:cNvPr id="19" name="">
            <a:extLst xmlns:a="http://schemas.openxmlformats.org/drawingml/2006/main">
              <a:ext uri="{FF2B5EF4-FFF2-40B4-BE49-F238E27FC236}">
                <a16:creationId xmlns:a16="http://schemas.microsoft.com/office/drawing/2014/main" id="{0142E517-EE0B-4422-8A24-6910C190A038}"/>
              </a:ext>
            </a:extLst>
          </p:cNvPr>
          <p:cNvSpPr>
            <a:spLocks xmlns:a="http://schemas.openxmlformats.org/drawingml/2006/main" noGrp="1"/>
          </p:cNvSpPr>
          <p:nvPr/>
        </p:nvSpPr>
        <p:spPr>
          <a:xfrm xmlns:a="http://schemas.openxmlformats.org/drawingml/2006/main" flipH="0" flipV="0">
            <a:off x="5181600" y="4533900"/>
            <a:ext cx="2857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20" name="">
            <a:extLst xmlns:a="http://schemas.openxmlformats.org/drawingml/2006/main">
              <a:ext uri="{FF2B5EF4-FFF2-40B4-BE49-F238E27FC236}">
                <a16:creationId xmlns:a16="http://schemas.microsoft.com/office/drawing/2014/main" id="{7B921740-49ED-460D-AACA-7D6551700196}"/>
              </a:ext>
            </a:extLst>
          </p:cNvPr>
          <p:cNvSpPr>
            <a:spLocks xmlns:a="http://schemas.openxmlformats.org/drawingml/2006/main" noGrp="1"/>
          </p:cNvSpPr>
          <p:nvPr/>
        </p:nvSpPr>
        <p:spPr>
          <a:xfrm xmlns:a="http://schemas.openxmlformats.org/drawingml/2006/main" rot="0">
            <a:off x="8477250" y="1714500"/>
            <a:ext cx="3105150" cy="381000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21" name="">
            <a:extLst xmlns:a="http://schemas.openxmlformats.org/drawingml/2006/main">
              <a:ext uri="{FF2B5EF4-FFF2-40B4-BE49-F238E27FC236}">
                <a16:creationId xmlns:a16="http://schemas.microsoft.com/office/drawing/2014/main" id="{B24094AF-5DF9-426C-ADE8-D7BD38FDAEB1}"/>
              </a:ext>
            </a:extLst>
          </p:cNvPr>
          <p:cNvSpPr>
            <a:spLocks xmlns:a="http://schemas.openxmlformats.org/drawingml/2006/main" noGrp="1"/>
          </p:cNvSpPr>
          <p:nvPr/>
        </p:nvSpPr>
        <p:spPr>
          <a:xfrm xmlns:a="http://schemas.openxmlformats.org/drawingml/2006/main">
            <a:off x="8705850" y="1962150"/>
            <a:ext cx="2571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AppleGothic"/>
                <a:ea typeface="AppleGothic"/>
                <a:cs typeface="AppleGothic"/>
              </a:defRPr>
            </a:pPr>
            <a:r>
              <a:rPr sz="1050" b="1">
                <a:solidFill>
                  <a:srgbClr val="2563EB"/>
                </a:solidFill>
                <a:latin typeface="AppleGothic"/>
                <a:ea typeface="AppleGothic"/>
                <a:cs typeface="AppleGothic"/>
              </a:rPr>
              <a:t>OPERATING EVIDENCE</a:t>
            </a:r>
          </a:p>
        </p:txBody>
      </p:sp>
      <p:sp>
        <p:nvSpPr>
          <p:cNvPr id="22" name="">
            <a:extLst xmlns:a="http://schemas.openxmlformats.org/drawingml/2006/main">
              <a:ext uri="{FF2B5EF4-FFF2-40B4-BE49-F238E27FC236}">
                <a16:creationId xmlns:a16="http://schemas.microsoft.com/office/drawing/2014/main" id="{51C93264-2463-473E-8967-CFFD679433FC}"/>
              </a:ext>
            </a:extLst>
          </p:cNvPr>
          <p:cNvSpPr>
            <a:spLocks xmlns:a="http://schemas.openxmlformats.org/drawingml/2006/main" noGrp="1"/>
          </p:cNvSpPr>
          <p:nvPr/>
        </p:nvSpPr>
        <p:spPr>
          <a:xfrm xmlns:a="http://schemas.openxmlformats.org/drawingml/2006/main">
            <a:off x="8705850" y="2438400"/>
            <a:ext cx="2647950" cy="2571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45000"/>
              </a:lnSpc>
              <a:buNone/>
              <a:defRPr sz="1350" b="1">
                <a:solidFill>
                  <a:srgbClr val="FFFFFF"/>
                </a:solidFill>
                <a:latin typeface="Menlo"/>
                <a:ea typeface="Menlo"/>
                <a:cs typeface="Menlo"/>
              </a:defRPr>
            </a:pPr>
            <a:r>
              <a:rPr sz="1350" b="1">
                <a:solidFill>
                  <a:srgbClr val="FFFFFF"/>
                </a:solidFill>
                <a:latin typeface="Menlo"/>
                <a:ea typeface="Menlo"/>
                <a:cs typeface="Menlo"/>
              </a:rPr>
              <a:t>trace_id</a:t>
            </a:r>
          </a:p>
          <a:p xmlns:a="http://schemas.openxmlformats.org/drawingml/2006/main">
            <a:pPr algn="l">
              <a:lnSpc>
                <a:spcPct val="145000"/>
              </a:lnSpc>
              <a:buNone/>
              <a:defRPr sz="1350" b="1">
                <a:solidFill>
                  <a:srgbClr val="FFFFFF"/>
                </a:solidFill>
                <a:latin typeface="Menlo"/>
                <a:ea typeface="Menlo"/>
                <a:cs typeface="Menlo"/>
              </a:defRPr>
            </a:pPr>
            <a:r>
              <a:rPr sz="1350" b="1">
                <a:solidFill>
                  <a:srgbClr val="FFFFFF"/>
                </a:solidFill>
                <a:latin typeface="Menlo"/>
                <a:ea typeface="Menlo"/>
                <a:cs typeface="Menlo"/>
              </a:rPr>
              <a:t>prompt_version</a:t>
            </a:r>
          </a:p>
          <a:p xmlns:a="http://schemas.openxmlformats.org/drawingml/2006/main">
            <a:pPr algn="l">
              <a:lnSpc>
                <a:spcPct val="145000"/>
              </a:lnSpc>
              <a:buNone/>
              <a:defRPr sz="1350" b="1">
                <a:solidFill>
                  <a:srgbClr val="FFFFFF"/>
                </a:solidFill>
                <a:latin typeface="Menlo"/>
                <a:ea typeface="Menlo"/>
                <a:cs typeface="Menlo"/>
              </a:defRPr>
            </a:pPr>
            <a:r>
              <a:rPr sz="1350" b="1">
                <a:solidFill>
                  <a:srgbClr val="FFFFFF"/>
                </a:solidFill>
                <a:latin typeface="Menlo"/>
                <a:ea typeface="Menlo"/>
                <a:cs typeface="Menlo"/>
              </a:rPr>
              <a:t>provider / model</a:t>
            </a:r>
          </a:p>
          <a:p xmlns:a="http://schemas.openxmlformats.org/drawingml/2006/main">
            <a:pPr algn="l">
              <a:lnSpc>
                <a:spcPct val="145000"/>
              </a:lnSpc>
              <a:buNone/>
              <a:defRPr sz="1350" b="1">
                <a:solidFill>
                  <a:srgbClr val="FFFFFF"/>
                </a:solidFill>
                <a:latin typeface="Menlo"/>
                <a:ea typeface="Menlo"/>
                <a:cs typeface="Menlo"/>
              </a:defRPr>
            </a:pPr>
            <a:r>
              <a:rPr sz="1350" b="1">
                <a:solidFill>
                  <a:srgbClr val="FFFFFF"/>
                </a:solidFill>
                <a:latin typeface="Menlo"/>
                <a:ea typeface="Menlo"/>
                <a:cs typeface="Menlo"/>
              </a:rPr>
              <a:t>status / latency</a:t>
            </a:r>
          </a:p>
          <a:p xmlns:a="http://schemas.openxmlformats.org/drawingml/2006/main">
            <a:pPr algn="l">
              <a:lnSpc>
                <a:spcPct val="145000"/>
              </a:lnSpc>
              <a:buNone/>
              <a:defRPr sz="1350" b="1">
                <a:solidFill>
                  <a:srgbClr val="FFFFFF"/>
                </a:solidFill>
                <a:latin typeface="Menlo"/>
                <a:ea typeface="Menlo"/>
                <a:cs typeface="Menlo"/>
              </a:defRPr>
            </a:pPr>
            <a:r>
              <a:rPr sz="1350" b="1">
                <a:solidFill>
                  <a:srgbClr val="FFFFFF"/>
                </a:solidFill>
                <a:latin typeface="Menlo"/>
                <a:ea typeface="Menlo"/>
                <a:cs typeface="Menlo"/>
              </a:rPr>
              <a:t>token_estimate</a:t>
            </a:r>
          </a:p>
          <a:p xmlns:a="http://schemas.openxmlformats.org/drawingml/2006/main">
            <a:pPr algn="l">
              <a:lnSpc>
                <a:spcPct val="145000"/>
              </a:lnSpc>
              <a:buNone/>
              <a:defRPr sz="1350" b="1">
                <a:solidFill>
                  <a:srgbClr val="FFFFFF"/>
                </a:solidFill>
                <a:latin typeface="Menlo"/>
                <a:ea typeface="Menlo"/>
                <a:cs typeface="Menlo"/>
              </a:defRPr>
            </a:pPr>
            <a:r>
              <a:rPr sz="1350" b="1">
                <a:solidFill>
                  <a:srgbClr val="FFFFFF"/>
                </a:solidFill>
                <a:latin typeface="Menlo"/>
                <a:ea typeface="Menlo"/>
                <a:cs typeface="Menlo"/>
              </a:rPr>
              <a:t>content_fingerprint</a:t>
            </a:r>
          </a:p>
        </p:txBody>
      </p:sp>
    </p:spTree>
    <p:extLst>
      <p:ext uri="{BB962C8B-B14F-4D97-AF65-F5344CB8AC3E}">
        <p14:creationId xmlns:p14="http://schemas.microsoft.com/office/powerpoint/2010/main" val="1885561378"/>
      </p:ext>
    </p:extLst>
  </p:cSld>
</p:sld>
</file>

<file path=ppt/slides/slide17.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F7FEC999-AAD1-499D-9EDB-F23EC25D32A2}"/>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CASE</a:t>
            </a:r>
          </a:p>
        </p:txBody>
      </p:sp>
      <p:sp>
        <p:nvSpPr>
          <p:cNvPr id="2" name="">
            <a:extLst xmlns:a="http://schemas.openxmlformats.org/drawingml/2006/main">
              <a:ext uri="{FF2B5EF4-FFF2-40B4-BE49-F238E27FC236}">
                <a16:creationId xmlns:a16="http://schemas.microsoft.com/office/drawing/2014/main" id="{0DE8C339-2695-4963-90A7-826B5CF0F02D}"/>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17</a:t>
            </a:r>
          </a:p>
        </p:txBody>
      </p:sp>
      <p:sp>
        <p:nvSpPr>
          <p:cNvPr id="3" name="">
            <a:extLst xmlns:a="http://schemas.openxmlformats.org/drawingml/2006/main">
              <a:ext uri="{FF2B5EF4-FFF2-40B4-BE49-F238E27FC236}">
                <a16:creationId xmlns:a16="http://schemas.microsoft.com/office/drawing/2014/main" id="{53B1FCA6-668B-4F41-B6DD-71460E8A26A1}"/>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6BD14BF4-DA6E-4D17-8969-CD7B9D40070F}"/>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7D4CBDF7-358D-4FBC-A23E-96FD4CE05843}"/>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B2E35927-E4BA-436D-9E63-37E817EF1B9A}"/>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눈에 보이는 호출과 운영 체계</a:t>
            </a:r>
          </a:p>
        </p:txBody>
      </p:sp>
      <p:sp>
        <p:nvSpPr>
          <p:cNvPr id="7" name="">
            <a:extLst xmlns:a="http://schemas.openxmlformats.org/drawingml/2006/main">
              <a:ext uri="{FF2B5EF4-FFF2-40B4-BE49-F238E27FC236}">
                <a16:creationId xmlns:a16="http://schemas.microsoft.com/office/drawing/2014/main" id="{40CE7044-BD87-40A4-B989-EA4427B88359}"/>
              </a:ext>
            </a:extLst>
          </p:cNvPr>
          <p:cNvSpPr>
            <a:spLocks xmlns:a="http://schemas.openxmlformats.org/drawingml/2006/main" noGrp="1"/>
          </p:cNvSpPr>
          <p:nvPr/>
        </p:nvSpPr>
        <p:spPr>
          <a:xfrm xmlns:a="http://schemas.openxmlformats.org/drawingml/2006/main">
            <a:off x="609600" y="167640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Menlo"/>
                <a:ea typeface="Menlo"/>
                <a:cs typeface="Menlo"/>
              </a:defRPr>
            </a:pPr>
            <a:r>
              <a:rPr sz="1050" b="1">
                <a:solidFill>
                  <a:srgbClr val="2563EB"/>
                </a:solidFill>
                <a:latin typeface="Menlo"/>
                <a:ea typeface="Menlo"/>
                <a:cs typeface="Menlo"/>
              </a:rPr>
              <a:t>VISIBLE</a:t>
            </a:r>
          </a:p>
        </p:txBody>
      </p:sp>
      <p:sp>
        <p:nvSpPr>
          <p:cNvPr id="8" name="">
            <a:extLst xmlns:a="http://schemas.openxmlformats.org/drawingml/2006/main">
              <a:ext uri="{FF2B5EF4-FFF2-40B4-BE49-F238E27FC236}">
                <a16:creationId xmlns:a16="http://schemas.microsoft.com/office/drawing/2014/main" id="{9C307F6B-A51C-4D39-86EA-37602A54171F}"/>
              </a:ext>
            </a:extLst>
          </p:cNvPr>
          <p:cNvSpPr>
            <a:spLocks xmlns:a="http://schemas.openxmlformats.org/drawingml/2006/main" noGrp="1"/>
          </p:cNvSpPr>
          <p:nvPr/>
        </p:nvSpPr>
        <p:spPr>
          <a:xfrm xmlns:a="http://schemas.openxmlformats.org/drawingml/2006/main">
            <a:off x="609600" y="2076450"/>
            <a:ext cx="857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550" b="1">
                <a:solidFill>
                  <a:srgbClr val="FFFFFF"/>
                </a:solidFill>
                <a:latin typeface="Menlo"/>
                <a:ea typeface="Menlo"/>
                <a:cs typeface="Menlo"/>
              </a:defRPr>
            </a:pPr>
            <a:r>
              <a:rPr sz="2550" b="1">
                <a:solidFill>
                  <a:srgbClr val="FFFFFF"/>
                </a:solidFill>
                <a:latin typeface="Menlo"/>
                <a:ea typeface="Menlo"/>
                <a:cs typeface="Menlo"/>
              </a:rPr>
              <a:t>프롬프트 → 모델 → 응답</a:t>
            </a:r>
          </a:p>
        </p:txBody>
      </p:sp>
      <p:sp>
        <p:nvSpPr>
          <p:cNvPr id="9" name="">
            <a:extLst xmlns:a="http://schemas.openxmlformats.org/drawingml/2006/main">
              <a:ext uri="{FF2B5EF4-FFF2-40B4-BE49-F238E27FC236}">
                <a16:creationId xmlns:a16="http://schemas.microsoft.com/office/drawing/2014/main" id="{5B6CD88C-F33D-4F1E-8ACB-B80DA11EFAE4}"/>
              </a:ext>
            </a:extLst>
          </p:cNvPr>
          <p:cNvSpPr>
            <a:spLocks xmlns:a="http://schemas.openxmlformats.org/drawingml/2006/main" noGrp="1"/>
          </p:cNvSpPr>
          <p:nvPr/>
        </p:nvSpPr>
        <p:spPr>
          <a:xfrm xmlns:a="http://schemas.openxmlformats.org/drawingml/2006/main" flipH="0" flipV="0">
            <a:off x="609600" y="2990850"/>
            <a:ext cx="10972800" cy="0"/>
          </a:xfrm>
          <a:prstGeom xmlns:a="http://schemas.openxmlformats.org/drawingml/2006/main" prst="line">
            <a:avLst/>
          </a:prstGeom>
          <a:noFill xmlns:a="http://schemas.openxmlformats.org/drawingml/2006/main"/>
          <a:ln xmlns:a="http://schemas.openxmlformats.org/drawingml/2006/main" w="47625">
            <a:solidFill>
              <a:srgbClr val="2563EB"/>
            </a:solidFill>
            <a:prstDash val="solid"/>
          </a:ln>
        </p:spPr>
      </p:sp>
      <p:sp>
        <p:nvSpPr>
          <p:cNvPr id="10" name="">
            <a:extLst xmlns:a="http://schemas.openxmlformats.org/drawingml/2006/main">
              <a:ext uri="{FF2B5EF4-FFF2-40B4-BE49-F238E27FC236}">
                <a16:creationId xmlns:a16="http://schemas.microsoft.com/office/drawing/2014/main" id="{A069B35C-7CC4-488B-B72D-988D69C7E10A}"/>
              </a:ext>
            </a:extLst>
          </p:cNvPr>
          <p:cNvSpPr>
            <a:spLocks xmlns:a="http://schemas.openxmlformats.org/drawingml/2006/main" noGrp="1"/>
          </p:cNvSpPr>
          <p:nvPr/>
        </p:nvSpPr>
        <p:spPr>
          <a:xfrm xmlns:a="http://schemas.openxmlformats.org/drawingml/2006/main">
            <a:off x="609600" y="3276600"/>
            <a:ext cx="247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Menlo"/>
                <a:ea typeface="Menlo"/>
                <a:cs typeface="Menlo"/>
              </a:defRPr>
            </a:pPr>
            <a:r>
              <a:rPr sz="1050" b="1">
                <a:solidFill>
                  <a:srgbClr val="2563EB"/>
                </a:solidFill>
                <a:latin typeface="Menlo"/>
                <a:ea typeface="Menlo"/>
                <a:cs typeface="Menlo"/>
              </a:rPr>
              <a:t>OPERATING SYSTEM</a:t>
            </a:r>
          </a:p>
        </p:txBody>
      </p:sp>
      <p:sp>
        <p:nvSpPr>
          <p:cNvPr id="11" name="">
            <a:extLst xmlns:a="http://schemas.openxmlformats.org/drawingml/2006/main">
              <a:ext uri="{FF2B5EF4-FFF2-40B4-BE49-F238E27FC236}">
                <a16:creationId xmlns:a16="http://schemas.microsoft.com/office/drawing/2014/main" id="{A36A70F5-14FA-4BB8-90C2-8A659E35ADEE}"/>
              </a:ext>
            </a:extLst>
          </p:cNvPr>
          <p:cNvSpPr>
            <a:spLocks xmlns:a="http://schemas.openxmlformats.org/drawingml/2006/main" noGrp="1"/>
          </p:cNvSpPr>
          <p:nvPr/>
        </p:nvSpPr>
        <p:spPr>
          <a:xfrm xmlns:a="http://schemas.openxmlformats.org/drawingml/2006/main">
            <a:off x="609600" y="381000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FFFFFF"/>
                </a:solidFill>
                <a:latin typeface="Menlo"/>
                <a:ea typeface="Menlo"/>
                <a:cs typeface="Menlo"/>
              </a:defRPr>
            </a:pPr>
            <a:r>
              <a:rPr sz="1650" b="1">
                <a:solidFill>
                  <a:srgbClr val="FFFFFF"/>
                </a:solidFill>
                <a:latin typeface="Menlo"/>
                <a:ea typeface="Menlo"/>
                <a:cs typeface="Menlo"/>
              </a:rPr>
              <a:t>평가 데이터</a:t>
            </a:r>
          </a:p>
        </p:txBody>
      </p:sp>
      <p:sp>
        <p:nvSpPr>
          <p:cNvPr id="12" name="">
            <a:extLst xmlns:a="http://schemas.openxmlformats.org/drawingml/2006/main">
              <a:ext uri="{FF2B5EF4-FFF2-40B4-BE49-F238E27FC236}">
                <a16:creationId xmlns:a16="http://schemas.microsoft.com/office/drawing/2014/main" id="{B7573255-EE90-43EA-AAF1-7D519C667637}"/>
              </a:ext>
            </a:extLst>
          </p:cNvPr>
          <p:cNvSpPr>
            <a:spLocks xmlns:a="http://schemas.openxmlformats.org/drawingml/2006/main" noGrp="1"/>
          </p:cNvSpPr>
          <p:nvPr/>
        </p:nvSpPr>
        <p:spPr>
          <a:xfrm xmlns:a="http://schemas.openxmlformats.org/drawingml/2006/main">
            <a:off x="3352800" y="381000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FFFFFF"/>
                </a:solidFill>
                <a:latin typeface="Menlo"/>
                <a:ea typeface="Menlo"/>
                <a:cs typeface="Menlo"/>
              </a:defRPr>
            </a:pPr>
            <a:r>
              <a:rPr sz="1650" b="1">
                <a:solidFill>
                  <a:srgbClr val="FFFFFF"/>
                </a:solidFill>
                <a:latin typeface="Menlo"/>
                <a:ea typeface="Menlo"/>
                <a:cs typeface="Menlo"/>
              </a:rPr>
              <a:t>버전</a:t>
            </a:r>
          </a:p>
        </p:txBody>
      </p:sp>
      <p:sp>
        <p:nvSpPr>
          <p:cNvPr id="13" name="">
            <a:extLst xmlns:a="http://schemas.openxmlformats.org/drawingml/2006/main">
              <a:ext uri="{FF2B5EF4-FFF2-40B4-BE49-F238E27FC236}">
                <a16:creationId xmlns:a16="http://schemas.microsoft.com/office/drawing/2014/main" id="{409DD255-6FDD-4ABF-8A36-C6D4AB09452B}"/>
              </a:ext>
            </a:extLst>
          </p:cNvPr>
          <p:cNvSpPr>
            <a:spLocks xmlns:a="http://schemas.openxmlformats.org/drawingml/2006/main" noGrp="1"/>
          </p:cNvSpPr>
          <p:nvPr/>
        </p:nvSpPr>
        <p:spPr>
          <a:xfrm xmlns:a="http://schemas.openxmlformats.org/drawingml/2006/main">
            <a:off x="6096000" y="381000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FFFFFF"/>
                </a:solidFill>
                <a:latin typeface="Menlo"/>
                <a:ea typeface="Menlo"/>
                <a:cs typeface="Menlo"/>
              </a:defRPr>
            </a:pPr>
            <a:r>
              <a:rPr sz="1650" b="1">
                <a:solidFill>
                  <a:srgbClr val="FFFFFF"/>
                </a:solidFill>
                <a:latin typeface="Menlo"/>
                <a:ea typeface="Menlo"/>
                <a:cs typeface="Menlo"/>
              </a:rPr>
              <a:t>평가</a:t>
            </a:r>
          </a:p>
        </p:txBody>
      </p:sp>
      <p:sp>
        <p:nvSpPr>
          <p:cNvPr id="14" name="">
            <a:extLst xmlns:a="http://schemas.openxmlformats.org/drawingml/2006/main">
              <a:ext uri="{FF2B5EF4-FFF2-40B4-BE49-F238E27FC236}">
                <a16:creationId xmlns:a16="http://schemas.microsoft.com/office/drawing/2014/main" id="{A30A7210-5139-41D3-A06D-4DC703008A2D}"/>
              </a:ext>
            </a:extLst>
          </p:cNvPr>
          <p:cNvSpPr>
            <a:spLocks xmlns:a="http://schemas.openxmlformats.org/drawingml/2006/main" noGrp="1"/>
          </p:cNvSpPr>
          <p:nvPr/>
        </p:nvSpPr>
        <p:spPr>
          <a:xfrm xmlns:a="http://schemas.openxmlformats.org/drawingml/2006/main">
            <a:off x="8839200" y="381000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FFFFFF"/>
                </a:solidFill>
                <a:latin typeface="Menlo"/>
                <a:ea typeface="Menlo"/>
                <a:cs typeface="Menlo"/>
              </a:defRPr>
            </a:pPr>
            <a:r>
              <a:rPr sz="1650" b="1">
                <a:solidFill>
                  <a:srgbClr val="FFFFFF"/>
                </a:solidFill>
                <a:latin typeface="Menlo"/>
                <a:ea typeface="Menlo"/>
                <a:cs typeface="Menlo"/>
              </a:rPr>
              <a:t>시간 초과</a:t>
            </a:r>
          </a:p>
        </p:txBody>
      </p:sp>
      <p:sp>
        <p:nvSpPr>
          <p:cNvPr id="15" name="">
            <a:extLst xmlns:a="http://schemas.openxmlformats.org/drawingml/2006/main">
              <a:ext uri="{FF2B5EF4-FFF2-40B4-BE49-F238E27FC236}">
                <a16:creationId xmlns:a16="http://schemas.microsoft.com/office/drawing/2014/main" id="{6A5ACDF2-9BF6-4A87-97C9-3F3B13A19493}"/>
              </a:ext>
            </a:extLst>
          </p:cNvPr>
          <p:cNvSpPr>
            <a:spLocks xmlns:a="http://schemas.openxmlformats.org/drawingml/2006/main" noGrp="1"/>
          </p:cNvSpPr>
          <p:nvPr/>
        </p:nvSpPr>
        <p:spPr>
          <a:xfrm xmlns:a="http://schemas.openxmlformats.org/drawingml/2006/main">
            <a:off x="609600" y="45910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FFFFFF"/>
                </a:solidFill>
                <a:latin typeface="Menlo"/>
                <a:ea typeface="Menlo"/>
                <a:cs typeface="Menlo"/>
              </a:defRPr>
            </a:pPr>
            <a:r>
              <a:rPr sz="1650" b="1">
                <a:solidFill>
                  <a:srgbClr val="FFFFFF"/>
                </a:solidFill>
                <a:latin typeface="Menlo"/>
                <a:ea typeface="Menlo"/>
                <a:cs typeface="Menlo"/>
              </a:rPr>
              <a:t>대체 경로</a:t>
            </a:r>
          </a:p>
        </p:txBody>
      </p:sp>
      <p:sp>
        <p:nvSpPr>
          <p:cNvPr id="16" name="">
            <a:extLst xmlns:a="http://schemas.openxmlformats.org/drawingml/2006/main">
              <a:ext uri="{FF2B5EF4-FFF2-40B4-BE49-F238E27FC236}">
                <a16:creationId xmlns:a16="http://schemas.microsoft.com/office/drawing/2014/main" id="{F7E61D13-605C-42F3-A959-47894FE40562}"/>
              </a:ext>
            </a:extLst>
          </p:cNvPr>
          <p:cNvSpPr>
            <a:spLocks xmlns:a="http://schemas.openxmlformats.org/drawingml/2006/main" noGrp="1"/>
          </p:cNvSpPr>
          <p:nvPr/>
        </p:nvSpPr>
        <p:spPr>
          <a:xfrm xmlns:a="http://schemas.openxmlformats.org/drawingml/2006/main">
            <a:off x="3352800" y="45910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FFFFFF"/>
                </a:solidFill>
                <a:latin typeface="Menlo"/>
                <a:ea typeface="Menlo"/>
                <a:cs typeface="Menlo"/>
              </a:defRPr>
            </a:pPr>
            <a:r>
              <a:rPr sz="1650" b="1">
                <a:solidFill>
                  <a:srgbClr val="FFFFFF"/>
                </a:solidFill>
                <a:latin typeface="Menlo"/>
                <a:ea typeface="Menlo"/>
                <a:cs typeface="Menlo"/>
              </a:rPr>
              <a:t>안전성</a:t>
            </a:r>
          </a:p>
        </p:txBody>
      </p:sp>
      <p:sp>
        <p:nvSpPr>
          <p:cNvPr id="17" name="">
            <a:extLst xmlns:a="http://schemas.openxmlformats.org/drawingml/2006/main">
              <a:ext uri="{FF2B5EF4-FFF2-40B4-BE49-F238E27FC236}">
                <a16:creationId xmlns:a16="http://schemas.microsoft.com/office/drawing/2014/main" id="{3ADD89B2-5993-43FA-A473-A487EAA8E955}"/>
              </a:ext>
            </a:extLst>
          </p:cNvPr>
          <p:cNvSpPr>
            <a:spLocks xmlns:a="http://schemas.openxmlformats.org/drawingml/2006/main" noGrp="1"/>
          </p:cNvSpPr>
          <p:nvPr/>
        </p:nvSpPr>
        <p:spPr>
          <a:xfrm xmlns:a="http://schemas.openxmlformats.org/drawingml/2006/main">
            <a:off x="6096000" y="45910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FFFFFF"/>
                </a:solidFill>
                <a:latin typeface="Menlo"/>
                <a:ea typeface="Menlo"/>
                <a:cs typeface="Menlo"/>
              </a:defRPr>
            </a:pPr>
            <a:r>
              <a:rPr sz="1650" b="1">
                <a:solidFill>
                  <a:srgbClr val="FFFFFF"/>
                </a:solidFill>
                <a:latin typeface="Menlo"/>
                <a:ea typeface="Menlo"/>
                <a:cs typeface="Menlo"/>
              </a:rPr>
              <a:t>비용</a:t>
            </a:r>
          </a:p>
        </p:txBody>
      </p:sp>
      <p:sp>
        <p:nvSpPr>
          <p:cNvPr id="18" name="">
            <a:extLst xmlns:a="http://schemas.openxmlformats.org/drawingml/2006/main">
              <a:ext uri="{FF2B5EF4-FFF2-40B4-BE49-F238E27FC236}">
                <a16:creationId xmlns:a16="http://schemas.microsoft.com/office/drawing/2014/main" id="{842E2AE1-3573-4E5B-9755-A0CDDEEE495D}"/>
              </a:ext>
            </a:extLst>
          </p:cNvPr>
          <p:cNvSpPr>
            <a:spLocks xmlns:a="http://schemas.openxmlformats.org/drawingml/2006/main" noGrp="1"/>
          </p:cNvSpPr>
          <p:nvPr/>
        </p:nvSpPr>
        <p:spPr>
          <a:xfrm xmlns:a="http://schemas.openxmlformats.org/drawingml/2006/main">
            <a:off x="8839200" y="45910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FFFFFF"/>
                </a:solidFill>
                <a:latin typeface="Menlo"/>
                <a:ea typeface="Menlo"/>
                <a:cs typeface="Menlo"/>
              </a:defRPr>
            </a:pPr>
            <a:r>
              <a:rPr sz="1650" b="1">
                <a:solidFill>
                  <a:srgbClr val="FFFFFF"/>
                </a:solidFill>
                <a:latin typeface="Menlo"/>
                <a:ea typeface="Menlo"/>
                <a:cs typeface="Menlo"/>
              </a:rPr>
              <a:t>책임자</a:t>
            </a:r>
          </a:p>
        </p:txBody>
      </p:sp>
      <p:sp>
        <p:nvSpPr>
          <p:cNvPr id="19" name="">
            <a:extLst xmlns:a="http://schemas.openxmlformats.org/drawingml/2006/main">
              <a:ext uri="{FF2B5EF4-FFF2-40B4-BE49-F238E27FC236}">
                <a16:creationId xmlns:a16="http://schemas.microsoft.com/office/drawing/2014/main" id="{2705FC49-8930-4619-B474-1B8473329F93}"/>
              </a:ext>
            </a:extLst>
          </p:cNvPr>
          <p:cNvSpPr>
            <a:spLocks xmlns:a="http://schemas.openxmlformats.org/drawingml/2006/main" noGrp="1"/>
          </p:cNvSpPr>
          <p:nvPr/>
        </p:nvSpPr>
        <p:spPr>
          <a:xfrm xmlns:a="http://schemas.openxmlformats.org/drawingml/2006/main">
            <a:off x="609600" y="5600700"/>
            <a:ext cx="10972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00" b="1">
                <a:solidFill>
                  <a:srgbClr val="FFFFFF"/>
                </a:solidFill>
                <a:latin typeface="AppleGothic"/>
                <a:ea typeface="AppleGothic"/>
                <a:cs typeface="AppleGothic"/>
              </a:defRPr>
            </a:pPr>
            <a:r>
              <a:rPr sz="1500" b="1">
                <a:solidFill>
                  <a:srgbClr val="FFFFFF"/>
                </a:solidFill>
                <a:latin typeface="AppleGothic"/>
                <a:ea typeface="AppleGothic"/>
                <a:cs typeface="AppleGothic"/>
              </a:rPr>
              <a:t>데모의 화면보다 배포 판단에 필요한 운영 증거의 구조</a:t>
            </a:r>
          </a:p>
        </p:txBody>
      </p:sp>
    </p:spTree>
    <p:extLst>
      <p:ext uri="{BB962C8B-B14F-4D97-AF65-F5344CB8AC3E}">
        <p14:creationId xmlns:p14="http://schemas.microsoft.com/office/powerpoint/2010/main" val="1224321549"/>
      </p:ext>
    </p:extLst>
  </p:cSld>
</p:sld>
</file>

<file path=ppt/slides/slide18.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757B0E7-3283-4AB8-946F-94875234CB67}"/>
              </a:ext>
            </a:extLst>
          </p:cNvPr>
          <p:cNvSpPr>
            <a:spLocks xmlns:a="http://schemas.openxmlformats.org/drawingml/2006/main" noGrp="1"/>
          </p:cNvSpPr>
          <p:nvPr/>
        </p:nvSpPr>
        <p:spPr>
          <a:xfrm xmlns:a="http://schemas.openxmlformats.org/drawingml/2006/main">
            <a:off x="609600" y="742950"/>
            <a:ext cx="200025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8850" b="1">
                <a:solidFill>
                  <a:srgbClr val="FFFFFF"/>
                </a:solidFill>
                <a:latin typeface="Menlo"/>
                <a:ea typeface="Menlo"/>
                <a:cs typeface="Menlo"/>
              </a:defRPr>
            </a:pPr>
            <a:r>
              <a:rPr sz="8850" b="1">
                <a:solidFill>
                  <a:srgbClr val="FFFFFF"/>
                </a:solidFill>
                <a:latin typeface="Menlo"/>
                <a:ea typeface="Menlo"/>
                <a:cs typeface="Menlo"/>
              </a:rPr>
              <a:t>01</a:t>
            </a:r>
          </a:p>
        </p:txBody>
      </p:sp>
      <p:sp>
        <p:nvSpPr>
          <p:cNvPr id="2" name="">
            <a:extLst xmlns:a="http://schemas.openxmlformats.org/drawingml/2006/main">
              <a:ext uri="{FF2B5EF4-FFF2-40B4-BE49-F238E27FC236}">
                <a16:creationId xmlns:a16="http://schemas.microsoft.com/office/drawing/2014/main" id="{77DBE24F-5781-47F7-B984-C4C849FBE54E}"/>
              </a:ext>
            </a:extLst>
          </p:cNvPr>
          <p:cNvSpPr>
            <a:spLocks xmlns:a="http://schemas.openxmlformats.org/drawingml/2006/main" noGrp="1"/>
          </p:cNvSpPr>
          <p:nvPr/>
        </p:nvSpPr>
        <p:spPr>
          <a:xfrm xmlns:a="http://schemas.openxmlformats.org/drawingml/2006/main">
            <a:off x="6724650" y="933450"/>
            <a:ext cx="4857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200" b="1">
                <a:solidFill>
                  <a:srgbClr val="98A2B3"/>
                </a:solidFill>
                <a:latin typeface="Menlo"/>
                <a:ea typeface="Menlo"/>
                <a:cs typeface="Menlo"/>
              </a:defRPr>
            </a:pPr>
            <a:r>
              <a:rPr sz="1200" b="1">
                <a:solidFill>
                  <a:srgbClr val="98A2B3"/>
                </a:solidFill>
                <a:latin typeface="Menlo"/>
                <a:ea typeface="Menlo"/>
                <a:cs typeface="Menlo"/>
              </a:rPr>
              <a:t>FROM CAPABILITY TO RELIABILITY</a:t>
            </a:r>
          </a:p>
        </p:txBody>
      </p:sp>
      <p:sp>
        <p:nvSpPr>
          <p:cNvPr id="3" name="">
            <a:extLst xmlns:a="http://schemas.openxmlformats.org/drawingml/2006/main">
              <a:ext uri="{FF2B5EF4-FFF2-40B4-BE49-F238E27FC236}">
                <a16:creationId xmlns:a16="http://schemas.microsoft.com/office/drawing/2014/main" id="{CF1B6F23-90C7-4941-B04B-0FAE179644BC}"/>
              </a:ext>
            </a:extLst>
          </p:cNvPr>
          <p:cNvSpPr>
            <a:spLocks xmlns:a="http://schemas.openxmlformats.org/drawingml/2006/main" noGrp="1"/>
          </p:cNvSpPr>
          <p:nvPr/>
        </p:nvSpPr>
        <p:spPr>
          <a:xfrm xmlns:a="http://schemas.openxmlformats.org/drawingml/2006/main" flipH="0" flipV="0">
            <a:off x="609600" y="27241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78B8D476-CF6F-4ECA-947C-C4ED1BC3545D}"/>
              </a:ext>
            </a:extLst>
          </p:cNvPr>
          <p:cNvSpPr>
            <a:spLocks xmlns:a="http://schemas.openxmlformats.org/drawingml/2006/main" noGrp="1"/>
          </p:cNvSpPr>
          <p:nvPr/>
        </p:nvSpPr>
        <p:spPr>
          <a:xfrm xmlns:a="http://schemas.openxmlformats.org/drawingml/2006/main">
            <a:off x="609600" y="3162300"/>
            <a:ext cx="1066800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4000"/>
              </a:lnSpc>
              <a:buNone/>
              <a:defRPr sz="3600" b="1">
                <a:solidFill>
                  <a:srgbClr val="FFFFFF"/>
                </a:solidFill>
                <a:latin typeface="AppleGothic"/>
                <a:ea typeface="AppleGothic"/>
                <a:cs typeface="AppleGothic"/>
              </a:defRPr>
            </a:pPr>
            <a:r>
              <a:rPr sz="3600" b="1">
                <a:solidFill>
                  <a:srgbClr val="FFFFFF"/>
                </a:solidFill>
                <a:latin typeface="AppleGothic"/>
                <a:ea typeface="AppleGothic"/>
                <a:cs typeface="AppleGothic"/>
              </a:rPr>
              <a:t>능력의 형성과 신뢰성의 간극</a:t>
            </a:r>
          </a:p>
        </p:txBody>
      </p:sp>
      <p:sp>
        <p:nvSpPr>
          <p:cNvPr id="5" name="">
            <a:extLst xmlns:a="http://schemas.openxmlformats.org/drawingml/2006/main">
              <a:ext uri="{FF2B5EF4-FFF2-40B4-BE49-F238E27FC236}">
                <a16:creationId xmlns:a16="http://schemas.microsoft.com/office/drawing/2014/main" id="{2C24158B-CF7F-4432-8AC7-5C5B23EC7D75}"/>
              </a:ext>
            </a:extLst>
          </p:cNvPr>
          <p:cNvSpPr>
            <a:spLocks xmlns:a="http://schemas.openxmlformats.org/drawingml/2006/main" noGrp="1"/>
          </p:cNvSpPr>
          <p:nvPr/>
        </p:nvSpPr>
        <p:spPr>
          <a:xfrm xmlns:a="http://schemas.openxmlformats.org/drawingml/2006/main">
            <a:off x="609600" y="4762500"/>
            <a:ext cx="9906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800" b="0">
                <a:solidFill>
                  <a:srgbClr val="98A2B3"/>
                </a:solidFill>
                <a:latin typeface="AppleGothic"/>
                <a:ea typeface="AppleGothic"/>
                <a:cs typeface="AppleGothic"/>
              </a:defRPr>
            </a:pPr>
            <a:r>
              <a:rPr sz="1800" b="0">
                <a:solidFill>
                  <a:srgbClr val="98A2B3"/>
                </a:solidFill>
                <a:latin typeface="AppleGothic"/>
                <a:ea typeface="AppleGothic"/>
                <a:cs typeface="AppleGothic"/>
              </a:rPr>
              <a:t>규칙 · 데이터 · 연산 · Attention · Pretraining</a:t>
            </a:r>
          </a:p>
        </p:txBody>
      </p:sp>
      <p:sp>
        <p:nvSpPr>
          <p:cNvPr id="6" name="">
            <a:extLst xmlns:a="http://schemas.openxmlformats.org/drawingml/2006/main">
              <a:ext uri="{FF2B5EF4-FFF2-40B4-BE49-F238E27FC236}">
                <a16:creationId xmlns:a16="http://schemas.microsoft.com/office/drawing/2014/main" id="{72061C8A-1F5B-4577-A75F-6DCFFC1FD7A9}"/>
              </a:ext>
            </a:extLst>
          </p:cNvPr>
          <p:cNvSpPr>
            <a:spLocks xmlns:a="http://schemas.openxmlformats.org/drawingml/2006/main" noGrp="1"/>
          </p:cNvSpPr>
          <p:nvPr/>
        </p:nvSpPr>
        <p:spPr>
          <a:xfrm xmlns:a="http://schemas.openxmlformats.org/drawingml/2006/main">
            <a:off x="609600" y="607695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W01 · 18</a:t>
            </a:r>
          </a:p>
        </p:txBody>
      </p:sp>
    </p:spTree>
    <p:extLst>
      <p:ext uri="{BB962C8B-B14F-4D97-AF65-F5344CB8AC3E}">
        <p14:creationId xmlns:p14="http://schemas.microsoft.com/office/powerpoint/2010/main" val="311520339"/>
      </p:ext>
    </p:extLst>
  </p:cSld>
</p:sld>
</file>

<file path=ppt/slides/slide19.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C916206B-C955-4EAE-ADF8-488A1EC18EF3}"/>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FOUNDATION</a:t>
            </a:r>
          </a:p>
        </p:txBody>
      </p:sp>
      <p:sp>
        <p:nvSpPr>
          <p:cNvPr id="2" name="">
            <a:extLst xmlns:a="http://schemas.openxmlformats.org/drawingml/2006/main">
              <a:ext uri="{FF2B5EF4-FFF2-40B4-BE49-F238E27FC236}">
                <a16:creationId xmlns:a16="http://schemas.microsoft.com/office/drawing/2014/main" id="{19B53C7A-4046-4E49-AF5D-32AED0F4A285}"/>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19</a:t>
            </a:r>
          </a:p>
        </p:txBody>
      </p:sp>
      <p:sp>
        <p:nvSpPr>
          <p:cNvPr id="3" name="">
            <a:extLst xmlns:a="http://schemas.openxmlformats.org/drawingml/2006/main">
              <a:ext uri="{FF2B5EF4-FFF2-40B4-BE49-F238E27FC236}">
                <a16:creationId xmlns:a16="http://schemas.microsoft.com/office/drawing/2014/main" id="{EF14BD35-5999-46A4-A32A-FDC57D99C380}"/>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CFBD4186-EBC6-4FFD-ACF5-511E18EF2DEE}"/>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0545179A-E3B1-4E63-B24B-C4E5E635A5C7}"/>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F5AD83D8-C47D-4C8E-B723-55429FD36277}"/>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AI 역사의 네 번의 병목 이동</a:t>
            </a:r>
          </a:p>
        </p:txBody>
      </p:sp>
      <p:sp>
        <p:nvSpPr>
          <p:cNvPr id="7" name="">
            <a:extLst xmlns:a="http://schemas.openxmlformats.org/drawingml/2006/main">
              <a:ext uri="{FF2B5EF4-FFF2-40B4-BE49-F238E27FC236}">
                <a16:creationId xmlns:a16="http://schemas.microsoft.com/office/drawing/2014/main" id="{C9D43159-BBC6-492D-A3AD-130A9033DC25}"/>
              </a:ext>
            </a:extLst>
          </p:cNvPr>
          <p:cNvSpPr>
            <a:spLocks xmlns:a="http://schemas.openxmlformats.org/drawingml/2006/main" noGrp="1"/>
          </p:cNvSpPr>
          <p:nvPr/>
        </p:nvSpPr>
        <p:spPr>
          <a:xfrm xmlns:a="http://schemas.openxmlformats.org/drawingml/2006/main" flipH="0" flipV="0">
            <a:off x="1562100" y="3429000"/>
            <a:ext cx="9067800" cy="0"/>
          </a:xfrm>
          <a:prstGeom xmlns:a="http://schemas.openxmlformats.org/drawingml/2006/main" prst="line">
            <a:avLst/>
          </a:prstGeom>
          <a:noFill xmlns:a="http://schemas.openxmlformats.org/drawingml/2006/main"/>
          <a:ln xmlns:a="http://schemas.openxmlformats.org/drawingml/2006/main" w="19050">
            <a:solidFill>
              <a:srgbClr val="191919"/>
            </a:solidFill>
            <a:prstDash val="solid"/>
          </a:ln>
        </p:spPr>
      </p:sp>
      <p:sp>
        <p:nvSpPr>
          <p:cNvPr id="8" name="">
            <a:extLst xmlns:a="http://schemas.openxmlformats.org/drawingml/2006/main">
              <a:ext uri="{FF2B5EF4-FFF2-40B4-BE49-F238E27FC236}">
                <a16:creationId xmlns:a16="http://schemas.microsoft.com/office/drawing/2014/main" id="{0AFF5D7B-FE7E-4DB0-89A8-6F3C1D039BA4}"/>
              </a:ext>
            </a:extLst>
          </p:cNvPr>
          <p:cNvSpPr>
            <a:spLocks xmlns:a="http://schemas.openxmlformats.org/drawingml/2006/main" noGrp="1"/>
          </p:cNvSpPr>
          <p:nvPr/>
        </p:nvSpPr>
        <p:spPr>
          <a:xfrm xmlns:a="http://schemas.openxmlformats.org/drawingml/2006/main" rot="0">
            <a:off x="1419225" y="3286125"/>
            <a:ext cx="285750" cy="285750"/>
          </a:xfrm>
          <a:prstGeom xmlns:a="http://schemas.openxmlformats.org/drawingml/2006/main" prst="ellipse">
            <a:avLst/>
          </a:prstGeom>
          <a:solidFill xmlns:a="http://schemas.openxmlformats.org/drawingml/2006/main">
            <a:srgbClr val="191919"/>
          </a:solidFill>
          <a:ln xmlns:a="http://schemas.openxmlformats.org/drawingml/2006/main" w="0">
            <a:solidFill>
              <a:srgbClr val="191919"/>
            </a:solidFill>
            <a:prstDash val="solid"/>
          </a:ln>
        </p:spPr>
      </p:sp>
      <p:sp>
        <p:nvSpPr>
          <p:cNvPr id="9" name="">
            <a:extLst xmlns:a="http://schemas.openxmlformats.org/drawingml/2006/main">
              <a:ext uri="{FF2B5EF4-FFF2-40B4-BE49-F238E27FC236}">
                <a16:creationId xmlns:a16="http://schemas.microsoft.com/office/drawing/2014/main" id="{536D5ACA-95B4-4A06-AFD3-E0DCB8D238C9}"/>
              </a:ext>
            </a:extLst>
          </p:cNvPr>
          <p:cNvSpPr>
            <a:spLocks xmlns:a="http://schemas.openxmlformats.org/drawingml/2006/main" noGrp="1"/>
          </p:cNvSpPr>
          <p:nvPr/>
        </p:nvSpPr>
        <p:spPr>
          <a:xfrm xmlns:a="http://schemas.openxmlformats.org/drawingml/2006/main">
            <a:off x="685800" y="1943100"/>
            <a:ext cx="1752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75" b="1">
                <a:solidFill>
                  <a:srgbClr val="191919"/>
                </a:solidFill>
                <a:latin typeface="Menlo"/>
                <a:ea typeface="Menlo"/>
                <a:cs typeface="Menlo"/>
              </a:defRPr>
            </a:pPr>
            <a:r>
              <a:rPr sz="1275" b="1">
                <a:solidFill>
                  <a:srgbClr val="191919"/>
                </a:solidFill>
                <a:latin typeface="Menlo"/>
                <a:ea typeface="Menlo"/>
                <a:cs typeface="Menlo"/>
              </a:rPr>
              <a:t>규칙</a:t>
            </a:r>
          </a:p>
        </p:txBody>
      </p:sp>
      <p:sp>
        <p:nvSpPr>
          <p:cNvPr id="10" name="">
            <a:extLst xmlns:a="http://schemas.openxmlformats.org/drawingml/2006/main">
              <a:ext uri="{FF2B5EF4-FFF2-40B4-BE49-F238E27FC236}">
                <a16:creationId xmlns:a16="http://schemas.microsoft.com/office/drawing/2014/main" id="{CF7A0670-A832-421E-9B10-A5BFFCB1575E}"/>
              </a:ext>
            </a:extLst>
          </p:cNvPr>
          <p:cNvSpPr>
            <a:spLocks xmlns:a="http://schemas.openxmlformats.org/drawingml/2006/main" noGrp="1"/>
          </p:cNvSpPr>
          <p:nvPr/>
        </p:nvSpPr>
        <p:spPr>
          <a:xfrm xmlns:a="http://schemas.openxmlformats.org/drawingml/2006/main">
            <a:off x="609600" y="2343150"/>
            <a:ext cx="1905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20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사람이 규칙을 작성</a:t>
            </a:r>
          </a:p>
        </p:txBody>
      </p:sp>
      <p:sp>
        <p:nvSpPr>
          <p:cNvPr id="11" name="">
            <a:extLst xmlns:a="http://schemas.openxmlformats.org/drawingml/2006/main">
              <a:ext uri="{FF2B5EF4-FFF2-40B4-BE49-F238E27FC236}">
                <a16:creationId xmlns:a16="http://schemas.microsoft.com/office/drawing/2014/main" id="{C6411EA0-03DC-4A62-9F5E-9115480FF8D6}"/>
              </a:ext>
            </a:extLst>
          </p:cNvPr>
          <p:cNvSpPr>
            <a:spLocks xmlns:a="http://schemas.openxmlformats.org/drawingml/2006/main" noGrp="1"/>
          </p:cNvSpPr>
          <p:nvPr/>
        </p:nvSpPr>
        <p:spPr>
          <a:xfrm xmlns:a="http://schemas.openxmlformats.org/drawingml/2006/main" rot="0">
            <a:off x="3686175" y="3286125"/>
            <a:ext cx="285750" cy="285750"/>
          </a:xfrm>
          <a:prstGeom xmlns:a="http://schemas.openxmlformats.org/drawingml/2006/main" prst="ellipse">
            <a:avLst/>
          </a:prstGeom>
          <a:solidFill xmlns:a="http://schemas.openxmlformats.org/drawingml/2006/main">
            <a:srgbClr val="191919"/>
          </a:solidFill>
          <a:ln xmlns:a="http://schemas.openxmlformats.org/drawingml/2006/main" w="0">
            <a:solidFill>
              <a:srgbClr val="191919"/>
            </a:solidFill>
            <a:prstDash val="solid"/>
          </a:ln>
        </p:spPr>
      </p:sp>
      <p:sp>
        <p:nvSpPr>
          <p:cNvPr id="12" name="">
            <a:extLst xmlns:a="http://schemas.openxmlformats.org/drawingml/2006/main">
              <a:ext uri="{FF2B5EF4-FFF2-40B4-BE49-F238E27FC236}">
                <a16:creationId xmlns:a16="http://schemas.microsoft.com/office/drawing/2014/main" id="{46EA8FAB-5E0E-43B3-851E-63C1A87D4D8C}"/>
              </a:ext>
            </a:extLst>
          </p:cNvPr>
          <p:cNvSpPr>
            <a:spLocks xmlns:a="http://schemas.openxmlformats.org/drawingml/2006/main" noGrp="1"/>
          </p:cNvSpPr>
          <p:nvPr/>
        </p:nvSpPr>
        <p:spPr>
          <a:xfrm xmlns:a="http://schemas.openxmlformats.org/drawingml/2006/main">
            <a:off x="2952750" y="3886200"/>
            <a:ext cx="1752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75" b="1">
                <a:solidFill>
                  <a:srgbClr val="191919"/>
                </a:solidFill>
                <a:latin typeface="Menlo"/>
                <a:ea typeface="Menlo"/>
                <a:cs typeface="Menlo"/>
              </a:defRPr>
            </a:pPr>
            <a:r>
              <a:rPr sz="1275" b="1">
                <a:solidFill>
                  <a:srgbClr val="191919"/>
                </a:solidFill>
                <a:latin typeface="Menlo"/>
                <a:ea typeface="Menlo"/>
                <a:cs typeface="Menlo"/>
              </a:rPr>
              <a:t>학습</a:t>
            </a:r>
          </a:p>
        </p:txBody>
      </p:sp>
      <p:sp>
        <p:nvSpPr>
          <p:cNvPr id="13" name="">
            <a:extLst xmlns:a="http://schemas.openxmlformats.org/drawingml/2006/main">
              <a:ext uri="{FF2B5EF4-FFF2-40B4-BE49-F238E27FC236}">
                <a16:creationId xmlns:a16="http://schemas.microsoft.com/office/drawing/2014/main" id="{6BAA4EC3-A87E-4305-A609-79C1E0EAB5C3}"/>
              </a:ext>
            </a:extLst>
          </p:cNvPr>
          <p:cNvSpPr>
            <a:spLocks xmlns:a="http://schemas.openxmlformats.org/drawingml/2006/main" noGrp="1"/>
          </p:cNvSpPr>
          <p:nvPr/>
        </p:nvSpPr>
        <p:spPr>
          <a:xfrm xmlns:a="http://schemas.openxmlformats.org/drawingml/2006/main">
            <a:off x="2876550" y="4286250"/>
            <a:ext cx="1905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20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데이터에서 패턴 추정</a:t>
            </a:r>
          </a:p>
        </p:txBody>
      </p:sp>
      <p:sp>
        <p:nvSpPr>
          <p:cNvPr id="14" name="">
            <a:extLst xmlns:a="http://schemas.openxmlformats.org/drawingml/2006/main">
              <a:ext uri="{FF2B5EF4-FFF2-40B4-BE49-F238E27FC236}">
                <a16:creationId xmlns:a16="http://schemas.microsoft.com/office/drawing/2014/main" id="{B5147D50-E576-43BC-B9D4-20B6683644E6}"/>
              </a:ext>
            </a:extLst>
          </p:cNvPr>
          <p:cNvSpPr>
            <a:spLocks xmlns:a="http://schemas.openxmlformats.org/drawingml/2006/main" noGrp="1"/>
          </p:cNvSpPr>
          <p:nvPr/>
        </p:nvSpPr>
        <p:spPr>
          <a:xfrm xmlns:a="http://schemas.openxmlformats.org/drawingml/2006/main" rot="0">
            <a:off x="5953125" y="3286125"/>
            <a:ext cx="285750" cy="285750"/>
          </a:xfrm>
          <a:prstGeom xmlns:a="http://schemas.openxmlformats.org/drawingml/2006/main" prst="ellipse">
            <a:avLst/>
          </a:prstGeom>
          <a:solidFill xmlns:a="http://schemas.openxmlformats.org/drawingml/2006/main">
            <a:srgbClr val="191919"/>
          </a:solidFill>
          <a:ln xmlns:a="http://schemas.openxmlformats.org/drawingml/2006/main" w="0">
            <a:solidFill>
              <a:srgbClr val="191919"/>
            </a:solidFill>
            <a:prstDash val="solid"/>
          </a:ln>
        </p:spPr>
      </p:sp>
      <p:sp>
        <p:nvSpPr>
          <p:cNvPr id="15" name="">
            <a:extLst xmlns:a="http://schemas.openxmlformats.org/drawingml/2006/main">
              <a:ext uri="{FF2B5EF4-FFF2-40B4-BE49-F238E27FC236}">
                <a16:creationId xmlns:a16="http://schemas.microsoft.com/office/drawing/2014/main" id="{9BB126B6-434E-4F12-93A3-B8E41C8144BD}"/>
              </a:ext>
            </a:extLst>
          </p:cNvPr>
          <p:cNvSpPr>
            <a:spLocks xmlns:a="http://schemas.openxmlformats.org/drawingml/2006/main" noGrp="1"/>
          </p:cNvSpPr>
          <p:nvPr/>
        </p:nvSpPr>
        <p:spPr>
          <a:xfrm xmlns:a="http://schemas.openxmlformats.org/drawingml/2006/main">
            <a:off x="5219700" y="1943100"/>
            <a:ext cx="1752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75" b="1">
                <a:solidFill>
                  <a:srgbClr val="191919"/>
                </a:solidFill>
                <a:latin typeface="Menlo"/>
                <a:ea typeface="Menlo"/>
                <a:cs typeface="Menlo"/>
              </a:defRPr>
            </a:pPr>
            <a:r>
              <a:rPr sz="1275" b="1">
                <a:solidFill>
                  <a:srgbClr val="191919"/>
                </a:solidFill>
                <a:latin typeface="Menlo"/>
                <a:ea typeface="Menlo"/>
                <a:cs typeface="Menlo"/>
              </a:rPr>
              <a:t>확장</a:t>
            </a:r>
          </a:p>
        </p:txBody>
      </p:sp>
      <p:sp>
        <p:nvSpPr>
          <p:cNvPr id="16" name="">
            <a:extLst xmlns:a="http://schemas.openxmlformats.org/drawingml/2006/main">
              <a:ext uri="{FF2B5EF4-FFF2-40B4-BE49-F238E27FC236}">
                <a16:creationId xmlns:a16="http://schemas.microsoft.com/office/drawing/2014/main" id="{6ACF5D5F-BFB7-43BE-8786-7F4AE3FE2E80}"/>
              </a:ext>
            </a:extLst>
          </p:cNvPr>
          <p:cNvSpPr>
            <a:spLocks xmlns:a="http://schemas.openxmlformats.org/drawingml/2006/main" noGrp="1"/>
          </p:cNvSpPr>
          <p:nvPr/>
        </p:nvSpPr>
        <p:spPr>
          <a:xfrm xmlns:a="http://schemas.openxmlformats.org/drawingml/2006/main">
            <a:off x="5143500" y="2343150"/>
            <a:ext cx="1905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20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표현·연산 규모 확장</a:t>
            </a:r>
          </a:p>
        </p:txBody>
      </p:sp>
      <p:sp>
        <p:nvSpPr>
          <p:cNvPr id="17" name="">
            <a:extLst xmlns:a="http://schemas.openxmlformats.org/drawingml/2006/main">
              <a:ext uri="{FF2B5EF4-FFF2-40B4-BE49-F238E27FC236}">
                <a16:creationId xmlns:a16="http://schemas.microsoft.com/office/drawing/2014/main" id="{851D9BBE-7136-47F2-9D01-719916E7604A}"/>
              </a:ext>
            </a:extLst>
          </p:cNvPr>
          <p:cNvSpPr>
            <a:spLocks xmlns:a="http://schemas.openxmlformats.org/drawingml/2006/main" noGrp="1"/>
          </p:cNvSpPr>
          <p:nvPr/>
        </p:nvSpPr>
        <p:spPr>
          <a:xfrm xmlns:a="http://schemas.openxmlformats.org/drawingml/2006/main" rot="0">
            <a:off x="8220075" y="3286125"/>
            <a:ext cx="285750" cy="285750"/>
          </a:xfrm>
          <a:prstGeom xmlns:a="http://schemas.openxmlformats.org/drawingml/2006/main" prst="ellipse">
            <a:avLst/>
          </a:prstGeom>
          <a:solidFill xmlns:a="http://schemas.openxmlformats.org/drawingml/2006/main">
            <a:srgbClr val="191919"/>
          </a:solidFill>
          <a:ln xmlns:a="http://schemas.openxmlformats.org/drawingml/2006/main" w="0">
            <a:solidFill>
              <a:srgbClr val="191919"/>
            </a:solidFill>
            <a:prstDash val="solid"/>
          </a:ln>
        </p:spPr>
      </p:sp>
      <p:sp>
        <p:nvSpPr>
          <p:cNvPr id="18" name="">
            <a:extLst xmlns:a="http://schemas.openxmlformats.org/drawingml/2006/main">
              <a:ext uri="{FF2B5EF4-FFF2-40B4-BE49-F238E27FC236}">
                <a16:creationId xmlns:a16="http://schemas.microsoft.com/office/drawing/2014/main" id="{67BA1497-7B68-4AD2-913D-B3243683F54C}"/>
              </a:ext>
            </a:extLst>
          </p:cNvPr>
          <p:cNvSpPr>
            <a:spLocks xmlns:a="http://schemas.openxmlformats.org/drawingml/2006/main" noGrp="1"/>
          </p:cNvSpPr>
          <p:nvPr/>
        </p:nvSpPr>
        <p:spPr>
          <a:xfrm xmlns:a="http://schemas.openxmlformats.org/drawingml/2006/main">
            <a:off x="7486650" y="3886200"/>
            <a:ext cx="1752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75" b="1">
                <a:solidFill>
                  <a:srgbClr val="191919"/>
                </a:solidFill>
                <a:latin typeface="Menlo"/>
                <a:ea typeface="Menlo"/>
                <a:cs typeface="Menlo"/>
              </a:defRPr>
            </a:pPr>
            <a:r>
              <a:rPr sz="1275" b="1">
                <a:solidFill>
                  <a:srgbClr val="191919"/>
                </a:solidFill>
                <a:latin typeface="Menlo"/>
                <a:ea typeface="Menlo"/>
                <a:cs typeface="Menlo"/>
              </a:rPr>
              <a:t>생성</a:t>
            </a:r>
          </a:p>
        </p:txBody>
      </p:sp>
      <p:sp>
        <p:nvSpPr>
          <p:cNvPr id="19" name="">
            <a:extLst xmlns:a="http://schemas.openxmlformats.org/drawingml/2006/main">
              <a:ext uri="{FF2B5EF4-FFF2-40B4-BE49-F238E27FC236}">
                <a16:creationId xmlns:a16="http://schemas.microsoft.com/office/drawing/2014/main" id="{D33E4AEF-AC84-4999-B6CF-DC1B0D6C1665}"/>
              </a:ext>
            </a:extLst>
          </p:cNvPr>
          <p:cNvSpPr>
            <a:spLocks xmlns:a="http://schemas.openxmlformats.org/drawingml/2006/main" noGrp="1"/>
          </p:cNvSpPr>
          <p:nvPr/>
        </p:nvSpPr>
        <p:spPr>
          <a:xfrm xmlns:a="http://schemas.openxmlformats.org/drawingml/2006/main">
            <a:off x="7410450" y="4286250"/>
            <a:ext cx="1905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20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범용 자연어 생성</a:t>
            </a:r>
          </a:p>
        </p:txBody>
      </p:sp>
      <p:sp>
        <p:nvSpPr>
          <p:cNvPr id="20" name="">
            <a:extLst xmlns:a="http://schemas.openxmlformats.org/drawingml/2006/main">
              <a:ext uri="{FF2B5EF4-FFF2-40B4-BE49-F238E27FC236}">
                <a16:creationId xmlns:a16="http://schemas.microsoft.com/office/drawing/2014/main" id="{BBA1B376-4117-4520-B361-7555004AC44F}"/>
              </a:ext>
            </a:extLst>
          </p:cNvPr>
          <p:cNvSpPr>
            <a:spLocks xmlns:a="http://schemas.openxmlformats.org/drawingml/2006/main" noGrp="1"/>
          </p:cNvSpPr>
          <p:nvPr/>
        </p:nvSpPr>
        <p:spPr>
          <a:xfrm xmlns:a="http://schemas.openxmlformats.org/drawingml/2006/main" rot="0">
            <a:off x="10487025" y="3286125"/>
            <a:ext cx="285750" cy="28575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21" name="">
            <a:extLst xmlns:a="http://schemas.openxmlformats.org/drawingml/2006/main">
              <a:ext uri="{FF2B5EF4-FFF2-40B4-BE49-F238E27FC236}">
                <a16:creationId xmlns:a16="http://schemas.microsoft.com/office/drawing/2014/main" id="{B6A543C2-C48D-461F-B189-C5D656D29C65}"/>
              </a:ext>
            </a:extLst>
          </p:cNvPr>
          <p:cNvSpPr>
            <a:spLocks xmlns:a="http://schemas.openxmlformats.org/drawingml/2006/main" noGrp="1"/>
          </p:cNvSpPr>
          <p:nvPr/>
        </p:nvSpPr>
        <p:spPr>
          <a:xfrm xmlns:a="http://schemas.openxmlformats.org/drawingml/2006/main">
            <a:off x="9753600" y="1943100"/>
            <a:ext cx="1752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75" b="1">
                <a:solidFill>
                  <a:srgbClr val="2563EB"/>
                </a:solidFill>
                <a:latin typeface="Menlo"/>
                <a:ea typeface="Menlo"/>
                <a:cs typeface="Menlo"/>
              </a:defRPr>
            </a:pPr>
            <a:r>
              <a:rPr sz="1275" b="1">
                <a:solidFill>
                  <a:srgbClr val="2563EB"/>
                </a:solidFill>
                <a:latin typeface="Menlo"/>
                <a:ea typeface="Menlo"/>
                <a:cs typeface="Menlo"/>
              </a:rPr>
              <a:t>운영</a:t>
            </a:r>
          </a:p>
        </p:txBody>
      </p:sp>
      <p:sp>
        <p:nvSpPr>
          <p:cNvPr id="22" name="">
            <a:extLst xmlns:a="http://schemas.openxmlformats.org/drawingml/2006/main">
              <a:ext uri="{FF2B5EF4-FFF2-40B4-BE49-F238E27FC236}">
                <a16:creationId xmlns:a16="http://schemas.microsoft.com/office/drawing/2014/main" id="{A9935704-2E97-45FE-B151-BBEC20D64E4A}"/>
              </a:ext>
            </a:extLst>
          </p:cNvPr>
          <p:cNvSpPr>
            <a:spLocks xmlns:a="http://schemas.openxmlformats.org/drawingml/2006/main" noGrp="1"/>
          </p:cNvSpPr>
          <p:nvPr/>
        </p:nvSpPr>
        <p:spPr>
          <a:xfrm xmlns:a="http://schemas.openxmlformats.org/drawingml/2006/main">
            <a:off x="9677400" y="2343150"/>
            <a:ext cx="1905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20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품질·비용·안전 통제</a:t>
            </a:r>
          </a:p>
        </p:txBody>
      </p:sp>
      <p:sp>
        <p:nvSpPr>
          <p:cNvPr id="23" name="">
            <a:extLst xmlns:a="http://schemas.openxmlformats.org/drawingml/2006/main">
              <a:ext uri="{FF2B5EF4-FFF2-40B4-BE49-F238E27FC236}">
                <a16:creationId xmlns:a16="http://schemas.microsoft.com/office/drawing/2014/main" id="{0404F472-B499-40EB-B0A5-7A0B4E5335BA}"/>
              </a:ext>
            </a:extLst>
          </p:cNvPr>
          <p:cNvSpPr>
            <a:spLocks xmlns:a="http://schemas.openxmlformats.org/drawingml/2006/main" noGrp="1"/>
          </p:cNvSpPr>
          <p:nvPr/>
        </p:nvSpPr>
        <p:spPr>
          <a:xfrm xmlns:a="http://schemas.openxmlformats.org/drawingml/2006/main">
            <a:off x="609600" y="5562600"/>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191919"/>
                </a:solidFill>
                <a:latin typeface="AppleGothic"/>
                <a:ea typeface="AppleGothic"/>
                <a:cs typeface="AppleGothic"/>
              </a:defRPr>
            </a:pPr>
            <a:r>
              <a:rPr sz="1500" b="1">
                <a:solidFill>
                  <a:srgbClr val="191919"/>
                </a:solidFill>
                <a:latin typeface="AppleGothic"/>
                <a:ea typeface="AppleGothic"/>
                <a:cs typeface="AppleGothic"/>
              </a:rPr>
              <a:t>새 능력은 이전 운영 문제를 지우지 않고 새로운 관리 대상을 추가</a:t>
            </a:r>
          </a:p>
        </p:txBody>
      </p:sp>
    </p:spTree>
    <p:extLst>
      <p:ext uri="{BB962C8B-B14F-4D97-AF65-F5344CB8AC3E}">
        <p14:creationId xmlns:p14="http://schemas.microsoft.com/office/powerpoint/2010/main" val="820696020"/>
      </p:ext>
    </p:extLst>
  </p:cSld>
</p:sld>
</file>

<file path=ppt/slides/slide20.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32158543-06B3-4295-B398-6432C0FD5B02}"/>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FOUNDATION</a:t>
            </a:r>
          </a:p>
        </p:txBody>
      </p:sp>
      <p:sp>
        <p:nvSpPr>
          <p:cNvPr id="2" name="">
            <a:extLst xmlns:a="http://schemas.openxmlformats.org/drawingml/2006/main">
              <a:ext uri="{FF2B5EF4-FFF2-40B4-BE49-F238E27FC236}">
                <a16:creationId xmlns:a16="http://schemas.microsoft.com/office/drawing/2014/main" id="{5A20CE8F-88E2-43AD-A7DB-BE722F6C5DDE}"/>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20</a:t>
            </a:r>
          </a:p>
        </p:txBody>
      </p:sp>
      <p:sp>
        <p:nvSpPr>
          <p:cNvPr id="3" name="">
            <a:extLst xmlns:a="http://schemas.openxmlformats.org/drawingml/2006/main">
              <a:ext uri="{FF2B5EF4-FFF2-40B4-BE49-F238E27FC236}">
                <a16:creationId xmlns:a16="http://schemas.microsoft.com/office/drawing/2014/main" id="{ADDF3F06-FA56-4E3D-A80D-29F6635AADAD}"/>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CCCD5018-5919-4507-95EC-C4DE8ADA3424}"/>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D45E8D76-F069-4185-92DB-8EDF9363AD68}"/>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76FCFD6E-C587-4100-AAF9-56943EB216FD}"/>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규칙 기반 시스템의 경계</a:t>
            </a:r>
          </a:p>
        </p:txBody>
      </p:sp>
      <p:sp>
        <p:nvSpPr>
          <p:cNvPr id="7" name="">
            <a:extLst xmlns:a="http://schemas.openxmlformats.org/drawingml/2006/main">
              <a:ext uri="{FF2B5EF4-FFF2-40B4-BE49-F238E27FC236}">
                <a16:creationId xmlns:a16="http://schemas.microsoft.com/office/drawing/2014/main" id="{7AEA64F7-F1B0-4F79-A156-4AB1ECC050E0}"/>
              </a:ext>
            </a:extLst>
          </p:cNvPr>
          <p:cNvSpPr>
            <a:spLocks xmlns:a="http://schemas.openxmlformats.org/drawingml/2006/main" noGrp="1"/>
          </p:cNvSpPr>
          <p:nvPr/>
        </p:nvSpPr>
        <p:spPr>
          <a:xfrm xmlns:a="http://schemas.openxmlformats.org/drawingml/2006/main">
            <a:off x="609600" y="1657350"/>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EXPLICIT RULES</a:t>
            </a:r>
          </a:p>
        </p:txBody>
      </p:sp>
      <p:sp>
        <p:nvSpPr>
          <p:cNvPr id="8" name="">
            <a:extLst xmlns:a="http://schemas.openxmlformats.org/drawingml/2006/main">
              <a:ext uri="{FF2B5EF4-FFF2-40B4-BE49-F238E27FC236}">
                <a16:creationId xmlns:a16="http://schemas.microsoft.com/office/drawing/2014/main" id="{6585C79B-E8C4-47EE-B604-93160A64BD26}"/>
              </a:ext>
            </a:extLst>
          </p:cNvPr>
          <p:cNvSpPr>
            <a:spLocks xmlns:a="http://schemas.openxmlformats.org/drawingml/2006/main" noGrp="1"/>
          </p:cNvSpPr>
          <p:nvPr/>
        </p:nvSpPr>
        <p:spPr>
          <a:xfrm xmlns:a="http://schemas.openxmlformats.org/drawingml/2006/main">
            <a:off x="609600" y="2038350"/>
            <a:ext cx="49530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250" b="1">
                <a:solidFill>
                  <a:srgbClr val="FFFFFF"/>
                </a:solidFill>
                <a:latin typeface="AppleGothic"/>
                <a:ea typeface="AppleGothic"/>
                <a:cs typeface="AppleGothic"/>
              </a:defRPr>
            </a:pPr>
            <a:r>
              <a:rPr sz="2250" b="1">
                <a:solidFill>
                  <a:srgbClr val="FFFFFF"/>
                </a:solidFill>
                <a:latin typeface="AppleGothic"/>
                <a:ea typeface="AppleGothic"/>
                <a:cs typeface="AppleGothic"/>
              </a:rPr>
              <a:t>IF / THEN의 명시성</a:t>
            </a:r>
          </a:p>
        </p:txBody>
      </p:sp>
      <p:sp>
        <p:nvSpPr>
          <p:cNvPr id="9" name="">
            <a:extLst xmlns:a="http://schemas.openxmlformats.org/drawingml/2006/main">
              <a:ext uri="{FF2B5EF4-FFF2-40B4-BE49-F238E27FC236}">
                <a16:creationId xmlns:a16="http://schemas.microsoft.com/office/drawing/2014/main" id="{3618A57C-5B8D-42F1-B54A-F18A00E97E2F}"/>
              </a:ext>
            </a:extLst>
          </p:cNvPr>
          <p:cNvSpPr>
            <a:spLocks xmlns:a="http://schemas.openxmlformats.org/drawingml/2006/main" noGrp="1"/>
          </p:cNvSpPr>
          <p:nvPr/>
        </p:nvSpPr>
        <p:spPr>
          <a:xfrm xmlns:a="http://schemas.openxmlformats.org/drawingml/2006/main" flipH="0" flipV="0">
            <a:off x="609600" y="3048000"/>
            <a:ext cx="49530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0" name="">
            <a:extLst xmlns:a="http://schemas.openxmlformats.org/drawingml/2006/main">
              <a:ext uri="{FF2B5EF4-FFF2-40B4-BE49-F238E27FC236}">
                <a16:creationId xmlns:a16="http://schemas.microsoft.com/office/drawing/2014/main" id="{8FC821E3-A9C0-4AC0-8D9F-BCC3EA716B02}"/>
              </a:ext>
            </a:extLst>
          </p:cNvPr>
          <p:cNvSpPr>
            <a:spLocks xmlns:a="http://schemas.openxmlformats.org/drawingml/2006/main" noGrp="1"/>
          </p:cNvSpPr>
          <p:nvPr/>
        </p:nvSpPr>
        <p:spPr>
          <a:xfrm xmlns:a="http://schemas.openxmlformats.org/drawingml/2006/main">
            <a:off x="609600" y="3333750"/>
            <a:ext cx="4953000" cy="1866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5000"/>
              </a:lnSpc>
              <a:buNone/>
              <a:defRPr sz="1500" b="0">
                <a:solidFill>
                  <a:srgbClr val="98A2B3"/>
                </a:solidFill>
                <a:latin typeface="AppleGothic"/>
                <a:ea typeface="AppleGothic"/>
                <a:cs typeface="AppleGothic"/>
              </a:defRPr>
            </a:pPr>
            <a:r>
              <a:rPr sz="1500" b="0">
                <a:solidFill>
                  <a:srgbClr val="98A2B3"/>
                </a:solidFill>
                <a:latin typeface="AppleGothic"/>
                <a:ea typeface="AppleGothic"/>
                <a:cs typeface="AppleGothic"/>
              </a:rPr>
              <a:t>동작을 직접 설명하고 통제하기 쉬움</a:t>
            </a:r>
          </a:p>
          <a:p xmlns:a="http://schemas.openxmlformats.org/drawingml/2006/main">
            <a:r>
              <a:t/>
            </a:r>
          </a:p>
          <a:p xmlns:a="http://schemas.openxmlformats.org/drawingml/2006/main">
            <a:pPr algn="l">
              <a:lnSpc>
                <a:spcPct val="135000"/>
              </a:lnSpc>
              <a:buNone/>
              <a:defRPr sz="1500" b="0">
                <a:solidFill>
                  <a:srgbClr val="98A2B3"/>
                </a:solidFill>
                <a:latin typeface="AppleGothic"/>
                <a:ea typeface="AppleGothic"/>
                <a:cs typeface="AppleGothic"/>
              </a:defRPr>
            </a:pPr>
            <a:r>
              <a:rPr sz="1500" b="0">
                <a:solidFill>
                  <a:srgbClr val="98A2B3"/>
                </a:solidFill>
                <a:latin typeface="AppleGothic"/>
                <a:ea typeface="AppleGothic"/>
                <a:cs typeface="AppleGothic"/>
              </a:rPr>
              <a:t>작은 범위와 안정된 규칙에 강점</a:t>
            </a:r>
          </a:p>
        </p:txBody>
      </p:sp>
      <p:sp>
        <p:nvSpPr>
          <p:cNvPr id="11" name="">
            <a:extLst xmlns:a="http://schemas.openxmlformats.org/drawingml/2006/main">
              <a:ext uri="{FF2B5EF4-FFF2-40B4-BE49-F238E27FC236}">
                <a16:creationId xmlns:a16="http://schemas.microsoft.com/office/drawing/2014/main" id="{96FCF825-5CF5-4DD0-AA23-C300F5719C31}"/>
              </a:ext>
            </a:extLst>
          </p:cNvPr>
          <p:cNvSpPr>
            <a:spLocks xmlns:a="http://schemas.openxmlformats.org/drawingml/2006/main" noGrp="1"/>
          </p:cNvSpPr>
          <p:nvPr/>
        </p:nvSpPr>
        <p:spPr>
          <a:xfrm xmlns:a="http://schemas.openxmlformats.org/drawingml/2006/main">
            <a:off x="6267450" y="1657350"/>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AppleGothic"/>
                <a:ea typeface="AppleGothic"/>
                <a:cs typeface="AppleGothic"/>
              </a:defRPr>
            </a:pPr>
            <a:r>
              <a:rPr sz="1050" b="1">
                <a:solidFill>
                  <a:srgbClr val="2563EB"/>
                </a:solidFill>
                <a:latin typeface="AppleGothic"/>
                <a:ea typeface="AppleGothic"/>
                <a:cs typeface="AppleGothic"/>
              </a:rPr>
              <a:t>EXCEPTION GROWTH</a:t>
            </a:r>
          </a:p>
        </p:txBody>
      </p:sp>
      <p:sp>
        <p:nvSpPr>
          <p:cNvPr id="12" name="">
            <a:extLst xmlns:a="http://schemas.openxmlformats.org/drawingml/2006/main">
              <a:ext uri="{FF2B5EF4-FFF2-40B4-BE49-F238E27FC236}">
                <a16:creationId xmlns:a16="http://schemas.microsoft.com/office/drawing/2014/main" id="{9E4E75EC-5ECD-4DAB-AA2F-CC78655ADB67}"/>
              </a:ext>
            </a:extLst>
          </p:cNvPr>
          <p:cNvSpPr>
            <a:spLocks xmlns:a="http://schemas.openxmlformats.org/drawingml/2006/main" noGrp="1"/>
          </p:cNvSpPr>
          <p:nvPr/>
        </p:nvSpPr>
        <p:spPr>
          <a:xfrm xmlns:a="http://schemas.openxmlformats.org/drawingml/2006/main">
            <a:off x="6267450" y="2038350"/>
            <a:ext cx="49530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250" b="1">
                <a:solidFill>
                  <a:srgbClr val="2563EB"/>
                </a:solidFill>
                <a:latin typeface="AppleGothic"/>
                <a:ea typeface="AppleGothic"/>
                <a:cs typeface="AppleGothic"/>
              </a:defRPr>
            </a:pPr>
            <a:r>
              <a:rPr sz="2250" b="1">
                <a:solidFill>
                  <a:srgbClr val="2563EB"/>
                </a:solidFill>
                <a:latin typeface="AppleGothic"/>
                <a:ea typeface="AppleGothic"/>
                <a:cs typeface="AppleGothic"/>
              </a:rPr>
              <a:t>예외의 조합 폭증</a:t>
            </a:r>
          </a:p>
        </p:txBody>
      </p:sp>
      <p:sp>
        <p:nvSpPr>
          <p:cNvPr id="13" name="">
            <a:extLst xmlns:a="http://schemas.openxmlformats.org/drawingml/2006/main">
              <a:ext uri="{FF2B5EF4-FFF2-40B4-BE49-F238E27FC236}">
                <a16:creationId xmlns:a16="http://schemas.microsoft.com/office/drawing/2014/main" id="{F364777C-EDF7-4089-9D75-05F71F557C16}"/>
              </a:ext>
            </a:extLst>
          </p:cNvPr>
          <p:cNvSpPr>
            <a:spLocks xmlns:a="http://schemas.openxmlformats.org/drawingml/2006/main" noGrp="1"/>
          </p:cNvSpPr>
          <p:nvPr/>
        </p:nvSpPr>
        <p:spPr>
          <a:xfrm xmlns:a="http://schemas.openxmlformats.org/drawingml/2006/main" flipH="0" flipV="0">
            <a:off x="6267450" y="3048000"/>
            <a:ext cx="4953000" cy="0"/>
          </a:xfrm>
          <a:prstGeom xmlns:a="http://schemas.openxmlformats.org/drawingml/2006/main" prst="line">
            <a:avLst/>
          </a:prstGeom>
          <a:noFill xmlns:a="http://schemas.openxmlformats.org/drawingml/2006/main"/>
          <a:ln xmlns:a="http://schemas.openxmlformats.org/drawingml/2006/main" w="38100">
            <a:solidFill>
              <a:srgbClr val="2563EB"/>
            </a:solidFill>
            <a:prstDash val="solid"/>
          </a:ln>
        </p:spPr>
      </p:sp>
      <p:sp>
        <p:nvSpPr>
          <p:cNvPr id="14" name="">
            <a:extLst xmlns:a="http://schemas.openxmlformats.org/drawingml/2006/main">
              <a:ext uri="{FF2B5EF4-FFF2-40B4-BE49-F238E27FC236}">
                <a16:creationId xmlns:a16="http://schemas.microsoft.com/office/drawing/2014/main" id="{0C9A02ED-D284-4AE9-ABDF-D2D54277E249}"/>
              </a:ext>
            </a:extLst>
          </p:cNvPr>
          <p:cNvSpPr>
            <a:spLocks xmlns:a="http://schemas.openxmlformats.org/drawingml/2006/main" noGrp="1"/>
          </p:cNvSpPr>
          <p:nvPr/>
        </p:nvSpPr>
        <p:spPr>
          <a:xfrm xmlns:a="http://schemas.openxmlformats.org/drawingml/2006/main">
            <a:off x="6267450" y="3333750"/>
            <a:ext cx="4953000" cy="1866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5000"/>
              </a:lnSpc>
              <a:buNone/>
              <a:defRPr sz="1500" b="0">
                <a:solidFill>
                  <a:srgbClr val="98A2B3"/>
                </a:solidFill>
                <a:latin typeface="AppleGothic"/>
                <a:ea typeface="AppleGothic"/>
                <a:cs typeface="AppleGothic"/>
              </a:defRPr>
            </a:pPr>
            <a:r>
              <a:rPr sz="1500" b="0">
                <a:solidFill>
                  <a:srgbClr val="98A2B3"/>
                </a:solidFill>
                <a:latin typeface="AppleGothic"/>
                <a:ea typeface="AppleGothic"/>
                <a:cs typeface="AppleGothic"/>
              </a:rPr>
              <a:t>규칙 수와 상호작용이 빠르게 증가</a:t>
            </a:r>
          </a:p>
          <a:p xmlns:a="http://schemas.openxmlformats.org/drawingml/2006/main">
            <a:r>
              <a:t/>
            </a:r>
          </a:p>
          <a:p xmlns:a="http://schemas.openxmlformats.org/drawingml/2006/main">
            <a:pPr algn="l">
              <a:lnSpc>
                <a:spcPct val="135000"/>
              </a:lnSpc>
              <a:buNone/>
              <a:defRPr sz="1500" b="0">
                <a:solidFill>
                  <a:srgbClr val="98A2B3"/>
                </a:solidFill>
                <a:latin typeface="AppleGothic"/>
                <a:ea typeface="AppleGothic"/>
                <a:cs typeface="AppleGothic"/>
              </a:defRPr>
            </a:pPr>
            <a:r>
              <a:rPr sz="1500" b="0">
                <a:solidFill>
                  <a:srgbClr val="98A2B3"/>
                </a:solidFill>
                <a:latin typeface="AppleGothic"/>
                <a:ea typeface="AppleGothic"/>
                <a:cs typeface="AppleGothic"/>
              </a:rPr>
              <a:t>모호한 언어·영상·패턴에 취약</a:t>
            </a:r>
          </a:p>
        </p:txBody>
      </p:sp>
      <p:sp>
        <p:nvSpPr>
          <p:cNvPr id="15" name="">
            <a:extLst xmlns:a="http://schemas.openxmlformats.org/drawingml/2006/main">
              <a:ext uri="{FF2B5EF4-FFF2-40B4-BE49-F238E27FC236}">
                <a16:creationId xmlns:a16="http://schemas.microsoft.com/office/drawing/2014/main" id="{27FCD1DA-0917-4584-B02D-8E64D7C621DA}"/>
              </a:ext>
            </a:extLst>
          </p:cNvPr>
          <p:cNvSpPr>
            <a:spLocks xmlns:a="http://schemas.openxmlformats.org/drawingml/2006/main" noGrp="1"/>
          </p:cNvSpPr>
          <p:nvPr/>
        </p:nvSpPr>
        <p:spPr>
          <a:xfrm xmlns:a="http://schemas.openxmlformats.org/drawingml/2006/main" flipH="0" flipV="0">
            <a:off x="5924550" y="1657350"/>
            <a:ext cx="0" cy="417195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Tree>
    <p:extLst>
      <p:ext uri="{BB962C8B-B14F-4D97-AF65-F5344CB8AC3E}">
        <p14:creationId xmlns:p14="http://schemas.microsoft.com/office/powerpoint/2010/main" val="348026989"/>
      </p:ext>
    </p:extLst>
  </p:cSld>
</p:sld>
</file>

<file path=ppt/slides/slide21.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4BD0E416-69B5-451F-892A-8CD16F77D816}"/>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FOUNDATION</a:t>
            </a:r>
          </a:p>
        </p:txBody>
      </p:sp>
      <p:sp>
        <p:nvSpPr>
          <p:cNvPr id="2" name="">
            <a:extLst xmlns:a="http://schemas.openxmlformats.org/drawingml/2006/main">
              <a:ext uri="{FF2B5EF4-FFF2-40B4-BE49-F238E27FC236}">
                <a16:creationId xmlns:a16="http://schemas.microsoft.com/office/drawing/2014/main" id="{CC06D93F-93D8-4144-9FA8-6C2F1917238E}"/>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21</a:t>
            </a:r>
          </a:p>
        </p:txBody>
      </p:sp>
      <p:sp>
        <p:nvSpPr>
          <p:cNvPr id="3" name="">
            <a:extLst xmlns:a="http://schemas.openxmlformats.org/drawingml/2006/main">
              <a:ext uri="{FF2B5EF4-FFF2-40B4-BE49-F238E27FC236}">
                <a16:creationId xmlns:a16="http://schemas.microsoft.com/office/drawing/2014/main" id="{6FCF248D-6797-4BAB-BA11-55EF7BB31ABC}"/>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947149BF-3F34-485B-B296-471C1A78BE15}"/>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E4372B8E-59AF-46DA-A3FE-7E3A3B51FBAC}"/>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FBF9353D-AACC-49E5-9074-59CB3410A6CD}"/>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데이터 기반 학습의 전환</a:t>
            </a:r>
          </a:p>
        </p:txBody>
      </p:sp>
      <p:sp>
        <p:nvSpPr>
          <p:cNvPr id="7" name="">
            <a:extLst xmlns:a="http://schemas.openxmlformats.org/drawingml/2006/main">
              <a:ext uri="{FF2B5EF4-FFF2-40B4-BE49-F238E27FC236}">
                <a16:creationId xmlns:a16="http://schemas.microsoft.com/office/drawing/2014/main" id="{0F3FF3F6-3E18-4CA5-AC7E-FF3BF27D53EF}"/>
              </a:ext>
            </a:extLst>
          </p:cNvPr>
          <p:cNvSpPr>
            <a:spLocks xmlns:a="http://schemas.openxmlformats.org/drawingml/2006/main" noGrp="1"/>
          </p:cNvSpPr>
          <p:nvPr/>
        </p:nvSpPr>
        <p:spPr>
          <a:xfrm xmlns:a="http://schemas.openxmlformats.org/drawingml/2006/main">
            <a:off x="609600" y="1657350"/>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BEFORE</a:t>
            </a:r>
          </a:p>
        </p:txBody>
      </p:sp>
      <p:sp>
        <p:nvSpPr>
          <p:cNvPr id="8" name="">
            <a:extLst xmlns:a="http://schemas.openxmlformats.org/drawingml/2006/main">
              <a:ext uri="{FF2B5EF4-FFF2-40B4-BE49-F238E27FC236}">
                <a16:creationId xmlns:a16="http://schemas.microsoft.com/office/drawing/2014/main" id="{4310BC45-623B-4252-94A1-69AADD680800}"/>
              </a:ext>
            </a:extLst>
          </p:cNvPr>
          <p:cNvSpPr>
            <a:spLocks xmlns:a="http://schemas.openxmlformats.org/drawingml/2006/main" noGrp="1"/>
          </p:cNvSpPr>
          <p:nvPr/>
        </p:nvSpPr>
        <p:spPr>
          <a:xfrm xmlns:a="http://schemas.openxmlformats.org/drawingml/2006/main">
            <a:off x="609600" y="2038350"/>
            <a:ext cx="49530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250" b="1">
                <a:solidFill>
                  <a:srgbClr val="191919"/>
                </a:solidFill>
                <a:latin typeface="AppleGothic"/>
                <a:ea typeface="AppleGothic"/>
                <a:cs typeface="AppleGothic"/>
              </a:defRPr>
            </a:pPr>
            <a:r>
              <a:rPr sz="2250" b="1">
                <a:solidFill>
                  <a:srgbClr val="191919"/>
                </a:solidFill>
                <a:latin typeface="AppleGothic"/>
                <a:ea typeface="AppleGothic"/>
                <a:cs typeface="AppleGothic"/>
              </a:rPr>
              <a:t>사람이 규칙을 작성</a:t>
            </a:r>
          </a:p>
        </p:txBody>
      </p:sp>
      <p:sp>
        <p:nvSpPr>
          <p:cNvPr id="9" name="">
            <a:extLst xmlns:a="http://schemas.openxmlformats.org/drawingml/2006/main">
              <a:ext uri="{FF2B5EF4-FFF2-40B4-BE49-F238E27FC236}">
                <a16:creationId xmlns:a16="http://schemas.microsoft.com/office/drawing/2014/main" id="{D365FBF7-421A-4B68-8F30-0B28077A94B8}"/>
              </a:ext>
            </a:extLst>
          </p:cNvPr>
          <p:cNvSpPr>
            <a:spLocks xmlns:a="http://schemas.openxmlformats.org/drawingml/2006/main" noGrp="1"/>
          </p:cNvSpPr>
          <p:nvPr/>
        </p:nvSpPr>
        <p:spPr>
          <a:xfrm xmlns:a="http://schemas.openxmlformats.org/drawingml/2006/main" flipH="0" flipV="0">
            <a:off x="609600" y="3048000"/>
            <a:ext cx="4953000" cy="0"/>
          </a:xfrm>
          <a:prstGeom xmlns:a="http://schemas.openxmlformats.org/drawingml/2006/main" prst="line">
            <a:avLst/>
          </a:prstGeom>
          <a:noFill xmlns:a="http://schemas.openxmlformats.org/drawingml/2006/main"/>
          <a:ln xmlns:a="http://schemas.openxmlformats.org/drawingml/2006/main" w="9525">
            <a:solidFill>
              <a:srgbClr val="191919"/>
            </a:solidFill>
            <a:prstDash val="solid"/>
          </a:ln>
        </p:spPr>
      </p:sp>
      <p:sp>
        <p:nvSpPr>
          <p:cNvPr id="10" name="">
            <a:extLst xmlns:a="http://schemas.openxmlformats.org/drawingml/2006/main">
              <a:ext uri="{FF2B5EF4-FFF2-40B4-BE49-F238E27FC236}">
                <a16:creationId xmlns:a16="http://schemas.microsoft.com/office/drawing/2014/main" id="{07326292-C570-41EC-A4AB-0EFE4D59211D}"/>
              </a:ext>
            </a:extLst>
          </p:cNvPr>
          <p:cNvSpPr>
            <a:spLocks xmlns:a="http://schemas.openxmlformats.org/drawingml/2006/main" noGrp="1"/>
          </p:cNvSpPr>
          <p:nvPr/>
        </p:nvSpPr>
        <p:spPr>
          <a:xfrm xmlns:a="http://schemas.openxmlformats.org/drawingml/2006/main">
            <a:off x="609600" y="3333750"/>
            <a:ext cx="4953000" cy="1866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5000"/>
              </a:lnSpc>
              <a:buNone/>
              <a:defRPr sz="1500" b="0">
                <a:solidFill>
                  <a:srgbClr val="667085"/>
                </a:solidFill>
                <a:latin typeface="AppleGothic"/>
                <a:ea typeface="AppleGothic"/>
                <a:cs typeface="AppleGothic"/>
              </a:defRPr>
            </a:pPr>
            <a:r>
              <a:rPr sz="1500" b="0">
                <a:solidFill>
                  <a:srgbClr val="667085"/>
                </a:solidFill>
                <a:latin typeface="AppleGothic"/>
                <a:ea typeface="AppleGothic"/>
                <a:cs typeface="AppleGothic"/>
              </a:rPr>
              <a:t>도메인 규칙 → 코드 → 결과</a:t>
            </a:r>
          </a:p>
          <a:p xmlns:a="http://schemas.openxmlformats.org/drawingml/2006/main">
            <a:r>
              <a:t/>
            </a:r>
          </a:p>
          <a:p xmlns:a="http://schemas.openxmlformats.org/drawingml/2006/main">
            <a:pPr algn="l">
              <a:lnSpc>
                <a:spcPct val="135000"/>
              </a:lnSpc>
              <a:buNone/>
              <a:defRPr sz="1500" b="0">
                <a:solidFill>
                  <a:srgbClr val="667085"/>
                </a:solidFill>
                <a:latin typeface="AppleGothic"/>
                <a:ea typeface="AppleGothic"/>
                <a:cs typeface="AppleGothic"/>
              </a:defRPr>
            </a:pPr>
            <a:r>
              <a:rPr sz="1500" b="0">
                <a:solidFill>
                  <a:srgbClr val="667085"/>
                </a:solidFill>
                <a:latin typeface="AppleGothic"/>
                <a:ea typeface="AppleGothic"/>
                <a:cs typeface="AppleGothic"/>
              </a:rPr>
              <a:t>오류 수정은 규칙의 직접 변경</a:t>
            </a:r>
          </a:p>
        </p:txBody>
      </p:sp>
      <p:sp>
        <p:nvSpPr>
          <p:cNvPr id="11" name="">
            <a:extLst xmlns:a="http://schemas.openxmlformats.org/drawingml/2006/main">
              <a:ext uri="{FF2B5EF4-FFF2-40B4-BE49-F238E27FC236}">
                <a16:creationId xmlns:a16="http://schemas.microsoft.com/office/drawing/2014/main" id="{9C3F0285-0DD8-4B7F-9C36-252749BF6686}"/>
              </a:ext>
            </a:extLst>
          </p:cNvPr>
          <p:cNvSpPr>
            <a:spLocks xmlns:a="http://schemas.openxmlformats.org/drawingml/2006/main" noGrp="1"/>
          </p:cNvSpPr>
          <p:nvPr/>
        </p:nvSpPr>
        <p:spPr>
          <a:xfrm xmlns:a="http://schemas.openxmlformats.org/drawingml/2006/main">
            <a:off x="6267450" y="1657350"/>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AppleGothic"/>
                <a:ea typeface="AppleGothic"/>
                <a:cs typeface="AppleGothic"/>
              </a:defRPr>
            </a:pPr>
            <a:r>
              <a:rPr sz="1050" b="1">
                <a:solidFill>
                  <a:srgbClr val="2563EB"/>
                </a:solidFill>
                <a:latin typeface="AppleGothic"/>
                <a:ea typeface="AppleGothic"/>
                <a:cs typeface="AppleGothic"/>
              </a:rPr>
              <a:t>AFTER</a:t>
            </a:r>
          </a:p>
        </p:txBody>
      </p:sp>
      <p:sp>
        <p:nvSpPr>
          <p:cNvPr id="12" name="">
            <a:extLst xmlns:a="http://schemas.openxmlformats.org/drawingml/2006/main">
              <a:ext uri="{FF2B5EF4-FFF2-40B4-BE49-F238E27FC236}">
                <a16:creationId xmlns:a16="http://schemas.microsoft.com/office/drawing/2014/main" id="{7711FF72-AC7F-4122-B41B-8E52E2E52B6C}"/>
              </a:ext>
            </a:extLst>
          </p:cNvPr>
          <p:cNvSpPr>
            <a:spLocks xmlns:a="http://schemas.openxmlformats.org/drawingml/2006/main" noGrp="1"/>
          </p:cNvSpPr>
          <p:nvPr/>
        </p:nvSpPr>
        <p:spPr>
          <a:xfrm xmlns:a="http://schemas.openxmlformats.org/drawingml/2006/main">
            <a:off x="6267450" y="2038350"/>
            <a:ext cx="49530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250" b="1">
                <a:solidFill>
                  <a:srgbClr val="2563EB"/>
                </a:solidFill>
                <a:latin typeface="AppleGothic"/>
                <a:ea typeface="AppleGothic"/>
                <a:cs typeface="AppleGothic"/>
              </a:defRPr>
            </a:pPr>
            <a:r>
              <a:rPr sz="2250" b="1">
                <a:solidFill>
                  <a:srgbClr val="2563EB"/>
                </a:solidFill>
                <a:latin typeface="AppleGothic"/>
                <a:ea typeface="AppleGothic"/>
                <a:cs typeface="AppleGothic"/>
              </a:rPr>
              <a:t>데이터에서 패턴 추정</a:t>
            </a:r>
          </a:p>
        </p:txBody>
      </p:sp>
      <p:sp>
        <p:nvSpPr>
          <p:cNvPr id="13" name="">
            <a:extLst xmlns:a="http://schemas.openxmlformats.org/drawingml/2006/main">
              <a:ext uri="{FF2B5EF4-FFF2-40B4-BE49-F238E27FC236}">
                <a16:creationId xmlns:a16="http://schemas.microsoft.com/office/drawing/2014/main" id="{C13FA0C7-57C1-43BC-BE2E-580CA638C929}"/>
              </a:ext>
            </a:extLst>
          </p:cNvPr>
          <p:cNvSpPr>
            <a:spLocks xmlns:a="http://schemas.openxmlformats.org/drawingml/2006/main" noGrp="1"/>
          </p:cNvSpPr>
          <p:nvPr/>
        </p:nvSpPr>
        <p:spPr>
          <a:xfrm xmlns:a="http://schemas.openxmlformats.org/drawingml/2006/main" flipH="0" flipV="0">
            <a:off x="6267450" y="3048000"/>
            <a:ext cx="4953000" cy="0"/>
          </a:xfrm>
          <a:prstGeom xmlns:a="http://schemas.openxmlformats.org/drawingml/2006/main" prst="line">
            <a:avLst/>
          </a:prstGeom>
          <a:noFill xmlns:a="http://schemas.openxmlformats.org/drawingml/2006/main"/>
          <a:ln xmlns:a="http://schemas.openxmlformats.org/drawingml/2006/main" w="38100">
            <a:solidFill>
              <a:srgbClr val="2563EB"/>
            </a:solidFill>
            <a:prstDash val="solid"/>
          </a:ln>
        </p:spPr>
      </p:sp>
      <p:sp>
        <p:nvSpPr>
          <p:cNvPr id="14" name="">
            <a:extLst xmlns:a="http://schemas.openxmlformats.org/drawingml/2006/main">
              <a:ext uri="{FF2B5EF4-FFF2-40B4-BE49-F238E27FC236}">
                <a16:creationId xmlns:a16="http://schemas.microsoft.com/office/drawing/2014/main" id="{3137C7AF-DB30-486E-A38D-54F395F48F71}"/>
              </a:ext>
            </a:extLst>
          </p:cNvPr>
          <p:cNvSpPr>
            <a:spLocks xmlns:a="http://schemas.openxmlformats.org/drawingml/2006/main" noGrp="1"/>
          </p:cNvSpPr>
          <p:nvPr/>
        </p:nvSpPr>
        <p:spPr>
          <a:xfrm xmlns:a="http://schemas.openxmlformats.org/drawingml/2006/main">
            <a:off x="6267450" y="3333750"/>
            <a:ext cx="4953000" cy="1866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5000"/>
              </a:lnSpc>
              <a:buNone/>
              <a:defRPr sz="1500" b="0">
                <a:solidFill>
                  <a:srgbClr val="667085"/>
                </a:solidFill>
                <a:latin typeface="AppleGothic"/>
                <a:ea typeface="AppleGothic"/>
                <a:cs typeface="AppleGothic"/>
              </a:defRPr>
            </a:pPr>
            <a:r>
              <a:rPr sz="1500" b="0">
                <a:solidFill>
                  <a:srgbClr val="667085"/>
                </a:solidFill>
                <a:latin typeface="AppleGothic"/>
                <a:ea typeface="AppleGothic"/>
                <a:cs typeface="AppleGothic"/>
              </a:rPr>
              <a:t>데이터 + 목표 → 학습 → 모델</a:t>
            </a:r>
          </a:p>
          <a:p xmlns:a="http://schemas.openxmlformats.org/drawingml/2006/main">
            <a:r>
              <a:t/>
            </a:r>
          </a:p>
          <a:p xmlns:a="http://schemas.openxmlformats.org/drawingml/2006/main">
            <a:pPr algn="l">
              <a:lnSpc>
                <a:spcPct val="135000"/>
              </a:lnSpc>
              <a:buNone/>
              <a:defRPr sz="1500" b="0">
                <a:solidFill>
                  <a:srgbClr val="667085"/>
                </a:solidFill>
                <a:latin typeface="AppleGothic"/>
                <a:ea typeface="AppleGothic"/>
                <a:cs typeface="AppleGothic"/>
              </a:defRPr>
            </a:pPr>
            <a:r>
              <a:rPr sz="1500" b="0">
                <a:solidFill>
                  <a:srgbClr val="667085"/>
                </a:solidFill>
                <a:latin typeface="AppleGothic"/>
                <a:ea typeface="AppleGothic"/>
                <a:cs typeface="AppleGothic"/>
              </a:rPr>
              <a:t>오류 수정은 데이터·목표·모델의 변경</a:t>
            </a:r>
          </a:p>
        </p:txBody>
      </p:sp>
      <p:sp>
        <p:nvSpPr>
          <p:cNvPr id="15" name="">
            <a:extLst xmlns:a="http://schemas.openxmlformats.org/drawingml/2006/main">
              <a:ext uri="{FF2B5EF4-FFF2-40B4-BE49-F238E27FC236}">
                <a16:creationId xmlns:a16="http://schemas.microsoft.com/office/drawing/2014/main" id="{67654AEF-CE76-4D3A-AEC6-18E3380B0354}"/>
              </a:ext>
            </a:extLst>
          </p:cNvPr>
          <p:cNvSpPr>
            <a:spLocks xmlns:a="http://schemas.openxmlformats.org/drawingml/2006/main" noGrp="1"/>
          </p:cNvSpPr>
          <p:nvPr/>
        </p:nvSpPr>
        <p:spPr>
          <a:xfrm xmlns:a="http://schemas.openxmlformats.org/drawingml/2006/main" flipH="0" flipV="0">
            <a:off x="5924550" y="1657350"/>
            <a:ext cx="0" cy="417195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Tree>
    <p:extLst>
      <p:ext uri="{BB962C8B-B14F-4D97-AF65-F5344CB8AC3E}">
        <p14:creationId xmlns:p14="http://schemas.microsoft.com/office/powerpoint/2010/main" val="663149831"/>
      </p:ext>
    </p:extLst>
  </p:cSld>
</p:sld>
</file>

<file path=ppt/slides/slide22.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44652D2F-E7E8-4A39-8AE2-CFDB150363F0}"/>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FOUNDATION</a:t>
            </a:r>
          </a:p>
        </p:txBody>
      </p:sp>
      <p:sp>
        <p:nvSpPr>
          <p:cNvPr id="2" name="">
            <a:extLst xmlns:a="http://schemas.openxmlformats.org/drawingml/2006/main">
              <a:ext uri="{FF2B5EF4-FFF2-40B4-BE49-F238E27FC236}">
                <a16:creationId xmlns:a16="http://schemas.microsoft.com/office/drawing/2014/main" id="{6C488004-A073-41F5-853D-7D7015AC287E}"/>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22</a:t>
            </a:r>
          </a:p>
        </p:txBody>
      </p:sp>
      <p:sp>
        <p:nvSpPr>
          <p:cNvPr id="3" name="">
            <a:extLst xmlns:a="http://schemas.openxmlformats.org/drawingml/2006/main">
              <a:ext uri="{FF2B5EF4-FFF2-40B4-BE49-F238E27FC236}">
                <a16:creationId xmlns:a16="http://schemas.microsoft.com/office/drawing/2014/main" id="{33BAB49E-1AB8-4A77-9868-14079EAEEDF1}"/>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4F26D7C5-0B53-45D9-9C4D-C844D958B73C}"/>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B0035A09-C39D-4B6B-B98A-B1BACA303B9F}"/>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A2BCDF93-73A3-4A34-97F7-053E8081BC60}"/>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딥러닝의 세 조건</a:t>
            </a:r>
          </a:p>
        </p:txBody>
      </p:sp>
      <p:sp>
        <p:nvSpPr>
          <p:cNvPr id="7" name="">
            <a:extLst xmlns:a="http://schemas.openxmlformats.org/drawingml/2006/main">
              <a:ext uri="{FF2B5EF4-FFF2-40B4-BE49-F238E27FC236}">
                <a16:creationId xmlns:a16="http://schemas.microsoft.com/office/drawing/2014/main" id="{BC01D3F4-ECEE-430A-87D0-6C4C6C20E75B}"/>
              </a:ext>
            </a:extLst>
          </p:cNvPr>
          <p:cNvSpPr>
            <a:spLocks xmlns:a="http://schemas.openxmlformats.org/drawingml/2006/main" noGrp="1"/>
          </p:cNvSpPr>
          <p:nvPr/>
        </p:nvSpPr>
        <p:spPr>
          <a:xfrm xmlns:a="http://schemas.openxmlformats.org/drawingml/2006/main">
            <a:off x="609600" y="1809750"/>
            <a:ext cx="3479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850" b="1">
                <a:solidFill>
                  <a:srgbClr val="98A2B3"/>
                </a:solidFill>
                <a:latin typeface="Menlo"/>
                <a:ea typeface="Menlo"/>
                <a:cs typeface="Menlo"/>
              </a:defRPr>
            </a:pPr>
            <a:r>
              <a:rPr sz="2850" b="1">
                <a:solidFill>
                  <a:srgbClr val="98A2B3"/>
                </a:solidFill>
                <a:latin typeface="Menlo"/>
                <a:ea typeface="Menlo"/>
                <a:cs typeface="Menlo"/>
              </a:rPr>
              <a:t>01</a:t>
            </a:r>
          </a:p>
        </p:txBody>
      </p:sp>
      <p:sp>
        <p:nvSpPr>
          <p:cNvPr id="8" name="">
            <a:extLst xmlns:a="http://schemas.openxmlformats.org/drawingml/2006/main">
              <a:ext uri="{FF2B5EF4-FFF2-40B4-BE49-F238E27FC236}">
                <a16:creationId xmlns:a16="http://schemas.microsoft.com/office/drawing/2014/main" id="{AF58C943-91C4-469D-89DB-F3F48BE2A2A2}"/>
              </a:ext>
            </a:extLst>
          </p:cNvPr>
          <p:cNvSpPr>
            <a:spLocks xmlns:a="http://schemas.openxmlformats.org/drawingml/2006/main" noGrp="1"/>
          </p:cNvSpPr>
          <p:nvPr/>
        </p:nvSpPr>
        <p:spPr>
          <a:xfrm xmlns:a="http://schemas.openxmlformats.org/drawingml/2006/main">
            <a:off x="609600" y="2609850"/>
            <a:ext cx="34798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10000"/>
              </a:lnSpc>
              <a:buNone/>
              <a:defRPr sz="2025" b="1">
                <a:solidFill>
                  <a:srgbClr val="FFFFFF"/>
                </a:solidFill>
                <a:latin typeface="AppleGothic"/>
                <a:ea typeface="AppleGothic"/>
                <a:cs typeface="AppleGothic"/>
              </a:defRPr>
            </a:pPr>
            <a:r>
              <a:rPr sz="2025" b="1">
                <a:solidFill>
                  <a:srgbClr val="FFFFFF"/>
                </a:solidFill>
                <a:latin typeface="AppleGothic"/>
                <a:ea typeface="AppleGothic"/>
                <a:cs typeface="AppleGothic"/>
              </a:rPr>
              <a:t>데이터</a:t>
            </a:r>
          </a:p>
        </p:txBody>
      </p:sp>
      <p:sp>
        <p:nvSpPr>
          <p:cNvPr id="9" name="">
            <a:extLst xmlns:a="http://schemas.openxmlformats.org/drawingml/2006/main">
              <a:ext uri="{FF2B5EF4-FFF2-40B4-BE49-F238E27FC236}">
                <a16:creationId xmlns:a16="http://schemas.microsoft.com/office/drawing/2014/main" id="{97E1A7C7-9D0E-4A2E-8677-5D54EF10F0F1}"/>
              </a:ext>
            </a:extLst>
          </p:cNvPr>
          <p:cNvSpPr>
            <a:spLocks xmlns:a="http://schemas.openxmlformats.org/drawingml/2006/main" noGrp="1"/>
          </p:cNvSpPr>
          <p:nvPr/>
        </p:nvSpPr>
        <p:spPr>
          <a:xfrm xmlns:a="http://schemas.openxmlformats.org/drawingml/2006/main" flipH="0" flipV="0">
            <a:off x="609600" y="3486150"/>
            <a:ext cx="3479800" cy="0"/>
          </a:xfrm>
          <a:prstGeom xmlns:a="http://schemas.openxmlformats.org/drawingml/2006/main" prst="line">
            <a:avLst/>
          </a:prstGeom>
          <a:noFill xmlns:a="http://schemas.openxmlformats.org/drawingml/2006/main"/>
          <a:ln xmlns:a="http://schemas.openxmlformats.org/drawingml/2006/main" w="19050">
            <a:solidFill>
              <a:srgbClr val="FFFFFF"/>
            </a:solidFill>
            <a:prstDash val="solid"/>
          </a:ln>
        </p:spPr>
      </p:sp>
      <p:sp>
        <p:nvSpPr>
          <p:cNvPr id="10" name="">
            <a:extLst xmlns:a="http://schemas.openxmlformats.org/drawingml/2006/main">
              <a:ext uri="{FF2B5EF4-FFF2-40B4-BE49-F238E27FC236}">
                <a16:creationId xmlns:a16="http://schemas.microsoft.com/office/drawing/2014/main" id="{05B6F64B-48F9-4E9D-B37A-A977F1F2C8D5}"/>
              </a:ext>
            </a:extLst>
          </p:cNvPr>
          <p:cNvSpPr>
            <a:spLocks xmlns:a="http://schemas.openxmlformats.org/drawingml/2006/main" noGrp="1"/>
          </p:cNvSpPr>
          <p:nvPr/>
        </p:nvSpPr>
        <p:spPr>
          <a:xfrm xmlns:a="http://schemas.openxmlformats.org/drawingml/2006/main">
            <a:off x="762000" y="3829050"/>
            <a:ext cx="31750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30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다양한 학습 신호와 충분한 규모</a:t>
            </a:r>
          </a:p>
        </p:txBody>
      </p:sp>
      <p:sp>
        <p:nvSpPr>
          <p:cNvPr id="11" name="">
            <a:extLst xmlns:a="http://schemas.openxmlformats.org/drawingml/2006/main">
              <a:ext uri="{FF2B5EF4-FFF2-40B4-BE49-F238E27FC236}">
                <a16:creationId xmlns:a16="http://schemas.microsoft.com/office/drawing/2014/main" id="{3A4A4B31-DCB3-4299-8516-44703C8DE506}"/>
              </a:ext>
            </a:extLst>
          </p:cNvPr>
          <p:cNvSpPr>
            <a:spLocks xmlns:a="http://schemas.openxmlformats.org/drawingml/2006/main" noGrp="1"/>
          </p:cNvSpPr>
          <p:nvPr/>
        </p:nvSpPr>
        <p:spPr>
          <a:xfrm xmlns:a="http://schemas.openxmlformats.org/drawingml/2006/main">
            <a:off x="4356100" y="1809750"/>
            <a:ext cx="3479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850" b="1">
                <a:solidFill>
                  <a:srgbClr val="98A2B3"/>
                </a:solidFill>
                <a:latin typeface="Menlo"/>
                <a:ea typeface="Menlo"/>
                <a:cs typeface="Menlo"/>
              </a:defRPr>
            </a:pPr>
            <a:r>
              <a:rPr sz="2850" b="1">
                <a:solidFill>
                  <a:srgbClr val="98A2B3"/>
                </a:solidFill>
                <a:latin typeface="Menlo"/>
                <a:ea typeface="Menlo"/>
                <a:cs typeface="Menlo"/>
              </a:rPr>
              <a:t>02</a:t>
            </a:r>
          </a:p>
        </p:txBody>
      </p:sp>
      <p:sp>
        <p:nvSpPr>
          <p:cNvPr id="12" name="">
            <a:extLst xmlns:a="http://schemas.openxmlformats.org/drawingml/2006/main">
              <a:ext uri="{FF2B5EF4-FFF2-40B4-BE49-F238E27FC236}">
                <a16:creationId xmlns:a16="http://schemas.microsoft.com/office/drawing/2014/main" id="{60B2D6FB-5C2A-475D-BBFD-C2D8E1569274}"/>
              </a:ext>
            </a:extLst>
          </p:cNvPr>
          <p:cNvSpPr>
            <a:spLocks xmlns:a="http://schemas.openxmlformats.org/drawingml/2006/main" noGrp="1"/>
          </p:cNvSpPr>
          <p:nvPr/>
        </p:nvSpPr>
        <p:spPr>
          <a:xfrm xmlns:a="http://schemas.openxmlformats.org/drawingml/2006/main">
            <a:off x="4356100" y="2609850"/>
            <a:ext cx="34798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10000"/>
              </a:lnSpc>
              <a:buNone/>
              <a:defRPr sz="2025" b="1">
                <a:solidFill>
                  <a:srgbClr val="FFFFFF"/>
                </a:solidFill>
                <a:latin typeface="AppleGothic"/>
                <a:ea typeface="AppleGothic"/>
                <a:cs typeface="AppleGothic"/>
              </a:defRPr>
            </a:pPr>
            <a:r>
              <a:rPr sz="2025" b="1">
                <a:solidFill>
                  <a:srgbClr val="FFFFFF"/>
                </a:solidFill>
                <a:latin typeface="AppleGothic"/>
                <a:ea typeface="AppleGothic"/>
                <a:cs typeface="AppleGothic"/>
              </a:rPr>
              <a:t>그래픽 처리 장치</a:t>
            </a:r>
          </a:p>
        </p:txBody>
      </p:sp>
      <p:sp>
        <p:nvSpPr>
          <p:cNvPr id="13" name="">
            <a:extLst xmlns:a="http://schemas.openxmlformats.org/drawingml/2006/main">
              <a:ext uri="{FF2B5EF4-FFF2-40B4-BE49-F238E27FC236}">
                <a16:creationId xmlns:a16="http://schemas.microsoft.com/office/drawing/2014/main" id="{07355116-B618-4131-ADDF-DE36D49BDFC9}"/>
              </a:ext>
            </a:extLst>
          </p:cNvPr>
          <p:cNvSpPr>
            <a:spLocks xmlns:a="http://schemas.openxmlformats.org/drawingml/2006/main" noGrp="1"/>
          </p:cNvSpPr>
          <p:nvPr/>
        </p:nvSpPr>
        <p:spPr>
          <a:xfrm xmlns:a="http://schemas.openxmlformats.org/drawingml/2006/main" flipH="0" flipV="0">
            <a:off x="4356100" y="3486150"/>
            <a:ext cx="3479800" cy="0"/>
          </a:xfrm>
          <a:prstGeom xmlns:a="http://schemas.openxmlformats.org/drawingml/2006/main" prst="line">
            <a:avLst/>
          </a:prstGeom>
          <a:noFill xmlns:a="http://schemas.openxmlformats.org/drawingml/2006/main"/>
          <a:ln xmlns:a="http://schemas.openxmlformats.org/drawingml/2006/main" w="19050">
            <a:solidFill>
              <a:srgbClr val="FFFFFF"/>
            </a:solidFill>
            <a:prstDash val="solid"/>
          </a:ln>
        </p:spPr>
      </p:sp>
      <p:sp>
        <p:nvSpPr>
          <p:cNvPr id="14" name="">
            <a:extLst xmlns:a="http://schemas.openxmlformats.org/drawingml/2006/main">
              <a:ext uri="{FF2B5EF4-FFF2-40B4-BE49-F238E27FC236}">
                <a16:creationId xmlns:a16="http://schemas.microsoft.com/office/drawing/2014/main" id="{D9B28B96-0803-4938-8F62-8EA189324C96}"/>
              </a:ext>
            </a:extLst>
          </p:cNvPr>
          <p:cNvSpPr>
            <a:spLocks xmlns:a="http://schemas.openxmlformats.org/drawingml/2006/main" noGrp="1"/>
          </p:cNvSpPr>
          <p:nvPr/>
        </p:nvSpPr>
        <p:spPr>
          <a:xfrm xmlns:a="http://schemas.openxmlformats.org/drawingml/2006/main">
            <a:off x="4508500" y="3829050"/>
            <a:ext cx="31750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30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Graphics Processing Unit (GPU) 기반 병렬 연산</a:t>
            </a:r>
          </a:p>
        </p:txBody>
      </p:sp>
      <p:sp>
        <p:nvSpPr>
          <p:cNvPr id="15" name="">
            <a:extLst xmlns:a="http://schemas.openxmlformats.org/drawingml/2006/main">
              <a:ext uri="{FF2B5EF4-FFF2-40B4-BE49-F238E27FC236}">
                <a16:creationId xmlns:a16="http://schemas.microsoft.com/office/drawing/2014/main" id="{6EEA813D-98E7-444D-BEFE-05AEBC570AAD}"/>
              </a:ext>
            </a:extLst>
          </p:cNvPr>
          <p:cNvSpPr>
            <a:spLocks xmlns:a="http://schemas.openxmlformats.org/drawingml/2006/main" noGrp="1"/>
          </p:cNvSpPr>
          <p:nvPr/>
        </p:nvSpPr>
        <p:spPr>
          <a:xfrm xmlns:a="http://schemas.openxmlformats.org/drawingml/2006/main">
            <a:off x="8102600" y="1809750"/>
            <a:ext cx="3479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850" b="1">
                <a:solidFill>
                  <a:srgbClr val="98A2B3"/>
                </a:solidFill>
                <a:latin typeface="Menlo"/>
                <a:ea typeface="Menlo"/>
                <a:cs typeface="Menlo"/>
              </a:defRPr>
            </a:pPr>
            <a:r>
              <a:rPr sz="2850" b="1">
                <a:solidFill>
                  <a:srgbClr val="98A2B3"/>
                </a:solidFill>
                <a:latin typeface="Menlo"/>
                <a:ea typeface="Menlo"/>
                <a:cs typeface="Menlo"/>
              </a:rPr>
              <a:t>03</a:t>
            </a:r>
          </a:p>
        </p:txBody>
      </p:sp>
      <p:sp>
        <p:nvSpPr>
          <p:cNvPr id="16" name="">
            <a:extLst xmlns:a="http://schemas.openxmlformats.org/drawingml/2006/main">
              <a:ext uri="{FF2B5EF4-FFF2-40B4-BE49-F238E27FC236}">
                <a16:creationId xmlns:a16="http://schemas.microsoft.com/office/drawing/2014/main" id="{489EF798-3456-4281-B477-4AE1CC611E9C}"/>
              </a:ext>
            </a:extLst>
          </p:cNvPr>
          <p:cNvSpPr>
            <a:spLocks xmlns:a="http://schemas.openxmlformats.org/drawingml/2006/main" noGrp="1"/>
          </p:cNvSpPr>
          <p:nvPr/>
        </p:nvSpPr>
        <p:spPr>
          <a:xfrm xmlns:a="http://schemas.openxmlformats.org/drawingml/2006/main">
            <a:off x="8102600" y="2609850"/>
            <a:ext cx="34798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10000"/>
              </a:lnSpc>
              <a:buNone/>
              <a:defRPr sz="2025" b="1">
                <a:solidFill>
                  <a:srgbClr val="FFFFFF"/>
                </a:solidFill>
                <a:latin typeface="AppleGothic"/>
                <a:ea typeface="AppleGothic"/>
                <a:cs typeface="AppleGothic"/>
              </a:defRPr>
            </a:pPr>
            <a:r>
              <a:rPr sz="2025" b="1">
                <a:solidFill>
                  <a:srgbClr val="FFFFFF"/>
                </a:solidFill>
                <a:latin typeface="AppleGothic"/>
                <a:ea typeface="AppleGothic"/>
                <a:cs typeface="AppleGothic"/>
              </a:rPr>
              <a:t>학습 구조</a:t>
            </a:r>
          </a:p>
        </p:txBody>
      </p:sp>
      <p:sp>
        <p:nvSpPr>
          <p:cNvPr id="17" name="">
            <a:extLst xmlns:a="http://schemas.openxmlformats.org/drawingml/2006/main">
              <a:ext uri="{FF2B5EF4-FFF2-40B4-BE49-F238E27FC236}">
                <a16:creationId xmlns:a16="http://schemas.microsoft.com/office/drawing/2014/main" id="{29FB321E-A1D0-4929-9F89-835C99A16F02}"/>
              </a:ext>
            </a:extLst>
          </p:cNvPr>
          <p:cNvSpPr>
            <a:spLocks xmlns:a="http://schemas.openxmlformats.org/drawingml/2006/main" noGrp="1"/>
          </p:cNvSpPr>
          <p:nvPr/>
        </p:nvSpPr>
        <p:spPr>
          <a:xfrm xmlns:a="http://schemas.openxmlformats.org/drawingml/2006/main" flipH="0" flipV="0">
            <a:off x="8102600" y="3486150"/>
            <a:ext cx="3479800" cy="0"/>
          </a:xfrm>
          <a:prstGeom xmlns:a="http://schemas.openxmlformats.org/drawingml/2006/main" prst="line">
            <a:avLst/>
          </a:prstGeom>
          <a:noFill xmlns:a="http://schemas.openxmlformats.org/drawingml/2006/main"/>
          <a:ln xmlns:a="http://schemas.openxmlformats.org/drawingml/2006/main" w="19050">
            <a:solidFill>
              <a:srgbClr val="FFFFFF"/>
            </a:solidFill>
            <a:prstDash val="solid"/>
          </a:ln>
        </p:spPr>
      </p:sp>
      <p:sp>
        <p:nvSpPr>
          <p:cNvPr id="18" name="">
            <a:extLst xmlns:a="http://schemas.openxmlformats.org/drawingml/2006/main">
              <a:ext uri="{FF2B5EF4-FFF2-40B4-BE49-F238E27FC236}">
                <a16:creationId xmlns:a16="http://schemas.microsoft.com/office/drawing/2014/main" id="{7A1A9823-F391-4032-8624-18CE0DE496F5}"/>
              </a:ext>
            </a:extLst>
          </p:cNvPr>
          <p:cNvSpPr>
            <a:spLocks xmlns:a="http://schemas.openxmlformats.org/drawingml/2006/main" noGrp="1"/>
          </p:cNvSpPr>
          <p:nvPr/>
        </p:nvSpPr>
        <p:spPr>
          <a:xfrm xmlns:a="http://schemas.openxmlformats.org/drawingml/2006/main">
            <a:off x="8255000" y="3829050"/>
            <a:ext cx="31750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30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역전파·아키텍처·최적화</a:t>
            </a:r>
          </a:p>
        </p:txBody>
      </p:sp>
      <p:sp>
        <p:nvSpPr>
          <p:cNvPr id="19" name="">
            <a:extLst xmlns:a="http://schemas.openxmlformats.org/drawingml/2006/main">
              <a:ext uri="{FF2B5EF4-FFF2-40B4-BE49-F238E27FC236}">
                <a16:creationId xmlns:a16="http://schemas.microsoft.com/office/drawing/2014/main" id="{5B1D3CCE-2045-4F4A-B2C0-598817185BDB}"/>
              </a:ext>
            </a:extLst>
          </p:cNvPr>
          <p:cNvSpPr>
            <a:spLocks xmlns:a="http://schemas.openxmlformats.org/drawingml/2006/main" noGrp="1"/>
          </p:cNvSpPr>
          <p:nvPr/>
        </p:nvSpPr>
        <p:spPr>
          <a:xfrm xmlns:a="http://schemas.openxmlformats.org/drawingml/2006/main">
            <a:off x="609600" y="5353050"/>
            <a:ext cx="109728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데이터 · 병렬 연산 · 학습 구조의 결합</a:t>
            </a:r>
          </a:p>
        </p:txBody>
      </p:sp>
    </p:spTree>
    <p:extLst>
      <p:ext uri="{BB962C8B-B14F-4D97-AF65-F5344CB8AC3E}">
        <p14:creationId xmlns:p14="http://schemas.microsoft.com/office/powerpoint/2010/main" val="1208593141"/>
      </p:ext>
    </p:extLst>
  </p:cSld>
</p:sld>
</file>

<file path=ppt/slides/slide23.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3AB71463-249E-4BB3-A9EB-6CA592D2F1AE}"/>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FOUNDATION</a:t>
            </a:r>
          </a:p>
        </p:txBody>
      </p:sp>
      <p:sp>
        <p:nvSpPr>
          <p:cNvPr id="2" name="">
            <a:extLst xmlns:a="http://schemas.openxmlformats.org/drawingml/2006/main">
              <a:ext uri="{FF2B5EF4-FFF2-40B4-BE49-F238E27FC236}">
                <a16:creationId xmlns:a16="http://schemas.microsoft.com/office/drawing/2014/main" id="{E97261EA-4193-4EA7-A8DB-F591FF0446EF}"/>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23</a:t>
            </a:r>
          </a:p>
        </p:txBody>
      </p:sp>
      <p:sp>
        <p:nvSpPr>
          <p:cNvPr id="3" name="">
            <a:extLst xmlns:a="http://schemas.openxmlformats.org/drawingml/2006/main">
              <a:ext uri="{FF2B5EF4-FFF2-40B4-BE49-F238E27FC236}">
                <a16:creationId xmlns:a16="http://schemas.microsoft.com/office/drawing/2014/main" id="{27D0828B-7AD0-4565-8F19-EF4D75EE6F0D}"/>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14261B19-8B6A-43FF-8CED-8DD6268658AF}"/>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F8590DA1-3E0F-443A-9DB0-0E56249C701F}"/>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8839A161-662F-470B-8710-CF09C4185F81}"/>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표현 학습의 변화</a:t>
            </a:r>
          </a:p>
        </p:txBody>
      </p:sp>
      <p:sp>
        <p:nvSpPr>
          <p:cNvPr id="7" name="">
            <a:extLst xmlns:a="http://schemas.openxmlformats.org/drawingml/2006/main">
              <a:ext uri="{FF2B5EF4-FFF2-40B4-BE49-F238E27FC236}">
                <a16:creationId xmlns:a16="http://schemas.microsoft.com/office/drawing/2014/main" id="{53E4868D-CAEB-43A2-9B01-A8622F1ADB29}"/>
              </a:ext>
            </a:extLst>
          </p:cNvPr>
          <p:cNvSpPr>
            <a:spLocks xmlns:a="http://schemas.openxmlformats.org/drawingml/2006/main" noGrp="1"/>
          </p:cNvSpPr>
          <p:nvPr/>
        </p:nvSpPr>
        <p:spPr>
          <a:xfrm xmlns:a="http://schemas.openxmlformats.org/drawingml/2006/main">
            <a:off x="609600" y="1657350"/>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HAND-CRAFTED FEATURE</a:t>
            </a:r>
          </a:p>
        </p:txBody>
      </p:sp>
      <p:sp>
        <p:nvSpPr>
          <p:cNvPr id="8" name="">
            <a:extLst xmlns:a="http://schemas.openxmlformats.org/drawingml/2006/main">
              <a:ext uri="{FF2B5EF4-FFF2-40B4-BE49-F238E27FC236}">
                <a16:creationId xmlns:a16="http://schemas.microsoft.com/office/drawing/2014/main" id="{85D3C785-FF57-49EB-86CD-B48EFC478A95}"/>
              </a:ext>
            </a:extLst>
          </p:cNvPr>
          <p:cNvSpPr>
            <a:spLocks xmlns:a="http://schemas.openxmlformats.org/drawingml/2006/main" noGrp="1"/>
          </p:cNvSpPr>
          <p:nvPr/>
        </p:nvSpPr>
        <p:spPr>
          <a:xfrm xmlns:a="http://schemas.openxmlformats.org/drawingml/2006/main">
            <a:off x="609600" y="2038350"/>
            <a:ext cx="49530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250" b="1">
                <a:solidFill>
                  <a:srgbClr val="191919"/>
                </a:solidFill>
                <a:latin typeface="AppleGothic"/>
                <a:ea typeface="AppleGothic"/>
                <a:cs typeface="AppleGothic"/>
              </a:defRPr>
            </a:pPr>
            <a:r>
              <a:rPr sz="2250" b="1">
                <a:solidFill>
                  <a:srgbClr val="191919"/>
                </a:solidFill>
                <a:latin typeface="AppleGothic"/>
                <a:ea typeface="AppleGothic"/>
                <a:cs typeface="AppleGothic"/>
              </a:rPr>
              <a:t>사람의 특징 설계</a:t>
            </a:r>
          </a:p>
        </p:txBody>
      </p:sp>
      <p:sp>
        <p:nvSpPr>
          <p:cNvPr id="9" name="">
            <a:extLst xmlns:a="http://schemas.openxmlformats.org/drawingml/2006/main">
              <a:ext uri="{FF2B5EF4-FFF2-40B4-BE49-F238E27FC236}">
                <a16:creationId xmlns:a16="http://schemas.microsoft.com/office/drawing/2014/main" id="{7B0E892E-B088-4327-B7BE-7F1D97119C0E}"/>
              </a:ext>
            </a:extLst>
          </p:cNvPr>
          <p:cNvSpPr>
            <a:spLocks xmlns:a="http://schemas.openxmlformats.org/drawingml/2006/main" noGrp="1"/>
          </p:cNvSpPr>
          <p:nvPr/>
        </p:nvSpPr>
        <p:spPr>
          <a:xfrm xmlns:a="http://schemas.openxmlformats.org/drawingml/2006/main" flipH="0" flipV="0">
            <a:off x="609600" y="3048000"/>
            <a:ext cx="4953000" cy="0"/>
          </a:xfrm>
          <a:prstGeom xmlns:a="http://schemas.openxmlformats.org/drawingml/2006/main" prst="line">
            <a:avLst/>
          </a:prstGeom>
          <a:noFill xmlns:a="http://schemas.openxmlformats.org/drawingml/2006/main"/>
          <a:ln xmlns:a="http://schemas.openxmlformats.org/drawingml/2006/main" w="9525">
            <a:solidFill>
              <a:srgbClr val="191919"/>
            </a:solidFill>
            <a:prstDash val="solid"/>
          </a:ln>
        </p:spPr>
      </p:sp>
      <p:sp>
        <p:nvSpPr>
          <p:cNvPr id="10" name="">
            <a:extLst xmlns:a="http://schemas.openxmlformats.org/drawingml/2006/main">
              <a:ext uri="{FF2B5EF4-FFF2-40B4-BE49-F238E27FC236}">
                <a16:creationId xmlns:a16="http://schemas.microsoft.com/office/drawing/2014/main" id="{718F5CE2-1C8D-4DAC-9CAC-EAA83CA3EAA6}"/>
              </a:ext>
            </a:extLst>
          </p:cNvPr>
          <p:cNvSpPr>
            <a:spLocks xmlns:a="http://schemas.openxmlformats.org/drawingml/2006/main" noGrp="1"/>
          </p:cNvSpPr>
          <p:nvPr/>
        </p:nvSpPr>
        <p:spPr>
          <a:xfrm xmlns:a="http://schemas.openxmlformats.org/drawingml/2006/main">
            <a:off x="609600" y="3333750"/>
            <a:ext cx="4953000" cy="1866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5000"/>
              </a:lnSpc>
              <a:buNone/>
              <a:defRPr sz="1500" b="0">
                <a:solidFill>
                  <a:srgbClr val="667085"/>
                </a:solidFill>
                <a:latin typeface="AppleGothic"/>
                <a:ea typeface="AppleGothic"/>
                <a:cs typeface="AppleGothic"/>
              </a:defRPr>
            </a:pPr>
            <a:r>
              <a:rPr sz="1500" b="0">
                <a:solidFill>
                  <a:srgbClr val="667085"/>
                </a:solidFill>
                <a:latin typeface="AppleGothic"/>
                <a:ea typeface="AppleGothic"/>
                <a:cs typeface="AppleGothic"/>
              </a:rPr>
              <a:t>원시 데이터 → 특징 추출 → 모델</a:t>
            </a:r>
          </a:p>
          <a:p xmlns:a="http://schemas.openxmlformats.org/drawingml/2006/main">
            <a:r>
              <a:t/>
            </a:r>
          </a:p>
          <a:p xmlns:a="http://schemas.openxmlformats.org/drawingml/2006/main">
            <a:pPr algn="l">
              <a:lnSpc>
                <a:spcPct val="135000"/>
              </a:lnSpc>
              <a:buNone/>
              <a:defRPr sz="1500" b="0">
                <a:solidFill>
                  <a:srgbClr val="667085"/>
                </a:solidFill>
                <a:latin typeface="AppleGothic"/>
                <a:ea typeface="AppleGothic"/>
                <a:cs typeface="AppleGothic"/>
              </a:defRPr>
            </a:pPr>
            <a:r>
              <a:rPr sz="1500" b="0">
                <a:solidFill>
                  <a:srgbClr val="667085"/>
                </a:solidFill>
                <a:latin typeface="AppleGothic"/>
                <a:ea typeface="AppleGothic"/>
                <a:cs typeface="AppleGothic"/>
              </a:rPr>
              <a:t>도메인 전문지식이 병목</a:t>
            </a:r>
          </a:p>
        </p:txBody>
      </p:sp>
      <p:sp>
        <p:nvSpPr>
          <p:cNvPr id="11" name="">
            <a:extLst xmlns:a="http://schemas.openxmlformats.org/drawingml/2006/main">
              <a:ext uri="{FF2B5EF4-FFF2-40B4-BE49-F238E27FC236}">
                <a16:creationId xmlns:a16="http://schemas.microsoft.com/office/drawing/2014/main" id="{2D1F638B-157A-41B0-98CA-62669DB2EFEC}"/>
              </a:ext>
            </a:extLst>
          </p:cNvPr>
          <p:cNvSpPr>
            <a:spLocks xmlns:a="http://schemas.openxmlformats.org/drawingml/2006/main" noGrp="1"/>
          </p:cNvSpPr>
          <p:nvPr/>
        </p:nvSpPr>
        <p:spPr>
          <a:xfrm xmlns:a="http://schemas.openxmlformats.org/drawingml/2006/main">
            <a:off x="6267450" y="1657350"/>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AppleGothic"/>
                <a:ea typeface="AppleGothic"/>
                <a:cs typeface="AppleGothic"/>
              </a:defRPr>
            </a:pPr>
            <a:r>
              <a:rPr sz="1050" b="1">
                <a:solidFill>
                  <a:srgbClr val="2563EB"/>
                </a:solidFill>
                <a:latin typeface="AppleGothic"/>
                <a:ea typeface="AppleGothic"/>
                <a:cs typeface="AppleGothic"/>
              </a:rPr>
              <a:t>REPRESENTATION LEARNING</a:t>
            </a:r>
          </a:p>
        </p:txBody>
      </p:sp>
      <p:sp>
        <p:nvSpPr>
          <p:cNvPr id="12" name="">
            <a:extLst xmlns:a="http://schemas.openxmlformats.org/drawingml/2006/main">
              <a:ext uri="{FF2B5EF4-FFF2-40B4-BE49-F238E27FC236}">
                <a16:creationId xmlns:a16="http://schemas.microsoft.com/office/drawing/2014/main" id="{56894E5F-2604-432F-91A9-E85025E942DB}"/>
              </a:ext>
            </a:extLst>
          </p:cNvPr>
          <p:cNvSpPr>
            <a:spLocks xmlns:a="http://schemas.openxmlformats.org/drawingml/2006/main" noGrp="1"/>
          </p:cNvSpPr>
          <p:nvPr/>
        </p:nvSpPr>
        <p:spPr>
          <a:xfrm xmlns:a="http://schemas.openxmlformats.org/drawingml/2006/main">
            <a:off x="6267450" y="2038350"/>
            <a:ext cx="49530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250" b="1">
                <a:solidFill>
                  <a:srgbClr val="2563EB"/>
                </a:solidFill>
                <a:latin typeface="AppleGothic"/>
                <a:ea typeface="AppleGothic"/>
                <a:cs typeface="AppleGothic"/>
              </a:defRPr>
            </a:pPr>
            <a:r>
              <a:rPr sz="2250" b="1">
                <a:solidFill>
                  <a:srgbClr val="2563EB"/>
                </a:solidFill>
                <a:latin typeface="AppleGothic"/>
                <a:ea typeface="AppleGothic"/>
                <a:cs typeface="AppleGothic"/>
              </a:rPr>
              <a:t>학습된 표현</a:t>
            </a:r>
          </a:p>
        </p:txBody>
      </p:sp>
      <p:sp>
        <p:nvSpPr>
          <p:cNvPr id="13" name="">
            <a:extLst xmlns:a="http://schemas.openxmlformats.org/drawingml/2006/main">
              <a:ext uri="{FF2B5EF4-FFF2-40B4-BE49-F238E27FC236}">
                <a16:creationId xmlns:a16="http://schemas.microsoft.com/office/drawing/2014/main" id="{B92AEAA5-53FB-4A0A-AD91-D05EE94BB046}"/>
              </a:ext>
            </a:extLst>
          </p:cNvPr>
          <p:cNvSpPr>
            <a:spLocks xmlns:a="http://schemas.openxmlformats.org/drawingml/2006/main" noGrp="1"/>
          </p:cNvSpPr>
          <p:nvPr/>
        </p:nvSpPr>
        <p:spPr>
          <a:xfrm xmlns:a="http://schemas.openxmlformats.org/drawingml/2006/main" flipH="0" flipV="0">
            <a:off x="6267450" y="3048000"/>
            <a:ext cx="4953000" cy="0"/>
          </a:xfrm>
          <a:prstGeom xmlns:a="http://schemas.openxmlformats.org/drawingml/2006/main" prst="line">
            <a:avLst/>
          </a:prstGeom>
          <a:noFill xmlns:a="http://schemas.openxmlformats.org/drawingml/2006/main"/>
          <a:ln xmlns:a="http://schemas.openxmlformats.org/drawingml/2006/main" w="38100">
            <a:solidFill>
              <a:srgbClr val="2563EB"/>
            </a:solidFill>
            <a:prstDash val="solid"/>
          </a:ln>
        </p:spPr>
      </p:sp>
      <p:sp>
        <p:nvSpPr>
          <p:cNvPr id="14" name="">
            <a:extLst xmlns:a="http://schemas.openxmlformats.org/drawingml/2006/main">
              <a:ext uri="{FF2B5EF4-FFF2-40B4-BE49-F238E27FC236}">
                <a16:creationId xmlns:a16="http://schemas.microsoft.com/office/drawing/2014/main" id="{42CF00D7-A20A-48DA-B951-ADE1882DC475}"/>
              </a:ext>
            </a:extLst>
          </p:cNvPr>
          <p:cNvSpPr>
            <a:spLocks xmlns:a="http://schemas.openxmlformats.org/drawingml/2006/main" noGrp="1"/>
          </p:cNvSpPr>
          <p:nvPr/>
        </p:nvSpPr>
        <p:spPr>
          <a:xfrm xmlns:a="http://schemas.openxmlformats.org/drawingml/2006/main">
            <a:off x="6267450" y="3333750"/>
            <a:ext cx="4953000" cy="1866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5000"/>
              </a:lnSpc>
              <a:buNone/>
              <a:defRPr sz="1500" b="0">
                <a:solidFill>
                  <a:srgbClr val="667085"/>
                </a:solidFill>
                <a:latin typeface="AppleGothic"/>
                <a:ea typeface="AppleGothic"/>
                <a:cs typeface="AppleGothic"/>
              </a:defRPr>
            </a:pPr>
            <a:r>
              <a:rPr sz="1500" b="0">
                <a:solidFill>
                  <a:srgbClr val="667085"/>
                </a:solidFill>
                <a:latin typeface="AppleGothic"/>
                <a:ea typeface="AppleGothic"/>
                <a:cs typeface="AppleGothic"/>
              </a:rPr>
              <a:t>원시 데이터 → 계층 표현 → 출력</a:t>
            </a:r>
          </a:p>
          <a:p xmlns:a="http://schemas.openxmlformats.org/drawingml/2006/main">
            <a:r>
              <a:t/>
            </a:r>
          </a:p>
          <a:p xmlns:a="http://schemas.openxmlformats.org/drawingml/2006/main">
            <a:pPr algn="l">
              <a:lnSpc>
                <a:spcPct val="135000"/>
              </a:lnSpc>
              <a:buNone/>
              <a:defRPr sz="1500" b="0">
                <a:solidFill>
                  <a:srgbClr val="667085"/>
                </a:solidFill>
                <a:latin typeface="AppleGothic"/>
                <a:ea typeface="AppleGothic"/>
                <a:cs typeface="AppleGothic"/>
              </a:defRPr>
            </a:pPr>
            <a:r>
              <a:rPr sz="1500" b="0">
                <a:solidFill>
                  <a:srgbClr val="667085"/>
                </a:solidFill>
                <a:latin typeface="AppleGothic"/>
                <a:ea typeface="AppleGothic"/>
                <a:cs typeface="AppleGothic"/>
              </a:rPr>
              <a:t>데이터와 목표의 품질이 병목</a:t>
            </a:r>
          </a:p>
        </p:txBody>
      </p:sp>
      <p:sp>
        <p:nvSpPr>
          <p:cNvPr id="15" name="">
            <a:extLst xmlns:a="http://schemas.openxmlformats.org/drawingml/2006/main">
              <a:ext uri="{FF2B5EF4-FFF2-40B4-BE49-F238E27FC236}">
                <a16:creationId xmlns:a16="http://schemas.microsoft.com/office/drawing/2014/main" id="{559D2CA6-966E-4422-9B37-6AD7C284D5A0}"/>
              </a:ext>
            </a:extLst>
          </p:cNvPr>
          <p:cNvSpPr>
            <a:spLocks xmlns:a="http://schemas.openxmlformats.org/drawingml/2006/main" noGrp="1"/>
          </p:cNvSpPr>
          <p:nvPr/>
        </p:nvSpPr>
        <p:spPr>
          <a:xfrm xmlns:a="http://schemas.openxmlformats.org/drawingml/2006/main" flipH="0" flipV="0">
            <a:off x="5924550" y="1657350"/>
            <a:ext cx="0" cy="417195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Tree>
    <p:extLst>
      <p:ext uri="{BB962C8B-B14F-4D97-AF65-F5344CB8AC3E}">
        <p14:creationId xmlns:p14="http://schemas.microsoft.com/office/powerpoint/2010/main" val="312340218"/>
      </p:ext>
    </p:extLst>
  </p:cSld>
</p:sld>
</file>

<file path=ppt/slides/slide24.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C1B9DEDD-B952-43B6-8CBE-D57D8CD67270}"/>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FOUNDATION</a:t>
            </a:r>
          </a:p>
        </p:txBody>
      </p:sp>
      <p:sp>
        <p:nvSpPr>
          <p:cNvPr id="2" name="">
            <a:extLst xmlns:a="http://schemas.openxmlformats.org/drawingml/2006/main">
              <a:ext uri="{FF2B5EF4-FFF2-40B4-BE49-F238E27FC236}">
                <a16:creationId xmlns:a16="http://schemas.microsoft.com/office/drawing/2014/main" id="{34ED3C02-FD0A-45FC-99F1-9EB573EB7658}"/>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24</a:t>
            </a:r>
          </a:p>
        </p:txBody>
      </p:sp>
      <p:sp>
        <p:nvSpPr>
          <p:cNvPr id="3" name="">
            <a:extLst xmlns:a="http://schemas.openxmlformats.org/drawingml/2006/main">
              <a:ext uri="{FF2B5EF4-FFF2-40B4-BE49-F238E27FC236}">
                <a16:creationId xmlns:a16="http://schemas.microsoft.com/office/drawing/2014/main" id="{AAD8864C-71DF-42AB-97E6-35E7F8BAB32B}"/>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2D3BC72F-5B31-42D0-99B2-FB640499D0C3}"/>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BD4F95CD-5AAA-48B7-83AF-01A827EF91B2}"/>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DBB649DD-CE01-4A8E-B40F-5CD67E825843}"/>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시퀀스 모델의 순차 병목</a:t>
            </a:r>
          </a:p>
        </p:txBody>
      </p:sp>
      <p:sp>
        <p:nvSpPr>
          <p:cNvPr id="7" name="">
            <a:extLst xmlns:a="http://schemas.openxmlformats.org/drawingml/2006/main">
              <a:ext uri="{FF2B5EF4-FFF2-40B4-BE49-F238E27FC236}">
                <a16:creationId xmlns:a16="http://schemas.microsoft.com/office/drawing/2014/main" id="{48CFED44-A0A1-4CAB-83B7-9EF2CA70CC4D}"/>
              </a:ext>
            </a:extLst>
          </p:cNvPr>
          <p:cNvSpPr>
            <a:spLocks xmlns:a="http://schemas.openxmlformats.org/drawingml/2006/main" noGrp="1"/>
          </p:cNvSpPr>
          <p:nvPr/>
        </p:nvSpPr>
        <p:spPr>
          <a:xfrm xmlns:a="http://schemas.openxmlformats.org/drawingml/2006/main" rot="0">
            <a:off x="609600" y="2381250"/>
            <a:ext cx="2026920" cy="118110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8" name="">
            <a:extLst xmlns:a="http://schemas.openxmlformats.org/drawingml/2006/main">
              <a:ext uri="{FF2B5EF4-FFF2-40B4-BE49-F238E27FC236}">
                <a16:creationId xmlns:a16="http://schemas.microsoft.com/office/drawing/2014/main" id="{841BB565-E631-4CB6-8C7C-64E7503FD64B}"/>
              </a:ext>
            </a:extLst>
          </p:cNvPr>
          <p:cNvSpPr>
            <a:spLocks xmlns:a="http://schemas.openxmlformats.org/drawingml/2006/main" noGrp="1"/>
          </p:cNvSpPr>
          <p:nvPr/>
        </p:nvSpPr>
        <p:spPr>
          <a:xfrm xmlns:a="http://schemas.openxmlformats.org/drawingml/2006/main">
            <a:off x="74295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TOKEN 1</a:t>
            </a:r>
          </a:p>
        </p:txBody>
      </p:sp>
      <p:sp>
        <p:nvSpPr>
          <p:cNvPr id="9" name="">
            <a:extLst xmlns:a="http://schemas.openxmlformats.org/drawingml/2006/main">
              <a:ext uri="{FF2B5EF4-FFF2-40B4-BE49-F238E27FC236}">
                <a16:creationId xmlns:a16="http://schemas.microsoft.com/office/drawing/2014/main" id="{A10F7D11-C2D7-4CF4-890D-460C72835D2C}"/>
              </a:ext>
            </a:extLst>
          </p:cNvPr>
          <p:cNvSpPr>
            <a:spLocks xmlns:a="http://schemas.openxmlformats.org/drawingml/2006/main" noGrp="1"/>
          </p:cNvSpPr>
          <p:nvPr/>
        </p:nvSpPr>
        <p:spPr>
          <a:xfrm xmlns:a="http://schemas.openxmlformats.org/drawingml/2006/main">
            <a:off x="74295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state 1</a:t>
            </a:r>
          </a:p>
        </p:txBody>
      </p:sp>
      <p:sp>
        <p:nvSpPr>
          <p:cNvPr id="10" name="">
            <a:extLst xmlns:a="http://schemas.openxmlformats.org/drawingml/2006/main">
              <a:ext uri="{FF2B5EF4-FFF2-40B4-BE49-F238E27FC236}">
                <a16:creationId xmlns:a16="http://schemas.microsoft.com/office/drawing/2014/main" id="{FCEC1A2E-0D37-46AD-A78B-7C20433166E9}"/>
              </a:ext>
            </a:extLst>
          </p:cNvPr>
          <p:cNvSpPr>
            <a:spLocks xmlns:a="http://schemas.openxmlformats.org/drawingml/2006/main" noGrp="1"/>
          </p:cNvSpPr>
          <p:nvPr/>
        </p:nvSpPr>
        <p:spPr>
          <a:xfrm xmlns:a="http://schemas.openxmlformats.org/drawingml/2006/main">
            <a:off x="2636520" y="2781300"/>
            <a:ext cx="209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98A2B3"/>
                </a:solidFill>
                <a:latin typeface="Menlo"/>
                <a:ea typeface="Menlo"/>
                <a:cs typeface="Menlo"/>
              </a:defRPr>
            </a:pPr>
            <a:r>
              <a:rPr sz="1500" b="1">
                <a:solidFill>
                  <a:srgbClr val="98A2B3"/>
                </a:solidFill>
                <a:latin typeface="Menlo"/>
                <a:ea typeface="Menlo"/>
                <a:cs typeface="Menlo"/>
              </a:rPr>
              <a:t>→</a:t>
            </a:r>
          </a:p>
        </p:txBody>
      </p:sp>
      <p:sp>
        <p:nvSpPr>
          <p:cNvPr id="11" name="">
            <a:extLst xmlns:a="http://schemas.openxmlformats.org/drawingml/2006/main">
              <a:ext uri="{FF2B5EF4-FFF2-40B4-BE49-F238E27FC236}">
                <a16:creationId xmlns:a16="http://schemas.microsoft.com/office/drawing/2014/main" id="{9A578661-FF60-413A-95AE-0EE619563F98}"/>
              </a:ext>
            </a:extLst>
          </p:cNvPr>
          <p:cNvSpPr>
            <a:spLocks xmlns:a="http://schemas.openxmlformats.org/drawingml/2006/main" noGrp="1"/>
          </p:cNvSpPr>
          <p:nvPr/>
        </p:nvSpPr>
        <p:spPr>
          <a:xfrm xmlns:a="http://schemas.openxmlformats.org/drawingml/2006/main" rot="0">
            <a:off x="2846070" y="2381250"/>
            <a:ext cx="2026920" cy="118110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12" name="">
            <a:extLst xmlns:a="http://schemas.openxmlformats.org/drawingml/2006/main">
              <a:ext uri="{FF2B5EF4-FFF2-40B4-BE49-F238E27FC236}">
                <a16:creationId xmlns:a16="http://schemas.microsoft.com/office/drawing/2014/main" id="{599ED3D0-E9AE-465D-A45A-D6D7F758F42A}"/>
              </a:ext>
            </a:extLst>
          </p:cNvPr>
          <p:cNvSpPr>
            <a:spLocks xmlns:a="http://schemas.openxmlformats.org/drawingml/2006/main" noGrp="1"/>
          </p:cNvSpPr>
          <p:nvPr/>
        </p:nvSpPr>
        <p:spPr>
          <a:xfrm xmlns:a="http://schemas.openxmlformats.org/drawingml/2006/main">
            <a:off x="297942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TOKEN 2</a:t>
            </a:r>
          </a:p>
        </p:txBody>
      </p:sp>
      <p:sp>
        <p:nvSpPr>
          <p:cNvPr id="13" name="">
            <a:extLst xmlns:a="http://schemas.openxmlformats.org/drawingml/2006/main">
              <a:ext uri="{FF2B5EF4-FFF2-40B4-BE49-F238E27FC236}">
                <a16:creationId xmlns:a16="http://schemas.microsoft.com/office/drawing/2014/main" id="{17446846-8134-436C-A9C3-C6AF68370950}"/>
              </a:ext>
            </a:extLst>
          </p:cNvPr>
          <p:cNvSpPr>
            <a:spLocks xmlns:a="http://schemas.openxmlformats.org/drawingml/2006/main" noGrp="1"/>
          </p:cNvSpPr>
          <p:nvPr/>
        </p:nvSpPr>
        <p:spPr>
          <a:xfrm xmlns:a="http://schemas.openxmlformats.org/drawingml/2006/main">
            <a:off x="297942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state 2</a:t>
            </a:r>
          </a:p>
        </p:txBody>
      </p:sp>
      <p:sp>
        <p:nvSpPr>
          <p:cNvPr id="14" name="">
            <a:extLst xmlns:a="http://schemas.openxmlformats.org/drawingml/2006/main">
              <a:ext uri="{FF2B5EF4-FFF2-40B4-BE49-F238E27FC236}">
                <a16:creationId xmlns:a16="http://schemas.microsoft.com/office/drawing/2014/main" id="{1D38E8F8-1FA4-47AF-9964-11D1F3F8E473}"/>
              </a:ext>
            </a:extLst>
          </p:cNvPr>
          <p:cNvSpPr>
            <a:spLocks xmlns:a="http://schemas.openxmlformats.org/drawingml/2006/main" noGrp="1"/>
          </p:cNvSpPr>
          <p:nvPr/>
        </p:nvSpPr>
        <p:spPr>
          <a:xfrm xmlns:a="http://schemas.openxmlformats.org/drawingml/2006/main">
            <a:off x="4872990" y="2781300"/>
            <a:ext cx="209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98A2B3"/>
                </a:solidFill>
                <a:latin typeface="Menlo"/>
                <a:ea typeface="Menlo"/>
                <a:cs typeface="Menlo"/>
              </a:defRPr>
            </a:pPr>
            <a:r>
              <a:rPr sz="1500" b="1">
                <a:solidFill>
                  <a:srgbClr val="98A2B3"/>
                </a:solidFill>
                <a:latin typeface="Menlo"/>
                <a:ea typeface="Menlo"/>
                <a:cs typeface="Menlo"/>
              </a:rPr>
              <a:t>→</a:t>
            </a:r>
          </a:p>
        </p:txBody>
      </p:sp>
      <p:sp>
        <p:nvSpPr>
          <p:cNvPr id="15" name="">
            <a:extLst xmlns:a="http://schemas.openxmlformats.org/drawingml/2006/main">
              <a:ext uri="{FF2B5EF4-FFF2-40B4-BE49-F238E27FC236}">
                <a16:creationId xmlns:a16="http://schemas.microsoft.com/office/drawing/2014/main" id="{09E86CB0-7DEB-4639-9623-9FD61891FBE4}"/>
              </a:ext>
            </a:extLst>
          </p:cNvPr>
          <p:cNvSpPr>
            <a:spLocks xmlns:a="http://schemas.openxmlformats.org/drawingml/2006/main" noGrp="1"/>
          </p:cNvSpPr>
          <p:nvPr/>
        </p:nvSpPr>
        <p:spPr>
          <a:xfrm xmlns:a="http://schemas.openxmlformats.org/drawingml/2006/main" rot="0">
            <a:off x="5082540" y="2381250"/>
            <a:ext cx="2026920" cy="118110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16" name="">
            <a:extLst xmlns:a="http://schemas.openxmlformats.org/drawingml/2006/main">
              <a:ext uri="{FF2B5EF4-FFF2-40B4-BE49-F238E27FC236}">
                <a16:creationId xmlns:a16="http://schemas.microsoft.com/office/drawing/2014/main" id="{F7AA51A7-16FD-4202-839B-6B174E0520EA}"/>
              </a:ext>
            </a:extLst>
          </p:cNvPr>
          <p:cNvSpPr>
            <a:spLocks xmlns:a="http://schemas.openxmlformats.org/drawingml/2006/main" noGrp="1"/>
          </p:cNvSpPr>
          <p:nvPr/>
        </p:nvSpPr>
        <p:spPr>
          <a:xfrm xmlns:a="http://schemas.openxmlformats.org/drawingml/2006/main">
            <a:off x="521589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TOKEN 3</a:t>
            </a:r>
          </a:p>
        </p:txBody>
      </p:sp>
      <p:sp>
        <p:nvSpPr>
          <p:cNvPr id="17" name="">
            <a:extLst xmlns:a="http://schemas.openxmlformats.org/drawingml/2006/main">
              <a:ext uri="{FF2B5EF4-FFF2-40B4-BE49-F238E27FC236}">
                <a16:creationId xmlns:a16="http://schemas.microsoft.com/office/drawing/2014/main" id="{82FB1AFC-0422-4A56-9CEF-9A34451EB8D1}"/>
              </a:ext>
            </a:extLst>
          </p:cNvPr>
          <p:cNvSpPr>
            <a:spLocks xmlns:a="http://schemas.openxmlformats.org/drawingml/2006/main" noGrp="1"/>
          </p:cNvSpPr>
          <p:nvPr/>
        </p:nvSpPr>
        <p:spPr>
          <a:xfrm xmlns:a="http://schemas.openxmlformats.org/drawingml/2006/main">
            <a:off x="521589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state 3</a:t>
            </a:r>
          </a:p>
        </p:txBody>
      </p:sp>
      <p:sp>
        <p:nvSpPr>
          <p:cNvPr id="18" name="">
            <a:extLst xmlns:a="http://schemas.openxmlformats.org/drawingml/2006/main">
              <a:ext uri="{FF2B5EF4-FFF2-40B4-BE49-F238E27FC236}">
                <a16:creationId xmlns:a16="http://schemas.microsoft.com/office/drawing/2014/main" id="{773A006F-820A-465F-9A91-E492AC47C79B}"/>
              </a:ext>
            </a:extLst>
          </p:cNvPr>
          <p:cNvSpPr>
            <a:spLocks xmlns:a="http://schemas.openxmlformats.org/drawingml/2006/main" noGrp="1"/>
          </p:cNvSpPr>
          <p:nvPr/>
        </p:nvSpPr>
        <p:spPr>
          <a:xfrm xmlns:a="http://schemas.openxmlformats.org/drawingml/2006/main">
            <a:off x="7109460" y="2781300"/>
            <a:ext cx="209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98A2B3"/>
                </a:solidFill>
                <a:latin typeface="Menlo"/>
                <a:ea typeface="Menlo"/>
                <a:cs typeface="Menlo"/>
              </a:defRPr>
            </a:pPr>
            <a:r>
              <a:rPr sz="1500" b="1">
                <a:solidFill>
                  <a:srgbClr val="98A2B3"/>
                </a:solidFill>
                <a:latin typeface="Menlo"/>
                <a:ea typeface="Menlo"/>
                <a:cs typeface="Menlo"/>
              </a:rPr>
              <a:t>→</a:t>
            </a:r>
          </a:p>
        </p:txBody>
      </p:sp>
      <p:sp>
        <p:nvSpPr>
          <p:cNvPr id="19" name="">
            <a:extLst xmlns:a="http://schemas.openxmlformats.org/drawingml/2006/main">
              <a:ext uri="{FF2B5EF4-FFF2-40B4-BE49-F238E27FC236}">
                <a16:creationId xmlns:a16="http://schemas.microsoft.com/office/drawing/2014/main" id="{730222CB-2B62-422E-ACBF-1EE996C38744}"/>
              </a:ext>
            </a:extLst>
          </p:cNvPr>
          <p:cNvSpPr>
            <a:spLocks xmlns:a="http://schemas.openxmlformats.org/drawingml/2006/main" noGrp="1"/>
          </p:cNvSpPr>
          <p:nvPr/>
        </p:nvSpPr>
        <p:spPr>
          <a:xfrm xmlns:a="http://schemas.openxmlformats.org/drawingml/2006/main" rot="0">
            <a:off x="7319010" y="2381250"/>
            <a:ext cx="2026920" cy="118110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20" name="">
            <a:extLst xmlns:a="http://schemas.openxmlformats.org/drawingml/2006/main">
              <a:ext uri="{FF2B5EF4-FFF2-40B4-BE49-F238E27FC236}">
                <a16:creationId xmlns:a16="http://schemas.microsoft.com/office/drawing/2014/main" id="{3DFF3E37-4B58-4DB5-958D-F35F7B17BDD1}"/>
              </a:ext>
            </a:extLst>
          </p:cNvPr>
          <p:cNvSpPr>
            <a:spLocks xmlns:a="http://schemas.openxmlformats.org/drawingml/2006/main" noGrp="1"/>
          </p:cNvSpPr>
          <p:nvPr/>
        </p:nvSpPr>
        <p:spPr>
          <a:xfrm xmlns:a="http://schemas.openxmlformats.org/drawingml/2006/main">
            <a:off x="745236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a:t>
            </a:r>
          </a:p>
        </p:txBody>
      </p:sp>
      <p:sp>
        <p:nvSpPr>
          <p:cNvPr id="21" name="">
            <a:extLst xmlns:a="http://schemas.openxmlformats.org/drawingml/2006/main">
              <a:ext uri="{FF2B5EF4-FFF2-40B4-BE49-F238E27FC236}">
                <a16:creationId xmlns:a16="http://schemas.microsoft.com/office/drawing/2014/main" id="{4F9B2D84-73F3-456B-B5EF-C82059AAFA2F}"/>
              </a:ext>
            </a:extLst>
          </p:cNvPr>
          <p:cNvSpPr>
            <a:spLocks xmlns:a="http://schemas.openxmlformats.org/drawingml/2006/main" noGrp="1"/>
          </p:cNvSpPr>
          <p:nvPr/>
        </p:nvSpPr>
        <p:spPr>
          <a:xfrm xmlns:a="http://schemas.openxmlformats.org/drawingml/2006/main">
            <a:off x="745236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긴 경로</a:t>
            </a:r>
          </a:p>
        </p:txBody>
      </p:sp>
      <p:sp>
        <p:nvSpPr>
          <p:cNvPr id="22" name="">
            <a:extLst xmlns:a="http://schemas.openxmlformats.org/drawingml/2006/main">
              <a:ext uri="{FF2B5EF4-FFF2-40B4-BE49-F238E27FC236}">
                <a16:creationId xmlns:a16="http://schemas.microsoft.com/office/drawing/2014/main" id="{B6D3CA14-65A8-4C0B-9031-B5BD42D3AD81}"/>
              </a:ext>
            </a:extLst>
          </p:cNvPr>
          <p:cNvSpPr>
            <a:spLocks xmlns:a="http://schemas.openxmlformats.org/drawingml/2006/main" noGrp="1"/>
          </p:cNvSpPr>
          <p:nvPr/>
        </p:nvSpPr>
        <p:spPr>
          <a:xfrm xmlns:a="http://schemas.openxmlformats.org/drawingml/2006/main">
            <a:off x="9345930" y="2781300"/>
            <a:ext cx="209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98A2B3"/>
                </a:solidFill>
                <a:latin typeface="Menlo"/>
                <a:ea typeface="Menlo"/>
                <a:cs typeface="Menlo"/>
              </a:defRPr>
            </a:pPr>
            <a:r>
              <a:rPr sz="1500" b="1">
                <a:solidFill>
                  <a:srgbClr val="98A2B3"/>
                </a:solidFill>
                <a:latin typeface="Menlo"/>
                <a:ea typeface="Menlo"/>
                <a:cs typeface="Menlo"/>
              </a:rPr>
              <a:t>→</a:t>
            </a:r>
          </a:p>
        </p:txBody>
      </p:sp>
      <p:sp>
        <p:nvSpPr>
          <p:cNvPr id="23" name="">
            <a:extLst xmlns:a="http://schemas.openxmlformats.org/drawingml/2006/main">
              <a:ext uri="{FF2B5EF4-FFF2-40B4-BE49-F238E27FC236}">
                <a16:creationId xmlns:a16="http://schemas.microsoft.com/office/drawing/2014/main" id="{4E4C144C-C137-4EF5-960B-7B07B2C6218B}"/>
              </a:ext>
            </a:extLst>
          </p:cNvPr>
          <p:cNvSpPr>
            <a:spLocks xmlns:a="http://schemas.openxmlformats.org/drawingml/2006/main" noGrp="1"/>
          </p:cNvSpPr>
          <p:nvPr/>
        </p:nvSpPr>
        <p:spPr>
          <a:xfrm xmlns:a="http://schemas.openxmlformats.org/drawingml/2006/main" rot="0">
            <a:off x="9555480" y="2381250"/>
            <a:ext cx="2026920" cy="1181100"/>
          </a:xfrm>
          <a:prstGeom xmlns:a="http://schemas.openxmlformats.org/drawingml/2006/main" prst="rect">
            <a:avLst/>
          </a:prstGeom>
          <a:solidFill xmlns:a="http://schemas.openxmlformats.org/drawingml/2006/main">
            <a:srgbClr val="2563EB"/>
          </a:solidFill>
          <a:ln xmlns:a="http://schemas.openxmlformats.org/drawingml/2006/main" w="0">
            <a:solidFill>
              <a:srgbClr val="2563EB"/>
            </a:solidFill>
            <a:prstDash val="solid"/>
          </a:ln>
        </p:spPr>
      </p:sp>
      <p:sp>
        <p:nvSpPr>
          <p:cNvPr id="24" name="">
            <a:extLst xmlns:a="http://schemas.openxmlformats.org/drawingml/2006/main">
              <a:ext uri="{FF2B5EF4-FFF2-40B4-BE49-F238E27FC236}">
                <a16:creationId xmlns:a16="http://schemas.microsoft.com/office/drawing/2014/main" id="{C1CAC16D-EB77-4686-98B2-4F9F1CA4D722}"/>
              </a:ext>
            </a:extLst>
          </p:cNvPr>
          <p:cNvSpPr>
            <a:spLocks xmlns:a="http://schemas.openxmlformats.org/drawingml/2006/main" noGrp="1"/>
          </p:cNvSpPr>
          <p:nvPr/>
        </p:nvSpPr>
        <p:spPr>
          <a:xfrm xmlns:a="http://schemas.openxmlformats.org/drawingml/2006/main">
            <a:off x="968883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TOKEN N</a:t>
            </a:r>
          </a:p>
        </p:txBody>
      </p:sp>
      <p:sp>
        <p:nvSpPr>
          <p:cNvPr id="25" name="">
            <a:extLst xmlns:a="http://schemas.openxmlformats.org/drawingml/2006/main">
              <a:ext uri="{FF2B5EF4-FFF2-40B4-BE49-F238E27FC236}">
                <a16:creationId xmlns:a16="http://schemas.microsoft.com/office/drawing/2014/main" id="{6C2030CE-0220-4A7B-8F3B-0E858979BB88}"/>
              </a:ext>
            </a:extLst>
          </p:cNvPr>
          <p:cNvSpPr>
            <a:spLocks xmlns:a="http://schemas.openxmlformats.org/drawingml/2006/main" noGrp="1"/>
          </p:cNvSpPr>
          <p:nvPr/>
        </p:nvSpPr>
        <p:spPr>
          <a:xfrm xmlns:a="http://schemas.openxmlformats.org/drawingml/2006/main">
            <a:off x="968883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먼 관계</a:t>
            </a:r>
          </a:p>
        </p:txBody>
      </p:sp>
      <p:sp>
        <p:nvSpPr>
          <p:cNvPr id="26" name="">
            <a:extLst xmlns:a="http://schemas.openxmlformats.org/drawingml/2006/main">
              <a:ext uri="{FF2B5EF4-FFF2-40B4-BE49-F238E27FC236}">
                <a16:creationId xmlns:a16="http://schemas.microsoft.com/office/drawing/2014/main" id="{A3189B6B-7E71-4608-91BB-FBC1D018BE2E}"/>
              </a:ext>
            </a:extLst>
          </p:cNvPr>
          <p:cNvSpPr>
            <a:spLocks xmlns:a="http://schemas.openxmlformats.org/drawingml/2006/main" noGrp="1"/>
          </p:cNvSpPr>
          <p:nvPr/>
        </p:nvSpPr>
        <p:spPr>
          <a:xfrm xmlns:a="http://schemas.openxmlformats.org/drawingml/2006/main">
            <a:off x="609600" y="4362450"/>
            <a:ext cx="109728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20000"/>
              </a:lnSpc>
              <a:buNone/>
              <a:defRPr sz="1800" b="1">
                <a:solidFill>
                  <a:srgbClr val="FFFFFF"/>
                </a:solidFill>
                <a:latin typeface="AppleGothic"/>
                <a:ea typeface="AppleGothic"/>
                <a:cs typeface="AppleGothic"/>
              </a:defRPr>
            </a:pPr>
            <a:r>
              <a:rPr sz="1800" b="1">
                <a:solidFill>
                  <a:srgbClr val="FFFFFF"/>
                </a:solidFill>
                <a:latin typeface="AppleGothic"/>
                <a:ea typeface="AppleGothic"/>
                <a:cs typeface="AppleGothic"/>
              </a:rPr>
              <a:t>이전 위치의 계산을 기다리는 순차성 · 멀리 떨어진 정보의 긴 전달 경로</a:t>
            </a:r>
          </a:p>
        </p:txBody>
      </p:sp>
    </p:spTree>
    <p:extLst>
      <p:ext uri="{BB962C8B-B14F-4D97-AF65-F5344CB8AC3E}">
        <p14:creationId xmlns:p14="http://schemas.microsoft.com/office/powerpoint/2010/main" val="621853950"/>
      </p:ext>
    </p:extLst>
  </p:cSld>
</p:sld>
</file>

<file path=ppt/slides/slide25.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B877F29C-90FD-47E7-9DDD-B9B9B580A86D}"/>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FOUNDATION</a:t>
            </a:r>
          </a:p>
        </p:txBody>
      </p:sp>
      <p:sp>
        <p:nvSpPr>
          <p:cNvPr id="2" name="">
            <a:extLst xmlns:a="http://schemas.openxmlformats.org/drawingml/2006/main">
              <a:ext uri="{FF2B5EF4-FFF2-40B4-BE49-F238E27FC236}">
                <a16:creationId xmlns:a16="http://schemas.microsoft.com/office/drawing/2014/main" id="{0E5E4D91-6B15-4A04-AEEE-12C2F9237457}"/>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25</a:t>
            </a:r>
          </a:p>
        </p:txBody>
      </p:sp>
      <p:sp>
        <p:nvSpPr>
          <p:cNvPr id="3" name="">
            <a:extLst xmlns:a="http://schemas.openxmlformats.org/drawingml/2006/main">
              <a:ext uri="{FF2B5EF4-FFF2-40B4-BE49-F238E27FC236}">
                <a16:creationId xmlns:a16="http://schemas.microsoft.com/office/drawing/2014/main" id="{EC685BFD-9EB9-4411-8E6B-AD54976BC43D}"/>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92697636-3EF2-43BB-A9DC-32BAF08BFDD4}"/>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B982D6E1-5CAD-4B31-9506-713175D3FBED}"/>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43FD3D7E-F17D-48D1-B4D3-DD3F9C943ED7}"/>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자기 주의의 핵심 질문</a:t>
            </a:r>
          </a:p>
        </p:txBody>
      </p:sp>
      <p:sp>
        <p:nvSpPr>
          <p:cNvPr id="7" name="">
            <a:extLst xmlns:a="http://schemas.openxmlformats.org/drawingml/2006/main">
              <a:ext uri="{FF2B5EF4-FFF2-40B4-BE49-F238E27FC236}">
                <a16:creationId xmlns:a16="http://schemas.microsoft.com/office/drawing/2014/main" id="{439E9B77-5A1C-4FB1-AC40-C0C76FA6A0BF}"/>
              </a:ext>
            </a:extLst>
          </p:cNvPr>
          <p:cNvSpPr>
            <a:spLocks xmlns:a="http://schemas.openxmlformats.org/drawingml/2006/main" noGrp="1"/>
          </p:cNvSpPr>
          <p:nvPr/>
        </p:nvSpPr>
        <p:spPr>
          <a:xfrm xmlns:a="http://schemas.openxmlformats.org/drawingml/2006/main">
            <a:off x="609600" y="16002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입력 토큰</a:t>
            </a:r>
          </a:p>
        </p:txBody>
      </p:sp>
      <p:sp>
        <p:nvSpPr>
          <p:cNvPr id="8" name="">
            <a:extLst xmlns:a="http://schemas.openxmlformats.org/drawingml/2006/main">
              <a:ext uri="{FF2B5EF4-FFF2-40B4-BE49-F238E27FC236}">
                <a16:creationId xmlns:a16="http://schemas.microsoft.com/office/drawing/2014/main" id="{7CED71E1-2797-4E15-97D2-1BFE591BDF07}"/>
              </a:ext>
            </a:extLst>
          </p:cNvPr>
          <p:cNvSpPr>
            <a:spLocks xmlns:a="http://schemas.openxmlformats.org/drawingml/2006/main" noGrp="1"/>
          </p:cNvSpPr>
          <p:nvPr/>
        </p:nvSpPr>
        <p:spPr>
          <a:xfrm xmlns:a="http://schemas.openxmlformats.org/drawingml/2006/main" rot="0">
            <a:off x="609600" y="1962150"/>
            <a:ext cx="205740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9" name="">
            <a:extLst xmlns:a="http://schemas.openxmlformats.org/drawingml/2006/main">
              <a:ext uri="{FF2B5EF4-FFF2-40B4-BE49-F238E27FC236}">
                <a16:creationId xmlns:a16="http://schemas.microsoft.com/office/drawing/2014/main" id="{1A0FB641-00EB-4B58-89AA-F214120DAF01}"/>
              </a:ext>
            </a:extLst>
          </p:cNvPr>
          <p:cNvSpPr>
            <a:spLocks xmlns:a="http://schemas.openxmlformats.org/drawingml/2006/main" noGrp="1"/>
          </p:cNvSpPr>
          <p:nvPr/>
        </p:nvSpPr>
        <p:spPr>
          <a:xfrm xmlns:a="http://schemas.openxmlformats.org/drawingml/2006/main">
            <a:off x="609600" y="1962150"/>
            <a:ext cx="20574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575" b="1">
                <a:solidFill>
                  <a:srgbClr val="191919"/>
                </a:solidFill>
                <a:latin typeface="AppleGothic"/>
                <a:ea typeface="AppleGothic"/>
                <a:cs typeface="AppleGothic"/>
              </a:defRPr>
            </a:pPr>
            <a:r>
              <a:rPr sz="1575" b="1">
                <a:solidFill>
                  <a:srgbClr val="191919"/>
                </a:solidFill>
                <a:latin typeface="AppleGothic"/>
                <a:ea typeface="AppleGothic"/>
                <a:cs typeface="AppleGothic"/>
              </a:rPr>
              <a:t>고객</a:t>
            </a:r>
          </a:p>
        </p:txBody>
      </p:sp>
      <p:sp>
        <p:nvSpPr>
          <p:cNvPr id="10" name="">
            <a:extLst xmlns:a="http://schemas.openxmlformats.org/drawingml/2006/main">
              <a:ext uri="{FF2B5EF4-FFF2-40B4-BE49-F238E27FC236}">
                <a16:creationId xmlns:a16="http://schemas.microsoft.com/office/drawing/2014/main" id="{3F95D7E2-86C0-40B5-9525-3D7FC028C233}"/>
              </a:ext>
            </a:extLst>
          </p:cNvPr>
          <p:cNvSpPr>
            <a:spLocks xmlns:a="http://schemas.openxmlformats.org/drawingml/2006/main" noGrp="1"/>
          </p:cNvSpPr>
          <p:nvPr/>
        </p:nvSpPr>
        <p:spPr>
          <a:xfrm xmlns:a="http://schemas.openxmlformats.org/drawingml/2006/main" rot="0">
            <a:off x="2838450" y="1962150"/>
            <a:ext cx="205740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1" name="">
            <a:extLst xmlns:a="http://schemas.openxmlformats.org/drawingml/2006/main">
              <a:ext uri="{FF2B5EF4-FFF2-40B4-BE49-F238E27FC236}">
                <a16:creationId xmlns:a16="http://schemas.microsoft.com/office/drawing/2014/main" id="{5E747027-0EC7-4A80-B6C4-84B138930864}"/>
              </a:ext>
            </a:extLst>
          </p:cNvPr>
          <p:cNvSpPr>
            <a:spLocks xmlns:a="http://schemas.openxmlformats.org/drawingml/2006/main" noGrp="1"/>
          </p:cNvSpPr>
          <p:nvPr/>
        </p:nvSpPr>
        <p:spPr>
          <a:xfrm xmlns:a="http://schemas.openxmlformats.org/drawingml/2006/main">
            <a:off x="2838450" y="1962150"/>
            <a:ext cx="20574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575" b="1">
                <a:solidFill>
                  <a:srgbClr val="191919"/>
                </a:solidFill>
                <a:latin typeface="AppleGothic"/>
                <a:ea typeface="AppleGothic"/>
                <a:cs typeface="AppleGothic"/>
              </a:defRPr>
            </a:pPr>
            <a:r>
              <a:rPr sz="1575" b="1">
                <a:solidFill>
                  <a:srgbClr val="191919"/>
                </a:solidFill>
                <a:latin typeface="AppleGothic"/>
                <a:ea typeface="AppleGothic"/>
                <a:cs typeface="AppleGothic"/>
              </a:rPr>
              <a:t>은</a:t>
            </a:r>
          </a:p>
        </p:txBody>
      </p:sp>
      <p:sp>
        <p:nvSpPr>
          <p:cNvPr id="12" name="">
            <a:extLst xmlns:a="http://schemas.openxmlformats.org/drawingml/2006/main">
              <a:ext uri="{FF2B5EF4-FFF2-40B4-BE49-F238E27FC236}">
                <a16:creationId xmlns:a16="http://schemas.microsoft.com/office/drawing/2014/main" id="{0DBD3FC9-4217-4026-B8FD-C567C2CA005F}"/>
              </a:ext>
            </a:extLst>
          </p:cNvPr>
          <p:cNvSpPr>
            <a:spLocks xmlns:a="http://schemas.openxmlformats.org/drawingml/2006/main" noGrp="1"/>
          </p:cNvSpPr>
          <p:nvPr/>
        </p:nvSpPr>
        <p:spPr>
          <a:xfrm xmlns:a="http://schemas.openxmlformats.org/drawingml/2006/main" rot="0">
            <a:off x="5067300" y="1962150"/>
            <a:ext cx="205740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3" name="">
            <a:extLst xmlns:a="http://schemas.openxmlformats.org/drawingml/2006/main">
              <a:ext uri="{FF2B5EF4-FFF2-40B4-BE49-F238E27FC236}">
                <a16:creationId xmlns:a16="http://schemas.microsoft.com/office/drawing/2014/main" id="{7C0F1F66-5040-411F-B6B1-79EA02797A1A}"/>
              </a:ext>
            </a:extLst>
          </p:cNvPr>
          <p:cNvSpPr>
            <a:spLocks xmlns:a="http://schemas.openxmlformats.org/drawingml/2006/main" noGrp="1"/>
          </p:cNvSpPr>
          <p:nvPr/>
        </p:nvSpPr>
        <p:spPr>
          <a:xfrm xmlns:a="http://schemas.openxmlformats.org/drawingml/2006/main">
            <a:off x="5067300" y="1962150"/>
            <a:ext cx="20574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575" b="1">
                <a:solidFill>
                  <a:srgbClr val="191919"/>
                </a:solidFill>
                <a:latin typeface="AppleGothic"/>
                <a:ea typeface="AppleGothic"/>
                <a:cs typeface="AppleGothic"/>
              </a:defRPr>
            </a:pPr>
            <a:r>
              <a:rPr sz="1575" b="1">
                <a:solidFill>
                  <a:srgbClr val="191919"/>
                </a:solidFill>
                <a:latin typeface="AppleGothic"/>
                <a:ea typeface="AppleGothic"/>
                <a:cs typeface="AppleGothic"/>
              </a:rPr>
              <a:t>교환</a:t>
            </a:r>
          </a:p>
        </p:txBody>
      </p:sp>
      <p:sp>
        <p:nvSpPr>
          <p:cNvPr id="14" name="">
            <a:extLst xmlns:a="http://schemas.openxmlformats.org/drawingml/2006/main">
              <a:ext uri="{FF2B5EF4-FFF2-40B4-BE49-F238E27FC236}">
                <a16:creationId xmlns:a16="http://schemas.microsoft.com/office/drawing/2014/main" id="{F356C46B-45D2-4A04-A1EB-E7AB826299CC}"/>
              </a:ext>
            </a:extLst>
          </p:cNvPr>
          <p:cNvSpPr>
            <a:spLocks xmlns:a="http://schemas.openxmlformats.org/drawingml/2006/main" noGrp="1"/>
          </p:cNvSpPr>
          <p:nvPr/>
        </p:nvSpPr>
        <p:spPr>
          <a:xfrm xmlns:a="http://schemas.openxmlformats.org/drawingml/2006/main" rot="0">
            <a:off x="7296150" y="1962150"/>
            <a:ext cx="205740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5" name="">
            <a:extLst xmlns:a="http://schemas.openxmlformats.org/drawingml/2006/main">
              <a:ext uri="{FF2B5EF4-FFF2-40B4-BE49-F238E27FC236}">
                <a16:creationId xmlns:a16="http://schemas.microsoft.com/office/drawing/2014/main" id="{E5576C69-77A1-4746-9D80-15D8774EDAD5}"/>
              </a:ext>
            </a:extLst>
          </p:cNvPr>
          <p:cNvSpPr>
            <a:spLocks xmlns:a="http://schemas.openxmlformats.org/drawingml/2006/main" noGrp="1"/>
          </p:cNvSpPr>
          <p:nvPr/>
        </p:nvSpPr>
        <p:spPr>
          <a:xfrm xmlns:a="http://schemas.openxmlformats.org/drawingml/2006/main">
            <a:off x="7296150" y="1962150"/>
            <a:ext cx="20574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575" b="1">
                <a:solidFill>
                  <a:srgbClr val="191919"/>
                </a:solidFill>
                <a:latin typeface="AppleGothic"/>
                <a:ea typeface="AppleGothic"/>
                <a:cs typeface="AppleGothic"/>
              </a:defRPr>
            </a:pPr>
            <a:r>
              <a:rPr sz="1575" b="1">
                <a:solidFill>
                  <a:srgbClr val="191919"/>
                </a:solidFill>
                <a:latin typeface="AppleGothic"/>
                <a:ea typeface="AppleGothic"/>
                <a:cs typeface="AppleGothic"/>
              </a:rPr>
              <a:t>절차</a:t>
            </a:r>
          </a:p>
        </p:txBody>
      </p:sp>
      <p:sp>
        <p:nvSpPr>
          <p:cNvPr id="16" name="">
            <a:extLst xmlns:a="http://schemas.openxmlformats.org/drawingml/2006/main">
              <a:ext uri="{FF2B5EF4-FFF2-40B4-BE49-F238E27FC236}">
                <a16:creationId xmlns:a16="http://schemas.microsoft.com/office/drawing/2014/main" id="{5554FE84-DDA7-4E3B-8DA8-8CA667254E8F}"/>
              </a:ext>
            </a:extLst>
          </p:cNvPr>
          <p:cNvSpPr>
            <a:spLocks xmlns:a="http://schemas.openxmlformats.org/drawingml/2006/main" noGrp="1"/>
          </p:cNvSpPr>
          <p:nvPr/>
        </p:nvSpPr>
        <p:spPr>
          <a:xfrm xmlns:a="http://schemas.openxmlformats.org/drawingml/2006/main" rot="0">
            <a:off x="9525000" y="1962150"/>
            <a:ext cx="2057400" cy="628650"/>
          </a:xfrm>
          <a:prstGeom xmlns:a="http://schemas.openxmlformats.org/drawingml/2006/main" prst="rect">
            <a:avLst/>
          </a:prstGeom>
          <a:solidFill xmlns:a="http://schemas.openxmlformats.org/drawingml/2006/main">
            <a:srgbClr val="0B1F3A"/>
          </a:solidFill>
          <a:ln xmlns:a="http://schemas.openxmlformats.org/drawingml/2006/main" w="28575">
            <a:solidFill>
              <a:srgbClr val="2563EB"/>
            </a:solidFill>
            <a:prstDash val="solid"/>
          </a:ln>
        </p:spPr>
      </p:sp>
      <p:sp>
        <p:nvSpPr>
          <p:cNvPr id="17" name="">
            <a:extLst xmlns:a="http://schemas.openxmlformats.org/drawingml/2006/main">
              <a:ext uri="{FF2B5EF4-FFF2-40B4-BE49-F238E27FC236}">
                <a16:creationId xmlns:a16="http://schemas.microsoft.com/office/drawing/2014/main" id="{9EBFB1FD-9915-4572-85B6-B932E056B4EF}"/>
              </a:ext>
            </a:extLst>
          </p:cNvPr>
          <p:cNvSpPr>
            <a:spLocks xmlns:a="http://schemas.openxmlformats.org/drawingml/2006/main" noGrp="1"/>
          </p:cNvSpPr>
          <p:nvPr/>
        </p:nvSpPr>
        <p:spPr>
          <a:xfrm xmlns:a="http://schemas.openxmlformats.org/drawingml/2006/main">
            <a:off x="9525000" y="1962150"/>
            <a:ext cx="20574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575" b="1">
                <a:solidFill>
                  <a:srgbClr val="FFFFFF"/>
                </a:solidFill>
                <a:latin typeface="AppleGothic"/>
                <a:ea typeface="AppleGothic"/>
                <a:cs typeface="AppleGothic"/>
              </a:defRPr>
            </a:pPr>
            <a:r>
              <a:rPr sz="1575" b="1">
                <a:solidFill>
                  <a:srgbClr val="FFFFFF"/>
                </a:solidFill>
                <a:latin typeface="AppleGothic"/>
                <a:ea typeface="AppleGothic"/>
                <a:cs typeface="AppleGothic"/>
              </a:rPr>
              <a:t>불편</a:t>
            </a:r>
          </a:p>
        </p:txBody>
      </p:sp>
      <p:sp>
        <p:nvSpPr>
          <p:cNvPr id="18" name="">
            <a:extLst xmlns:a="http://schemas.openxmlformats.org/drawingml/2006/main">
              <a:ext uri="{FF2B5EF4-FFF2-40B4-BE49-F238E27FC236}">
                <a16:creationId xmlns:a16="http://schemas.microsoft.com/office/drawing/2014/main" id="{7F0A752B-6A72-4F06-94FE-A81F1BA0F682}"/>
              </a:ext>
            </a:extLst>
          </p:cNvPr>
          <p:cNvSpPr>
            <a:spLocks xmlns:a="http://schemas.openxmlformats.org/drawingml/2006/main" noGrp="1"/>
          </p:cNvSpPr>
          <p:nvPr/>
        </p:nvSpPr>
        <p:spPr>
          <a:xfrm xmlns:a="http://schemas.openxmlformats.org/drawingml/2006/main">
            <a:off x="609600" y="3181350"/>
            <a:ext cx="2343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667085"/>
                </a:solidFill>
                <a:latin typeface="AppleGothic"/>
                <a:ea typeface="AppleGothic"/>
                <a:cs typeface="AppleGothic"/>
              </a:defRPr>
            </a:pPr>
            <a:r>
              <a:rPr sz="1200" b="1">
                <a:solidFill>
                  <a:srgbClr val="667085"/>
                </a:solidFill>
                <a:latin typeface="AppleGothic"/>
                <a:ea typeface="AppleGothic"/>
                <a:cs typeface="AppleGothic"/>
              </a:rPr>
              <a:t>현재 해석 위치</a:t>
            </a:r>
          </a:p>
        </p:txBody>
      </p:sp>
      <p:sp>
        <p:nvSpPr>
          <p:cNvPr id="19" name="">
            <a:extLst xmlns:a="http://schemas.openxmlformats.org/drawingml/2006/main">
              <a:ext uri="{FF2B5EF4-FFF2-40B4-BE49-F238E27FC236}">
                <a16:creationId xmlns:a16="http://schemas.microsoft.com/office/drawing/2014/main" id="{F65ECB01-4F2C-4FDB-AF14-108ACE7F52A1}"/>
              </a:ext>
            </a:extLst>
          </p:cNvPr>
          <p:cNvSpPr>
            <a:spLocks xmlns:a="http://schemas.openxmlformats.org/drawingml/2006/main" noGrp="1"/>
          </p:cNvSpPr>
          <p:nvPr/>
        </p:nvSpPr>
        <p:spPr>
          <a:xfrm xmlns:a="http://schemas.openxmlformats.org/drawingml/2006/main" rot="0">
            <a:off x="609600" y="3600450"/>
            <a:ext cx="2343150" cy="135255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20" name="">
            <a:extLst xmlns:a="http://schemas.openxmlformats.org/drawingml/2006/main">
              <a:ext uri="{FF2B5EF4-FFF2-40B4-BE49-F238E27FC236}">
                <a16:creationId xmlns:a16="http://schemas.microsoft.com/office/drawing/2014/main" id="{CA471E0D-1FBA-4320-A596-D3211CB9F68C}"/>
              </a:ext>
            </a:extLst>
          </p:cNvPr>
          <p:cNvSpPr>
            <a:spLocks xmlns:a="http://schemas.openxmlformats.org/drawingml/2006/main" noGrp="1"/>
          </p:cNvSpPr>
          <p:nvPr/>
        </p:nvSpPr>
        <p:spPr>
          <a:xfrm xmlns:a="http://schemas.openxmlformats.org/drawingml/2006/main">
            <a:off x="819150" y="3600450"/>
            <a:ext cx="192405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2400" b="1">
                <a:solidFill>
                  <a:srgbClr val="FFFFFF"/>
                </a:solidFill>
                <a:latin typeface="AppleGothic"/>
                <a:ea typeface="AppleGothic"/>
                <a:cs typeface="AppleGothic"/>
              </a:defRPr>
            </a:pPr>
            <a:r>
              <a:rPr sz="2400" b="1">
                <a:solidFill>
                  <a:srgbClr val="FFFFFF"/>
                </a:solidFill>
                <a:latin typeface="AppleGothic"/>
                <a:ea typeface="AppleGothic"/>
                <a:cs typeface="AppleGothic"/>
              </a:rPr>
              <a:t>불편</a:t>
            </a:r>
          </a:p>
        </p:txBody>
      </p:sp>
      <p:sp>
        <p:nvSpPr>
          <p:cNvPr id="21" name="">
            <a:extLst xmlns:a="http://schemas.openxmlformats.org/drawingml/2006/main">
              <a:ext uri="{FF2B5EF4-FFF2-40B4-BE49-F238E27FC236}">
                <a16:creationId xmlns:a16="http://schemas.microsoft.com/office/drawing/2014/main" id="{484AC856-687E-49C7-96A0-25FBAFB8F554}"/>
              </a:ext>
            </a:extLst>
          </p:cNvPr>
          <p:cNvSpPr>
            <a:spLocks xmlns:a="http://schemas.openxmlformats.org/drawingml/2006/main" noGrp="1"/>
          </p:cNvSpPr>
          <p:nvPr/>
        </p:nvSpPr>
        <p:spPr>
          <a:xfrm xmlns:a="http://schemas.openxmlformats.org/drawingml/2006/main">
            <a:off x="3409950" y="3429000"/>
            <a:ext cx="495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667085"/>
                </a:solidFill>
                <a:latin typeface="Menlo"/>
                <a:ea typeface="Menlo"/>
                <a:cs typeface="Menlo"/>
              </a:defRPr>
            </a:pPr>
            <a:r>
              <a:rPr sz="1200" b="1">
                <a:solidFill>
                  <a:srgbClr val="667085"/>
                </a:solidFill>
                <a:latin typeface="Menlo"/>
                <a:ea typeface="Menlo"/>
                <a:cs typeface="Menlo"/>
              </a:rPr>
              <a:t>01</a:t>
            </a:r>
          </a:p>
        </p:txBody>
      </p:sp>
      <p:sp>
        <p:nvSpPr>
          <p:cNvPr id="22" name="">
            <a:extLst xmlns:a="http://schemas.openxmlformats.org/drawingml/2006/main">
              <a:ext uri="{FF2B5EF4-FFF2-40B4-BE49-F238E27FC236}">
                <a16:creationId xmlns:a16="http://schemas.microsoft.com/office/drawing/2014/main" id="{D79091DF-C03D-4337-AEF8-EF33190BC5D1}"/>
              </a:ext>
            </a:extLst>
          </p:cNvPr>
          <p:cNvSpPr>
            <a:spLocks xmlns:a="http://schemas.openxmlformats.org/drawingml/2006/main" noGrp="1"/>
          </p:cNvSpPr>
          <p:nvPr/>
        </p:nvSpPr>
        <p:spPr>
          <a:xfrm xmlns:a="http://schemas.openxmlformats.org/drawingml/2006/main" rot="0">
            <a:off x="3409950" y="3829050"/>
            <a:ext cx="232410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23" name="">
            <a:extLst xmlns:a="http://schemas.openxmlformats.org/drawingml/2006/main">
              <a:ext uri="{FF2B5EF4-FFF2-40B4-BE49-F238E27FC236}">
                <a16:creationId xmlns:a16="http://schemas.microsoft.com/office/drawing/2014/main" id="{BFEA0DC3-D3E1-4780-B007-4F519000457F}"/>
              </a:ext>
            </a:extLst>
          </p:cNvPr>
          <p:cNvSpPr>
            <a:spLocks xmlns:a="http://schemas.openxmlformats.org/drawingml/2006/main" noGrp="1"/>
          </p:cNvSpPr>
          <p:nvPr/>
        </p:nvSpPr>
        <p:spPr>
          <a:xfrm xmlns:a="http://schemas.openxmlformats.org/drawingml/2006/main">
            <a:off x="3562350" y="3981450"/>
            <a:ext cx="2019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191919"/>
                </a:solidFill>
                <a:latin typeface="AppleGothic"/>
                <a:ea typeface="AppleGothic"/>
                <a:cs typeface="AppleGothic"/>
              </a:defRPr>
            </a:pPr>
            <a:r>
              <a:rPr sz="1350" b="1">
                <a:solidFill>
                  <a:srgbClr val="191919"/>
                </a:solidFill>
                <a:latin typeface="AppleGothic"/>
                <a:ea typeface="AppleGothic"/>
                <a:cs typeface="AppleGothic"/>
              </a:rPr>
              <a:t>질의(Query)</a:t>
            </a:r>
          </a:p>
        </p:txBody>
      </p:sp>
      <p:sp>
        <p:nvSpPr>
          <p:cNvPr id="24" name="">
            <a:extLst xmlns:a="http://schemas.openxmlformats.org/drawingml/2006/main">
              <a:ext uri="{FF2B5EF4-FFF2-40B4-BE49-F238E27FC236}">
                <a16:creationId xmlns:a16="http://schemas.microsoft.com/office/drawing/2014/main" id="{C3EE3983-ACA7-46E1-B26D-D4E01D370444}"/>
              </a:ext>
            </a:extLst>
          </p:cNvPr>
          <p:cNvSpPr>
            <a:spLocks xmlns:a="http://schemas.openxmlformats.org/drawingml/2006/main" noGrp="1"/>
          </p:cNvSpPr>
          <p:nvPr/>
        </p:nvSpPr>
        <p:spPr>
          <a:xfrm xmlns:a="http://schemas.openxmlformats.org/drawingml/2006/main">
            <a:off x="3562350" y="4381500"/>
            <a:ext cx="20193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5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현재 위치가</a:t>
            </a:r>
          </a:p>
          <a:p xmlns:a="http://schemas.openxmlformats.org/drawingml/2006/main">
            <a:pPr algn="l">
              <a:lnSpc>
                <a:spcPct val="115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찾는 관계</a:t>
            </a:r>
          </a:p>
        </p:txBody>
      </p:sp>
      <p:sp>
        <p:nvSpPr>
          <p:cNvPr id="25" name="">
            <a:extLst xmlns:a="http://schemas.openxmlformats.org/drawingml/2006/main">
              <a:ext uri="{FF2B5EF4-FFF2-40B4-BE49-F238E27FC236}">
                <a16:creationId xmlns:a16="http://schemas.microsoft.com/office/drawing/2014/main" id="{4C59FDFF-AB68-4215-9908-72043A7BCF1D}"/>
              </a:ext>
            </a:extLst>
          </p:cNvPr>
          <p:cNvSpPr>
            <a:spLocks xmlns:a="http://schemas.openxmlformats.org/drawingml/2006/main" noGrp="1"/>
          </p:cNvSpPr>
          <p:nvPr/>
        </p:nvSpPr>
        <p:spPr>
          <a:xfrm xmlns:a="http://schemas.openxmlformats.org/drawingml/2006/main">
            <a:off x="6134100" y="3429000"/>
            <a:ext cx="495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667085"/>
                </a:solidFill>
                <a:latin typeface="Menlo"/>
                <a:ea typeface="Menlo"/>
                <a:cs typeface="Menlo"/>
              </a:defRPr>
            </a:pPr>
            <a:r>
              <a:rPr sz="1200" b="1">
                <a:solidFill>
                  <a:srgbClr val="667085"/>
                </a:solidFill>
                <a:latin typeface="Menlo"/>
                <a:ea typeface="Menlo"/>
                <a:cs typeface="Menlo"/>
              </a:rPr>
              <a:t>02</a:t>
            </a:r>
          </a:p>
        </p:txBody>
      </p:sp>
      <p:sp>
        <p:nvSpPr>
          <p:cNvPr id="26" name="">
            <a:extLst xmlns:a="http://schemas.openxmlformats.org/drawingml/2006/main">
              <a:ext uri="{FF2B5EF4-FFF2-40B4-BE49-F238E27FC236}">
                <a16:creationId xmlns:a16="http://schemas.microsoft.com/office/drawing/2014/main" id="{F82564BB-140E-40D5-86CA-619A76C7035A}"/>
              </a:ext>
            </a:extLst>
          </p:cNvPr>
          <p:cNvSpPr>
            <a:spLocks xmlns:a="http://schemas.openxmlformats.org/drawingml/2006/main" noGrp="1"/>
          </p:cNvSpPr>
          <p:nvPr/>
        </p:nvSpPr>
        <p:spPr>
          <a:xfrm xmlns:a="http://schemas.openxmlformats.org/drawingml/2006/main" rot="0">
            <a:off x="6134100" y="3829050"/>
            <a:ext cx="232410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27" name="">
            <a:extLst xmlns:a="http://schemas.openxmlformats.org/drawingml/2006/main">
              <a:ext uri="{FF2B5EF4-FFF2-40B4-BE49-F238E27FC236}">
                <a16:creationId xmlns:a16="http://schemas.microsoft.com/office/drawing/2014/main" id="{7354D772-9078-473C-B882-68B56A156EF8}"/>
              </a:ext>
            </a:extLst>
          </p:cNvPr>
          <p:cNvSpPr>
            <a:spLocks xmlns:a="http://schemas.openxmlformats.org/drawingml/2006/main" noGrp="1"/>
          </p:cNvSpPr>
          <p:nvPr/>
        </p:nvSpPr>
        <p:spPr>
          <a:xfrm xmlns:a="http://schemas.openxmlformats.org/drawingml/2006/main">
            <a:off x="6286500" y="3981450"/>
            <a:ext cx="2019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191919"/>
                </a:solidFill>
                <a:latin typeface="AppleGothic"/>
                <a:ea typeface="AppleGothic"/>
                <a:cs typeface="AppleGothic"/>
              </a:defRPr>
            </a:pPr>
            <a:r>
              <a:rPr sz="1350" b="1">
                <a:solidFill>
                  <a:srgbClr val="191919"/>
                </a:solidFill>
                <a:latin typeface="AppleGothic"/>
                <a:ea typeface="AppleGothic"/>
                <a:cs typeface="AppleGothic"/>
              </a:rPr>
              <a:t>키(Key)</a:t>
            </a:r>
          </a:p>
        </p:txBody>
      </p:sp>
      <p:sp>
        <p:nvSpPr>
          <p:cNvPr id="28" name="">
            <a:extLst xmlns:a="http://schemas.openxmlformats.org/drawingml/2006/main">
              <a:ext uri="{FF2B5EF4-FFF2-40B4-BE49-F238E27FC236}">
                <a16:creationId xmlns:a16="http://schemas.microsoft.com/office/drawing/2014/main" id="{E9FD65FA-FE4F-4E9E-A749-698CC0AEE40D}"/>
              </a:ext>
            </a:extLst>
          </p:cNvPr>
          <p:cNvSpPr>
            <a:spLocks xmlns:a="http://schemas.openxmlformats.org/drawingml/2006/main" noGrp="1"/>
          </p:cNvSpPr>
          <p:nvPr/>
        </p:nvSpPr>
        <p:spPr>
          <a:xfrm xmlns:a="http://schemas.openxmlformats.org/drawingml/2006/main">
            <a:off x="6286500" y="4381500"/>
            <a:ext cx="20193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5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각 토큰의</a:t>
            </a:r>
          </a:p>
          <a:p xmlns:a="http://schemas.openxmlformats.org/drawingml/2006/main">
            <a:pPr algn="l">
              <a:lnSpc>
                <a:spcPct val="115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비교 단서</a:t>
            </a:r>
          </a:p>
        </p:txBody>
      </p:sp>
      <p:sp>
        <p:nvSpPr>
          <p:cNvPr id="29" name="">
            <a:extLst xmlns:a="http://schemas.openxmlformats.org/drawingml/2006/main">
              <a:ext uri="{FF2B5EF4-FFF2-40B4-BE49-F238E27FC236}">
                <a16:creationId xmlns:a16="http://schemas.microsoft.com/office/drawing/2014/main" id="{3199BA54-B992-4CD3-92E0-E443F15CFFCE}"/>
              </a:ext>
            </a:extLst>
          </p:cNvPr>
          <p:cNvSpPr>
            <a:spLocks xmlns:a="http://schemas.openxmlformats.org/drawingml/2006/main" noGrp="1"/>
          </p:cNvSpPr>
          <p:nvPr/>
        </p:nvSpPr>
        <p:spPr>
          <a:xfrm xmlns:a="http://schemas.openxmlformats.org/drawingml/2006/main">
            <a:off x="8858250" y="3429000"/>
            <a:ext cx="495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667085"/>
                </a:solidFill>
                <a:latin typeface="Menlo"/>
                <a:ea typeface="Menlo"/>
                <a:cs typeface="Menlo"/>
              </a:defRPr>
            </a:pPr>
            <a:r>
              <a:rPr sz="1200" b="1">
                <a:solidFill>
                  <a:srgbClr val="667085"/>
                </a:solidFill>
                <a:latin typeface="Menlo"/>
                <a:ea typeface="Menlo"/>
                <a:cs typeface="Menlo"/>
              </a:rPr>
              <a:t>03</a:t>
            </a:r>
          </a:p>
        </p:txBody>
      </p:sp>
      <p:sp>
        <p:nvSpPr>
          <p:cNvPr id="30" name="">
            <a:extLst xmlns:a="http://schemas.openxmlformats.org/drawingml/2006/main">
              <a:ext uri="{FF2B5EF4-FFF2-40B4-BE49-F238E27FC236}">
                <a16:creationId xmlns:a16="http://schemas.microsoft.com/office/drawing/2014/main" id="{96EED75E-2B4F-4FE4-9C23-E512FEAE4F55}"/>
              </a:ext>
            </a:extLst>
          </p:cNvPr>
          <p:cNvSpPr>
            <a:spLocks xmlns:a="http://schemas.openxmlformats.org/drawingml/2006/main" noGrp="1"/>
          </p:cNvSpPr>
          <p:nvPr/>
        </p:nvSpPr>
        <p:spPr>
          <a:xfrm xmlns:a="http://schemas.openxmlformats.org/drawingml/2006/main" rot="0">
            <a:off x="8858250" y="3829050"/>
            <a:ext cx="232410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31" name="">
            <a:extLst xmlns:a="http://schemas.openxmlformats.org/drawingml/2006/main">
              <a:ext uri="{FF2B5EF4-FFF2-40B4-BE49-F238E27FC236}">
                <a16:creationId xmlns:a16="http://schemas.microsoft.com/office/drawing/2014/main" id="{40FC2A90-10D5-43F7-A3B4-0352006162C6}"/>
              </a:ext>
            </a:extLst>
          </p:cNvPr>
          <p:cNvSpPr>
            <a:spLocks xmlns:a="http://schemas.openxmlformats.org/drawingml/2006/main" noGrp="1"/>
          </p:cNvSpPr>
          <p:nvPr/>
        </p:nvSpPr>
        <p:spPr>
          <a:xfrm xmlns:a="http://schemas.openxmlformats.org/drawingml/2006/main">
            <a:off x="9010650" y="3981450"/>
            <a:ext cx="2019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191919"/>
                </a:solidFill>
                <a:latin typeface="AppleGothic"/>
                <a:ea typeface="AppleGothic"/>
                <a:cs typeface="AppleGothic"/>
              </a:defRPr>
            </a:pPr>
            <a:r>
              <a:rPr sz="1350" b="1">
                <a:solidFill>
                  <a:srgbClr val="191919"/>
                </a:solidFill>
                <a:latin typeface="AppleGothic"/>
                <a:ea typeface="AppleGothic"/>
                <a:cs typeface="AppleGothic"/>
              </a:rPr>
              <a:t>값(Value)</a:t>
            </a:r>
          </a:p>
        </p:txBody>
      </p:sp>
      <p:sp>
        <p:nvSpPr>
          <p:cNvPr id="32" name="">
            <a:extLst xmlns:a="http://schemas.openxmlformats.org/drawingml/2006/main">
              <a:ext uri="{FF2B5EF4-FFF2-40B4-BE49-F238E27FC236}">
                <a16:creationId xmlns:a16="http://schemas.microsoft.com/office/drawing/2014/main" id="{8634167C-DFEA-46AA-8DE4-C74E1CED01C7}"/>
              </a:ext>
            </a:extLst>
          </p:cNvPr>
          <p:cNvSpPr>
            <a:spLocks xmlns:a="http://schemas.openxmlformats.org/drawingml/2006/main" noGrp="1"/>
          </p:cNvSpPr>
          <p:nvPr/>
        </p:nvSpPr>
        <p:spPr>
          <a:xfrm xmlns:a="http://schemas.openxmlformats.org/drawingml/2006/main">
            <a:off x="9010650" y="4381500"/>
            <a:ext cx="20193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5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선택된 정보의</a:t>
            </a:r>
          </a:p>
          <a:p xmlns:a="http://schemas.openxmlformats.org/drawingml/2006/main">
            <a:pPr algn="l">
              <a:lnSpc>
                <a:spcPct val="115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전달 내용</a:t>
            </a:r>
          </a:p>
        </p:txBody>
      </p:sp>
      <p:sp>
        <p:nvSpPr>
          <p:cNvPr id="33" name="">
            <a:extLst xmlns:a="http://schemas.openxmlformats.org/drawingml/2006/main">
              <a:ext uri="{FF2B5EF4-FFF2-40B4-BE49-F238E27FC236}">
                <a16:creationId xmlns:a16="http://schemas.microsoft.com/office/drawing/2014/main" id="{86843088-7DDE-4268-83F3-662146380DDF}"/>
              </a:ext>
            </a:extLst>
          </p:cNvPr>
          <p:cNvSpPr>
            <a:spLocks xmlns:a="http://schemas.openxmlformats.org/drawingml/2006/main" noGrp="1"/>
          </p:cNvSpPr>
          <p:nvPr/>
        </p:nvSpPr>
        <p:spPr>
          <a:xfrm xmlns:a="http://schemas.openxmlformats.org/drawingml/2006/main">
            <a:off x="609600" y="5600700"/>
            <a:ext cx="10972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425" b="1">
                <a:solidFill>
                  <a:srgbClr val="191919"/>
                </a:solidFill>
                <a:latin typeface="AppleGothic"/>
                <a:ea typeface="AppleGothic"/>
                <a:cs typeface="AppleGothic"/>
              </a:defRPr>
            </a:pPr>
            <a:r>
              <a:rPr sz="1425" b="1">
                <a:solidFill>
                  <a:srgbClr val="191919"/>
                </a:solidFill>
                <a:latin typeface="AppleGothic"/>
                <a:ea typeface="AppleGothic"/>
                <a:cs typeface="AppleGothic"/>
              </a:rPr>
              <a:t>현재 위치를 이해하기 위해 다른 위치를 얼마나 참고할지 계산</a:t>
            </a:r>
          </a:p>
        </p:txBody>
      </p:sp>
    </p:spTree>
    <p:extLst>
      <p:ext uri="{BB962C8B-B14F-4D97-AF65-F5344CB8AC3E}">
        <p14:creationId xmlns:p14="http://schemas.microsoft.com/office/powerpoint/2010/main" val="1968322436"/>
      </p:ext>
    </p:extLst>
  </p:cSld>
</p:sld>
</file>

<file path=ppt/slides/slide26.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69" name="">
            <a:extLst xmlns:a="http://schemas.openxmlformats.org/drawingml/2006/main">
              <a:ext uri="{FF2B5EF4-FFF2-40B4-BE49-F238E27FC236}">
                <a16:creationId xmlns:a16="http://schemas.microsoft.com/office/drawing/2014/main" id="{53071D2F-BE1C-453B-8423-4A92B53566EA}"/>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FOUNDATION</a:t>
            </a:r>
          </a:p>
        </p:txBody>
      </p:sp>
      <p:sp>
        <p:nvSpPr>
          <p:cNvPr id="2" name="">
            <a:extLst xmlns:a="http://schemas.openxmlformats.org/drawingml/2006/main">
              <a:ext uri="{FF2B5EF4-FFF2-40B4-BE49-F238E27FC236}">
                <a16:creationId xmlns:a16="http://schemas.microsoft.com/office/drawing/2014/main" id="{1B890EA7-9E7A-4AFF-AB9D-1B14CD5A37D0}"/>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26</a:t>
            </a:r>
          </a:p>
        </p:txBody>
      </p:sp>
      <p:sp>
        <p:nvSpPr>
          <p:cNvPr id="3" name="">
            <a:extLst xmlns:a="http://schemas.openxmlformats.org/drawingml/2006/main">
              <a:ext uri="{FF2B5EF4-FFF2-40B4-BE49-F238E27FC236}">
                <a16:creationId xmlns:a16="http://schemas.microsoft.com/office/drawing/2014/main" id="{2C90F4CD-9EA1-48A4-98A9-5AA8563CE4F9}"/>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43643861-F004-4F77-B096-BD2180FA3E63}"/>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DDA017F9-8F69-4A4E-A74A-22011E13928A}"/>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4E266633-F532-4DE1-947F-290F18615597}"/>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토큰 관계의 가중치 지도</a:t>
            </a:r>
          </a:p>
        </p:txBody>
      </p:sp>
      <p:sp>
        <p:nvSpPr>
          <p:cNvPr id="7" name="">
            <a:extLst xmlns:a="http://schemas.openxmlformats.org/drawingml/2006/main">
              <a:ext uri="{FF2B5EF4-FFF2-40B4-BE49-F238E27FC236}">
                <a16:creationId xmlns:a16="http://schemas.microsoft.com/office/drawing/2014/main" id="{9600691D-1772-4DF0-9EF6-4A9444847F47}"/>
              </a:ext>
            </a:extLst>
          </p:cNvPr>
          <p:cNvSpPr>
            <a:spLocks xmlns:a="http://schemas.openxmlformats.org/drawingml/2006/main" noGrp="1"/>
          </p:cNvSpPr>
          <p:nvPr/>
        </p:nvSpPr>
        <p:spPr>
          <a:xfrm xmlns:a="http://schemas.openxmlformats.org/drawingml/2006/main">
            <a:off x="2324100" y="1428750"/>
            <a:ext cx="6858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고객</a:t>
            </a:r>
          </a:p>
        </p:txBody>
      </p:sp>
      <p:sp>
        <p:nvSpPr>
          <p:cNvPr id="8" name="">
            <a:extLst xmlns:a="http://schemas.openxmlformats.org/drawingml/2006/main">
              <a:ext uri="{FF2B5EF4-FFF2-40B4-BE49-F238E27FC236}">
                <a16:creationId xmlns:a16="http://schemas.microsoft.com/office/drawing/2014/main" id="{9F7D19C8-5BDD-40F6-A1CC-15062FB9CB3B}"/>
              </a:ext>
            </a:extLst>
          </p:cNvPr>
          <p:cNvSpPr>
            <a:spLocks xmlns:a="http://schemas.openxmlformats.org/drawingml/2006/main" noGrp="1"/>
          </p:cNvSpPr>
          <p:nvPr/>
        </p:nvSpPr>
        <p:spPr>
          <a:xfrm xmlns:a="http://schemas.openxmlformats.org/drawingml/2006/main">
            <a:off x="1085850" y="1962150"/>
            <a:ext cx="10668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고객</a:t>
            </a:r>
          </a:p>
        </p:txBody>
      </p:sp>
      <p:sp>
        <p:nvSpPr>
          <p:cNvPr id="9" name="">
            <a:extLst xmlns:a="http://schemas.openxmlformats.org/drawingml/2006/main">
              <a:ext uri="{FF2B5EF4-FFF2-40B4-BE49-F238E27FC236}">
                <a16:creationId xmlns:a16="http://schemas.microsoft.com/office/drawing/2014/main" id="{0764CF9F-BB42-4C88-8864-3A99361F38B5}"/>
              </a:ext>
            </a:extLst>
          </p:cNvPr>
          <p:cNvSpPr>
            <a:spLocks xmlns:a="http://schemas.openxmlformats.org/drawingml/2006/main" noGrp="1"/>
          </p:cNvSpPr>
          <p:nvPr/>
        </p:nvSpPr>
        <p:spPr>
          <a:xfrm xmlns:a="http://schemas.openxmlformats.org/drawingml/2006/main">
            <a:off x="3009900" y="1428750"/>
            <a:ext cx="6858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교환</a:t>
            </a:r>
          </a:p>
        </p:txBody>
      </p:sp>
      <p:sp>
        <p:nvSpPr>
          <p:cNvPr id="10" name="">
            <a:extLst xmlns:a="http://schemas.openxmlformats.org/drawingml/2006/main">
              <a:ext uri="{FF2B5EF4-FFF2-40B4-BE49-F238E27FC236}">
                <a16:creationId xmlns:a16="http://schemas.microsoft.com/office/drawing/2014/main" id="{7CC80069-4A45-462E-91B3-6C52C3CDBBFB}"/>
              </a:ext>
            </a:extLst>
          </p:cNvPr>
          <p:cNvSpPr>
            <a:spLocks xmlns:a="http://schemas.openxmlformats.org/drawingml/2006/main" noGrp="1"/>
          </p:cNvSpPr>
          <p:nvPr/>
        </p:nvSpPr>
        <p:spPr>
          <a:xfrm xmlns:a="http://schemas.openxmlformats.org/drawingml/2006/main">
            <a:off x="1085850" y="2647950"/>
            <a:ext cx="10668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교환</a:t>
            </a:r>
          </a:p>
        </p:txBody>
      </p:sp>
      <p:sp>
        <p:nvSpPr>
          <p:cNvPr id="11" name="">
            <a:extLst xmlns:a="http://schemas.openxmlformats.org/drawingml/2006/main">
              <a:ext uri="{FF2B5EF4-FFF2-40B4-BE49-F238E27FC236}">
                <a16:creationId xmlns:a16="http://schemas.microsoft.com/office/drawing/2014/main" id="{454090DA-ABF9-48A5-B128-3BB9A39A37E8}"/>
              </a:ext>
            </a:extLst>
          </p:cNvPr>
          <p:cNvSpPr>
            <a:spLocks xmlns:a="http://schemas.openxmlformats.org/drawingml/2006/main" noGrp="1"/>
          </p:cNvSpPr>
          <p:nvPr/>
        </p:nvSpPr>
        <p:spPr>
          <a:xfrm xmlns:a="http://schemas.openxmlformats.org/drawingml/2006/main">
            <a:off x="3695700" y="1428750"/>
            <a:ext cx="6858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절차</a:t>
            </a:r>
          </a:p>
        </p:txBody>
      </p:sp>
      <p:sp>
        <p:nvSpPr>
          <p:cNvPr id="12" name="">
            <a:extLst xmlns:a="http://schemas.openxmlformats.org/drawingml/2006/main">
              <a:ext uri="{FF2B5EF4-FFF2-40B4-BE49-F238E27FC236}">
                <a16:creationId xmlns:a16="http://schemas.microsoft.com/office/drawing/2014/main" id="{B8D79373-A619-4274-AAA0-689FDB7C2951}"/>
              </a:ext>
            </a:extLst>
          </p:cNvPr>
          <p:cNvSpPr>
            <a:spLocks xmlns:a="http://schemas.openxmlformats.org/drawingml/2006/main" noGrp="1"/>
          </p:cNvSpPr>
          <p:nvPr/>
        </p:nvSpPr>
        <p:spPr>
          <a:xfrm xmlns:a="http://schemas.openxmlformats.org/drawingml/2006/main">
            <a:off x="1085850" y="3333750"/>
            <a:ext cx="10668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절차</a:t>
            </a:r>
          </a:p>
        </p:txBody>
      </p:sp>
      <p:sp>
        <p:nvSpPr>
          <p:cNvPr id="13" name="">
            <a:extLst xmlns:a="http://schemas.openxmlformats.org/drawingml/2006/main">
              <a:ext uri="{FF2B5EF4-FFF2-40B4-BE49-F238E27FC236}">
                <a16:creationId xmlns:a16="http://schemas.microsoft.com/office/drawing/2014/main" id="{80F2872B-9A0B-4303-B8EE-E9BD2BA3C2F3}"/>
              </a:ext>
            </a:extLst>
          </p:cNvPr>
          <p:cNvSpPr>
            <a:spLocks xmlns:a="http://schemas.openxmlformats.org/drawingml/2006/main" noGrp="1"/>
          </p:cNvSpPr>
          <p:nvPr/>
        </p:nvSpPr>
        <p:spPr>
          <a:xfrm xmlns:a="http://schemas.openxmlformats.org/drawingml/2006/main">
            <a:off x="4381500" y="1428750"/>
            <a:ext cx="6858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불편</a:t>
            </a:r>
          </a:p>
        </p:txBody>
      </p:sp>
      <p:sp>
        <p:nvSpPr>
          <p:cNvPr id="14" name="">
            <a:extLst xmlns:a="http://schemas.openxmlformats.org/drawingml/2006/main">
              <a:ext uri="{FF2B5EF4-FFF2-40B4-BE49-F238E27FC236}">
                <a16:creationId xmlns:a16="http://schemas.microsoft.com/office/drawing/2014/main" id="{899F52E8-8681-435E-8CD0-280046F7A90A}"/>
              </a:ext>
            </a:extLst>
          </p:cNvPr>
          <p:cNvSpPr>
            <a:spLocks xmlns:a="http://schemas.openxmlformats.org/drawingml/2006/main" noGrp="1"/>
          </p:cNvSpPr>
          <p:nvPr/>
        </p:nvSpPr>
        <p:spPr>
          <a:xfrm xmlns:a="http://schemas.openxmlformats.org/drawingml/2006/main">
            <a:off x="1085850" y="4019550"/>
            <a:ext cx="10668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불편</a:t>
            </a:r>
          </a:p>
        </p:txBody>
      </p:sp>
      <p:sp>
        <p:nvSpPr>
          <p:cNvPr id="15" name="">
            <a:extLst xmlns:a="http://schemas.openxmlformats.org/drawingml/2006/main">
              <a:ext uri="{FF2B5EF4-FFF2-40B4-BE49-F238E27FC236}">
                <a16:creationId xmlns:a16="http://schemas.microsoft.com/office/drawing/2014/main" id="{3C741B1A-0D8A-4A01-B8BA-3DAA24534658}"/>
              </a:ext>
            </a:extLst>
          </p:cNvPr>
          <p:cNvSpPr>
            <a:spLocks xmlns:a="http://schemas.openxmlformats.org/drawingml/2006/main" noGrp="1"/>
          </p:cNvSpPr>
          <p:nvPr/>
        </p:nvSpPr>
        <p:spPr>
          <a:xfrm xmlns:a="http://schemas.openxmlformats.org/drawingml/2006/main">
            <a:off x="5067300" y="1428750"/>
            <a:ext cx="6858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개선</a:t>
            </a:r>
          </a:p>
        </p:txBody>
      </p:sp>
      <p:sp>
        <p:nvSpPr>
          <p:cNvPr id="16" name="">
            <a:extLst xmlns:a="http://schemas.openxmlformats.org/drawingml/2006/main">
              <a:ext uri="{FF2B5EF4-FFF2-40B4-BE49-F238E27FC236}">
                <a16:creationId xmlns:a16="http://schemas.microsoft.com/office/drawing/2014/main" id="{9AB95A29-6C82-4BAE-A909-6D413F9E8D29}"/>
              </a:ext>
            </a:extLst>
          </p:cNvPr>
          <p:cNvSpPr>
            <a:spLocks xmlns:a="http://schemas.openxmlformats.org/drawingml/2006/main" noGrp="1"/>
          </p:cNvSpPr>
          <p:nvPr/>
        </p:nvSpPr>
        <p:spPr>
          <a:xfrm xmlns:a="http://schemas.openxmlformats.org/drawingml/2006/main">
            <a:off x="1085850" y="4705350"/>
            <a:ext cx="10668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개선</a:t>
            </a:r>
          </a:p>
        </p:txBody>
      </p:sp>
      <p:sp>
        <p:nvSpPr>
          <p:cNvPr id="17" name="">
            <a:extLst xmlns:a="http://schemas.openxmlformats.org/drawingml/2006/main">
              <a:ext uri="{FF2B5EF4-FFF2-40B4-BE49-F238E27FC236}">
                <a16:creationId xmlns:a16="http://schemas.microsoft.com/office/drawing/2014/main" id="{25CE1462-881D-4543-97E9-AFDDB64020C3}"/>
              </a:ext>
            </a:extLst>
          </p:cNvPr>
          <p:cNvSpPr>
            <a:spLocks xmlns:a="http://schemas.openxmlformats.org/drawingml/2006/main" noGrp="1"/>
          </p:cNvSpPr>
          <p:nvPr/>
        </p:nvSpPr>
        <p:spPr>
          <a:xfrm xmlns:a="http://schemas.openxmlformats.org/drawingml/2006/main" rot="0">
            <a:off x="2324100" y="1752600"/>
            <a:ext cx="647700" cy="647700"/>
          </a:xfrm>
          <a:prstGeom xmlns:a="http://schemas.openxmlformats.org/drawingml/2006/main" prst="rect">
            <a:avLst/>
          </a:prstGeom>
          <a:solidFill xmlns:a="http://schemas.openxmlformats.org/drawingml/2006/main">
            <a:srgbClr val="2563EB"/>
          </a:solidFill>
          <a:ln xmlns:a="http://schemas.openxmlformats.org/drawingml/2006/main" w="0">
            <a:solidFill>
              <a:srgbClr val="2563EB"/>
            </a:solidFill>
            <a:prstDash val="solid"/>
          </a:ln>
        </p:spPr>
      </p:sp>
      <p:sp>
        <p:nvSpPr>
          <p:cNvPr id="18" name="">
            <a:extLst xmlns:a="http://schemas.openxmlformats.org/drawingml/2006/main">
              <a:ext uri="{FF2B5EF4-FFF2-40B4-BE49-F238E27FC236}">
                <a16:creationId xmlns:a16="http://schemas.microsoft.com/office/drawing/2014/main" id="{DD7D98DD-ABAF-49AC-B47B-535575106537}"/>
              </a:ext>
            </a:extLst>
          </p:cNvPr>
          <p:cNvSpPr>
            <a:spLocks xmlns:a="http://schemas.openxmlformats.org/drawingml/2006/main" noGrp="1"/>
          </p:cNvSpPr>
          <p:nvPr/>
        </p:nvSpPr>
        <p:spPr>
          <a:xfrm xmlns:a="http://schemas.openxmlformats.org/drawingml/2006/main">
            <a:off x="2324100" y="1752600"/>
            <a:ext cx="647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125" b="1">
                <a:solidFill>
                  <a:srgbClr val="FFFFFF"/>
                </a:solidFill>
                <a:latin typeface="Menlo"/>
                <a:ea typeface="Menlo"/>
                <a:cs typeface="Menlo"/>
              </a:defRPr>
            </a:pPr>
            <a:r>
              <a:rPr sz="1125" b="1">
                <a:solidFill>
                  <a:srgbClr val="FFFFFF"/>
                </a:solidFill>
                <a:latin typeface="Menlo"/>
                <a:ea typeface="Menlo"/>
                <a:cs typeface="Menlo"/>
              </a:rPr>
              <a:t>0.9</a:t>
            </a:r>
          </a:p>
        </p:txBody>
      </p:sp>
      <p:sp>
        <p:nvSpPr>
          <p:cNvPr id="19" name="">
            <a:extLst xmlns:a="http://schemas.openxmlformats.org/drawingml/2006/main">
              <a:ext uri="{FF2B5EF4-FFF2-40B4-BE49-F238E27FC236}">
                <a16:creationId xmlns:a16="http://schemas.microsoft.com/office/drawing/2014/main" id="{B391C1E0-46DF-4DB3-A9E4-04B01DC1880C}"/>
              </a:ext>
            </a:extLst>
          </p:cNvPr>
          <p:cNvSpPr>
            <a:spLocks xmlns:a="http://schemas.openxmlformats.org/drawingml/2006/main" noGrp="1"/>
          </p:cNvSpPr>
          <p:nvPr/>
        </p:nvSpPr>
        <p:spPr>
          <a:xfrm xmlns:a="http://schemas.openxmlformats.org/drawingml/2006/main" rot="0">
            <a:off x="3009900" y="1752600"/>
            <a:ext cx="647700" cy="647700"/>
          </a:xfrm>
          <a:prstGeom xmlns:a="http://schemas.openxmlformats.org/drawingml/2006/main" prst="rect">
            <a:avLst/>
          </a:prstGeom>
          <a:solidFill xmlns:a="http://schemas.openxmlformats.org/drawingml/2006/main">
            <a:srgbClr val="A9C6F8"/>
          </a:solidFill>
          <a:ln xmlns:a="http://schemas.openxmlformats.org/drawingml/2006/main" w="0">
            <a:solidFill>
              <a:srgbClr val="A9C6F8"/>
            </a:solidFill>
            <a:prstDash val="solid"/>
          </a:ln>
        </p:spPr>
      </p:sp>
      <p:sp>
        <p:nvSpPr>
          <p:cNvPr id="20" name="">
            <a:extLst xmlns:a="http://schemas.openxmlformats.org/drawingml/2006/main">
              <a:ext uri="{FF2B5EF4-FFF2-40B4-BE49-F238E27FC236}">
                <a16:creationId xmlns:a16="http://schemas.microsoft.com/office/drawing/2014/main" id="{E9FA1A24-D81D-4DDE-8C7B-AF3FA778E7E7}"/>
              </a:ext>
            </a:extLst>
          </p:cNvPr>
          <p:cNvSpPr>
            <a:spLocks xmlns:a="http://schemas.openxmlformats.org/drawingml/2006/main" noGrp="1"/>
          </p:cNvSpPr>
          <p:nvPr/>
        </p:nvSpPr>
        <p:spPr>
          <a:xfrm xmlns:a="http://schemas.openxmlformats.org/drawingml/2006/main">
            <a:off x="3009900" y="1752600"/>
            <a:ext cx="647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125" b="1">
                <a:solidFill>
                  <a:srgbClr val="191919"/>
                </a:solidFill>
                <a:latin typeface="Menlo"/>
                <a:ea typeface="Menlo"/>
                <a:cs typeface="Menlo"/>
              </a:defRPr>
            </a:pPr>
            <a:r>
              <a:rPr sz="1125" b="1">
                <a:solidFill>
                  <a:srgbClr val="191919"/>
                </a:solidFill>
                <a:latin typeface="Menlo"/>
                <a:ea typeface="Menlo"/>
                <a:cs typeface="Menlo"/>
              </a:rPr>
              <a:t>0.2</a:t>
            </a:r>
          </a:p>
        </p:txBody>
      </p:sp>
      <p:sp>
        <p:nvSpPr>
          <p:cNvPr id="21" name="">
            <a:extLst xmlns:a="http://schemas.openxmlformats.org/drawingml/2006/main">
              <a:ext uri="{FF2B5EF4-FFF2-40B4-BE49-F238E27FC236}">
                <a16:creationId xmlns:a16="http://schemas.microsoft.com/office/drawing/2014/main" id="{25EB226E-6368-4AD5-AB44-E474C0D2DE48}"/>
              </a:ext>
            </a:extLst>
          </p:cNvPr>
          <p:cNvSpPr>
            <a:spLocks xmlns:a="http://schemas.openxmlformats.org/drawingml/2006/main" noGrp="1"/>
          </p:cNvSpPr>
          <p:nvPr/>
        </p:nvSpPr>
        <p:spPr>
          <a:xfrm xmlns:a="http://schemas.openxmlformats.org/drawingml/2006/main" rot="0">
            <a:off x="3695700" y="1752600"/>
            <a:ext cx="647700" cy="647700"/>
          </a:xfrm>
          <a:prstGeom xmlns:a="http://schemas.openxmlformats.org/drawingml/2006/main" prst="rect">
            <a:avLst/>
          </a:prstGeom>
          <a:solidFill xmlns:a="http://schemas.openxmlformats.org/drawingml/2006/main">
            <a:srgbClr val="E0F0FE"/>
          </a:solidFill>
          <a:ln xmlns:a="http://schemas.openxmlformats.org/drawingml/2006/main" w="0">
            <a:solidFill>
              <a:srgbClr val="E0F0FE"/>
            </a:solidFill>
            <a:prstDash val="solid"/>
          </a:ln>
        </p:spPr>
      </p:sp>
      <p:sp>
        <p:nvSpPr>
          <p:cNvPr id="22" name="">
            <a:extLst xmlns:a="http://schemas.openxmlformats.org/drawingml/2006/main">
              <a:ext uri="{FF2B5EF4-FFF2-40B4-BE49-F238E27FC236}">
                <a16:creationId xmlns:a16="http://schemas.microsoft.com/office/drawing/2014/main" id="{B55D3883-8988-4EAF-9383-EF811DA0AABD}"/>
              </a:ext>
            </a:extLst>
          </p:cNvPr>
          <p:cNvSpPr>
            <a:spLocks xmlns:a="http://schemas.openxmlformats.org/drawingml/2006/main" noGrp="1"/>
          </p:cNvSpPr>
          <p:nvPr/>
        </p:nvSpPr>
        <p:spPr>
          <a:xfrm xmlns:a="http://schemas.openxmlformats.org/drawingml/2006/main">
            <a:off x="3695700" y="1752600"/>
            <a:ext cx="647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125" b="1">
                <a:solidFill>
                  <a:srgbClr val="191919"/>
                </a:solidFill>
                <a:latin typeface="Menlo"/>
                <a:ea typeface="Menlo"/>
                <a:cs typeface="Menlo"/>
              </a:defRPr>
            </a:pPr>
            <a:r>
              <a:rPr sz="1125" b="1">
                <a:solidFill>
                  <a:srgbClr val="191919"/>
                </a:solidFill>
                <a:latin typeface="Menlo"/>
                <a:ea typeface="Menlo"/>
                <a:cs typeface="Menlo"/>
              </a:rPr>
              <a:t>0.1</a:t>
            </a:r>
          </a:p>
        </p:txBody>
      </p:sp>
      <p:sp>
        <p:nvSpPr>
          <p:cNvPr id="23" name="">
            <a:extLst xmlns:a="http://schemas.openxmlformats.org/drawingml/2006/main">
              <a:ext uri="{FF2B5EF4-FFF2-40B4-BE49-F238E27FC236}">
                <a16:creationId xmlns:a16="http://schemas.microsoft.com/office/drawing/2014/main" id="{BAEE6370-82E8-4E77-BEFF-800DBC9849A8}"/>
              </a:ext>
            </a:extLst>
          </p:cNvPr>
          <p:cNvSpPr>
            <a:spLocks xmlns:a="http://schemas.openxmlformats.org/drawingml/2006/main" noGrp="1"/>
          </p:cNvSpPr>
          <p:nvPr/>
        </p:nvSpPr>
        <p:spPr>
          <a:xfrm xmlns:a="http://schemas.openxmlformats.org/drawingml/2006/main" rot="0">
            <a:off x="4381500" y="1752600"/>
            <a:ext cx="647700" cy="647700"/>
          </a:xfrm>
          <a:prstGeom xmlns:a="http://schemas.openxmlformats.org/drawingml/2006/main" prst="rect">
            <a:avLst/>
          </a:prstGeom>
          <a:solidFill xmlns:a="http://schemas.openxmlformats.org/drawingml/2006/main">
            <a:srgbClr val="A9C6F8"/>
          </a:solidFill>
          <a:ln xmlns:a="http://schemas.openxmlformats.org/drawingml/2006/main" w="0">
            <a:solidFill>
              <a:srgbClr val="A9C6F8"/>
            </a:solidFill>
            <a:prstDash val="solid"/>
          </a:ln>
        </p:spPr>
      </p:sp>
      <p:sp>
        <p:nvSpPr>
          <p:cNvPr id="24" name="">
            <a:extLst xmlns:a="http://schemas.openxmlformats.org/drawingml/2006/main">
              <a:ext uri="{FF2B5EF4-FFF2-40B4-BE49-F238E27FC236}">
                <a16:creationId xmlns:a16="http://schemas.microsoft.com/office/drawing/2014/main" id="{66EC1247-84A3-4486-8022-2A55B7EC732B}"/>
              </a:ext>
            </a:extLst>
          </p:cNvPr>
          <p:cNvSpPr>
            <a:spLocks xmlns:a="http://schemas.openxmlformats.org/drawingml/2006/main" noGrp="1"/>
          </p:cNvSpPr>
          <p:nvPr/>
        </p:nvSpPr>
        <p:spPr>
          <a:xfrm xmlns:a="http://schemas.openxmlformats.org/drawingml/2006/main">
            <a:off x="4381500" y="1752600"/>
            <a:ext cx="647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125" b="1">
                <a:solidFill>
                  <a:srgbClr val="191919"/>
                </a:solidFill>
                <a:latin typeface="Menlo"/>
                <a:ea typeface="Menlo"/>
                <a:cs typeface="Menlo"/>
              </a:defRPr>
            </a:pPr>
            <a:r>
              <a:rPr sz="1125" b="1">
                <a:solidFill>
                  <a:srgbClr val="191919"/>
                </a:solidFill>
                <a:latin typeface="Menlo"/>
                <a:ea typeface="Menlo"/>
                <a:cs typeface="Menlo"/>
              </a:rPr>
              <a:t>0.2</a:t>
            </a:r>
          </a:p>
        </p:txBody>
      </p:sp>
      <p:sp>
        <p:nvSpPr>
          <p:cNvPr id="25" name="">
            <a:extLst xmlns:a="http://schemas.openxmlformats.org/drawingml/2006/main">
              <a:ext uri="{FF2B5EF4-FFF2-40B4-BE49-F238E27FC236}">
                <a16:creationId xmlns:a16="http://schemas.microsoft.com/office/drawing/2014/main" id="{4B9758A0-7BBA-4F15-86F2-0DC2108CE586}"/>
              </a:ext>
            </a:extLst>
          </p:cNvPr>
          <p:cNvSpPr>
            <a:spLocks xmlns:a="http://schemas.openxmlformats.org/drawingml/2006/main" noGrp="1"/>
          </p:cNvSpPr>
          <p:nvPr/>
        </p:nvSpPr>
        <p:spPr>
          <a:xfrm xmlns:a="http://schemas.openxmlformats.org/drawingml/2006/main" rot="0">
            <a:off x="5067300" y="1752600"/>
            <a:ext cx="647700" cy="647700"/>
          </a:xfrm>
          <a:prstGeom xmlns:a="http://schemas.openxmlformats.org/drawingml/2006/main" prst="rect">
            <a:avLst/>
          </a:prstGeom>
          <a:solidFill xmlns:a="http://schemas.openxmlformats.org/drawingml/2006/main">
            <a:srgbClr val="E0F0FE"/>
          </a:solidFill>
          <a:ln xmlns:a="http://schemas.openxmlformats.org/drawingml/2006/main" w="0">
            <a:solidFill>
              <a:srgbClr val="E0F0FE"/>
            </a:solidFill>
            <a:prstDash val="solid"/>
          </a:ln>
        </p:spPr>
      </p:sp>
      <p:sp>
        <p:nvSpPr>
          <p:cNvPr id="26" name="">
            <a:extLst xmlns:a="http://schemas.openxmlformats.org/drawingml/2006/main">
              <a:ext uri="{FF2B5EF4-FFF2-40B4-BE49-F238E27FC236}">
                <a16:creationId xmlns:a16="http://schemas.microsoft.com/office/drawing/2014/main" id="{EB6A5232-61CB-4E0C-BEDA-C626B5921942}"/>
              </a:ext>
            </a:extLst>
          </p:cNvPr>
          <p:cNvSpPr>
            <a:spLocks xmlns:a="http://schemas.openxmlformats.org/drawingml/2006/main" noGrp="1"/>
          </p:cNvSpPr>
          <p:nvPr/>
        </p:nvSpPr>
        <p:spPr>
          <a:xfrm xmlns:a="http://schemas.openxmlformats.org/drawingml/2006/main">
            <a:off x="5067300" y="1752600"/>
            <a:ext cx="647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125" b="1">
                <a:solidFill>
                  <a:srgbClr val="191919"/>
                </a:solidFill>
                <a:latin typeface="Menlo"/>
                <a:ea typeface="Menlo"/>
                <a:cs typeface="Menlo"/>
              </a:defRPr>
            </a:pPr>
            <a:r>
              <a:rPr sz="1125" b="1">
                <a:solidFill>
                  <a:srgbClr val="191919"/>
                </a:solidFill>
                <a:latin typeface="Menlo"/>
                <a:ea typeface="Menlo"/>
                <a:cs typeface="Menlo"/>
              </a:rPr>
              <a:t>0.1</a:t>
            </a:r>
          </a:p>
        </p:txBody>
      </p:sp>
      <p:sp>
        <p:nvSpPr>
          <p:cNvPr id="27" name="">
            <a:extLst xmlns:a="http://schemas.openxmlformats.org/drawingml/2006/main">
              <a:ext uri="{FF2B5EF4-FFF2-40B4-BE49-F238E27FC236}">
                <a16:creationId xmlns:a16="http://schemas.microsoft.com/office/drawing/2014/main" id="{E85B8252-8BCD-4EEF-B203-0B1FD8DACB50}"/>
              </a:ext>
            </a:extLst>
          </p:cNvPr>
          <p:cNvSpPr>
            <a:spLocks xmlns:a="http://schemas.openxmlformats.org/drawingml/2006/main" noGrp="1"/>
          </p:cNvSpPr>
          <p:nvPr/>
        </p:nvSpPr>
        <p:spPr>
          <a:xfrm xmlns:a="http://schemas.openxmlformats.org/drawingml/2006/main" rot="0">
            <a:off x="2324100" y="2438400"/>
            <a:ext cx="647700" cy="647700"/>
          </a:xfrm>
          <a:prstGeom xmlns:a="http://schemas.openxmlformats.org/drawingml/2006/main" prst="rect">
            <a:avLst/>
          </a:prstGeom>
          <a:solidFill xmlns:a="http://schemas.openxmlformats.org/drawingml/2006/main">
            <a:srgbClr val="A9C6F8"/>
          </a:solidFill>
          <a:ln xmlns:a="http://schemas.openxmlformats.org/drawingml/2006/main" w="0">
            <a:solidFill>
              <a:srgbClr val="A9C6F8"/>
            </a:solidFill>
            <a:prstDash val="solid"/>
          </a:ln>
        </p:spPr>
      </p:sp>
      <p:sp>
        <p:nvSpPr>
          <p:cNvPr id="28" name="">
            <a:extLst xmlns:a="http://schemas.openxmlformats.org/drawingml/2006/main">
              <a:ext uri="{FF2B5EF4-FFF2-40B4-BE49-F238E27FC236}">
                <a16:creationId xmlns:a16="http://schemas.microsoft.com/office/drawing/2014/main" id="{6FB8F6B1-73A7-4782-9E9F-AB89CB1E9E5D}"/>
              </a:ext>
            </a:extLst>
          </p:cNvPr>
          <p:cNvSpPr>
            <a:spLocks xmlns:a="http://schemas.openxmlformats.org/drawingml/2006/main" noGrp="1"/>
          </p:cNvSpPr>
          <p:nvPr/>
        </p:nvSpPr>
        <p:spPr>
          <a:xfrm xmlns:a="http://schemas.openxmlformats.org/drawingml/2006/main">
            <a:off x="2324100" y="2438400"/>
            <a:ext cx="647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125" b="1">
                <a:solidFill>
                  <a:srgbClr val="191919"/>
                </a:solidFill>
                <a:latin typeface="Menlo"/>
                <a:ea typeface="Menlo"/>
                <a:cs typeface="Menlo"/>
              </a:defRPr>
            </a:pPr>
            <a:r>
              <a:rPr sz="1125" b="1">
                <a:solidFill>
                  <a:srgbClr val="191919"/>
                </a:solidFill>
                <a:latin typeface="Menlo"/>
                <a:ea typeface="Menlo"/>
                <a:cs typeface="Menlo"/>
              </a:rPr>
              <a:t>0.2</a:t>
            </a:r>
          </a:p>
        </p:txBody>
      </p:sp>
      <p:sp>
        <p:nvSpPr>
          <p:cNvPr id="29" name="">
            <a:extLst xmlns:a="http://schemas.openxmlformats.org/drawingml/2006/main">
              <a:ext uri="{FF2B5EF4-FFF2-40B4-BE49-F238E27FC236}">
                <a16:creationId xmlns:a16="http://schemas.microsoft.com/office/drawing/2014/main" id="{1BF7AD89-6B23-468E-849D-73D85A5C441E}"/>
              </a:ext>
            </a:extLst>
          </p:cNvPr>
          <p:cNvSpPr>
            <a:spLocks xmlns:a="http://schemas.openxmlformats.org/drawingml/2006/main" noGrp="1"/>
          </p:cNvSpPr>
          <p:nvPr/>
        </p:nvSpPr>
        <p:spPr>
          <a:xfrm xmlns:a="http://schemas.openxmlformats.org/drawingml/2006/main" rot="0">
            <a:off x="3009900" y="2438400"/>
            <a:ext cx="647700" cy="647700"/>
          </a:xfrm>
          <a:prstGeom xmlns:a="http://schemas.openxmlformats.org/drawingml/2006/main" prst="rect">
            <a:avLst/>
          </a:prstGeom>
          <a:solidFill xmlns:a="http://schemas.openxmlformats.org/drawingml/2006/main">
            <a:srgbClr val="2563EB"/>
          </a:solidFill>
          <a:ln xmlns:a="http://schemas.openxmlformats.org/drawingml/2006/main" w="0">
            <a:solidFill>
              <a:srgbClr val="2563EB"/>
            </a:solidFill>
            <a:prstDash val="solid"/>
          </a:ln>
        </p:spPr>
      </p:sp>
      <p:sp>
        <p:nvSpPr>
          <p:cNvPr id="30" name="">
            <a:extLst xmlns:a="http://schemas.openxmlformats.org/drawingml/2006/main">
              <a:ext uri="{FF2B5EF4-FFF2-40B4-BE49-F238E27FC236}">
                <a16:creationId xmlns:a16="http://schemas.microsoft.com/office/drawing/2014/main" id="{1188C227-495E-43F8-9A0B-94314905A6B4}"/>
              </a:ext>
            </a:extLst>
          </p:cNvPr>
          <p:cNvSpPr>
            <a:spLocks xmlns:a="http://schemas.openxmlformats.org/drawingml/2006/main" noGrp="1"/>
          </p:cNvSpPr>
          <p:nvPr/>
        </p:nvSpPr>
        <p:spPr>
          <a:xfrm xmlns:a="http://schemas.openxmlformats.org/drawingml/2006/main">
            <a:off x="3009900" y="2438400"/>
            <a:ext cx="647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125" b="1">
                <a:solidFill>
                  <a:srgbClr val="FFFFFF"/>
                </a:solidFill>
                <a:latin typeface="Menlo"/>
                <a:ea typeface="Menlo"/>
                <a:cs typeface="Menlo"/>
              </a:defRPr>
            </a:pPr>
            <a:r>
              <a:rPr sz="1125" b="1">
                <a:solidFill>
                  <a:srgbClr val="FFFFFF"/>
                </a:solidFill>
                <a:latin typeface="Menlo"/>
                <a:ea typeface="Menlo"/>
                <a:cs typeface="Menlo"/>
              </a:rPr>
              <a:t>0.9</a:t>
            </a:r>
          </a:p>
        </p:txBody>
      </p:sp>
      <p:sp>
        <p:nvSpPr>
          <p:cNvPr id="31" name="">
            <a:extLst xmlns:a="http://schemas.openxmlformats.org/drawingml/2006/main">
              <a:ext uri="{FF2B5EF4-FFF2-40B4-BE49-F238E27FC236}">
                <a16:creationId xmlns:a16="http://schemas.microsoft.com/office/drawing/2014/main" id="{6B97D9EC-4D07-4FF3-B93D-73B04B84B58D}"/>
              </a:ext>
            </a:extLst>
          </p:cNvPr>
          <p:cNvSpPr>
            <a:spLocks xmlns:a="http://schemas.openxmlformats.org/drawingml/2006/main" noGrp="1"/>
          </p:cNvSpPr>
          <p:nvPr/>
        </p:nvSpPr>
        <p:spPr>
          <a:xfrm xmlns:a="http://schemas.openxmlformats.org/drawingml/2006/main" rot="0">
            <a:off x="3695700" y="2438400"/>
            <a:ext cx="647700" cy="64770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32" name="">
            <a:extLst xmlns:a="http://schemas.openxmlformats.org/drawingml/2006/main">
              <a:ext uri="{FF2B5EF4-FFF2-40B4-BE49-F238E27FC236}">
                <a16:creationId xmlns:a16="http://schemas.microsoft.com/office/drawing/2014/main" id="{AA7CF524-5956-4414-AC20-B4EA489E5C98}"/>
              </a:ext>
            </a:extLst>
          </p:cNvPr>
          <p:cNvSpPr>
            <a:spLocks xmlns:a="http://schemas.openxmlformats.org/drawingml/2006/main" noGrp="1"/>
          </p:cNvSpPr>
          <p:nvPr/>
        </p:nvSpPr>
        <p:spPr>
          <a:xfrm xmlns:a="http://schemas.openxmlformats.org/drawingml/2006/main">
            <a:off x="3695700" y="2438400"/>
            <a:ext cx="647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125" b="1">
                <a:solidFill>
                  <a:srgbClr val="FFFFFF"/>
                </a:solidFill>
                <a:latin typeface="Menlo"/>
                <a:ea typeface="Menlo"/>
                <a:cs typeface="Menlo"/>
              </a:defRPr>
            </a:pPr>
            <a:r>
              <a:rPr sz="1125" b="1">
                <a:solidFill>
                  <a:srgbClr val="FFFFFF"/>
                </a:solidFill>
                <a:latin typeface="Menlo"/>
                <a:ea typeface="Menlo"/>
                <a:cs typeface="Menlo"/>
              </a:rPr>
              <a:t>0.6</a:t>
            </a:r>
          </a:p>
        </p:txBody>
      </p:sp>
      <p:sp>
        <p:nvSpPr>
          <p:cNvPr id="33" name="">
            <a:extLst xmlns:a="http://schemas.openxmlformats.org/drawingml/2006/main">
              <a:ext uri="{FF2B5EF4-FFF2-40B4-BE49-F238E27FC236}">
                <a16:creationId xmlns:a16="http://schemas.microsoft.com/office/drawing/2014/main" id="{9F4137F1-9572-459E-B2E6-D4673A701E24}"/>
              </a:ext>
            </a:extLst>
          </p:cNvPr>
          <p:cNvSpPr>
            <a:spLocks xmlns:a="http://schemas.openxmlformats.org/drawingml/2006/main" noGrp="1"/>
          </p:cNvSpPr>
          <p:nvPr/>
        </p:nvSpPr>
        <p:spPr>
          <a:xfrm xmlns:a="http://schemas.openxmlformats.org/drawingml/2006/main" rot="0">
            <a:off x="4381500" y="2438400"/>
            <a:ext cx="647700" cy="647700"/>
          </a:xfrm>
          <a:prstGeom xmlns:a="http://schemas.openxmlformats.org/drawingml/2006/main" prst="rect">
            <a:avLst/>
          </a:prstGeom>
          <a:solidFill xmlns:a="http://schemas.openxmlformats.org/drawingml/2006/main">
            <a:srgbClr val="A9C6F8"/>
          </a:solidFill>
          <a:ln xmlns:a="http://schemas.openxmlformats.org/drawingml/2006/main" w="0">
            <a:solidFill>
              <a:srgbClr val="A9C6F8"/>
            </a:solidFill>
            <a:prstDash val="solid"/>
          </a:ln>
        </p:spPr>
      </p:sp>
      <p:sp>
        <p:nvSpPr>
          <p:cNvPr id="34" name="">
            <a:extLst xmlns:a="http://schemas.openxmlformats.org/drawingml/2006/main">
              <a:ext uri="{FF2B5EF4-FFF2-40B4-BE49-F238E27FC236}">
                <a16:creationId xmlns:a16="http://schemas.microsoft.com/office/drawing/2014/main" id="{20ED05BA-9F8A-4B3B-A725-8B67C4C7A711}"/>
              </a:ext>
            </a:extLst>
          </p:cNvPr>
          <p:cNvSpPr>
            <a:spLocks xmlns:a="http://schemas.openxmlformats.org/drawingml/2006/main" noGrp="1"/>
          </p:cNvSpPr>
          <p:nvPr/>
        </p:nvSpPr>
        <p:spPr>
          <a:xfrm xmlns:a="http://schemas.openxmlformats.org/drawingml/2006/main">
            <a:off x="4381500" y="2438400"/>
            <a:ext cx="647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125" b="1">
                <a:solidFill>
                  <a:srgbClr val="191919"/>
                </a:solidFill>
                <a:latin typeface="Menlo"/>
                <a:ea typeface="Menlo"/>
                <a:cs typeface="Menlo"/>
              </a:defRPr>
            </a:pPr>
            <a:r>
              <a:rPr sz="1125" b="1">
                <a:solidFill>
                  <a:srgbClr val="191919"/>
                </a:solidFill>
                <a:latin typeface="Menlo"/>
                <a:ea typeface="Menlo"/>
                <a:cs typeface="Menlo"/>
              </a:rPr>
              <a:t>0.2</a:t>
            </a:r>
          </a:p>
        </p:txBody>
      </p:sp>
      <p:sp>
        <p:nvSpPr>
          <p:cNvPr id="35" name="">
            <a:extLst xmlns:a="http://schemas.openxmlformats.org/drawingml/2006/main">
              <a:ext uri="{FF2B5EF4-FFF2-40B4-BE49-F238E27FC236}">
                <a16:creationId xmlns:a16="http://schemas.microsoft.com/office/drawing/2014/main" id="{C534942A-8091-4F4D-A95C-D1DF7ADF0BD3}"/>
              </a:ext>
            </a:extLst>
          </p:cNvPr>
          <p:cNvSpPr>
            <a:spLocks xmlns:a="http://schemas.openxmlformats.org/drawingml/2006/main" noGrp="1"/>
          </p:cNvSpPr>
          <p:nvPr/>
        </p:nvSpPr>
        <p:spPr>
          <a:xfrm xmlns:a="http://schemas.openxmlformats.org/drawingml/2006/main" rot="0">
            <a:off x="5067300" y="2438400"/>
            <a:ext cx="647700" cy="647700"/>
          </a:xfrm>
          <a:prstGeom xmlns:a="http://schemas.openxmlformats.org/drawingml/2006/main" prst="rect">
            <a:avLst/>
          </a:prstGeom>
          <a:solidFill xmlns:a="http://schemas.openxmlformats.org/drawingml/2006/main">
            <a:srgbClr val="A9C6F8"/>
          </a:solidFill>
          <a:ln xmlns:a="http://schemas.openxmlformats.org/drawingml/2006/main" w="0">
            <a:solidFill>
              <a:srgbClr val="A9C6F8"/>
            </a:solidFill>
            <a:prstDash val="solid"/>
          </a:ln>
        </p:spPr>
      </p:sp>
      <p:sp>
        <p:nvSpPr>
          <p:cNvPr id="36" name="">
            <a:extLst xmlns:a="http://schemas.openxmlformats.org/drawingml/2006/main">
              <a:ext uri="{FF2B5EF4-FFF2-40B4-BE49-F238E27FC236}">
                <a16:creationId xmlns:a16="http://schemas.microsoft.com/office/drawing/2014/main" id="{32AF8645-B72B-47A2-9637-2CEFA63F9016}"/>
              </a:ext>
            </a:extLst>
          </p:cNvPr>
          <p:cNvSpPr>
            <a:spLocks xmlns:a="http://schemas.openxmlformats.org/drawingml/2006/main" noGrp="1"/>
          </p:cNvSpPr>
          <p:nvPr/>
        </p:nvSpPr>
        <p:spPr>
          <a:xfrm xmlns:a="http://schemas.openxmlformats.org/drawingml/2006/main">
            <a:off x="5067300" y="2438400"/>
            <a:ext cx="647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125" b="1">
                <a:solidFill>
                  <a:srgbClr val="191919"/>
                </a:solidFill>
                <a:latin typeface="Menlo"/>
                <a:ea typeface="Menlo"/>
                <a:cs typeface="Menlo"/>
              </a:defRPr>
            </a:pPr>
            <a:r>
              <a:rPr sz="1125" b="1">
                <a:solidFill>
                  <a:srgbClr val="191919"/>
                </a:solidFill>
                <a:latin typeface="Menlo"/>
                <a:ea typeface="Menlo"/>
                <a:cs typeface="Menlo"/>
              </a:rPr>
              <a:t>0.2</a:t>
            </a:r>
          </a:p>
        </p:txBody>
      </p:sp>
      <p:sp>
        <p:nvSpPr>
          <p:cNvPr id="37" name="">
            <a:extLst xmlns:a="http://schemas.openxmlformats.org/drawingml/2006/main">
              <a:ext uri="{FF2B5EF4-FFF2-40B4-BE49-F238E27FC236}">
                <a16:creationId xmlns:a16="http://schemas.microsoft.com/office/drawing/2014/main" id="{EDAD7387-8B44-4C94-8FB2-2BC5773B4C85}"/>
              </a:ext>
            </a:extLst>
          </p:cNvPr>
          <p:cNvSpPr>
            <a:spLocks xmlns:a="http://schemas.openxmlformats.org/drawingml/2006/main" noGrp="1"/>
          </p:cNvSpPr>
          <p:nvPr/>
        </p:nvSpPr>
        <p:spPr>
          <a:xfrm xmlns:a="http://schemas.openxmlformats.org/drawingml/2006/main" rot="0">
            <a:off x="2324100" y="3124200"/>
            <a:ext cx="647700" cy="647700"/>
          </a:xfrm>
          <a:prstGeom xmlns:a="http://schemas.openxmlformats.org/drawingml/2006/main" prst="rect">
            <a:avLst/>
          </a:prstGeom>
          <a:solidFill xmlns:a="http://schemas.openxmlformats.org/drawingml/2006/main">
            <a:srgbClr val="E0F0FE"/>
          </a:solidFill>
          <a:ln xmlns:a="http://schemas.openxmlformats.org/drawingml/2006/main" w="0">
            <a:solidFill>
              <a:srgbClr val="E0F0FE"/>
            </a:solidFill>
            <a:prstDash val="solid"/>
          </a:ln>
        </p:spPr>
      </p:sp>
      <p:sp>
        <p:nvSpPr>
          <p:cNvPr id="38" name="">
            <a:extLst xmlns:a="http://schemas.openxmlformats.org/drawingml/2006/main">
              <a:ext uri="{FF2B5EF4-FFF2-40B4-BE49-F238E27FC236}">
                <a16:creationId xmlns:a16="http://schemas.microsoft.com/office/drawing/2014/main" id="{3DAEB712-6A45-4445-8270-DF33DD1B1A19}"/>
              </a:ext>
            </a:extLst>
          </p:cNvPr>
          <p:cNvSpPr>
            <a:spLocks xmlns:a="http://schemas.openxmlformats.org/drawingml/2006/main" noGrp="1"/>
          </p:cNvSpPr>
          <p:nvPr/>
        </p:nvSpPr>
        <p:spPr>
          <a:xfrm xmlns:a="http://schemas.openxmlformats.org/drawingml/2006/main">
            <a:off x="2324100" y="3124200"/>
            <a:ext cx="647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125" b="1">
                <a:solidFill>
                  <a:srgbClr val="191919"/>
                </a:solidFill>
                <a:latin typeface="Menlo"/>
                <a:ea typeface="Menlo"/>
                <a:cs typeface="Menlo"/>
              </a:defRPr>
            </a:pPr>
            <a:r>
              <a:rPr sz="1125" b="1">
                <a:solidFill>
                  <a:srgbClr val="191919"/>
                </a:solidFill>
                <a:latin typeface="Menlo"/>
                <a:ea typeface="Menlo"/>
                <a:cs typeface="Menlo"/>
              </a:rPr>
              <a:t>0.1</a:t>
            </a:r>
          </a:p>
        </p:txBody>
      </p:sp>
      <p:sp>
        <p:nvSpPr>
          <p:cNvPr id="39" name="">
            <a:extLst xmlns:a="http://schemas.openxmlformats.org/drawingml/2006/main">
              <a:ext uri="{FF2B5EF4-FFF2-40B4-BE49-F238E27FC236}">
                <a16:creationId xmlns:a16="http://schemas.microsoft.com/office/drawing/2014/main" id="{DC3CC226-2311-4E91-89F1-F2C1B4CD4F33}"/>
              </a:ext>
            </a:extLst>
          </p:cNvPr>
          <p:cNvSpPr>
            <a:spLocks xmlns:a="http://schemas.openxmlformats.org/drawingml/2006/main" noGrp="1"/>
          </p:cNvSpPr>
          <p:nvPr/>
        </p:nvSpPr>
        <p:spPr>
          <a:xfrm xmlns:a="http://schemas.openxmlformats.org/drawingml/2006/main" rot="0">
            <a:off x="3009900" y="3124200"/>
            <a:ext cx="647700" cy="64770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40" name="">
            <a:extLst xmlns:a="http://schemas.openxmlformats.org/drawingml/2006/main">
              <a:ext uri="{FF2B5EF4-FFF2-40B4-BE49-F238E27FC236}">
                <a16:creationId xmlns:a16="http://schemas.microsoft.com/office/drawing/2014/main" id="{3335A608-4933-4ADD-A75F-B4EFD599CF7E}"/>
              </a:ext>
            </a:extLst>
          </p:cNvPr>
          <p:cNvSpPr>
            <a:spLocks xmlns:a="http://schemas.openxmlformats.org/drawingml/2006/main" noGrp="1"/>
          </p:cNvSpPr>
          <p:nvPr/>
        </p:nvSpPr>
        <p:spPr>
          <a:xfrm xmlns:a="http://schemas.openxmlformats.org/drawingml/2006/main">
            <a:off x="3009900" y="3124200"/>
            <a:ext cx="647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125" b="1">
                <a:solidFill>
                  <a:srgbClr val="FFFFFF"/>
                </a:solidFill>
                <a:latin typeface="Menlo"/>
                <a:ea typeface="Menlo"/>
                <a:cs typeface="Menlo"/>
              </a:defRPr>
            </a:pPr>
            <a:r>
              <a:rPr sz="1125" b="1">
                <a:solidFill>
                  <a:srgbClr val="FFFFFF"/>
                </a:solidFill>
                <a:latin typeface="Menlo"/>
                <a:ea typeface="Menlo"/>
                <a:cs typeface="Menlo"/>
              </a:rPr>
              <a:t>0.7</a:t>
            </a:r>
          </a:p>
        </p:txBody>
      </p:sp>
      <p:sp>
        <p:nvSpPr>
          <p:cNvPr id="41" name="">
            <a:extLst xmlns:a="http://schemas.openxmlformats.org/drawingml/2006/main">
              <a:ext uri="{FF2B5EF4-FFF2-40B4-BE49-F238E27FC236}">
                <a16:creationId xmlns:a16="http://schemas.microsoft.com/office/drawing/2014/main" id="{7DF57AEB-FEBF-4A1A-9CCA-E319869BADEE}"/>
              </a:ext>
            </a:extLst>
          </p:cNvPr>
          <p:cNvSpPr>
            <a:spLocks xmlns:a="http://schemas.openxmlformats.org/drawingml/2006/main" noGrp="1"/>
          </p:cNvSpPr>
          <p:nvPr/>
        </p:nvSpPr>
        <p:spPr>
          <a:xfrm xmlns:a="http://schemas.openxmlformats.org/drawingml/2006/main" rot="0">
            <a:off x="3695700" y="3124200"/>
            <a:ext cx="647700" cy="647700"/>
          </a:xfrm>
          <a:prstGeom xmlns:a="http://schemas.openxmlformats.org/drawingml/2006/main" prst="rect">
            <a:avLst/>
          </a:prstGeom>
          <a:solidFill xmlns:a="http://schemas.openxmlformats.org/drawingml/2006/main">
            <a:srgbClr val="2563EB"/>
          </a:solidFill>
          <a:ln xmlns:a="http://schemas.openxmlformats.org/drawingml/2006/main" w="0">
            <a:solidFill>
              <a:srgbClr val="2563EB"/>
            </a:solidFill>
            <a:prstDash val="solid"/>
          </a:ln>
        </p:spPr>
      </p:sp>
      <p:sp>
        <p:nvSpPr>
          <p:cNvPr id="42" name="">
            <a:extLst xmlns:a="http://schemas.openxmlformats.org/drawingml/2006/main">
              <a:ext uri="{FF2B5EF4-FFF2-40B4-BE49-F238E27FC236}">
                <a16:creationId xmlns:a16="http://schemas.microsoft.com/office/drawing/2014/main" id="{5BF03E7A-E5C4-4BB2-ABE4-48A0A23BE770}"/>
              </a:ext>
            </a:extLst>
          </p:cNvPr>
          <p:cNvSpPr>
            <a:spLocks xmlns:a="http://schemas.openxmlformats.org/drawingml/2006/main" noGrp="1"/>
          </p:cNvSpPr>
          <p:nvPr/>
        </p:nvSpPr>
        <p:spPr>
          <a:xfrm xmlns:a="http://schemas.openxmlformats.org/drawingml/2006/main">
            <a:off x="3695700" y="3124200"/>
            <a:ext cx="647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125" b="1">
                <a:solidFill>
                  <a:srgbClr val="FFFFFF"/>
                </a:solidFill>
                <a:latin typeface="Menlo"/>
                <a:ea typeface="Menlo"/>
                <a:cs typeface="Menlo"/>
              </a:defRPr>
            </a:pPr>
            <a:r>
              <a:rPr sz="1125" b="1">
                <a:solidFill>
                  <a:srgbClr val="FFFFFF"/>
                </a:solidFill>
                <a:latin typeface="Menlo"/>
                <a:ea typeface="Menlo"/>
                <a:cs typeface="Menlo"/>
              </a:rPr>
              <a:t>0.9</a:t>
            </a:r>
          </a:p>
        </p:txBody>
      </p:sp>
      <p:sp>
        <p:nvSpPr>
          <p:cNvPr id="43" name="">
            <a:extLst xmlns:a="http://schemas.openxmlformats.org/drawingml/2006/main">
              <a:ext uri="{FF2B5EF4-FFF2-40B4-BE49-F238E27FC236}">
                <a16:creationId xmlns:a16="http://schemas.microsoft.com/office/drawing/2014/main" id="{A5D74E0B-BDEE-4337-A7DB-A4CB794763D6}"/>
              </a:ext>
            </a:extLst>
          </p:cNvPr>
          <p:cNvSpPr>
            <a:spLocks xmlns:a="http://schemas.openxmlformats.org/drawingml/2006/main" noGrp="1"/>
          </p:cNvSpPr>
          <p:nvPr/>
        </p:nvSpPr>
        <p:spPr>
          <a:xfrm xmlns:a="http://schemas.openxmlformats.org/drawingml/2006/main" rot="0">
            <a:off x="4381500" y="3124200"/>
            <a:ext cx="647700" cy="647700"/>
          </a:xfrm>
          <a:prstGeom xmlns:a="http://schemas.openxmlformats.org/drawingml/2006/main" prst="rect">
            <a:avLst/>
          </a:prstGeom>
          <a:solidFill xmlns:a="http://schemas.openxmlformats.org/drawingml/2006/main">
            <a:srgbClr val="2563EB"/>
          </a:solidFill>
          <a:ln xmlns:a="http://schemas.openxmlformats.org/drawingml/2006/main" w="0">
            <a:solidFill>
              <a:srgbClr val="2563EB"/>
            </a:solidFill>
            <a:prstDash val="solid"/>
          </a:ln>
        </p:spPr>
      </p:sp>
      <p:sp>
        <p:nvSpPr>
          <p:cNvPr id="44" name="">
            <a:extLst xmlns:a="http://schemas.openxmlformats.org/drawingml/2006/main">
              <a:ext uri="{FF2B5EF4-FFF2-40B4-BE49-F238E27FC236}">
                <a16:creationId xmlns:a16="http://schemas.microsoft.com/office/drawing/2014/main" id="{14FFE8B8-FD74-4BE0-BF1C-D541B836BBD9}"/>
              </a:ext>
            </a:extLst>
          </p:cNvPr>
          <p:cNvSpPr>
            <a:spLocks xmlns:a="http://schemas.openxmlformats.org/drawingml/2006/main" noGrp="1"/>
          </p:cNvSpPr>
          <p:nvPr/>
        </p:nvSpPr>
        <p:spPr>
          <a:xfrm xmlns:a="http://schemas.openxmlformats.org/drawingml/2006/main">
            <a:off x="4381500" y="3124200"/>
            <a:ext cx="647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125" b="1">
                <a:solidFill>
                  <a:srgbClr val="FFFFFF"/>
                </a:solidFill>
                <a:latin typeface="Menlo"/>
                <a:ea typeface="Menlo"/>
                <a:cs typeface="Menlo"/>
              </a:defRPr>
            </a:pPr>
            <a:r>
              <a:rPr sz="1125" b="1">
                <a:solidFill>
                  <a:srgbClr val="FFFFFF"/>
                </a:solidFill>
                <a:latin typeface="Menlo"/>
                <a:ea typeface="Menlo"/>
                <a:cs typeface="Menlo"/>
              </a:rPr>
              <a:t>0.8</a:t>
            </a:r>
          </a:p>
        </p:txBody>
      </p:sp>
      <p:sp>
        <p:nvSpPr>
          <p:cNvPr id="45" name="">
            <a:extLst xmlns:a="http://schemas.openxmlformats.org/drawingml/2006/main">
              <a:ext uri="{FF2B5EF4-FFF2-40B4-BE49-F238E27FC236}">
                <a16:creationId xmlns:a16="http://schemas.microsoft.com/office/drawing/2014/main" id="{F59F40C6-D851-4409-9070-E80E8A634746}"/>
              </a:ext>
            </a:extLst>
          </p:cNvPr>
          <p:cNvSpPr>
            <a:spLocks xmlns:a="http://schemas.openxmlformats.org/drawingml/2006/main" noGrp="1"/>
          </p:cNvSpPr>
          <p:nvPr/>
        </p:nvSpPr>
        <p:spPr>
          <a:xfrm xmlns:a="http://schemas.openxmlformats.org/drawingml/2006/main" rot="0">
            <a:off x="5067300" y="3124200"/>
            <a:ext cx="647700" cy="647700"/>
          </a:xfrm>
          <a:prstGeom xmlns:a="http://schemas.openxmlformats.org/drawingml/2006/main" prst="rect">
            <a:avLst/>
          </a:prstGeom>
          <a:solidFill xmlns:a="http://schemas.openxmlformats.org/drawingml/2006/main">
            <a:srgbClr val="A9C6F8"/>
          </a:solidFill>
          <a:ln xmlns:a="http://schemas.openxmlformats.org/drawingml/2006/main" w="0">
            <a:solidFill>
              <a:srgbClr val="A9C6F8"/>
            </a:solidFill>
            <a:prstDash val="solid"/>
          </a:ln>
        </p:spPr>
      </p:sp>
      <p:sp>
        <p:nvSpPr>
          <p:cNvPr id="46" name="">
            <a:extLst xmlns:a="http://schemas.openxmlformats.org/drawingml/2006/main">
              <a:ext uri="{FF2B5EF4-FFF2-40B4-BE49-F238E27FC236}">
                <a16:creationId xmlns:a16="http://schemas.microsoft.com/office/drawing/2014/main" id="{B10CAEFE-9564-4A48-9390-22B1D8F122D7}"/>
              </a:ext>
            </a:extLst>
          </p:cNvPr>
          <p:cNvSpPr>
            <a:spLocks xmlns:a="http://schemas.openxmlformats.org/drawingml/2006/main" noGrp="1"/>
          </p:cNvSpPr>
          <p:nvPr/>
        </p:nvSpPr>
        <p:spPr>
          <a:xfrm xmlns:a="http://schemas.openxmlformats.org/drawingml/2006/main">
            <a:off x="5067300" y="3124200"/>
            <a:ext cx="647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125" b="1">
                <a:solidFill>
                  <a:srgbClr val="191919"/>
                </a:solidFill>
                <a:latin typeface="Menlo"/>
                <a:ea typeface="Menlo"/>
                <a:cs typeface="Menlo"/>
              </a:defRPr>
            </a:pPr>
            <a:r>
              <a:rPr sz="1125" b="1">
                <a:solidFill>
                  <a:srgbClr val="191919"/>
                </a:solidFill>
                <a:latin typeface="Menlo"/>
                <a:ea typeface="Menlo"/>
                <a:cs typeface="Menlo"/>
              </a:rPr>
              <a:t>0.4</a:t>
            </a:r>
          </a:p>
        </p:txBody>
      </p:sp>
      <p:sp>
        <p:nvSpPr>
          <p:cNvPr id="47" name="">
            <a:extLst xmlns:a="http://schemas.openxmlformats.org/drawingml/2006/main">
              <a:ext uri="{FF2B5EF4-FFF2-40B4-BE49-F238E27FC236}">
                <a16:creationId xmlns:a16="http://schemas.microsoft.com/office/drawing/2014/main" id="{53257820-3475-448D-A62E-EBA6B068AB88}"/>
              </a:ext>
            </a:extLst>
          </p:cNvPr>
          <p:cNvSpPr>
            <a:spLocks xmlns:a="http://schemas.openxmlformats.org/drawingml/2006/main" noGrp="1"/>
          </p:cNvSpPr>
          <p:nvPr/>
        </p:nvSpPr>
        <p:spPr>
          <a:xfrm xmlns:a="http://schemas.openxmlformats.org/drawingml/2006/main" rot="0">
            <a:off x="2324100" y="3810000"/>
            <a:ext cx="647700" cy="647700"/>
          </a:xfrm>
          <a:prstGeom xmlns:a="http://schemas.openxmlformats.org/drawingml/2006/main" prst="rect">
            <a:avLst/>
          </a:prstGeom>
          <a:solidFill xmlns:a="http://schemas.openxmlformats.org/drawingml/2006/main">
            <a:srgbClr val="A9C6F8"/>
          </a:solidFill>
          <a:ln xmlns:a="http://schemas.openxmlformats.org/drawingml/2006/main" w="0">
            <a:solidFill>
              <a:srgbClr val="A9C6F8"/>
            </a:solidFill>
            <a:prstDash val="solid"/>
          </a:ln>
        </p:spPr>
      </p:sp>
      <p:sp>
        <p:nvSpPr>
          <p:cNvPr id="48" name="">
            <a:extLst xmlns:a="http://schemas.openxmlformats.org/drawingml/2006/main">
              <a:ext uri="{FF2B5EF4-FFF2-40B4-BE49-F238E27FC236}">
                <a16:creationId xmlns:a16="http://schemas.microsoft.com/office/drawing/2014/main" id="{104EB55A-B196-4C88-8998-34A6023A7F5F}"/>
              </a:ext>
            </a:extLst>
          </p:cNvPr>
          <p:cNvSpPr>
            <a:spLocks xmlns:a="http://schemas.openxmlformats.org/drawingml/2006/main" noGrp="1"/>
          </p:cNvSpPr>
          <p:nvPr/>
        </p:nvSpPr>
        <p:spPr>
          <a:xfrm xmlns:a="http://schemas.openxmlformats.org/drawingml/2006/main">
            <a:off x="2324100" y="3810000"/>
            <a:ext cx="647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125" b="1">
                <a:solidFill>
                  <a:srgbClr val="191919"/>
                </a:solidFill>
                <a:latin typeface="Menlo"/>
                <a:ea typeface="Menlo"/>
                <a:cs typeface="Menlo"/>
              </a:defRPr>
            </a:pPr>
            <a:r>
              <a:rPr sz="1125" b="1">
                <a:solidFill>
                  <a:srgbClr val="191919"/>
                </a:solidFill>
                <a:latin typeface="Menlo"/>
                <a:ea typeface="Menlo"/>
                <a:cs typeface="Menlo"/>
              </a:rPr>
              <a:t>0.2</a:t>
            </a:r>
          </a:p>
        </p:txBody>
      </p:sp>
      <p:sp>
        <p:nvSpPr>
          <p:cNvPr id="49" name="">
            <a:extLst xmlns:a="http://schemas.openxmlformats.org/drawingml/2006/main">
              <a:ext uri="{FF2B5EF4-FFF2-40B4-BE49-F238E27FC236}">
                <a16:creationId xmlns:a16="http://schemas.microsoft.com/office/drawing/2014/main" id="{20CE0C9E-315F-4181-81C8-D32DA05D0F45}"/>
              </a:ext>
            </a:extLst>
          </p:cNvPr>
          <p:cNvSpPr>
            <a:spLocks xmlns:a="http://schemas.openxmlformats.org/drawingml/2006/main" noGrp="1"/>
          </p:cNvSpPr>
          <p:nvPr/>
        </p:nvSpPr>
        <p:spPr>
          <a:xfrm xmlns:a="http://schemas.openxmlformats.org/drawingml/2006/main" rot="0">
            <a:off x="3009900" y="3810000"/>
            <a:ext cx="647700" cy="647700"/>
          </a:xfrm>
          <a:prstGeom xmlns:a="http://schemas.openxmlformats.org/drawingml/2006/main" prst="rect">
            <a:avLst/>
          </a:prstGeom>
          <a:solidFill xmlns:a="http://schemas.openxmlformats.org/drawingml/2006/main">
            <a:srgbClr val="A9C6F8"/>
          </a:solidFill>
          <a:ln xmlns:a="http://schemas.openxmlformats.org/drawingml/2006/main" w="0">
            <a:solidFill>
              <a:srgbClr val="A9C6F8"/>
            </a:solidFill>
            <a:prstDash val="solid"/>
          </a:ln>
        </p:spPr>
      </p:sp>
      <p:sp>
        <p:nvSpPr>
          <p:cNvPr id="50" name="">
            <a:extLst xmlns:a="http://schemas.openxmlformats.org/drawingml/2006/main">
              <a:ext uri="{FF2B5EF4-FFF2-40B4-BE49-F238E27FC236}">
                <a16:creationId xmlns:a16="http://schemas.microsoft.com/office/drawing/2014/main" id="{8423C035-D20E-446E-95D9-D7647813F8B5}"/>
              </a:ext>
            </a:extLst>
          </p:cNvPr>
          <p:cNvSpPr>
            <a:spLocks xmlns:a="http://schemas.openxmlformats.org/drawingml/2006/main" noGrp="1"/>
          </p:cNvSpPr>
          <p:nvPr/>
        </p:nvSpPr>
        <p:spPr>
          <a:xfrm xmlns:a="http://schemas.openxmlformats.org/drawingml/2006/main">
            <a:off x="3009900" y="3810000"/>
            <a:ext cx="647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125" b="1">
                <a:solidFill>
                  <a:srgbClr val="191919"/>
                </a:solidFill>
                <a:latin typeface="Menlo"/>
                <a:ea typeface="Menlo"/>
                <a:cs typeface="Menlo"/>
              </a:defRPr>
            </a:pPr>
            <a:r>
              <a:rPr sz="1125" b="1">
                <a:solidFill>
                  <a:srgbClr val="191919"/>
                </a:solidFill>
                <a:latin typeface="Menlo"/>
                <a:ea typeface="Menlo"/>
                <a:cs typeface="Menlo"/>
              </a:rPr>
              <a:t>0.2</a:t>
            </a:r>
          </a:p>
        </p:txBody>
      </p:sp>
      <p:sp>
        <p:nvSpPr>
          <p:cNvPr id="51" name="">
            <a:extLst xmlns:a="http://schemas.openxmlformats.org/drawingml/2006/main">
              <a:ext uri="{FF2B5EF4-FFF2-40B4-BE49-F238E27FC236}">
                <a16:creationId xmlns:a16="http://schemas.microsoft.com/office/drawing/2014/main" id="{268987CB-8555-4A9A-8348-E6041DBFDBF5}"/>
              </a:ext>
            </a:extLst>
          </p:cNvPr>
          <p:cNvSpPr>
            <a:spLocks xmlns:a="http://schemas.openxmlformats.org/drawingml/2006/main" noGrp="1"/>
          </p:cNvSpPr>
          <p:nvPr/>
        </p:nvSpPr>
        <p:spPr>
          <a:xfrm xmlns:a="http://schemas.openxmlformats.org/drawingml/2006/main" rot="0">
            <a:off x="3695700" y="3810000"/>
            <a:ext cx="647700" cy="647700"/>
          </a:xfrm>
          <a:prstGeom xmlns:a="http://schemas.openxmlformats.org/drawingml/2006/main" prst="rect">
            <a:avLst/>
          </a:prstGeom>
          <a:solidFill xmlns:a="http://schemas.openxmlformats.org/drawingml/2006/main">
            <a:srgbClr val="2563EB"/>
          </a:solidFill>
          <a:ln xmlns:a="http://schemas.openxmlformats.org/drawingml/2006/main" w="0">
            <a:solidFill>
              <a:srgbClr val="2563EB"/>
            </a:solidFill>
            <a:prstDash val="solid"/>
          </a:ln>
        </p:spPr>
      </p:sp>
      <p:sp>
        <p:nvSpPr>
          <p:cNvPr id="52" name="">
            <a:extLst xmlns:a="http://schemas.openxmlformats.org/drawingml/2006/main">
              <a:ext uri="{FF2B5EF4-FFF2-40B4-BE49-F238E27FC236}">
                <a16:creationId xmlns:a16="http://schemas.microsoft.com/office/drawing/2014/main" id="{61A1BFCD-E0AF-4492-B22F-D789469D8A9B}"/>
              </a:ext>
            </a:extLst>
          </p:cNvPr>
          <p:cNvSpPr>
            <a:spLocks xmlns:a="http://schemas.openxmlformats.org/drawingml/2006/main" noGrp="1"/>
          </p:cNvSpPr>
          <p:nvPr/>
        </p:nvSpPr>
        <p:spPr>
          <a:xfrm xmlns:a="http://schemas.openxmlformats.org/drawingml/2006/main">
            <a:off x="3695700" y="3810000"/>
            <a:ext cx="647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125" b="1">
                <a:solidFill>
                  <a:srgbClr val="FFFFFF"/>
                </a:solidFill>
                <a:latin typeface="Menlo"/>
                <a:ea typeface="Menlo"/>
                <a:cs typeface="Menlo"/>
              </a:defRPr>
            </a:pPr>
            <a:r>
              <a:rPr sz="1125" b="1">
                <a:solidFill>
                  <a:srgbClr val="FFFFFF"/>
                </a:solidFill>
                <a:latin typeface="Menlo"/>
                <a:ea typeface="Menlo"/>
                <a:cs typeface="Menlo"/>
              </a:rPr>
              <a:t>0.8</a:t>
            </a:r>
          </a:p>
        </p:txBody>
      </p:sp>
      <p:sp>
        <p:nvSpPr>
          <p:cNvPr id="53" name="">
            <a:extLst xmlns:a="http://schemas.openxmlformats.org/drawingml/2006/main">
              <a:ext uri="{FF2B5EF4-FFF2-40B4-BE49-F238E27FC236}">
                <a16:creationId xmlns:a16="http://schemas.microsoft.com/office/drawing/2014/main" id="{5CAA7D7B-574D-46D8-B084-E9AE09094B2E}"/>
              </a:ext>
            </a:extLst>
          </p:cNvPr>
          <p:cNvSpPr>
            <a:spLocks xmlns:a="http://schemas.openxmlformats.org/drawingml/2006/main" noGrp="1"/>
          </p:cNvSpPr>
          <p:nvPr/>
        </p:nvSpPr>
        <p:spPr>
          <a:xfrm xmlns:a="http://schemas.openxmlformats.org/drawingml/2006/main" rot="0">
            <a:off x="4381500" y="3810000"/>
            <a:ext cx="647700" cy="647700"/>
          </a:xfrm>
          <a:prstGeom xmlns:a="http://schemas.openxmlformats.org/drawingml/2006/main" prst="rect">
            <a:avLst/>
          </a:prstGeom>
          <a:solidFill xmlns:a="http://schemas.openxmlformats.org/drawingml/2006/main">
            <a:srgbClr val="2563EB"/>
          </a:solidFill>
          <a:ln xmlns:a="http://schemas.openxmlformats.org/drawingml/2006/main" w="0">
            <a:solidFill>
              <a:srgbClr val="2563EB"/>
            </a:solidFill>
            <a:prstDash val="solid"/>
          </a:ln>
        </p:spPr>
      </p:sp>
      <p:sp>
        <p:nvSpPr>
          <p:cNvPr id="54" name="">
            <a:extLst xmlns:a="http://schemas.openxmlformats.org/drawingml/2006/main">
              <a:ext uri="{FF2B5EF4-FFF2-40B4-BE49-F238E27FC236}">
                <a16:creationId xmlns:a16="http://schemas.microsoft.com/office/drawing/2014/main" id="{8D661DE0-1223-4943-8785-7E8960D44466}"/>
              </a:ext>
            </a:extLst>
          </p:cNvPr>
          <p:cNvSpPr>
            <a:spLocks xmlns:a="http://schemas.openxmlformats.org/drawingml/2006/main" noGrp="1"/>
          </p:cNvSpPr>
          <p:nvPr/>
        </p:nvSpPr>
        <p:spPr>
          <a:xfrm xmlns:a="http://schemas.openxmlformats.org/drawingml/2006/main">
            <a:off x="4381500" y="3810000"/>
            <a:ext cx="647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125" b="1">
                <a:solidFill>
                  <a:srgbClr val="FFFFFF"/>
                </a:solidFill>
                <a:latin typeface="Menlo"/>
                <a:ea typeface="Menlo"/>
                <a:cs typeface="Menlo"/>
              </a:defRPr>
            </a:pPr>
            <a:r>
              <a:rPr sz="1125" b="1">
                <a:solidFill>
                  <a:srgbClr val="FFFFFF"/>
                </a:solidFill>
                <a:latin typeface="Menlo"/>
                <a:ea typeface="Menlo"/>
                <a:cs typeface="Menlo"/>
              </a:rPr>
              <a:t>0.9</a:t>
            </a:r>
          </a:p>
        </p:txBody>
      </p:sp>
      <p:sp>
        <p:nvSpPr>
          <p:cNvPr id="55" name="">
            <a:extLst xmlns:a="http://schemas.openxmlformats.org/drawingml/2006/main">
              <a:ext uri="{FF2B5EF4-FFF2-40B4-BE49-F238E27FC236}">
                <a16:creationId xmlns:a16="http://schemas.microsoft.com/office/drawing/2014/main" id="{E89DD847-29E6-42C6-B5F5-2631E347E231}"/>
              </a:ext>
            </a:extLst>
          </p:cNvPr>
          <p:cNvSpPr>
            <a:spLocks xmlns:a="http://schemas.openxmlformats.org/drawingml/2006/main" noGrp="1"/>
          </p:cNvSpPr>
          <p:nvPr/>
        </p:nvSpPr>
        <p:spPr>
          <a:xfrm xmlns:a="http://schemas.openxmlformats.org/drawingml/2006/main" rot="0">
            <a:off x="5067300" y="3810000"/>
            <a:ext cx="647700" cy="64770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56" name="">
            <a:extLst xmlns:a="http://schemas.openxmlformats.org/drawingml/2006/main">
              <a:ext uri="{FF2B5EF4-FFF2-40B4-BE49-F238E27FC236}">
                <a16:creationId xmlns:a16="http://schemas.microsoft.com/office/drawing/2014/main" id="{DC3360CA-D8BE-4E7F-A2F9-F77D6D014471}"/>
              </a:ext>
            </a:extLst>
          </p:cNvPr>
          <p:cNvSpPr>
            <a:spLocks xmlns:a="http://schemas.openxmlformats.org/drawingml/2006/main" noGrp="1"/>
          </p:cNvSpPr>
          <p:nvPr/>
        </p:nvSpPr>
        <p:spPr>
          <a:xfrm xmlns:a="http://schemas.openxmlformats.org/drawingml/2006/main">
            <a:off x="5067300" y="3810000"/>
            <a:ext cx="647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125" b="1">
                <a:solidFill>
                  <a:srgbClr val="FFFFFF"/>
                </a:solidFill>
                <a:latin typeface="Menlo"/>
                <a:ea typeface="Menlo"/>
                <a:cs typeface="Menlo"/>
              </a:defRPr>
            </a:pPr>
            <a:r>
              <a:rPr sz="1125" b="1">
                <a:solidFill>
                  <a:srgbClr val="FFFFFF"/>
                </a:solidFill>
                <a:latin typeface="Menlo"/>
                <a:ea typeface="Menlo"/>
                <a:cs typeface="Menlo"/>
              </a:rPr>
              <a:t>0.6</a:t>
            </a:r>
          </a:p>
        </p:txBody>
      </p:sp>
      <p:sp>
        <p:nvSpPr>
          <p:cNvPr id="57" name="">
            <a:extLst xmlns:a="http://schemas.openxmlformats.org/drawingml/2006/main">
              <a:ext uri="{FF2B5EF4-FFF2-40B4-BE49-F238E27FC236}">
                <a16:creationId xmlns:a16="http://schemas.microsoft.com/office/drawing/2014/main" id="{9B8488BB-ECAA-41B5-A8BA-51D57133AD4A}"/>
              </a:ext>
            </a:extLst>
          </p:cNvPr>
          <p:cNvSpPr>
            <a:spLocks xmlns:a="http://schemas.openxmlformats.org/drawingml/2006/main" noGrp="1"/>
          </p:cNvSpPr>
          <p:nvPr/>
        </p:nvSpPr>
        <p:spPr>
          <a:xfrm xmlns:a="http://schemas.openxmlformats.org/drawingml/2006/main" rot="0">
            <a:off x="2324100" y="4495800"/>
            <a:ext cx="647700" cy="647700"/>
          </a:xfrm>
          <a:prstGeom xmlns:a="http://schemas.openxmlformats.org/drawingml/2006/main" prst="rect">
            <a:avLst/>
          </a:prstGeom>
          <a:solidFill xmlns:a="http://schemas.openxmlformats.org/drawingml/2006/main">
            <a:srgbClr val="E0F0FE"/>
          </a:solidFill>
          <a:ln xmlns:a="http://schemas.openxmlformats.org/drawingml/2006/main" w="0">
            <a:solidFill>
              <a:srgbClr val="E0F0FE"/>
            </a:solidFill>
            <a:prstDash val="solid"/>
          </a:ln>
        </p:spPr>
      </p:sp>
      <p:sp>
        <p:nvSpPr>
          <p:cNvPr id="58" name="">
            <a:extLst xmlns:a="http://schemas.openxmlformats.org/drawingml/2006/main">
              <a:ext uri="{FF2B5EF4-FFF2-40B4-BE49-F238E27FC236}">
                <a16:creationId xmlns:a16="http://schemas.microsoft.com/office/drawing/2014/main" id="{80BC44E5-9D6B-4134-9191-6790716B18E7}"/>
              </a:ext>
            </a:extLst>
          </p:cNvPr>
          <p:cNvSpPr>
            <a:spLocks xmlns:a="http://schemas.openxmlformats.org/drawingml/2006/main" noGrp="1"/>
          </p:cNvSpPr>
          <p:nvPr/>
        </p:nvSpPr>
        <p:spPr>
          <a:xfrm xmlns:a="http://schemas.openxmlformats.org/drawingml/2006/main">
            <a:off x="2324100" y="4495800"/>
            <a:ext cx="647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125" b="1">
                <a:solidFill>
                  <a:srgbClr val="191919"/>
                </a:solidFill>
                <a:latin typeface="Menlo"/>
                <a:ea typeface="Menlo"/>
                <a:cs typeface="Menlo"/>
              </a:defRPr>
            </a:pPr>
            <a:r>
              <a:rPr sz="1125" b="1">
                <a:solidFill>
                  <a:srgbClr val="191919"/>
                </a:solidFill>
                <a:latin typeface="Menlo"/>
                <a:ea typeface="Menlo"/>
                <a:cs typeface="Menlo"/>
              </a:rPr>
              <a:t>0.1</a:t>
            </a:r>
          </a:p>
        </p:txBody>
      </p:sp>
      <p:sp>
        <p:nvSpPr>
          <p:cNvPr id="59" name="">
            <a:extLst xmlns:a="http://schemas.openxmlformats.org/drawingml/2006/main">
              <a:ext uri="{FF2B5EF4-FFF2-40B4-BE49-F238E27FC236}">
                <a16:creationId xmlns:a16="http://schemas.microsoft.com/office/drawing/2014/main" id="{F92AF520-04B1-4968-83BE-25136EBE8B4B}"/>
              </a:ext>
            </a:extLst>
          </p:cNvPr>
          <p:cNvSpPr>
            <a:spLocks xmlns:a="http://schemas.openxmlformats.org/drawingml/2006/main" noGrp="1"/>
          </p:cNvSpPr>
          <p:nvPr/>
        </p:nvSpPr>
        <p:spPr>
          <a:xfrm xmlns:a="http://schemas.openxmlformats.org/drawingml/2006/main" rot="0">
            <a:off x="3009900" y="4495800"/>
            <a:ext cx="647700" cy="647700"/>
          </a:xfrm>
          <a:prstGeom xmlns:a="http://schemas.openxmlformats.org/drawingml/2006/main" prst="rect">
            <a:avLst/>
          </a:prstGeom>
          <a:solidFill xmlns:a="http://schemas.openxmlformats.org/drawingml/2006/main">
            <a:srgbClr val="A9C6F8"/>
          </a:solidFill>
          <a:ln xmlns:a="http://schemas.openxmlformats.org/drawingml/2006/main" w="0">
            <a:solidFill>
              <a:srgbClr val="A9C6F8"/>
            </a:solidFill>
            <a:prstDash val="solid"/>
          </a:ln>
        </p:spPr>
      </p:sp>
      <p:sp>
        <p:nvSpPr>
          <p:cNvPr id="60" name="">
            <a:extLst xmlns:a="http://schemas.openxmlformats.org/drawingml/2006/main">
              <a:ext uri="{FF2B5EF4-FFF2-40B4-BE49-F238E27FC236}">
                <a16:creationId xmlns:a16="http://schemas.microsoft.com/office/drawing/2014/main" id="{60C13D3D-9DF8-41AC-B9BF-BA46C358EB22}"/>
              </a:ext>
            </a:extLst>
          </p:cNvPr>
          <p:cNvSpPr>
            <a:spLocks xmlns:a="http://schemas.openxmlformats.org/drawingml/2006/main" noGrp="1"/>
          </p:cNvSpPr>
          <p:nvPr/>
        </p:nvSpPr>
        <p:spPr>
          <a:xfrm xmlns:a="http://schemas.openxmlformats.org/drawingml/2006/main">
            <a:off x="3009900" y="4495800"/>
            <a:ext cx="647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125" b="1">
                <a:solidFill>
                  <a:srgbClr val="191919"/>
                </a:solidFill>
                <a:latin typeface="Menlo"/>
                <a:ea typeface="Menlo"/>
                <a:cs typeface="Menlo"/>
              </a:defRPr>
            </a:pPr>
            <a:r>
              <a:rPr sz="1125" b="1">
                <a:solidFill>
                  <a:srgbClr val="191919"/>
                </a:solidFill>
                <a:latin typeface="Menlo"/>
                <a:ea typeface="Menlo"/>
                <a:cs typeface="Menlo"/>
              </a:rPr>
              <a:t>0.3</a:t>
            </a:r>
          </a:p>
        </p:txBody>
      </p:sp>
      <p:sp>
        <p:nvSpPr>
          <p:cNvPr id="61" name="">
            <a:extLst xmlns:a="http://schemas.openxmlformats.org/drawingml/2006/main">
              <a:ext uri="{FF2B5EF4-FFF2-40B4-BE49-F238E27FC236}">
                <a16:creationId xmlns:a16="http://schemas.microsoft.com/office/drawing/2014/main" id="{D39BBBA7-A203-451C-A827-5E0A538667C6}"/>
              </a:ext>
            </a:extLst>
          </p:cNvPr>
          <p:cNvSpPr>
            <a:spLocks xmlns:a="http://schemas.openxmlformats.org/drawingml/2006/main" noGrp="1"/>
          </p:cNvSpPr>
          <p:nvPr/>
        </p:nvSpPr>
        <p:spPr>
          <a:xfrm xmlns:a="http://schemas.openxmlformats.org/drawingml/2006/main" rot="0">
            <a:off x="3695700" y="4495800"/>
            <a:ext cx="647700" cy="64770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62" name="">
            <a:extLst xmlns:a="http://schemas.openxmlformats.org/drawingml/2006/main">
              <a:ext uri="{FF2B5EF4-FFF2-40B4-BE49-F238E27FC236}">
                <a16:creationId xmlns:a16="http://schemas.microsoft.com/office/drawing/2014/main" id="{D9D01323-7521-4C80-9581-4938ACD8FECB}"/>
              </a:ext>
            </a:extLst>
          </p:cNvPr>
          <p:cNvSpPr>
            <a:spLocks xmlns:a="http://schemas.openxmlformats.org/drawingml/2006/main" noGrp="1"/>
          </p:cNvSpPr>
          <p:nvPr/>
        </p:nvSpPr>
        <p:spPr>
          <a:xfrm xmlns:a="http://schemas.openxmlformats.org/drawingml/2006/main">
            <a:off x="3695700" y="4495800"/>
            <a:ext cx="647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125" b="1">
                <a:solidFill>
                  <a:srgbClr val="FFFFFF"/>
                </a:solidFill>
                <a:latin typeface="Menlo"/>
                <a:ea typeface="Menlo"/>
                <a:cs typeface="Menlo"/>
              </a:defRPr>
            </a:pPr>
            <a:r>
              <a:rPr sz="1125" b="1">
                <a:solidFill>
                  <a:srgbClr val="FFFFFF"/>
                </a:solidFill>
                <a:latin typeface="Menlo"/>
                <a:ea typeface="Menlo"/>
                <a:cs typeface="Menlo"/>
              </a:rPr>
              <a:t>0.5</a:t>
            </a:r>
          </a:p>
        </p:txBody>
      </p:sp>
      <p:sp>
        <p:nvSpPr>
          <p:cNvPr id="63" name="">
            <a:extLst xmlns:a="http://schemas.openxmlformats.org/drawingml/2006/main">
              <a:ext uri="{FF2B5EF4-FFF2-40B4-BE49-F238E27FC236}">
                <a16:creationId xmlns:a16="http://schemas.microsoft.com/office/drawing/2014/main" id="{5E5E8801-FE01-4A1F-A04F-6BC13E636B69}"/>
              </a:ext>
            </a:extLst>
          </p:cNvPr>
          <p:cNvSpPr>
            <a:spLocks xmlns:a="http://schemas.openxmlformats.org/drawingml/2006/main" noGrp="1"/>
          </p:cNvSpPr>
          <p:nvPr/>
        </p:nvSpPr>
        <p:spPr>
          <a:xfrm xmlns:a="http://schemas.openxmlformats.org/drawingml/2006/main" rot="0">
            <a:off x="4381500" y="4495800"/>
            <a:ext cx="647700" cy="64770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64" name="">
            <a:extLst xmlns:a="http://schemas.openxmlformats.org/drawingml/2006/main">
              <a:ext uri="{FF2B5EF4-FFF2-40B4-BE49-F238E27FC236}">
                <a16:creationId xmlns:a16="http://schemas.microsoft.com/office/drawing/2014/main" id="{587AE102-1E8F-410A-996C-190751F04FBE}"/>
              </a:ext>
            </a:extLst>
          </p:cNvPr>
          <p:cNvSpPr>
            <a:spLocks xmlns:a="http://schemas.openxmlformats.org/drawingml/2006/main" noGrp="1"/>
          </p:cNvSpPr>
          <p:nvPr/>
        </p:nvSpPr>
        <p:spPr>
          <a:xfrm xmlns:a="http://schemas.openxmlformats.org/drawingml/2006/main">
            <a:off x="4381500" y="4495800"/>
            <a:ext cx="647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125" b="1">
                <a:solidFill>
                  <a:srgbClr val="FFFFFF"/>
                </a:solidFill>
                <a:latin typeface="Menlo"/>
                <a:ea typeface="Menlo"/>
                <a:cs typeface="Menlo"/>
              </a:defRPr>
            </a:pPr>
            <a:r>
              <a:rPr sz="1125" b="1">
                <a:solidFill>
                  <a:srgbClr val="FFFFFF"/>
                </a:solidFill>
                <a:latin typeface="Menlo"/>
                <a:ea typeface="Menlo"/>
                <a:cs typeface="Menlo"/>
              </a:rPr>
              <a:t>0.7</a:t>
            </a:r>
          </a:p>
        </p:txBody>
      </p:sp>
      <p:sp>
        <p:nvSpPr>
          <p:cNvPr id="65" name="">
            <a:extLst xmlns:a="http://schemas.openxmlformats.org/drawingml/2006/main">
              <a:ext uri="{FF2B5EF4-FFF2-40B4-BE49-F238E27FC236}">
                <a16:creationId xmlns:a16="http://schemas.microsoft.com/office/drawing/2014/main" id="{E871D4DF-B8FD-4EE4-9AC7-F0FC15FAEEC5}"/>
              </a:ext>
            </a:extLst>
          </p:cNvPr>
          <p:cNvSpPr>
            <a:spLocks xmlns:a="http://schemas.openxmlformats.org/drawingml/2006/main" noGrp="1"/>
          </p:cNvSpPr>
          <p:nvPr/>
        </p:nvSpPr>
        <p:spPr>
          <a:xfrm xmlns:a="http://schemas.openxmlformats.org/drawingml/2006/main" rot="0">
            <a:off x="5067300" y="4495800"/>
            <a:ext cx="647700" cy="647700"/>
          </a:xfrm>
          <a:prstGeom xmlns:a="http://schemas.openxmlformats.org/drawingml/2006/main" prst="rect">
            <a:avLst/>
          </a:prstGeom>
          <a:solidFill xmlns:a="http://schemas.openxmlformats.org/drawingml/2006/main">
            <a:srgbClr val="2563EB"/>
          </a:solidFill>
          <a:ln xmlns:a="http://schemas.openxmlformats.org/drawingml/2006/main" w="0">
            <a:solidFill>
              <a:srgbClr val="2563EB"/>
            </a:solidFill>
            <a:prstDash val="solid"/>
          </a:ln>
        </p:spPr>
      </p:sp>
      <p:sp>
        <p:nvSpPr>
          <p:cNvPr id="66" name="">
            <a:extLst xmlns:a="http://schemas.openxmlformats.org/drawingml/2006/main">
              <a:ext uri="{FF2B5EF4-FFF2-40B4-BE49-F238E27FC236}">
                <a16:creationId xmlns:a16="http://schemas.microsoft.com/office/drawing/2014/main" id="{FAE8350D-C732-4826-B833-9D2945B134CA}"/>
              </a:ext>
            </a:extLst>
          </p:cNvPr>
          <p:cNvSpPr>
            <a:spLocks xmlns:a="http://schemas.openxmlformats.org/drawingml/2006/main" noGrp="1"/>
          </p:cNvSpPr>
          <p:nvPr/>
        </p:nvSpPr>
        <p:spPr>
          <a:xfrm xmlns:a="http://schemas.openxmlformats.org/drawingml/2006/main">
            <a:off x="5067300" y="4495800"/>
            <a:ext cx="647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125" b="1">
                <a:solidFill>
                  <a:srgbClr val="FFFFFF"/>
                </a:solidFill>
                <a:latin typeface="Menlo"/>
                <a:ea typeface="Menlo"/>
                <a:cs typeface="Menlo"/>
              </a:defRPr>
            </a:pPr>
            <a:r>
              <a:rPr sz="1125" b="1">
                <a:solidFill>
                  <a:srgbClr val="FFFFFF"/>
                </a:solidFill>
                <a:latin typeface="Menlo"/>
                <a:ea typeface="Menlo"/>
                <a:cs typeface="Menlo"/>
              </a:rPr>
              <a:t>0.9</a:t>
            </a:r>
          </a:p>
        </p:txBody>
      </p:sp>
      <p:sp>
        <p:nvSpPr>
          <p:cNvPr id="67" name="">
            <a:extLst xmlns:a="http://schemas.openxmlformats.org/drawingml/2006/main">
              <a:ext uri="{FF2B5EF4-FFF2-40B4-BE49-F238E27FC236}">
                <a16:creationId xmlns:a16="http://schemas.microsoft.com/office/drawing/2014/main" id="{C9DDC99F-93A3-4E41-B969-549450DFFE23}"/>
              </a:ext>
            </a:extLst>
          </p:cNvPr>
          <p:cNvSpPr>
            <a:spLocks xmlns:a="http://schemas.openxmlformats.org/drawingml/2006/main" noGrp="1"/>
          </p:cNvSpPr>
          <p:nvPr/>
        </p:nvSpPr>
        <p:spPr>
          <a:xfrm xmlns:a="http://schemas.openxmlformats.org/drawingml/2006/main">
            <a:off x="7734300" y="2000250"/>
            <a:ext cx="3390900" cy="2057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25000"/>
              </a:lnSpc>
              <a:buNone/>
              <a:defRPr sz="1800" b="1">
                <a:solidFill>
                  <a:srgbClr val="191919"/>
                </a:solidFill>
                <a:latin typeface="AppleGothic"/>
                <a:ea typeface="AppleGothic"/>
                <a:cs typeface="AppleGothic"/>
              </a:defRPr>
            </a:pPr>
            <a:r>
              <a:rPr sz="1800" b="1">
                <a:solidFill>
                  <a:srgbClr val="191919"/>
                </a:solidFill>
                <a:latin typeface="AppleGothic"/>
                <a:ea typeface="AppleGothic"/>
                <a:cs typeface="AppleGothic"/>
              </a:rPr>
              <a:t>색의 강도 =</a:t>
            </a:r>
          </a:p>
          <a:p xmlns:a="http://schemas.openxmlformats.org/drawingml/2006/main">
            <a:pPr algn="l">
              <a:lnSpc>
                <a:spcPct val="125000"/>
              </a:lnSpc>
              <a:buNone/>
              <a:defRPr sz="1800" b="1">
                <a:solidFill>
                  <a:srgbClr val="191919"/>
                </a:solidFill>
                <a:latin typeface="AppleGothic"/>
                <a:ea typeface="AppleGothic"/>
                <a:cs typeface="AppleGothic"/>
              </a:defRPr>
            </a:pPr>
            <a:r>
              <a:rPr sz="1800" b="1">
                <a:solidFill>
                  <a:srgbClr val="191919"/>
                </a:solidFill>
                <a:latin typeface="AppleGothic"/>
                <a:ea typeface="AppleGothic"/>
                <a:cs typeface="AppleGothic"/>
              </a:rPr>
              <a:t>해석에 기여한 관계 가중치</a:t>
            </a:r>
          </a:p>
        </p:txBody>
      </p:sp>
      <p:sp>
        <p:nvSpPr>
          <p:cNvPr id="68" name="">
            <a:extLst xmlns:a="http://schemas.openxmlformats.org/drawingml/2006/main">
              <a:ext uri="{FF2B5EF4-FFF2-40B4-BE49-F238E27FC236}">
                <a16:creationId xmlns:a16="http://schemas.microsoft.com/office/drawing/2014/main" id="{3960C828-1E2A-44CC-B3A6-8A446E37B421}"/>
              </a:ext>
            </a:extLst>
          </p:cNvPr>
          <p:cNvSpPr>
            <a:spLocks xmlns:a="http://schemas.openxmlformats.org/drawingml/2006/main" noGrp="1"/>
          </p:cNvSpPr>
          <p:nvPr/>
        </p:nvSpPr>
        <p:spPr>
          <a:xfrm xmlns:a="http://schemas.openxmlformats.org/drawingml/2006/main">
            <a:off x="7734300" y="4495800"/>
            <a:ext cx="33909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25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가중치는 설명용 예시이며 실제 모델의 자기 주의(attention) 값이 아님</a:t>
            </a:r>
          </a:p>
        </p:txBody>
      </p:sp>
    </p:spTree>
    <p:extLst>
      <p:ext uri="{BB962C8B-B14F-4D97-AF65-F5344CB8AC3E}">
        <p14:creationId xmlns:p14="http://schemas.microsoft.com/office/powerpoint/2010/main" val="609796071"/>
      </p:ext>
    </p:extLst>
  </p:cSld>
</p:sld>
</file>

<file path=ppt/slides/slide27.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FAB0D908-7258-4899-AEFF-FAE3C38C51A8}"/>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FOUNDATION</a:t>
            </a:r>
          </a:p>
        </p:txBody>
      </p:sp>
      <p:sp>
        <p:nvSpPr>
          <p:cNvPr id="2" name="">
            <a:extLst xmlns:a="http://schemas.openxmlformats.org/drawingml/2006/main">
              <a:ext uri="{FF2B5EF4-FFF2-40B4-BE49-F238E27FC236}">
                <a16:creationId xmlns:a16="http://schemas.microsoft.com/office/drawing/2014/main" id="{E2719C1D-C45F-43D0-B9E5-1A9D679221C4}"/>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27</a:t>
            </a:r>
          </a:p>
        </p:txBody>
      </p:sp>
      <p:sp>
        <p:nvSpPr>
          <p:cNvPr id="3" name="">
            <a:extLst xmlns:a="http://schemas.openxmlformats.org/drawingml/2006/main">
              <a:ext uri="{FF2B5EF4-FFF2-40B4-BE49-F238E27FC236}">
                <a16:creationId xmlns:a16="http://schemas.microsoft.com/office/drawing/2014/main" id="{83C26A74-EFB1-4DAA-83F3-39A3A2DD84A3}"/>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97F9B82C-B8A4-4FD2-8777-C9C8CA86152C}"/>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8A10C269-FC9F-47C4-BC45-F7BF7169B2B6}"/>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6BCD9DE4-7E4D-4F3A-B497-941217336E3E}"/>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트랜스포머의 관계 계산 구조</a:t>
            </a:r>
          </a:p>
        </p:txBody>
      </p:sp>
      <p:sp>
        <p:nvSpPr>
          <p:cNvPr id="7" name="">
            <a:extLst xmlns:a="http://schemas.openxmlformats.org/drawingml/2006/main">
              <a:ext uri="{FF2B5EF4-FFF2-40B4-BE49-F238E27FC236}">
                <a16:creationId xmlns:a16="http://schemas.microsoft.com/office/drawing/2014/main" id="{5BD4A21C-349C-40F2-A16F-F862ADD778CF}"/>
              </a:ext>
            </a:extLst>
          </p:cNvPr>
          <p:cNvSpPr>
            <a:spLocks xmlns:a="http://schemas.openxmlformats.org/drawingml/2006/main" noGrp="1"/>
          </p:cNvSpPr>
          <p:nvPr/>
        </p:nvSpPr>
        <p:spPr>
          <a:xfrm xmlns:a="http://schemas.openxmlformats.org/drawingml/2006/main" rot="0">
            <a:off x="609600" y="2381250"/>
            <a:ext cx="2026920" cy="1181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8" name="">
            <a:extLst xmlns:a="http://schemas.openxmlformats.org/drawingml/2006/main">
              <a:ext uri="{FF2B5EF4-FFF2-40B4-BE49-F238E27FC236}">
                <a16:creationId xmlns:a16="http://schemas.microsoft.com/office/drawing/2014/main" id="{E488E92C-26EB-432A-9172-777E6A28D97C}"/>
              </a:ext>
            </a:extLst>
          </p:cNvPr>
          <p:cNvSpPr>
            <a:spLocks xmlns:a="http://schemas.openxmlformats.org/drawingml/2006/main" noGrp="1"/>
          </p:cNvSpPr>
          <p:nvPr/>
        </p:nvSpPr>
        <p:spPr>
          <a:xfrm xmlns:a="http://schemas.openxmlformats.org/drawingml/2006/main">
            <a:off x="74295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191919"/>
                </a:solidFill>
                <a:latin typeface="AppleGothic"/>
                <a:ea typeface="AppleGothic"/>
                <a:cs typeface="AppleGothic"/>
              </a:defRPr>
            </a:pPr>
            <a:r>
              <a:rPr sz="1650" b="1">
                <a:solidFill>
                  <a:srgbClr val="191919"/>
                </a:solidFill>
                <a:latin typeface="AppleGothic"/>
                <a:ea typeface="AppleGothic"/>
                <a:cs typeface="AppleGothic"/>
              </a:rPr>
              <a:t>토큰</a:t>
            </a:r>
          </a:p>
        </p:txBody>
      </p:sp>
      <p:sp>
        <p:nvSpPr>
          <p:cNvPr id="9" name="">
            <a:extLst xmlns:a="http://schemas.openxmlformats.org/drawingml/2006/main">
              <a:ext uri="{FF2B5EF4-FFF2-40B4-BE49-F238E27FC236}">
                <a16:creationId xmlns:a16="http://schemas.microsoft.com/office/drawing/2014/main" id="{BF019C55-CCA4-4402-9B58-E4CEC5F22B5D}"/>
              </a:ext>
            </a:extLst>
          </p:cNvPr>
          <p:cNvSpPr>
            <a:spLocks xmlns:a="http://schemas.openxmlformats.org/drawingml/2006/main" noGrp="1"/>
          </p:cNvSpPr>
          <p:nvPr/>
        </p:nvSpPr>
        <p:spPr>
          <a:xfrm xmlns:a="http://schemas.openxmlformats.org/drawingml/2006/main">
            <a:off x="74295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667085"/>
                </a:solidFill>
                <a:latin typeface="AppleGothic"/>
                <a:ea typeface="AppleGothic"/>
                <a:cs typeface="AppleGothic"/>
              </a:defRPr>
            </a:pPr>
            <a:r>
              <a:rPr sz="1200" b="0">
                <a:solidFill>
                  <a:srgbClr val="667085"/>
                </a:solidFill>
                <a:latin typeface="AppleGothic"/>
                <a:ea typeface="AppleGothic"/>
                <a:cs typeface="AppleGothic"/>
              </a:rPr>
              <a:t>입력 위치</a:t>
            </a:r>
          </a:p>
        </p:txBody>
      </p:sp>
      <p:sp>
        <p:nvSpPr>
          <p:cNvPr id="10" name="">
            <a:extLst xmlns:a="http://schemas.openxmlformats.org/drawingml/2006/main">
              <a:ext uri="{FF2B5EF4-FFF2-40B4-BE49-F238E27FC236}">
                <a16:creationId xmlns:a16="http://schemas.microsoft.com/office/drawing/2014/main" id="{160B4850-1B97-4383-922D-DC7923F712B8}"/>
              </a:ext>
            </a:extLst>
          </p:cNvPr>
          <p:cNvSpPr>
            <a:spLocks xmlns:a="http://schemas.openxmlformats.org/drawingml/2006/main" noGrp="1"/>
          </p:cNvSpPr>
          <p:nvPr/>
        </p:nvSpPr>
        <p:spPr>
          <a:xfrm xmlns:a="http://schemas.openxmlformats.org/drawingml/2006/main">
            <a:off x="2636520" y="2781300"/>
            <a:ext cx="209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667085"/>
                </a:solidFill>
                <a:latin typeface="Menlo"/>
                <a:ea typeface="Menlo"/>
                <a:cs typeface="Menlo"/>
              </a:defRPr>
            </a:pPr>
            <a:r>
              <a:rPr sz="1500" b="1">
                <a:solidFill>
                  <a:srgbClr val="667085"/>
                </a:solidFill>
                <a:latin typeface="Menlo"/>
                <a:ea typeface="Menlo"/>
                <a:cs typeface="Menlo"/>
              </a:rPr>
              <a:t>→</a:t>
            </a:r>
          </a:p>
        </p:txBody>
      </p:sp>
      <p:sp>
        <p:nvSpPr>
          <p:cNvPr id="11" name="">
            <a:extLst xmlns:a="http://schemas.openxmlformats.org/drawingml/2006/main">
              <a:ext uri="{FF2B5EF4-FFF2-40B4-BE49-F238E27FC236}">
                <a16:creationId xmlns:a16="http://schemas.microsoft.com/office/drawing/2014/main" id="{EBD49998-7718-4045-91CD-B275605612EA}"/>
              </a:ext>
            </a:extLst>
          </p:cNvPr>
          <p:cNvSpPr>
            <a:spLocks xmlns:a="http://schemas.openxmlformats.org/drawingml/2006/main" noGrp="1"/>
          </p:cNvSpPr>
          <p:nvPr/>
        </p:nvSpPr>
        <p:spPr>
          <a:xfrm xmlns:a="http://schemas.openxmlformats.org/drawingml/2006/main" rot="0">
            <a:off x="2846070" y="2381250"/>
            <a:ext cx="2026920" cy="1181100"/>
          </a:xfrm>
          <a:prstGeom xmlns:a="http://schemas.openxmlformats.org/drawingml/2006/main" prst="rect">
            <a:avLst/>
          </a:prstGeom>
          <a:solidFill xmlns:a="http://schemas.openxmlformats.org/drawingml/2006/main">
            <a:srgbClr val="2563EB"/>
          </a:solidFill>
          <a:ln xmlns:a="http://schemas.openxmlformats.org/drawingml/2006/main" w="0">
            <a:solidFill>
              <a:srgbClr val="2563EB"/>
            </a:solidFill>
            <a:prstDash val="solid"/>
          </a:ln>
        </p:spPr>
      </p:sp>
      <p:sp>
        <p:nvSpPr>
          <p:cNvPr id="12" name="">
            <a:extLst xmlns:a="http://schemas.openxmlformats.org/drawingml/2006/main">
              <a:ext uri="{FF2B5EF4-FFF2-40B4-BE49-F238E27FC236}">
                <a16:creationId xmlns:a16="http://schemas.microsoft.com/office/drawing/2014/main" id="{874E5377-E447-417D-8269-648B68889F50}"/>
              </a:ext>
            </a:extLst>
          </p:cNvPr>
          <p:cNvSpPr>
            <a:spLocks xmlns:a="http://schemas.openxmlformats.org/drawingml/2006/main" noGrp="1"/>
          </p:cNvSpPr>
          <p:nvPr/>
        </p:nvSpPr>
        <p:spPr>
          <a:xfrm xmlns:a="http://schemas.openxmlformats.org/drawingml/2006/main">
            <a:off x="297942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Q · K · V</a:t>
            </a:r>
          </a:p>
        </p:txBody>
      </p:sp>
      <p:sp>
        <p:nvSpPr>
          <p:cNvPr id="13" name="">
            <a:extLst xmlns:a="http://schemas.openxmlformats.org/drawingml/2006/main">
              <a:ext uri="{FF2B5EF4-FFF2-40B4-BE49-F238E27FC236}">
                <a16:creationId xmlns:a16="http://schemas.microsoft.com/office/drawing/2014/main" id="{90479DA1-40D3-49A1-BD3B-9BEB06E98FA7}"/>
              </a:ext>
            </a:extLst>
          </p:cNvPr>
          <p:cNvSpPr>
            <a:spLocks xmlns:a="http://schemas.openxmlformats.org/drawingml/2006/main" noGrp="1"/>
          </p:cNvSpPr>
          <p:nvPr/>
        </p:nvSpPr>
        <p:spPr>
          <a:xfrm xmlns:a="http://schemas.openxmlformats.org/drawingml/2006/main">
            <a:off x="297942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관계 표현</a:t>
            </a:r>
          </a:p>
        </p:txBody>
      </p:sp>
      <p:sp>
        <p:nvSpPr>
          <p:cNvPr id="14" name="">
            <a:extLst xmlns:a="http://schemas.openxmlformats.org/drawingml/2006/main">
              <a:ext uri="{FF2B5EF4-FFF2-40B4-BE49-F238E27FC236}">
                <a16:creationId xmlns:a16="http://schemas.microsoft.com/office/drawing/2014/main" id="{005D7622-131B-4CEA-83F8-6B635FFAF1B1}"/>
              </a:ext>
            </a:extLst>
          </p:cNvPr>
          <p:cNvSpPr>
            <a:spLocks xmlns:a="http://schemas.openxmlformats.org/drawingml/2006/main" noGrp="1"/>
          </p:cNvSpPr>
          <p:nvPr/>
        </p:nvSpPr>
        <p:spPr>
          <a:xfrm xmlns:a="http://schemas.openxmlformats.org/drawingml/2006/main">
            <a:off x="4872990" y="2781300"/>
            <a:ext cx="209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667085"/>
                </a:solidFill>
                <a:latin typeface="Menlo"/>
                <a:ea typeface="Menlo"/>
                <a:cs typeface="Menlo"/>
              </a:defRPr>
            </a:pPr>
            <a:r>
              <a:rPr sz="1500" b="1">
                <a:solidFill>
                  <a:srgbClr val="667085"/>
                </a:solidFill>
                <a:latin typeface="Menlo"/>
                <a:ea typeface="Menlo"/>
                <a:cs typeface="Menlo"/>
              </a:rPr>
              <a:t>→</a:t>
            </a:r>
          </a:p>
        </p:txBody>
      </p:sp>
      <p:sp>
        <p:nvSpPr>
          <p:cNvPr id="15" name="">
            <a:extLst xmlns:a="http://schemas.openxmlformats.org/drawingml/2006/main">
              <a:ext uri="{FF2B5EF4-FFF2-40B4-BE49-F238E27FC236}">
                <a16:creationId xmlns:a16="http://schemas.microsoft.com/office/drawing/2014/main" id="{CABE61F4-944D-4F7E-91C1-5A99778AA69C}"/>
              </a:ext>
            </a:extLst>
          </p:cNvPr>
          <p:cNvSpPr>
            <a:spLocks xmlns:a="http://schemas.openxmlformats.org/drawingml/2006/main" noGrp="1"/>
          </p:cNvSpPr>
          <p:nvPr/>
        </p:nvSpPr>
        <p:spPr>
          <a:xfrm xmlns:a="http://schemas.openxmlformats.org/drawingml/2006/main" rot="0">
            <a:off x="5082540" y="2381250"/>
            <a:ext cx="2026920" cy="1181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6" name="">
            <a:extLst xmlns:a="http://schemas.openxmlformats.org/drawingml/2006/main">
              <a:ext uri="{FF2B5EF4-FFF2-40B4-BE49-F238E27FC236}">
                <a16:creationId xmlns:a16="http://schemas.microsoft.com/office/drawing/2014/main" id="{CFE3ED74-406C-442E-BD5B-26E7487DDDBD}"/>
              </a:ext>
            </a:extLst>
          </p:cNvPr>
          <p:cNvSpPr>
            <a:spLocks xmlns:a="http://schemas.openxmlformats.org/drawingml/2006/main" noGrp="1"/>
          </p:cNvSpPr>
          <p:nvPr/>
        </p:nvSpPr>
        <p:spPr>
          <a:xfrm xmlns:a="http://schemas.openxmlformats.org/drawingml/2006/main">
            <a:off x="521589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191919"/>
                </a:solidFill>
                <a:latin typeface="AppleGothic"/>
                <a:ea typeface="AppleGothic"/>
                <a:cs typeface="AppleGothic"/>
              </a:defRPr>
            </a:pPr>
            <a:r>
              <a:rPr sz="1650" b="1">
                <a:solidFill>
                  <a:srgbClr val="191919"/>
                </a:solidFill>
                <a:latin typeface="AppleGothic"/>
                <a:ea typeface="AppleGothic"/>
                <a:cs typeface="AppleGothic"/>
              </a:rPr>
              <a:t>자기 주의</a:t>
            </a:r>
          </a:p>
        </p:txBody>
      </p:sp>
      <p:sp>
        <p:nvSpPr>
          <p:cNvPr id="17" name="">
            <a:extLst xmlns:a="http://schemas.openxmlformats.org/drawingml/2006/main">
              <a:ext uri="{FF2B5EF4-FFF2-40B4-BE49-F238E27FC236}">
                <a16:creationId xmlns:a16="http://schemas.microsoft.com/office/drawing/2014/main" id="{86A9B9E5-5D4C-42EA-AE22-2F833AC2473B}"/>
              </a:ext>
            </a:extLst>
          </p:cNvPr>
          <p:cNvSpPr>
            <a:spLocks xmlns:a="http://schemas.openxmlformats.org/drawingml/2006/main" noGrp="1"/>
          </p:cNvSpPr>
          <p:nvPr/>
        </p:nvSpPr>
        <p:spPr>
          <a:xfrm xmlns:a="http://schemas.openxmlformats.org/drawingml/2006/main">
            <a:off x="521589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667085"/>
                </a:solidFill>
                <a:latin typeface="AppleGothic"/>
                <a:ea typeface="AppleGothic"/>
                <a:cs typeface="AppleGothic"/>
              </a:defRPr>
            </a:pPr>
            <a:r>
              <a:rPr sz="1200" b="0">
                <a:solidFill>
                  <a:srgbClr val="667085"/>
                </a:solidFill>
                <a:latin typeface="AppleGothic"/>
                <a:ea typeface="AppleGothic"/>
                <a:cs typeface="AppleGothic"/>
              </a:rPr>
              <a:t>관계 가중 합</a:t>
            </a:r>
          </a:p>
        </p:txBody>
      </p:sp>
      <p:sp>
        <p:nvSpPr>
          <p:cNvPr id="18" name="">
            <a:extLst xmlns:a="http://schemas.openxmlformats.org/drawingml/2006/main">
              <a:ext uri="{FF2B5EF4-FFF2-40B4-BE49-F238E27FC236}">
                <a16:creationId xmlns:a16="http://schemas.microsoft.com/office/drawing/2014/main" id="{17C4AFA8-B6BD-4CAF-A1C4-7B9D7CA38D40}"/>
              </a:ext>
            </a:extLst>
          </p:cNvPr>
          <p:cNvSpPr>
            <a:spLocks xmlns:a="http://schemas.openxmlformats.org/drawingml/2006/main" noGrp="1"/>
          </p:cNvSpPr>
          <p:nvPr/>
        </p:nvSpPr>
        <p:spPr>
          <a:xfrm xmlns:a="http://schemas.openxmlformats.org/drawingml/2006/main">
            <a:off x="7109460" y="2781300"/>
            <a:ext cx="209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667085"/>
                </a:solidFill>
                <a:latin typeface="Menlo"/>
                <a:ea typeface="Menlo"/>
                <a:cs typeface="Menlo"/>
              </a:defRPr>
            </a:pPr>
            <a:r>
              <a:rPr sz="1500" b="1">
                <a:solidFill>
                  <a:srgbClr val="667085"/>
                </a:solidFill>
                <a:latin typeface="Menlo"/>
                <a:ea typeface="Menlo"/>
                <a:cs typeface="Menlo"/>
              </a:rPr>
              <a:t>→</a:t>
            </a:r>
          </a:p>
        </p:txBody>
      </p:sp>
      <p:sp>
        <p:nvSpPr>
          <p:cNvPr id="19" name="">
            <a:extLst xmlns:a="http://schemas.openxmlformats.org/drawingml/2006/main">
              <a:ext uri="{FF2B5EF4-FFF2-40B4-BE49-F238E27FC236}">
                <a16:creationId xmlns:a16="http://schemas.microsoft.com/office/drawing/2014/main" id="{8519EB80-2891-497C-9B65-322B82E556C4}"/>
              </a:ext>
            </a:extLst>
          </p:cNvPr>
          <p:cNvSpPr>
            <a:spLocks xmlns:a="http://schemas.openxmlformats.org/drawingml/2006/main" noGrp="1"/>
          </p:cNvSpPr>
          <p:nvPr/>
        </p:nvSpPr>
        <p:spPr>
          <a:xfrm xmlns:a="http://schemas.openxmlformats.org/drawingml/2006/main" rot="0">
            <a:off x="7319010" y="2381250"/>
            <a:ext cx="2026920" cy="1181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20" name="">
            <a:extLst xmlns:a="http://schemas.openxmlformats.org/drawingml/2006/main">
              <a:ext uri="{FF2B5EF4-FFF2-40B4-BE49-F238E27FC236}">
                <a16:creationId xmlns:a16="http://schemas.microsoft.com/office/drawing/2014/main" id="{D9371EF5-C927-4C0E-8A27-2E56D5CC7BE0}"/>
              </a:ext>
            </a:extLst>
          </p:cNvPr>
          <p:cNvSpPr>
            <a:spLocks xmlns:a="http://schemas.openxmlformats.org/drawingml/2006/main" noGrp="1"/>
          </p:cNvSpPr>
          <p:nvPr/>
        </p:nvSpPr>
        <p:spPr>
          <a:xfrm xmlns:a="http://schemas.openxmlformats.org/drawingml/2006/main">
            <a:off x="745236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191919"/>
                </a:solidFill>
                <a:latin typeface="AppleGothic"/>
                <a:ea typeface="AppleGothic"/>
                <a:cs typeface="AppleGothic"/>
              </a:defRPr>
            </a:pPr>
            <a:r>
              <a:rPr sz="1650" b="1">
                <a:solidFill>
                  <a:srgbClr val="191919"/>
                </a:solidFill>
                <a:latin typeface="AppleGothic"/>
                <a:ea typeface="AppleGothic"/>
                <a:cs typeface="AppleGothic"/>
              </a:rPr>
              <a:t>FFN</a:t>
            </a:r>
          </a:p>
        </p:txBody>
      </p:sp>
      <p:sp>
        <p:nvSpPr>
          <p:cNvPr id="21" name="">
            <a:extLst xmlns:a="http://schemas.openxmlformats.org/drawingml/2006/main">
              <a:ext uri="{FF2B5EF4-FFF2-40B4-BE49-F238E27FC236}">
                <a16:creationId xmlns:a16="http://schemas.microsoft.com/office/drawing/2014/main" id="{7D83238E-36A4-4DAA-8F15-52D4BC34DE7F}"/>
              </a:ext>
            </a:extLst>
          </p:cNvPr>
          <p:cNvSpPr>
            <a:spLocks xmlns:a="http://schemas.openxmlformats.org/drawingml/2006/main" noGrp="1"/>
          </p:cNvSpPr>
          <p:nvPr/>
        </p:nvSpPr>
        <p:spPr>
          <a:xfrm xmlns:a="http://schemas.openxmlformats.org/drawingml/2006/main">
            <a:off x="745236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667085"/>
                </a:solidFill>
                <a:latin typeface="AppleGothic"/>
                <a:ea typeface="AppleGothic"/>
                <a:cs typeface="AppleGothic"/>
              </a:defRPr>
            </a:pPr>
            <a:r>
              <a:rPr sz="1200" b="0">
                <a:solidFill>
                  <a:srgbClr val="667085"/>
                </a:solidFill>
                <a:latin typeface="AppleGothic"/>
                <a:ea typeface="AppleGothic"/>
                <a:cs typeface="AppleGothic"/>
              </a:rPr>
              <a:t>위치별 변환</a:t>
            </a:r>
          </a:p>
        </p:txBody>
      </p:sp>
      <p:sp>
        <p:nvSpPr>
          <p:cNvPr id="22" name="">
            <a:extLst xmlns:a="http://schemas.openxmlformats.org/drawingml/2006/main">
              <a:ext uri="{FF2B5EF4-FFF2-40B4-BE49-F238E27FC236}">
                <a16:creationId xmlns:a16="http://schemas.microsoft.com/office/drawing/2014/main" id="{88E478BF-60B6-4835-AA0A-E38DE42130F3}"/>
              </a:ext>
            </a:extLst>
          </p:cNvPr>
          <p:cNvSpPr>
            <a:spLocks xmlns:a="http://schemas.openxmlformats.org/drawingml/2006/main" noGrp="1"/>
          </p:cNvSpPr>
          <p:nvPr/>
        </p:nvSpPr>
        <p:spPr>
          <a:xfrm xmlns:a="http://schemas.openxmlformats.org/drawingml/2006/main">
            <a:off x="9345930" y="2781300"/>
            <a:ext cx="209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667085"/>
                </a:solidFill>
                <a:latin typeface="Menlo"/>
                <a:ea typeface="Menlo"/>
                <a:cs typeface="Menlo"/>
              </a:defRPr>
            </a:pPr>
            <a:r>
              <a:rPr sz="1500" b="1">
                <a:solidFill>
                  <a:srgbClr val="667085"/>
                </a:solidFill>
                <a:latin typeface="Menlo"/>
                <a:ea typeface="Menlo"/>
                <a:cs typeface="Menlo"/>
              </a:rPr>
              <a:t>→</a:t>
            </a:r>
          </a:p>
        </p:txBody>
      </p:sp>
      <p:sp>
        <p:nvSpPr>
          <p:cNvPr id="23" name="">
            <a:extLst xmlns:a="http://schemas.openxmlformats.org/drawingml/2006/main">
              <a:ext uri="{FF2B5EF4-FFF2-40B4-BE49-F238E27FC236}">
                <a16:creationId xmlns:a16="http://schemas.microsoft.com/office/drawing/2014/main" id="{E655B216-2A0D-4B01-974B-6A19D30DA489}"/>
              </a:ext>
            </a:extLst>
          </p:cNvPr>
          <p:cNvSpPr>
            <a:spLocks xmlns:a="http://schemas.openxmlformats.org/drawingml/2006/main" noGrp="1"/>
          </p:cNvSpPr>
          <p:nvPr/>
        </p:nvSpPr>
        <p:spPr>
          <a:xfrm xmlns:a="http://schemas.openxmlformats.org/drawingml/2006/main" rot="0">
            <a:off x="9555480" y="2381250"/>
            <a:ext cx="2026920" cy="1181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24" name="">
            <a:extLst xmlns:a="http://schemas.openxmlformats.org/drawingml/2006/main">
              <a:ext uri="{FF2B5EF4-FFF2-40B4-BE49-F238E27FC236}">
                <a16:creationId xmlns:a16="http://schemas.microsoft.com/office/drawing/2014/main" id="{BF771704-F9CF-42A4-8248-37281D3B3C5D}"/>
              </a:ext>
            </a:extLst>
          </p:cNvPr>
          <p:cNvSpPr>
            <a:spLocks xmlns:a="http://schemas.openxmlformats.org/drawingml/2006/main" noGrp="1"/>
          </p:cNvSpPr>
          <p:nvPr/>
        </p:nvSpPr>
        <p:spPr>
          <a:xfrm xmlns:a="http://schemas.openxmlformats.org/drawingml/2006/main">
            <a:off x="968883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191919"/>
                </a:solidFill>
                <a:latin typeface="AppleGothic"/>
                <a:ea typeface="AppleGothic"/>
                <a:cs typeface="AppleGothic"/>
              </a:defRPr>
            </a:pPr>
            <a:r>
              <a:rPr sz="1650" b="1">
                <a:solidFill>
                  <a:srgbClr val="191919"/>
                </a:solidFill>
                <a:latin typeface="AppleGothic"/>
                <a:ea typeface="AppleGothic"/>
                <a:cs typeface="AppleGothic"/>
              </a:rPr>
              <a:t>맥락</a:t>
            </a:r>
          </a:p>
        </p:txBody>
      </p:sp>
      <p:sp>
        <p:nvSpPr>
          <p:cNvPr id="25" name="">
            <a:extLst xmlns:a="http://schemas.openxmlformats.org/drawingml/2006/main">
              <a:ext uri="{FF2B5EF4-FFF2-40B4-BE49-F238E27FC236}">
                <a16:creationId xmlns:a16="http://schemas.microsoft.com/office/drawing/2014/main" id="{753A654E-9BD0-40DA-83BE-57CE20706C50}"/>
              </a:ext>
            </a:extLst>
          </p:cNvPr>
          <p:cNvSpPr>
            <a:spLocks xmlns:a="http://schemas.openxmlformats.org/drawingml/2006/main" noGrp="1"/>
          </p:cNvSpPr>
          <p:nvPr/>
        </p:nvSpPr>
        <p:spPr>
          <a:xfrm xmlns:a="http://schemas.openxmlformats.org/drawingml/2006/main">
            <a:off x="968883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667085"/>
                </a:solidFill>
                <a:latin typeface="AppleGothic"/>
                <a:ea typeface="AppleGothic"/>
                <a:cs typeface="AppleGothic"/>
              </a:defRPr>
            </a:pPr>
            <a:r>
              <a:rPr sz="1200" b="0">
                <a:solidFill>
                  <a:srgbClr val="667085"/>
                </a:solidFill>
                <a:latin typeface="AppleGothic"/>
                <a:ea typeface="AppleGothic"/>
                <a:cs typeface="AppleGothic"/>
              </a:rPr>
              <a:t>문맥 표현</a:t>
            </a:r>
          </a:p>
        </p:txBody>
      </p:sp>
      <p:sp>
        <p:nvSpPr>
          <p:cNvPr id="26" name="">
            <a:extLst xmlns:a="http://schemas.openxmlformats.org/drawingml/2006/main">
              <a:ext uri="{FF2B5EF4-FFF2-40B4-BE49-F238E27FC236}">
                <a16:creationId xmlns:a16="http://schemas.microsoft.com/office/drawing/2014/main" id="{7DA0E98C-B77A-4D7A-A8A1-566C867439BE}"/>
              </a:ext>
            </a:extLst>
          </p:cNvPr>
          <p:cNvSpPr>
            <a:spLocks xmlns:a="http://schemas.openxmlformats.org/drawingml/2006/main" noGrp="1"/>
          </p:cNvSpPr>
          <p:nvPr/>
        </p:nvSpPr>
        <p:spPr>
          <a:xfrm xmlns:a="http://schemas.openxmlformats.org/drawingml/2006/main">
            <a:off x="609600" y="4362450"/>
            <a:ext cx="109728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20000"/>
              </a:lnSpc>
              <a:buNone/>
              <a:defRPr sz="1800" b="1">
                <a:solidFill>
                  <a:srgbClr val="191919"/>
                </a:solidFill>
                <a:latin typeface="AppleGothic"/>
                <a:ea typeface="AppleGothic"/>
                <a:cs typeface="AppleGothic"/>
              </a:defRPr>
            </a:pPr>
            <a:r>
              <a:rPr sz="1800" b="1">
                <a:solidFill>
                  <a:srgbClr val="191919"/>
                </a:solidFill>
                <a:latin typeface="AppleGothic"/>
                <a:ea typeface="AppleGothic"/>
                <a:cs typeface="AppleGothic"/>
              </a:rPr>
              <a:t>Q=Query · K=Key · V=Value · FFN=Feed-Forward Network</a:t>
            </a:r>
          </a:p>
        </p:txBody>
      </p:sp>
    </p:spTree>
    <p:extLst>
      <p:ext uri="{BB962C8B-B14F-4D97-AF65-F5344CB8AC3E}">
        <p14:creationId xmlns:p14="http://schemas.microsoft.com/office/powerpoint/2010/main" val="369536397"/>
      </p:ext>
    </p:extLst>
  </p:cSld>
</p:sld>
</file>

<file path=ppt/slides/slide28.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67456EE3-61F4-4BBE-9505-8E496D8E882D}"/>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FOUNDATION</a:t>
            </a:r>
          </a:p>
        </p:txBody>
      </p:sp>
      <p:sp>
        <p:nvSpPr>
          <p:cNvPr id="2" name="">
            <a:extLst xmlns:a="http://schemas.openxmlformats.org/drawingml/2006/main">
              <a:ext uri="{FF2B5EF4-FFF2-40B4-BE49-F238E27FC236}">
                <a16:creationId xmlns:a16="http://schemas.microsoft.com/office/drawing/2014/main" id="{2E2C763D-8EF0-49A6-95DB-315AF9081DDB}"/>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28</a:t>
            </a:r>
          </a:p>
        </p:txBody>
      </p:sp>
      <p:sp>
        <p:nvSpPr>
          <p:cNvPr id="3" name="">
            <a:extLst xmlns:a="http://schemas.openxmlformats.org/drawingml/2006/main">
              <a:ext uri="{FF2B5EF4-FFF2-40B4-BE49-F238E27FC236}">
                <a16:creationId xmlns:a16="http://schemas.microsoft.com/office/drawing/2014/main" id="{0FA0E02C-2F8F-4846-B66E-0742D48E7A9B}"/>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AB9CDF8B-36CF-4FC9-AEC2-ACCCBC8832EA}"/>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6FE1136E-8B9C-45A2-9107-B96F1FBD11EF}"/>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B4AD53FA-6498-4E60-A38A-2248A1B175F0}"/>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사전학습의 다음 토큰 목표</a:t>
            </a:r>
          </a:p>
        </p:txBody>
      </p:sp>
      <p:sp>
        <p:nvSpPr>
          <p:cNvPr id="7" name="">
            <a:extLst xmlns:a="http://schemas.openxmlformats.org/drawingml/2006/main">
              <a:ext uri="{FF2B5EF4-FFF2-40B4-BE49-F238E27FC236}">
                <a16:creationId xmlns:a16="http://schemas.microsoft.com/office/drawing/2014/main" id="{5D375470-D6FE-4E57-BFBB-945578EE1EE9}"/>
              </a:ext>
            </a:extLst>
          </p:cNvPr>
          <p:cNvSpPr>
            <a:spLocks xmlns:a="http://schemas.openxmlformats.org/drawingml/2006/main" noGrp="1"/>
          </p:cNvSpPr>
          <p:nvPr/>
        </p:nvSpPr>
        <p:spPr>
          <a:xfrm xmlns:a="http://schemas.openxmlformats.org/drawingml/2006/main" rot="0">
            <a:off x="609600" y="2381250"/>
            <a:ext cx="2026920" cy="118110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8" name="">
            <a:extLst xmlns:a="http://schemas.openxmlformats.org/drawingml/2006/main">
              <a:ext uri="{FF2B5EF4-FFF2-40B4-BE49-F238E27FC236}">
                <a16:creationId xmlns:a16="http://schemas.microsoft.com/office/drawing/2014/main" id="{612441A8-0615-4994-8BC0-0454D710E00D}"/>
              </a:ext>
            </a:extLst>
          </p:cNvPr>
          <p:cNvSpPr>
            <a:spLocks xmlns:a="http://schemas.openxmlformats.org/drawingml/2006/main" noGrp="1"/>
          </p:cNvSpPr>
          <p:nvPr/>
        </p:nvSpPr>
        <p:spPr>
          <a:xfrm xmlns:a="http://schemas.openxmlformats.org/drawingml/2006/main">
            <a:off x="74295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대규모 텍스트</a:t>
            </a:r>
          </a:p>
        </p:txBody>
      </p:sp>
      <p:sp>
        <p:nvSpPr>
          <p:cNvPr id="9" name="">
            <a:extLst xmlns:a="http://schemas.openxmlformats.org/drawingml/2006/main">
              <a:ext uri="{FF2B5EF4-FFF2-40B4-BE49-F238E27FC236}">
                <a16:creationId xmlns:a16="http://schemas.microsoft.com/office/drawing/2014/main" id="{1681A4D7-434F-4752-966F-C6F2402DC9BA}"/>
              </a:ext>
            </a:extLst>
          </p:cNvPr>
          <p:cNvSpPr>
            <a:spLocks xmlns:a="http://schemas.openxmlformats.org/drawingml/2006/main" noGrp="1"/>
          </p:cNvSpPr>
          <p:nvPr/>
        </p:nvSpPr>
        <p:spPr>
          <a:xfrm xmlns:a="http://schemas.openxmlformats.org/drawingml/2006/main">
            <a:off x="74295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학습 말뭉치</a:t>
            </a:r>
          </a:p>
        </p:txBody>
      </p:sp>
      <p:sp>
        <p:nvSpPr>
          <p:cNvPr id="10" name="">
            <a:extLst xmlns:a="http://schemas.openxmlformats.org/drawingml/2006/main">
              <a:ext uri="{FF2B5EF4-FFF2-40B4-BE49-F238E27FC236}">
                <a16:creationId xmlns:a16="http://schemas.microsoft.com/office/drawing/2014/main" id="{79C647F5-DB99-4814-8C1E-46CB6BB723FB}"/>
              </a:ext>
            </a:extLst>
          </p:cNvPr>
          <p:cNvSpPr>
            <a:spLocks xmlns:a="http://schemas.openxmlformats.org/drawingml/2006/main" noGrp="1"/>
          </p:cNvSpPr>
          <p:nvPr/>
        </p:nvSpPr>
        <p:spPr>
          <a:xfrm xmlns:a="http://schemas.openxmlformats.org/drawingml/2006/main">
            <a:off x="2636520" y="2781300"/>
            <a:ext cx="209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98A2B3"/>
                </a:solidFill>
                <a:latin typeface="Menlo"/>
                <a:ea typeface="Menlo"/>
                <a:cs typeface="Menlo"/>
              </a:defRPr>
            </a:pPr>
            <a:r>
              <a:rPr sz="1500" b="1">
                <a:solidFill>
                  <a:srgbClr val="98A2B3"/>
                </a:solidFill>
                <a:latin typeface="Menlo"/>
                <a:ea typeface="Menlo"/>
                <a:cs typeface="Menlo"/>
              </a:rPr>
              <a:t>→</a:t>
            </a:r>
          </a:p>
        </p:txBody>
      </p:sp>
      <p:sp>
        <p:nvSpPr>
          <p:cNvPr id="11" name="">
            <a:extLst xmlns:a="http://schemas.openxmlformats.org/drawingml/2006/main">
              <a:ext uri="{FF2B5EF4-FFF2-40B4-BE49-F238E27FC236}">
                <a16:creationId xmlns:a16="http://schemas.microsoft.com/office/drawing/2014/main" id="{2D195484-4119-4587-85F0-8B0BCA9E8C90}"/>
              </a:ext>
            </a:extLst>
          </p:cNvPr>
          <p:cNvSpPr>
            <a:spLocks xmlns:a="http://schemas.openxmlformats.org/drawingml/2006/main" noGrp="1"/>
          </p:cNvSpPr>
          <p:nvPr/>
        </p:nvSpPr>
        <p:spPr>
          <a:xfrm xmlns:a="http://schemas.openxmlformats.org/drawingml/2006/main" rot="0">
            <a:off x="2846070" y="2381250"/>
            <a:ext cx="2026920" cy="118110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12" name="">
            <a:extLst xmlns:a="http://schemas.openxmlformats.org/drawingml/2006/main">
              <a:ext uri="{FF2B5EF4-FFF2-40B4-BE49-F238E27FC236}">
                <a16:creationId xmlns:a16="http://schemas.microsoft.com/office/drawing/2014/main" id="{3ACDCD2A-D61C-4390-896D-1C2986F9A723}"/>
              </a:ext>
            </a:extLst>
          </p:cNvPr>
          <p:cNvSpPr>
            <a:spLocks xmlns:a="http://schemas.openxmlformats.org/drawingml/2006/main" noGrp="1"/>
          </p:cNvSpPr>
          <p:nvPr/>
        </p:nvSpPr>
        <p:spPr>
          <a:xfrm xmlns:a="http://schemas.openxmlformats.org/drawingml/2006/main">
            <a:off x="297942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문맥</a:t>
            </a:r>
          </a:p>
        </p:txBody>
      </p:sp>
      <p:sp>
        <p:nvSpPr>
          <p:cNvPr id="13" name="">
            <a:extLst xmlns:a="http://schemas.openxmlformats.org/drawingml/2006/main">
              <a:ext uri="{FF2B5EF4-FFF2-40B4-BE49-F238E27FC236}">
                <a16:creationId xmlns:a16="http://schemas.microsoft.com/office/drawing/2014/main" id="{9170C15D-A07D-4CFC-9D39-7EB14D95B987}"/>
              </a:ext>
            </a:extLst>
          </p:cNvPr>
          <p:cNvSpPr>
            <a:spLocks xmlns:a="http://schemas.openxmlformats.org/drawingml/2006/main" noGrp="1"/>
          </p:cNvSpPr>
          <p:nvPr/>
        </p:nvSpPr>
        <p:spPr>
          <a:xfrm xmlns:a="http://schemas.openxmlformats.org/drawingml/2006/main">
            <a:off x="297942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토큰 시퀀스</a:t>
            </a:r>
          </a:p>
        </p:txBody>
      </p:sp>
      <p:sp>
        <p:nvSpPr>
          <p:cNvPr id="14" name="">
            <a:extLst xmlns:a="http://schemas.openxmlformats.org/drawingml/2006/main">
              <a:ext uri="{FF2B5EF4-FFF2-40B4-BE49-F238E27FC236}">
                <a16:creationId xmlns:a16="http://schemas.microsoft.com/office/drawing/2014/main" id="{BF684B9D-B79D-4E06-9B65-CC496EB645AC}"/>
              </a:ext>
            </a:extLst>
          </p:cNvPr>
          <p:cNvSpPr>
            <a:spLocks xmlns:a="http://schemas.openxmlformats.org/drawingml/2006/main" noGrp="1"/>
          </p:cNvSpPr>
          <p:nvPr/>
        </p:nvSpPr>
        <p:spPr>
          <a:xfrm xmlns:a="http://schemas.openxmlformats.org/drawingml/2006/main">
            <a:off x="4872990" y="2781300"/>
            <a:ext cx="209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98A2B3"/>
                </a:solidFill>
                <a:latin typeface="Menlo"/>
                <a:ea typeface="Menlo"/>
                <a:cs typeface="Menlo"/>
              </a:defRPr>
            </a:pPr>
            <a:r>
              <a:rPr sz="1500" b="1">
                <a:solidFill>
                  <a:srgbClr val="98A2B3"/>
                </a:solidFill>
                <a:latin typeface="Menlo"/>
                <a:ea typeface="Menlo"/>
                <a:cs typeface="Menlo"/>
              </a:rPr>
              <a:t>→</a:t>
            </a:r>
          </a:p>
        </p:txBody>
      </p:sp>
      <p:sp>
        <p:nvSpPr>
          <p:cNvPr id="15" name="">
            <a:extLst xmlns:a="http://schemas.openxmlformats.org/drawingml/2006/main">
              <a:ext uri="{FF2B5EF4-FFF2-40B4-BE49-F238E27FC236}">
                <a16:creationId xmlns:a16="http://schemas.microsoft.com/office/drawing/2014/main" id="{B43E289C-E80C-4ADD-A093-3B21346EC217}"/>
              </a:ext>
            </a:extLst>
          </p:cNvPr>
          <p:cNvSpPr>
            <a:spLocks xmlns:a="http://schemas.openxmlformats.org/drawingml/2006/main" noGrp="1"/>
          </p:cNvSpPr>
          <p:nvPr/>
        </p:nvSpPr>
        <p:spPr>
          <a:xfrm xmlns:a="http://schemas.openxmlformats.org/drawingml/2006/main" rot="0">
            <a:off x="5082540" y="2381250"/>
            <a:ext cx="2026920" cy="1181100"/>
          </a:xfrm>
          <a:prstGeom xmlns:a="http://schemas.openxmlformats.org/drawingml/2006/main" prst="rect">
            <a:avLst/>
          </a:prstGeom>
          <a:solidFill xmlns:a="http://schemas.openxmlformats.org/drawingml/2006/main">
            <a:srgbClr val="2563EB"/>
          </a:solidFill>
          <a:ln xmlns:a="http://schemas.openxmlformats.org/drawingml/2006/main" w="0">
            <a:solidFill>
              <a:srgbClr val="2563EB"/>
            </a:solidFill>
            <a:prstDash val="solid"/>
          </a:ln>
        </p:spPr>
      </p:sp>
      <p:sp>
        <p:nvSpPr>
          <p:cNvPr id="16" name="">
            <a:extLst xmlns:a="http://schemas.openxmlformats.org/drawingml/2006/main">
              <a:ext uri="{FF2B5EF4-FFF2-40B4-BE49-F238E27FC236}">
                <a16:creationId xmlns:a16="http://schemas.microsoft.com/office/drawing/2014/main" id="{9F14F74F-40D0-45B8-8A4E-81154292E2ED}"/>
              </a:ext>
            </a:extLst>
          </p:cNvPr>
          <p:cNvSpPr>
            <a:spLocks xmlns:a="http://schemas.openxmlformats.org/drawingml/2006/main" noGrp="1"/>
          </p:cNvSpPr>
          <p:nvPr/>
        </p:nvSpPr>
        <p:spPr>
          <a:xfrm xmlns:a="http://schemas.openxmlformats.org/drawingml/2006/main">
            <a:off x="521589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확률 분포</a:t>
            </a:r>
          </a:p>
        </p:txBody>
      </p:sp>
      <p:sp>
        <p:nvSpPr>
          <p:cNvPr id="17" name="">
            <a:extLst xmlns:a="http://schemas.openxmlformats.org/drawingml/2006/main">
              <a:ext uri="{FF2B5EF4-FFF2-40B4-BE49-F238E27FC236}">
                <a16:creationId xmlns:a16="http://schemas.microsoft.com/office/drawing/2014/main" id="{4DD69F14-B881-44B0-9210-4B0521B9D6B3}"/>
              </a:ext>
            </a:extLst>
          </p:cNvPr>
          <p:cNvSpPr>
            <a:spLocks xmlns:a="http://schemas.openxmlformats.org/drawingml/2006/main" noGrp="1"/>
          </p:cNvSpPr>
          <p:nvPr/>
        </p:nvSpPr>
        <p:spPr>
          <a:xfrm xmlns:a="http://schemas.openxmlformats.org/drawingml/2006/main">
            <a:off x="521589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다음 토큰</a:t>
            </a:r>
          </a:p>
        </p:txBody>
      </p:sp>
      <p:sp>
        <p:nvSpPr>
          <p:cNvPr id="18" name="">
            <a:extLst xmlns:a="http://schemas.openxmlformats.org/drawingml/2006/main">
              <a:ext uri="{FF2B5EF4-FFF2-40B4-BE49-F238E27FC236}">
                <a16:creationId xmlns:a16="http://schemas.microsoft.com/office/drawing/2014/main" id="{197BE2F9-188A-4714-9629-5826BAB0E44D}"/>
              </a:ext>
            </a:extLst>
          </p:cNvPr>
          <p:cNvSpPr>
            <a:spLocks xmlns:a="http://schemas.openxmlformats.org/drawingml/2006/main" noGrp="1"/>
          </p:cNvSpPr>
          <p:nvPr/>
        </p:nvSpPr>
        <p:spPr>
          <a:xfrm xmlns:a="http://schemas.openxmlformats.org/drawingml/2006/main">
            <a:off x="7109460" y="2781300"/>
            <a:ext cx="209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98A2B3"/>
                </a:solidFill>
                <a:latin typeface="Menlo"/>
                <a:ea typeface="Menlo"/>
                <a:cs typeface="Menlo"/>
              </a:defRPr>
            </a:pPr>
            <a:r>
              <a:rPr sz="1500" b="1">
                <a:solidFill>
                  <a:srgbClr val="98A2B3"/>
                </a:solidFill>
                <a:latin typeface="Menlo"/>
                <a:ea typeface="Menlo"/>
                <a:cs typeface="Menlo"/>
              </a:rPr>
              <a:t>→</a:t>
            </a:r>
          </a:p>
        </p:txBody>
      </p:sp>
      <p:sp>
        <p:nvSpPr>
          <p:cNvPr id="19" name="">
            <a:extLst xmlns:a="http://schemas.openxmlformats.org/drawingml/2006/main">
              <a:ext uri="{FF2B5EF4-FFF2-40B4-BE49-F238E27FC236}">
                <a16:creationId xmlns:a16="http://schemas.microsoft.com/office/drawing/2014/main" id="{745754CD-C3B1-4115-B789-A9822681BD6B}"/>
              </a:ext>
            </a:extLst>
          </p:cNvPr>
          <p:cNvSpPr>
            <a:spLocks xmlns:a="http://schemas.openxmlformats.org/drawingml/2006/main" noGrp="1"/>
          </p:cNvSpPr>
          <p:nvPr/>
        </p:nvSpPr>
        <p:spPr>
          <a:xfrm xmlns:a="http://schemas.openxmlformats.org/drawingml/2006/main" rot="0">
            <a:off x="7319010" y="2381250"/>
            <a:ext cx="2026920" cy="118110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20" name="">
            <a:extLst xmlns:a="http://schemas.openxmlformats.org/drawingml/2006/main">
              <a:ext uri="{FF2B5EF4-FFF2-40B4-BE49-F238E27FC236}">
                <a16:creationId xmlns:a16="http://schemas.microsoft.com/office/drawing/2014/main" id="{085A4B46-C7BD-445A-81E1-D4C070604B17}"/>
              </a:ext>
            </a:extLst>
          </p:cNvPr>
          <p:cNvSpPr>
            <a:spLocks xmlns:a="http://schemas.openxmlformats.org/drawingml/2006/main" noGrp="1"/>
          </p:cNvSpPr>
          <p:nvPr/>
        </p:nvSpPr>
        <p:spPr>
          <a:xfrm xmlns:a="http://schemas.openxmlformats.org/drawingml/2006/main">
            <a:off x="745236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오차</a:t>
            </a:r>
          </a:p>
        </p:txBody>
      </p:sp>
      <p:sp>
        <p:nvSpPr>
          <p:cNvPr id="21" name="">
            <a:extLst xmlns:a="http://schemas.openxmlformats.org/drawingml/2006/main">
              <a:ext uri="{FF2B5EF4-FFF2-40B4-BE49-F238E27FC236}">
                <a16:creationId xmlns:a16="http://schemas.microsoft.com/office/drawing/2014/main" id="{CFE3806A-F84C-4D33-B5E6-C81975BFA205}"/>
              </a:ext>
            </a:extLst>
          </p:cNvPr>
          <p:cNvSpPr>
            <a:spLocks xmlns:a="http://schemas.openxmlformats.org/drawingml/2006/main" noGrp="1"/>
          </p:cNvSpPr>
          <p:nvPr/>
        </p:nvSpPr>
        <p:spPr>
          <a:xfrm xmlns:a="http://schemas.openxmlformats.org/drawingml/2006/main">
            <a:off x="745236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손실 함수</a:t>
            </a:r>
          </a:p>
        </p:txBody>
      </p:sp>
      <p:sp>
        <p:nvSpPr>
          <p:cNvPr id="22" name="">
            <a:extLst xmlns:a="http://schemas.openxmlformats.org/drawingml/2006/main">
              <a:ext uri="{FF2B5EF4-FFF2-40B4-BE49-F238E27FC236}">
                <a16:creationId xmlns:a16="http://schemas.microsoft.com/office/drawing/2014/main" id="{38E09ADC-328A-47AC-B9AA-40D88D58B8FE}"/>
              </a:ext>
            </a:extLst>
          </p:cNvPr>
          <p:cNvSpPr>
            <a:spLocks xmlns:a="http://schemas.openxmlformats.org/drawingml/2006/main" noGrp="1"/>
          </p:cNvSpPr>
          <p:nvPr/>
        </p:nvSpPr>
        <p:spPr>
          <a:xfrm xmlns:a="http://schemas.openxmlformats.org/drawingml/2006/main">
            <a:off x="9345930" y="2781300"/>
            <a:ext cx="209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98A2B3"/>
                </a:solidFill>
                <a:latin typeface="Menlo"/>
                <a:ea typeface="Menlo"/>
                <a:cs typeface="Menlo"/>
              </a:defRPr>
            </a:pPr>
            <a:r>
              <a:rPr sz="1500" b="1">
                <a:solidFill>
                  <a:srgbClr val="98A2B3"/>
                </a:solidFill>
                <a:latin typeface="Menlo"/>
                <a:ea typeface="Menlo"/>
                <a:cs typeface="Menlo"/>
              </a:rPr>
              <a:t>→</a:t>
            </a:r>
          </a:p>
        </p:txBody>
      </p:sp>
      <p:sp>
        <p:nvSpPr>
          <p:cNvPr id="23" name="">
            <a:extLst xmlns:a="http://schemas.openxmlformats.org/drawingml/2006/main">
              <a:ext uri="{FF2B5EF4-FFF2-40B4-BE49-F238E27FC236}">
                <a16:creationId xmlns:a16="http://schemas.microsoft.com/office/drawing/2014/main" id="{21817B3E-0201-4750-BCA4-DDA78F0B6904}"/>
              </a:ext>
            </a:extLst>
          </p:cNvPr>
          <p:cNvSpPr>
            <a:spLocks xmlns:a="http://schemas.openxmlformats.org/drawingml/2006/main" noGrp="1"/>
          </p:cNvSpPr>
          <p:nvPr/>
        </p:nvSpPr>
        <p:spPr>
          <a:xfrm xmlns:a="http://schemas.openxmlformats.org/drawingml/2006/main" rot="0">
            <a:off x="9555480" y="2381250"/>
            <a:ext cx="2026920" cy="118110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24" name="">
            <a:extLst xmlns:a="http://schemas.openxmlformats.org/drawingml/2006/main">
              <a:ext uri="{FF2B5EF4-FFF2-40B4-BE49-F238E27FC236}">
                <a16:creationId xmlns:a16="http://schemas.microsoft.com/office/drawing/2014/main" id="{C8FF68DE-612F-4EB8-BA02-22C44DB9547E}"/>
              </a:ext>
            </a:extLst>
          </p:cNvPr>
          <p:cNvSpPr>
            <a:spLocks xmlns:a="http://schemas.openxmlformats.org/drawingml/2006/main" noGrp="1"/>
          </p:cNvSpPr>
          <p:nvPr/>
        </p:nvSpPr>
        <p:spPr>
          <a:xfrm xmlns:a="http://schemas.openxmlformats.org/drawingml/2006/main">
            <a:off x="968883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반복</a:t>
            </a:r>
          </a:p>
        </p:txBody>
      </p:sp>
      <p:sp>
        <p:nvSpPr>
          <p:cNvPr id="25" name="">
            <a:extLst xmlns:a="http://schemas.openxmlformats.org/drawingml/2006/main">
              <a:ext uri="{FF2B5EF4-FFF2-40B4-BE49-F238E27FC236}">
                <a16:creationId xmlns:a16="http://schemas.microsoft.com/office/drawing/2014/main" id="{FEA2CC34-7384-4DA7-B373-D33E1C1981BF}"/>
              </a:ext>
            </a:extLst>
          </p:cNvPr>
          <p:cNvSpPr>
            <a:spLocks xmlns:a="http://schemas.openxmlformats.org/drawingml/2006/main" noGrp="1"/>
          </p:cNvSpPr>
          <p:nvPr/>
        </p:nvSpPr>
        <p:spPr>
          <a:xfrm xmlns:a="http://schemas.openxmlformats.org/drawingml/2006/main">
            <a:off x="968883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가중치 갱신</a:t>
            </a:r>
          </a:p>
        </p:txBody>
      </p:sp>
      <p:sp>
        <p:nvSpPr>
          <p:cNvPr id="26" name="">
            <a:extLst xmlns:a="http://schemas.openxmlformats.org/drawingml/2006/main">
              <a:ext uri="{FF2B5EF4-FFF2-40B4-BE49-F238E27FC236}">
                <a16:creationId xmlns:a16="http://schemas.microsoft.com/office/drawing/2014/main" id="{C4A42125-A68D-440F-AEDD-543558FDDFE5}"/>
              </a:ext>
            </a:extLst>
          </p:cNvPr>
          <p:cNvSpPr>
            <a:spLocks xmlns:a="http://schemas.openxmlformats.org/drawingml/2006/main" noGrp="1"/>
          </p:cNvSpPr>
          <p:nvPr/>
        </p:nvSpPr>
        <p:spPr>
          <a:xfrm xmlns:a="http://schemas.openxmlformats.org/drawingml/2006/main">
            <a:off x="609600" y="4362450"/>
            <a:ext cx="109728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20000"/>
              </a:lnSpc>
              <a:buNone/>
              <a:defRPr sz="1800" b="1">
                <a:solidFill>
                  <a:srgbClr val="FFFFFF"/>
                </a:solidFill>
                <a:latin typeface="AppleGothic"/>
                <a:ea typeface="AppleGothic"/>
                <a:cs typeface="AppleGothic"/>
              </a:defRPr>
            </a:pPr>
            <a:r>
              <a:rPr sz="1800" b="1">
                <a:solidFill>
                  <a:srgbClr val="FFFFFF"/>
                </a:solidFill>
                <a:latin typeface="AppleGothic"/>
                <a:ea typeface="AppleGothic"/>
                <a:cs typeface="AppleGothic"/>
              </a:rPr>
              <a:t>생성형 디코더 전용 대규모 언어 모델의 대표적인 사전학습 목표</a:t>
            </a:r>
          </a:p>
        </p:txBody>
      </p:sp>
    </p:spTree>
    <p:extLst>
      <p:ext uri="{BB962C8B-B14F-4D97-AF65-F5344CB8AC3E}">
        <p14:creationId xmlns:p14="http://schemas.microsoft.com/office/powerpoint/2010/main" val="960969749"/>
      </p:ext>
    </p:extLst>
  </p:cSld>
</p:sld>
</file>

<file path=ppt/slides/slide29.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7DD2519B-9F16-47E3-A939-E5C64A2AB4DA}"/>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FOUNDATION</a:t>
            </a:r>
          </a:p>
        </p:txBody>
      </p:sp>
      <p:sp>
        <p:nvSpPr>
          <p:cNvPr id="2" name="">
            <a:extLst xmlns:a="http://schemas.openxmlformats.org/drawingml/2006/main">
              <a:ext uri="{FF2B5EF4-FFF2-40B4-BE49-F238E27FC236}">
                <a16:creationId xmlns:a16="http://schemas.microsoft.com/office/drawing/2014/main" id="{DAD6DFFC-ACF1-46CA-850B-BD4B8C1C126C}"/>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29</a:t>
            </a:r>
          </a:p>
        </p:txBody>
      </p:sp>
      <p:sp>
        <p:nvSpPr>
          <p:cNvPr id="3" name="">
            <a:extLst xmlns:a="http://schemas.openxmlformats.org/drawingml/2006/main">
              <a:ext uri="{FF2B5EF4-FFF2-40B4-BE49-F238E27FC236}">
                <a16:creationId xmlns:a16="http://schemas.microsoft.com/office/drawing/2014/main" id="{C56AAD74-301B-4C00-84BE-433D64DF76CF}"/>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163BB18D-7900-4F22-96E5-321A7AC672A8}"/>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9097917A-AAD4-46C6-AF95-DBBE53742F97}"/>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264A746A-C9D0-47EE-BFAE-3CCC339CD8CC}"/>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범용 언어 능력의 목록</a:t>
            </a:r>
          </a:p>
        </p:txBody>
      </p:sp>
      <p:sp>
        <p:nvSpPr>
          <p:cNvPr id="7" name="">
            <a:extLst xmlns:a="http://schemas.openxmlformats.org/drawingml/2006/main">
              <a:ext uri="{FF2B5EF4-FFF2-40B4-BE49-F238E27FC236}">
                <a16:creationId xmlns:a16="http://schemas.microsoft.com/office/drawing/2014/main" id="{751B9197-C86B-42FD-8958-BC47F94BE735}"/>
              </a:ext>
            </a:extLst>
          </p:cNvPr>
          <p:cNvSpPr>
            <a:spLocks xmlns:a="http://schemas.openxmlformats.org/drawingml/2006/main" noGrp="1"/>
          </p:cNvSpPr>
          <p:nvPr/>
        </p:nvSpPr>
        <p:spPr>
          <a:xfrm xmlns:a="http://schemas.openxmlformats.org/drawingml/2006/main">
            <a:off x="609600" y="2076450"/>
            <a:ext cx="201168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667085"/>
                </a:solidFill>
                <a:latin typeface="Menlo"/>
                <a:ea typeface="Menlo"/>
                <a:cs typeface="Menlo"/>
              </a:defRPr>
            </a:pPr>
            <a:r>
              <a:rPr sz="1650" b="1">
                <a:solidFill>
                  <a:srgbClr val="667085"/>
                </a:solidFill>
                <a:latin typeface="Menlo"/>
                <a:ea typeface="Menlo"/>
                <a:cs typeface="Menlo"/>
              </a:rPr>
              <a:t>01</a:t>
            </a:r>
          </a:p>
        </p:txBody>
      </p:sp>
      <p:sp>
        <p:nvSpPr>
          <p:cNvPr id="8" name="">
            <a:extLst xmlns:a="http://schemas.openxmlformats.org/drawingml/2006/main">
              <a:ext uri="{FF2B5EF4-FFF2-40B4-BE49-F238E27FC236}">
                <a16:creationId xmlns:a16="http://schemas.microsoft.com/office/drawing/2014/main" id="{0C906394-248A-46E3-BB01-211F06E7122E}"/>
              </a:ext>
            </a:extLst>
          </p:cNvPr>
          <p:cNvSpPr>
            <a:spLocks xmlns:a="http://schemas.openxmlformats.org/drawingml/2006/main" noGrp="1"/>
          </p:cNvSpPr>
          <p:nvPr/>
        </p:nvSpPr>
        <p:spPr>
          <a:xfrm xmlns:a="http://schemas.openxmlformats.org/drawingml/2006/main">
            <a:off x="609600" y="2667000"/>
            <a:ext cx="201168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2100" b="1">
                <a:solidFill>
                  <a:srgbClr val="191919"/>
                </a:solidFill>
                <a:latin typeface="AppleGothic"/>
                <a:ea typeface="AppleGothic"/>
                <a:cs typeface="AppleGothic"/>
              </a:defRPr>
            </a:pPr>
            <a:r>
              <a:rPr sz="2100" b="1">
                <a:solidFill>
                  <a:srgbClr val="191919"/>
                </a:solidFill>
                <a:latin typeface="AppleGothic"/>
                <a:ea typeface="AppleGothic"/>
                <a:cs typeface="AppleGothic"/>
              </a:rPr>
              <a:t>생성</a:t>
            </a:r>
          </a:p>
        </p:txBody>
      </p:sp>
      <p:sp>
        <p:nvSpPr>
          <p:cNvPr id="9" name="">
            <a:extLst xmlns:a="http://schemas.openxmlformats.org/drawingml/2006/main">
              <a:ext uri="{FF2B5EF4-FFF2-40B4-BE49-F238E27FC236}">
                <a16:creationId xmlns:a16="http://schemas.microsoft.com/office/drawing/2014/main" id="{17AB9C13-BD48-4696-A672-F30F69C7C9A5}"/>
              </a:ext>
            </a:extLst>
          </p:cNvPr>
          <p:cNvSpPr>
            <a:spLocks xmlns:a="http://schemas.openxmlformats.org/drawingml/2006/main" noGrp="1"/>
          </p:cNvSpPr>
          <p:nvPr/>
        </p:nvSpPr>
        <p:spPr>
          <a:xfrm xmlns:a="http://schemas.openxmlformats.org/drawingml/2006/main" flipH="0" flipV="0">
            <a:off x="609600" y="3448050"/>
            <a:ext cx="2011680" cy="0"/>
          </a:xfrm>
          <a:prstGeom xmlns:a="http://schemas.openxmlformats.org/drawingml/2006/main" prst="line">
            <a:avLst/>
          </a:prstGeom>
          <a:noFill xmlns:a="http://schemas.openxmlformats.org/drawingml/2006/main"/>
          <a:ln xmlns:a="http://schemas.openxmlformats.org/drawingml/2006/main" w="9525">
            <a:solidFill>
              <a:srgbClr val="191919"/>
            </a:solidFill>
            <a:prstDash val="solid"/>
          </a:ln>
        </p:spPr>
      </p:sp>
      <p:sp>
        <p:nvSpPr>
          <p:cNvPr id="10" name="">
            <a:extLst xmlns:a="http://schemas.openxmlformats.org/drawingml/2006/main">
              <a:ext uri="{FF2B5EF4-FFF2-40B4-BE49-F238E27FC236}">
                <a16:creationId xmlns:a16="http://schemas.microsoft.com/office/drawing/2014/main" id="{766F7C53-0FD3-4808-9349-857A6E8E0314}"/>
              </a:ext>
            </a:extLst>
          </p:cNvPr>
          <p:cNvSpPr>
            <a:spLocks xmlns:a="http://schemas.openxmlformats.org/drawingml/2006/main" noGrp="1"/>
          </p:cNvSpPr>
          <p:nvPr/>
        </p:nvSpPr>
        <p:spPr>
          <a:xfrm xmlns:a="http://schemas.openxmlformats.org/drawingml/2006/main">
            <a:off x="609600" y="3790950"/>
            <a:ext cx="201168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3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초안·아이디어</a:t>
            </a:r>
          </a:p>
        </p:txBody>
      </p:sp>
      <p:sp>
        <p:nvSpPr>
          <p:cNvPr id="11" name="">
            <a:extLst xmlns:a="http://schemas.openxmlformats.org/drawingml/2006/main">
              <a:ext uri="{FF2B5EF4-FFF2-40B4-BE49-F238E27FC236}">
                <a16:creationId xmlns:a16="http://schemas.microsoft.com/office/drawing/2014/main" id="{92A8FE93-16C0-41C6-9950-019EE0E7884D}"/>
              </a:ext>
            </a:extLst>
          </p:cNvPr>
          <p:cNvSpPr>
            <a:spLocks xmlns:a="http://schemas.openxmlformats.org/drawingml/2006/main" noGrp="1"/>
          </p:cNvSpPr>
          <p:nvPr/>
        </p:nvSpPr>
        <p:spPr>
          <a:xfrm xmlns:a="http://schemas.openxmlformats.org/drawingml/2006/main">
            <a:off x="2849880" y="2076450"/>
            <a:ext cx="201168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667085"/>
                </a:solidFill>
                <a:latin typeface="Menlo"/>
                <a:ea typeface="Menlo"/>
                <a:cs typeface="Menlo"/>
              </a:defRPr>
            </a:pPr>
            <a:r>
              <a:rPr sz="1650" b="1">
                <a:solidFill>
                  <a:srgbClr val="667085"/>
                </a:solidFill>
                <a:latin typeface="Menlo"/>
                <a:ea typeface="Menlo"/>
                <a:cs typeface="Menlo"/>
              </a:rPr>
              <a:t>02</a:t>
            </a:r>
          </a:p>
        </p:txBody>
      </p:sp>
      <p:sp>
        <p:nvSpPr>
          <p:cNvPr id="12" name="">
            <a:extLst xmlns:a="http://schemas.openxmlformats.org/drawingml/2006/main">
              <a:ext uri="{FF2B5EF4-FFF2-40B4-BE49-F238E27FC236}">
                <a16:creationId xmlns:a16="http://schemas.microsoft.com/office/drawing/2014/main" id="{B2C73DD8-5F5F-44AB-934B-DE55B1161A48}"/>
              </a:ext>
            </a:extLst>
          </p:cNvPr>
          <p:cNvSpPr>
            <a:spLocks xmlns:a="http://schemas.openxmlformats.org/drawingml/2006/main" noGrp="1"/>
          </p:cNvSpPr>
          <p:nvPr/>
        </p:nvSpPr>
        <p:spPr>
          <a:xfrm xmlns:a="http://schemas.openxmlformats.org/drawingml/2006/main">
            <a:off x="2849880" y="2667000"/>
            <a:ext cx="201168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2100" b="1">
                <a:solidFill>
                  <a:srgbClr val="191919"/>
                </a:solidFill>
                <a:latin typeface="AppleGothic"/>
                <a:ea typeface="AppleGothic"/>
                <a:cs typeface="AppleGothic"/>
              </a:defRPr>
            </a:pPr>
            <a:r>
              <a:rPr sz="2100" b="1">
                <a:solidFill>
                  <a:srgbClr val="191919"/>
                </a:solidFill>
                <a:latin typeface="AppleGothic"/>
                <a:ea typeface="AppleGothic"/>
                <a:cs typeface="AppleGothic"/>
              </a:rPr>
              <a:t>요약</a:t>
            </a:r>
          </a:p>
        </p:txBody>
      </p:sp>
      <p:sp>
        <p:nvSpPr>
          <p:cNvPr id="13" name="">
            <a:extLst xmlns:a="http://schemas.openxmlformats.org/drawingml/2006/main">
              <a:ext uri="{FF2B5EF4-FFF2-40B4-BE49-F238E27FC236}">
                <a16:creationId xmlns:a16="http://schemas.microsoft.com/office/drawing/2014/main" id="{F0A7B530-312D-43B9-93C3-B11A8F394C16}"/>
              </a:ext>
            </a:extLst>
          </p:cNvPr>
          <p:cNvSpPr>
            <a:spLocks xmlns:a="http://schemas.openxmlformats.org/drawingml/2006/main" noGrp="1"/>
          </p:cNvSpPr>
          <p:nvPr/>
        </p:nvSpPr>
        <p:spPr>
          <a:xfrm xmlns:a="http://schemas.openxmlformats.org/drawingml/2006/main" flipH="0" flipV="0">
            <a:off x="2849880" y="3448050"/>
            <a:ext cx="2011680" cy="0"/>
          </a:xfrm>
          <a:prstGeom xmlns:a="http://schemas.openxmlformats.org/drawingml/2006/main" prst="line">
            <a:avLst/>
          </a:prstGeom>
          <a:noFill xmlns:a="http://schemas.openxmlformats.org/drawingml/2006/main"/>
          <a:ln xmlns:a="http://schemas.openxmlformats.org/drawingml/2006/main" w="9525">
            <a:solidFill>
              <a:srgbClr val="191919"/>
            </a:solidFill>
            <a:prstDash val="solid"/>
          </a:ln>
        </p:spPr>
      </p:sp>
      <p:sp>
        <p:nvSpPr>
          <p:cNvPr id="14" name="">
            <a:extLst xmlns:a="http://schemas.openxmlformats.org/drawingml/2006/main">
              <a:ext uri="{FF2B5EF4-FFF2-40B4-BE49-F238E27FC236}">
                <a16:creationId xmlns:a16="http://schemas.microsoft.com/office/drawing/2014/main" id="{D58C1F04-8B89-4C8C-B63A-87770241AC30}"/>
              </a:ext>
            </a:extLst>
          </p:cNvPr>
          <p:cNvSpPr>
            <a:spLocks xmlns:a="http://schemas.openxmlformats.org/drawingml/2006/main" noGrp="1"/>
          </p:cNvSpPr>
          <p:nvPr/>
        </p:nvSpPr>
        <p:spPr>
          <a:xfrm xmlns:a="http://schemas.openxmlformats.org/drawingml/2006/main">
            <a:off x="2849880" y="3790950"/>
            <a:ext cx="201168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3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압축·핵심</a:t>
            </a:r>
          </a:p>
        </p:txBody>
      </p:sp>
      <p:sp>
        <p:nvSpPr>
          <p:cNvPr id="15" name="">
            <a:extLst xmlns:a="http://schemas.openxmlformats.org/drawingml/2006/main">
              <a:ext uri="{FF2B5EF4-FFF2-40B4-BE49-F238E27FC236}">
                <a16:creationId xmlns:a16="http://schemas.microsoft.com/office/drawing/2014/main" id="{9824A3EB-79BA-4848-A4AA-5B5048D12BB4}"/>
              </a:ext>
            </a:extLst>
          </p:cNvPr>
          <p:cNvSpPr>
            <a:spLocks xmlns:a="http://schemas.openxmlformats.org/drawingml/2006/main" noGrp="1"/>
          </p:cNvSpPr>
          <p:nvPr/>
        </p:nvSpPr>
        <p:spPr>
          <a:xfrm xmlns:a="http://schemas.openxmlformats.org/drawingml/2006/main">
            <a:off x="5090160" y="2076450"/>
            <a:ext cx="201168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667085"/>
                </a:solidFill>
                <a:latin typeface="Menlo"/>
                <a:ea typeface="Menlo"/>
                <a:cs typeface="Menlo"/>
              </a:defRPr>
            </a:pPr>
            <a:r>
              <a:rPr sz="1650" b="1">
                <a:solidFill>
                  <a:srgbClr val="667085"/>
                </a:solidFill>
                <a:latin typeface="Menlo"/>
                <a:ea typeface="Menlo"/>
                <a:cs typeface="Menlo"/>
              </a:rPr>
              <a:t>03</a:t>
            </a:r>
          </a:p>
        </p:txBody>
      </p:sp>
      <p:sp>
        <p:nvSpPr>
          <p:cNvPr id="16" name="">
            <a:extLst xmlns:a="http://schemas.openxmlformats.org/drawingml/2006/main">
              <a:ext uri="{FF2B5EF4-FFF2-40B4-BE49-F238E27FC236}">
                <a16:creationId xmlns:a16="http://schemas.microsoft.com/office/drawing/2014/main" id="{2FF5E08F-006D-4ADA-B323-D3C5A116C14E}"/>
              </a:ext>
            </a:extLst>
          </p:cNvPr>
          <p:cNvSpPr>
            <a:spLocks xmlns:a="http://schemas.openxmlformats.org/drawingml/2006/main" noGrp="1"/>
          </p:cNvSpPr>
          <p:nvPr/>
        </p:nvSpPr>
        <p:spPr>
          <a:xfrm xmlns:a="http://schemas.openxmlformats.org/drawingml/2006/main">
            <a:off x="5090160" y="2667000"/>
            <a:ext cx="201168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2100" b="1">
                <a:solidFill>
                  <a:srgbClr val="191919"/>
                </a:solidFill>
                <a:latin typeface="AppleGothic"/>
                <a:ea typeface="AppleGothic"/>
                <a:cs typeface="AppleGothic"/>
              </a:defRPr>
            </a:pPr>
            <a:r>
              <a:rPr sz="2100" b="1">
                <a:solidFill>
                  <a:srgbClr val="191919"/>
                </a:solidFill>
                <a:latin typeface="AppleGothic"/>
                <a:ea typeface="AppleGothic"/>
                <a:cs typeface="AppleGothic"/>
              </a:rPr>
              <a:t>변환</a:t>
            </a:r>
          </a:p>
        </p:txBody>
      </p:sp>
      <p:sp>
        <p:nvSpPr>
          <p:cNvPr id="17" name="">
            <a:extLst xmlns:a="http://schemas.openxmlformats.org/drawingml/2006/main">
              <a:ext uri="{FF2B5EF4-FFF2-40B4-BE49-F238E27FC236}">
                <a16:creationId xmlns:a16="http://schemas.microsoft.com/office/drawing/2014/main" id="{071A5961-801B-4A2A-8F10-E15C3F74C02E}"/>
              </a:ext>
            </a:extLst>
          </p:cNvPr>
          <p:cNvSpPr>
            <a:spLocks xmlns:a="http://schemas.openxmlformats.org/drawingml/2006/main" noGrp="1"/>
          </p:cNvSpPr>
          <p:nvPr/>
        </p:nvSpPr>
        <p:spPr>
          <a:xfrm xmlns:a="http://schemas.openxmlformats.org/drawingml/2006/main" flipH="0" flipV="0">
            <a:off x="5090160" y="3448050"/>
            <a:ext cx="2011680" cy="0"/>
          </a:xfrm>
          <a:prstGeom xmlns:a="http://schemas.openxmlformats.org/drawingml/2006/main" prst="line">
            <a:avLst/>
          </a:prstGeom>
          <a:noFill xmlns:a="http://schemas.openxmlformats.org/drawingml/2006/main"/>
          <a:ln xmlns:a="http://schemas.openxmlformats.org/drawingml/2006/main" w="9525">
            <a:solidFill>
              <a:srgbClr val="191919"/>
            </a:solidFill>
            <a:prstDash val="solid"/>
          </a:ln>
        </p:spPr>
      </p:sp>
      <p:sp>
        <p:nvSpPr>
          <p:cNvPr id="18" name="">
            <a:extLst xmlns:a="http://schemas.openxmlformats.org/drawingml/2006/main">
              <a:ext uri="{FF2B5EF4-FFF2-40B4-BE49-F238E27FC236}">
                <a16:creationId xmlns:a16="http://schemas.microsoft.com/office/drawing/2014/main" id="{EF809D2F-730D-4C63-AC7E-C0C49CE4675A}"/>
              </a:ext>
            </a:extLst>
          </p:cNvPr>
          <p:cNvSpPr>
            <a:spLocks xmlns:a="http://schemas.openxmlformats.org/drawingml/2006/main" noGrp="1"/>
          </p:cNvSpPr>
          <p:nvPr/>
        </p:nvSpPr>
        <p:spPr>
          <a:xfrm xmlns:a="http://schemas.openxmlformats.org/drawingml/2006/main">
            <a:off x="5090160" y="3790950"/>
            <a:ext cx="201168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3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문체·형식</a:t>
            </a:r>
          </a:p>
        </p:txBody>
      </p:sp>
      <p:sp>
        <p:nvSpPr>
          <p:cNvPr id="19" name="">
            <a:extLst xmlns:a="http://schemas.openxmlformats.org/drawingml/2006/main">
              <a:ext uri="{FF2B5EF4-FFF2-40B4-BE49-F238E27FC236}">
                <a16:creationId xmlns:a16="http://schemas.microsoft.com/office/drawing/2014/main" id="{564C2406-9606-4122-9FAA-0E418982EFC2}"/>
              </a:ext>
            </a:extLst>
          </p:cNvPr>
          <p:cNvSpPr>
            <a:spLocks xmlns:a="http://schemas.openxmlformats.org/drawingml/2006/main" noGrp="1"/>
          </p:cNvSpPr>
          <p:nvPr/>
        </p:nvSpPr>
        <p:spPr>
          <a:xfrm xmlns:a="http://schemas.openxmlformats.org/drawingml/2006/main">
            <a:off x="7330440" y="2076450"/>
            <a:ext cx="201168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667085"/>
                </a:solidFill>
                <a:latin typeface="Menlo"/>
                <a:ea typeface="Menlo"/>
                <a:cs typeface="Menlo"/>
              </a:defRPr>
            </a:pPr>
            <a:r>
              <a:rPr sz="1650" b="1">
                <a:solidFill>
                  <a:srgbClr val="667085"/>
                </a:solidFill>
                <a:latin typeface="Menlo"/>
                <a:ea typeface="Menlo"/>
                <a:cs typeface="Menlo"/>
              </a:rPr>
              <a:t>04</a:t>
            </a:r>
          </a:p>
        </p:txBody>
      </p:sp>
      <p:sp>
        <p:nvSpPr>
          <p:cNvPr id="20" name="">
            <a:extLst xmlns:a="http://schemas.openxmlformats.org/drawingml/2006/main">
              <a:ext uri="{FF2B5EF4-FFF2-40B4-BE49-F238E27FC236}">
                <a16:creationId xmlns:a16="http://schemas.microsoft.com/office/drawing/2014/main" id="{7663800E-ED89-4D46-89A5-220A9D13256F}"/>
              </a:ext>
            </a:extLst>
          </p:cNvPr>
          <p:cNvSpPr>
            <a:spLocks xmlns:a="http://schemas.openxmlformats.org/drawingml/2006/main" noGrp="1"/>
          </p:cNvSpPr>
          <p:nvPr/>
        </p:nvSpPr>
        <p:spPr>
          <a:xfrm xmlns:a="http://schemas.openxmlformats.org/drawingml/2006/main">
            <a:off x="7330440" y="2667000"/>
            <a:ext cx="201168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2100" b="1">
                <a:solidFill>
                  <a:srgbClr val="191919"/>
                </a:solidFill>
                <a:latin typeface="AppleGothic"/>
                <a:ea typeface="AppleGothic"/>
                <a:cs typeface="AppleGothic"/>
              </a:defRPr>
            </a:pPr>
            <a:r>
              <a:rPr sz="2100" b="1">
                <a:solidFill>
                  <a:srgbClr val="191919"/>
                </a:solidFill>
                <a:latin typeface="AppleGothic"/>
                <a:ea typeface="AppleGothic"/>
                <a:cs typeface="AppleGothic"/>
              </a:rPr>
              <a:t>분류</a:t>
            </a:r>
          </a:p>
        </p:txBody>
      </p:sp>
      <p:sp>
        <p:nvSpPr>
          <p:cNvPr id="21" name="">
            <a:extLst xmlns:a="http://schemas.openxmlformats.org/drawingml/2006/main">
              <a:ext uri="{FF2B5EF4-FFF2-40B4-BE49-F238E27FC236}">
                <a16:creationId xmlns:a16="http://schemas.microsoft.com/office/drawing/2014/main" id="{69E7903A-5B89-45B7-984B-69F060DB1801}"/>
              </a:ext>
            </a:extLst>
          </p:cNvPr>
          <p:cNvSpPr>
            <a:spLocks xmlns:a="http://schemas.openxmlformats.org/drawingml/2006/main" noGrp="1"/>
          </p:cNvSpPr>
          <p:nvPr/>
        </p:nvSpPr>
        <p:spPr>
          <a:xfrm xmlns:a="http://schemas.openxmlformats.org/drawingml/2006/main" flipH="0" flipV="0">
            <a:off x="7330440" y="3448050"/>
            <a:ext cx="2011680" cy="0"/>
          </a:xfrm>
          <a:prstGeom xmlns:a="http://schemas.openxmlformats.org/drawingml/2006/main" prst="line">
            <a:avLst/>
          </a:prstGeom>
          <a:noFill xmlns:a="http://schemas.openxmlformats.org/drawingml/2006/main"/>
          <a:ln xmlns:a="http://schemas.openxmlformats.org/drawingml/2006/main" w="9525">
            <a:solidFill>
              <a:srgbClr val="191919"/>
            </a:solidFill>
            <a:prstDash val="solid"/>
          </a:ln>
        </p:spPr>
      </p:sp>
      <p:sp>
        <p:nvSpPr>
          <p:cNvPr id="22" name="">
            <a:extLst xmlns:a="http://schemas.openxmlformats.org/drawingml/2006/main">
              <a:ext uri="{FF2B5EF4-FFF2-40B4-BE49-F238E27FC236}">
                <a16:creationId xmlns:a16="http://schemas.microsoft.com/office/drawing/2014/main" id="{44967B2E-6745-4E26-B7E1-EF91C0EBCAB8}"/>
              </a:ext>
            </a:extLst>
          </p:cNvPr>
          <p:cNvSpPr>
            <a:spLocks xmlns:a="http://schemas.openxmlformats.org/drawingml/2006/main" noGrp="1"/>
          </p:cNvSpPr>
          <p:nvPr/>
        </p:nvSpPr>
        <p:spPr>
          <a:xfrm xmlns:a="http://schemas.openxmlformats.org/drawingml/2006/main">
            <a:off x="7330440" y="3790950"/>
            <a:ext cx="201168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3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레이블·경로</a:t>
            </a:r>
          </a:p>
        </p:txBody>
      </p:sp>
      <p:sp>
        <p:nvSpPr>
          <p:cNvPr id="23" name="">
            <a:extLst xmlns:a="http://schemas.openxmlformats.org/drawingml/2006/main">
              <a:ext uri="{FF2B5EF4-FFF2-40B4-BE49-F238E27FC236}">
                <a16:creationId xmlns:a16="http://schemas.microsoft.com/office/drawing/2014/main" id="{A2BB3201-3805-42A2-AE97-E57E9F673168}"/>
              </a:ext>
            </a:extLst>
          </p:cNvPr>
          <p:cNvSpPr>
            <a:spLocks xmlns:a="http://schemas.openxmlformats.org/drawingml/2006/main" noGrp="1"/>
          </p:cNvSpPr>
          <p:nvPr/>
        </p:nvSpPr>
        <p:spPr>
          <a:xfrm xmlns:a="http://schemas.openxmlformats.org/drawingml/2006/main">
            <a:off x="9570720" y="2076450"/>
            <a:ext cx="201168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667085"/>
                </a:solidFill>
                <a:latin typeface="Menlo"/>
                <a:ea typeface="Menlo"/>
                <a:cs typeface="Menlo"/>
              </a:defRPr>
            </a:pPr>
            <a:r>
              <a:rPr sz="1650" b="1">
                <a:solidFill>
                  <a:srgbClr val="667085"/>
                </a:solidFill>
                <a:latin typeface="Menlo"/>
                <a:ea typeface="Menlo"/>
                <a:cs typeface="Menlo"/>
              </a:rPr>
              <a:t>05</a:t>
            </a:r>
          </a:p>
        </p:txBody>
      </p:sp>
      <p:sp>
        <p:nvSpPr>
          <p:cNvPr id="24" name="">
            <a:extLst xmlns:a="http://schemas.openxmlformats.org/drawingml/2006/main">
              <a:ext uri="{FF2B5EF4-FFF2-40B4-BE49-F238E27FC236}">
                <a16:creationId xmlns:a16="http://schemas.microsoft.com/office/drawing/2014/main" id="{977BF04D-CE3B-4BF3-97E4-BEAA6DAE81A4}"/>
              </a:ext>
            </a:extLst>
          </p:cNvPr>
          <p:cNvSpPr>
            <a:spLocks xmlns:a="http://schemas.openxmlformats.org/drawingml/2006/main" noGrp="1"/>
          </p:cNvSpPr>
          <p:nvPr/>
        </p:nvSpPr>
        <p:spPr>
          <a:xfrm xmlns:a="http://schemas.openxmlformats.org/drawingml/2006/main">
            <a:off x="9570720" y="2667000"/>
            <a:ext cx="201168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2100" b="1">
                <a:solidFill>
                  <a:srgbClr val="191919"/>
                </a:solidFill>
                <a:latin typeface="AppleGothic"/>
                <a:ea typeface="AppleGothic"/>
                <a:cs typeface="AppleGothic"/>
              </a:defRPr>
            </a:pPr>
            <a:r>
              <a:rPr sz="2100" b="1">
                <a:solidFill>
                  <a:srgbClr val="191919"/>
                </a:solidFill>
                <a:latin typeface="AppleGothic"/>
                <a:ea typeface="AppleGothic"/>
                <a:cs typeface="AppleGothic"/>
              </a:rPr>
              <a:t>코드</a:t>
            </a:r>
          </a:p>
        </p:txBody>
      </p:sp>
      <p:sp>
        <p:nvSpPr>
          <p:cNvPr id="25" name="">
            <a:extLst xmlns:a="http://schemas.openxmlformats.org/drawingml/2006/main">
              <a:ext uri="{FF2B5EF4-FFF2-40B4-BE49-F238E27FC236}">
                <a16:creationId xmlns:a16="http://schemas.microsoft.com/office/drawing/2014/main" id="{88C22809-66F1-47F2-AED6-62A1DFB9BFEB}"/>
              </a:ext>
            </a:extLst>
          </p:cNvPr>
          <p:cNvSpPr>
            <a:spLocks xmlns:a="http://schemas.openxmlformats.org/drawingml/2006/main" noGrp="1"/>
          </p:cNvSpPr>
          <p:nvPr/>
        </p:nvSpPr>
        <p:spPr>
          <a:xfrm xmlns:a="http://schemas.openxmlformats.org/drawingml/2006/main" flipH="0" flipV="0">
            <a:off x="9570720" y="3448050"/>
            <a:ext cx="2011680" cy="0"/>
          </a:xfrm>
          <a:prstGeom xmlns:a="http://schemas.openxmlformats.org/drawingml/2006/main" prst="line">
            <a:avLst/>
          </a:prstGeom>
          <a:noFill xmlns:a="http://schemas.openxmlformats.org/drawingml/2006/main"/>
          <a:ln xmlns:a="http://schemas.openxmlformats.org/drawingml/2006/main" w="9525">
            <a:solidFill>
              <a:srgbClr val="191919"/>
            </a:solidFill>
            <a:prstDash val="solid"/>
          </a:ln>
        </p:spPr>
      </p:sp>
      <p:sp>
        <p:nvSpPr>
          <p:cNvPr id="26" name="">
            <a:extLst xmlns:a="http://schemas.openxmlformats.org/drawingml/2006/main">
              <a:ext uri="{FF2B5EF4-FFF2-40B4-BE49-F238E27FC236}">
                <a16:creationId xmlns:a16="http://schemas.microsoft.com/office/drawing/2014/main" id="{40FA8F53-41D2-46F2-B657-32B5B745383C}"/>
              </a:ext>
            </a:extLst>
          </p:cNvPr>
          <p:cNvSpPr>
            <a:spLocks xmlns:a="http://schemas.openxmlformats.org/drawingml/2006/main" noGrp="1"/>
          </p:cNvSpPr>
          <p:nvPr/>
        </p:nvSpPr>
        <p:spPr>
          <a:xfrm xmlns:a="http://schemas.openxmlformats.org/drawingml/2006/main">
            <a:off x="9570720" y="3790950"/>
            <a:ext cx="201168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3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생성·해석</a:t>
            </a:r>
          </a:p>
        </p:txBody>
      </p:sp>
      <p:sp>
        <p:nvSpPr>
          <p:cNvPr id="27" name="">
            <a:extLst xmlns:a="http://schemas.openxmlformats.org/drawingml/2006/main">
              <a:ext uri="{FF2B5EF4-FFF2-40B4-BE49-F238E27FC236}">
                <a16:creationId xmlns:a16="http://schemas.microsoft.com/office/drawing/2014/main" id="{CDC8C852-44DF-4C9A-A12B-DD4E1D68B51D}"/>
              </a:ext>
            </a:extLst>
          </p:cNvPr>
          <p:cNvSpPr>
            <a:spLocks xmlns:a="http://schemas.openxmlformats.org/drawingml/2006/main" noGrp="1"/>
          </p:cNvSpPr>
          <p:nvPr/>
        </p:nvSpPr>
        <p:spPr>
          <a:xfrm xmlns:a="http://schemas.openxmlformats.org/drawingml/2006/main">
            <a:off x="609600" y="5581650"/>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191919"/>
                </a:solidFill>
                <a:latin typeface="AppleGothic"/>
                <a:ea typeface="AppleGothic"/>
                <a:cs typeface="AppleGothic"/>
              </a:defRPr>
            </a:pPr>
            <a:r>
              <a:rPr sz="1500" b="1">
                <a:solidFill>
                  <a:srgbClr val="191919"/>
                </a:solidFill>
                <a:latin typeface="AppleGothic"/>
                <a:ea typeface="AppleGothic"/>
                <a:cs typeface="AppleGothic"/>
              </a:rPr>
              <a:t>하나의 모델이 여러 자연어 작업을 수행하는 범용성</a:t>
            </a:r>
          </a:p>
        </p:txBody>
      </p:sp>
    </p:spTree>
    <p:extLst>
      <p:ext uri="{BB962C8B-B14F-4D97-AF65-F5344CB8AC3E}">
        <p14:creationId xmlns:p14="http://schemas.microsoft.com/office/powerpoint/2010/main" val="952997422"/>
      </p:ext>
    </p:extLst>
  </p:cSld>
</p:sld>
</file>

<file path=ppt/slides/slide30.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31CC708B-644F-462E-A42E-606F51C08864}"/>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FOUNDATION</a:t>
            </a:r>
          </a:p>
        </p:txBody>
      </p:sp>
      <p:sp>
        <p:nvSpPr>
          <p:cNvPr id="2" name="">
            <a:extLst xmlns:a="http://schemas.openxmlformats.org/drawingml/2006/main">
              <a:ext uri="{FF2B5EF4-FFF2-40B4-BE49-F238E27FC236}">
                <a16:creationId xmlns:a16="http://schemas.microsoft.com/office/drawing/2014/main" id="{D1F01512-CDF1-47FF-BE45-09FFEA1C5A7F}"/>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30</a:t>
            </a:r>
          </a:p>
        </p:txBody>
      </p:sp>
      <p:sp>
        <p:nvSpPr>
          <p:cNvPr id="3" name="">
            <a:extLst xmlns:a="http://schemas.openxmlformats.org/drawingml/2006/main">
              <a:ext uri="{FF2B5EF4-FFF2-40B4-BE49-F238E27FC236}">
                <a16:creationId xmlns:a16="http://schemas.microsoft.com/office/drawing/2014/main" id="{A076298A-4D32-41A2-8F48-47D9513162BB}"/>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76339817-07EE-481A-9800-295175684E42}"/>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4CE95315-72D6-4A54-BF73-A06F701F7072}"/>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18EAF438-E3E3-4E3B-92D7-0D82C35EF367}"/>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서비스 보장의 공백</a:t>
            </a:r>
          </a:p>
        </p:txBody>
      </p:sp>
      <p:sp>
        <p:nvSpPr>
          <p:cNvPr id="7" name="">
            <a:extLst xmlns:a="http://schemas.openxmlformats.org/drawingml/2006/main">
              <a:ext uri="{FF2B5EF4-FFF2-40B4-BE49-F238E27FC236}">
                <a16:creationId xmlns:a16="http://schemas.microsoft.com/office/drawing/2014/main" id="{61B06A9C-0873-484A-AC51-8726A319DFD8}"/>
              </a:ext>
            </a:extLst>
          </p:cNvPr>
          <p:cNvSpPr>
            <a:spLocks xmlns:a="http://schemas.openxmlformats.org/drawingml/2006/main" noGrp="1"/>
          </p:cNvSpPr>
          <p:nvPr/>
        </p:nvSpPr>
        <p:spPr>
          <a:xfrm xmlns:a="http://schemas.openxmlformats.org/drawingml/2006/main">
            <a:off x="609600" y="1657350"/>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모델 능력 · MODEL CAPABILITY</a:t>
            </a:r>
          </a:p>
        </p:txBody>
      </p:sp>
      <p:sp>
        <p:nvSpPr>
          <p:cNvPr id="8" name="">
            <a:extLst xmlns:a="http://schemas.openxmlformats.org/drawingml/2006/main">
              <a:ext uri="{FF2B5EF4-FFF2-40B4-BE49-F238E27FC236}">
                <a16:creationId xmlns:a16="http://schemas.microsoft.com/office/drawing/2014/main" id="{05B01BB1-B122-4C15-90DC-996DCFE037D9}"/>
              </a:ext>
            </a:extLst>
          </p:cNvPr>
          <p:cNvSpPr>
            <a:spLocks xmlns:a="http://schemas.openxmlformats.org/drawingml/2006/main" noGrp="1"/>
          </p:cNvSpPr>
          <p:nvPr/>
        </p:nvSpPr>
        <p:spPr>
          <a:xfrm xmlns:a="http://schemas.openxmlformats.org/drawingml/2006/main">
            <a:off x="609600" y="2038350"/>
            <a:ext cx="49530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250" b="1">
                <a:solidFill>
                  <a:srgbClr val="FFFFFF"/>
                </a:solidFill>
                <a:latin typeface="AppleGothic"/>
                <a:ea typeface="AppleGothic"/>
                <a:cs typeface="AppleGothic"/>
              </a:defRPr>
            </a:pPr>
            <a:r>
              <a:rPr sz="2250" b="1">
                <a:solidFill>
                  <a:srgbClr val="FFFFFF"/>
                </a:solidFill>
                <a:latin typeface="AppleGothic"/>
                <a:ea typeface="AppleGothic"/>
                <a:cs typeface="AppleGothic"/>
              </a:rPr>
              <a:t>생성 가능한 것</a:t>
            </a:r>
          </a:p>
        </p:txBody>
      </p:sp>
      <p:sp>
        <p:nvSpPr>
          <p:cNvPr id="9" name="">
            <a:extLst xmlns:a="http://schemas.openxmlformats.org/drawingml/2006/main">
              <a:ext uri="{FF2B5EF4-FFF2-40B4-BE49-F238E27FC236}">
                <a16:creationId xmlns:a16="http://schemas.microsoft.com/office/drawing/2014/main" id="{96A49D1C-71B2-45A7-9E0D-4B30C668CA37}"/>
              </a:ext>
            </a:extLst>
          </p:cNvPr>
          <p:cNvSpPr>
            <a:spLocks xmlns:a="http://schemas.openxmlformats.org/drawingml/2006/main" noGrp="1"/>
          </p:cNvSpPr>
          <p:nvPr/>
        </p:nvSpPr>
        <p:spPr>
          <a:xfrm xmlns:a="http://schemas.openxmlformats.org/drawingml/2006/main" flipH="0" flipV="0">
            <a:off x="609600" y="3048000"/>
            <a:ext cx="49530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0" name="">
            <a:extLst xmlns:a="http://schemas.openxmlformats.org/drawingml/2006/main">
              <a:ext uri="{FF2B5EF4-FFF2-40B4-BE49-F238E27FC236}">
                <a16:creationId xmlns:a16="http://schemas.microsoft.com/office/drawing/2014/main" id="{6B220C3F-2CA6-49B5-83F3-F2DE444C5264}"/>
              </a:ext>
            </a:extLst>
          </p:cNvPr>
          <p:cNvSpPr>
            <a:spLocks xmlns:a="http://schemas.openxmlformats.org/drawingml/2006/main" noGrp="1"/>
          </p:cNvSpPr>
          <p:nvPr/>
        </p:nvSpPr>
        <p:spPr>
          <a:xfrm xmlns:a="http://schemas.openxmlformats.org/drawingml/2006/main">
            <a:off x="609600" y="3333750"/>
            <a:ext cx="4953000" cy="1866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5000"/>
              </a:lnSpc>
              <a:buNone/>
              <a:defRPr sz="1500" b="0">
                <a:solidFill>
                  <a:srgbClr val="98A2B3"/>
                </a:solidFill>
                <a:latin typeface="AppleGothic"/>
                <a:ea typeface="AppleGothic"/>
                <a:cs typeface="AppleGothic"/>
              </a:defRPr>
            </a:pPr>
            <a:r>
              <a:rPr sz="1500" b="0">
                <a:solidFill>
                  <a:srgbClr val="98A2B3"/>
                </a:solidFill>
                <a:latin typeface="AppleGothic"/>
                <a:ea typeface="AppleGothic"/>
                <a:cs typeface="AppleGothic"/>
              </a:rPr>
              <a:t>요약 · 번역 · 질의응답 · 코드 · 멀티모달</a:t>
            </a:r>
          </a:p>
          <a:p xmlns:a="http://schemas.openxmlformats.org/drawingml/2006/main">
            <a:r>
              <a:t/>
            </a:r>
          </a:p>
          <a:p xmlns:a="http://schemas.openxmlformats.org/drawingml/2006/main">
            <a:pPr algn="l">
              <a:lnSpc>
                <a:spcPct val="135000"/>
              </a:lnSpc>
              <a:buNone/>
              <a:defRPr sz="1500" b="0">
                <a:solidFill>
                  <a:srgbClr val="98A2B3"/>
                </a:solidFill>
                <a:latin typeface="AppleGothic"/>
                <a:ea typeface="AppleGothic"/>
                <a:cs typeface="AppleGothic"/>
              </a:defRPr>
            </a:pPr>
            <a:r>
              <a:rPr sz="1500" b="0">
                <a:solidFill>
                  <a:srgbClr val="98A2B3"/>
                </a:solidFill>
                <a:latin typeface="AppleGothic"/>
                <a:ea typeface="AppleGothic"/>
                <a:cs typeface="AppleGothic"/>
              </a:rPr>
              <a:t>확률적 일반화 능력</a:t>
            </a:r>
          </a:p>
        </p:txBody>
      </p:sp>
      <p:sp>
        <p:nvSpPr>
          <p:cNvPr id="11" name="">
            <a:extLst xmlns:a="http://schemas.openxmlformats.org/drawingml/2006/main">
              <a:ext uri="{FF2B5EF4-FFF2-40B4-BE49-F238E27FC236}">
                <a16:creationId xmlns:a16="http://schemas.microsoft.com/office/drawing/2014/main" id="{8FF501AA-CFE0-4859-BFBF-2C0D5FC3ED6A}"/>
              </a:ext>
            </a:extLst>
          </p:cNvPr>
          <p:cNvSpPr>
            <a:spLocks xmlns:a="http://schemas.openxmlformats.org/drawingml/2006/main" noGrp="1"/>
          </p:cNvSpPr>
          <p:nvPr/>
        </p:nvSpPr>
        <p:spPr>
          <a:xfrm xmlns:a="http://schemas.openxmlformats.org/drawingml/2006/main">
            <a:off x="6267450" y="1657350"/>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AppleGothic"/>
                <a:ea typeface="AppleGothic"/>
                <a:cs typeface="AppleGothic"/>
              </a:defRPr>
            </a:pPr>
            <a:r>
              <a:rPr sz="1050" b="1">
                <a:solidFill>
                  <a:srgbClr val="2563EB"/>
                </a:solidFill>
                <a:latin typeface="AppleGothic"/>
                <a:ea typeface="AppleGothic"/>
                <a:cs typeface="AppleGothic"/>
              </a:rPr>
              <a:t>서비스 신뢰성 · SERVICE RELIABILITY</a:t>
            </a:r>
          </a:p>
        </p:txBody>
      </p:sp>
      <p:sp>
        <p:nvSpPr>
          <p:cNvPr id="12" name="">
            <a:extLst xmlns:a="http://schemas.openxmlformats.org/drawingml/2006/main">
              <a:ext uri="{FF2B5EF4-FFF2-40B4-BE49-F238E27FC236}">
                <a16:creationId xmlns:a16="http://schemas.microsoft.com/office/drawing/2014/main" id="{D59964CD-9495-4BC6-935A-A9266CF387C4}"/>
              </a:ext>
            </a:extLst>
          </p:cNvPr>
          <p:cNvSpPr>
            <a:spLocks xmlns:a="http://schemas.openxmlformats.org/drawingml/2006/main" noGrp="1"/>
          </p:cNvSpPr>
          <p:nvPr/>
        </p:nvSpPr>
        <p:spPr>
          <a:xfrm xmlns:a="http://schemas.openxmlformats.org/drawingml/2006/main">
            <a:off x="6267450" y="2038350"/>
            <a:ext cx="49530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250" b="1">
                <a:solidFill>
                  <a:srgbClr val="2563EB"/>
                </a:solidFill>
                <a:latin typeface="AppleGothic"/>
                <a:ea typeface="AppleGothic"/>
                <a:cs typeface="AppleGothic"/>
              </a:defRPr>
            </a:pPr>
            <a:r>
              <a:rPr sz="2250" b="1">
                <a:solidFill>
                  <a:srgbClr val="2563EB"/>
                </a:solidFill>
                <a:latin typeface="AppleGothic"/>
                <a:ea typeface="AppleGothic"/>
                <a:cs typeface="AppleGothic"/>
              </a:rPr>
              <a:t>별도 계약이 필요한 것</a:t>
            </a:r>
          </a:p>
        </p:txBody>
      </p:sp>
      <p:sp>
        <p:nvSpPr>
          <p:cNvPr id="13" name="">
            <a:extLst xmlns:a="http://schemas.openxmlformats.org/drawingml/2006/main">
              <a:ext uri="{FF2B5EF4-FFF2-40B4-BE49-F238E27FC236}">
                <a16:creationId xmlns:a16="http://schemas.microsoft.com/office/drawing/2014/main" id="{3BB287F7-8BC7-479D-8452-EF377F916A52}"/>
              </a:ext>
            </a:extLst>
          </p:cNvPr>
          <p:cNvSpPr>
            <a:spLocks xmlns:a="http://schemas.openxmlformats.org/drawingml/2006/main" noGrp="1"/>
          </p:cNvSpPr>
          <p:nvPr/>
        </p:nvSpPr>
        <p:spPr>
          <a:xfrm xmlns:a="http://schemas.openxmlformats.org/drawingml/2006/main" flipH="0" flipV="0">
            <a:off x="6267450" y="3048000"/>
            <a:ext cx="4953000" cy="0"/>
          </a:xfrm>
          <a:prstGeom xmlns:a="http://schemas.openxmlformats.org/drawingml/2006/main" prst="line">
            <a:avLst/>
          </a:prstGeom>
          <a:noFill xmlns:a="http://schemas.openxmlformats.org/drawingml/2006/main"/>
          <a:ln xmlns:a="http://schemas.openxmlformats.org/drawingml/2006/main" w="38100">
            <a:solidFill>
              <a:srgbClr val="2563EB"/>
            </a:solidFill>
            <a:prstDash val="solid"/>
          </a:ln>
        </p:spPr>
      </p:sp>
      <p:sp>
        <p:nvSpPr>
          <p:cNvPr id="14" name="">
            <a:extLst xmlns:a="http://schemas.openxmlformats.org/drawingml/2006/main">
              <a:ext uri="{FF2B5EF4-FFF2-40B4-BE49-F238E27FC236}">
                <a16:creationId xmlns:a16="http://schemas.microsoft.com/office/drawing/2014/main" id="{1F63D71E-A481-4887-AAB1-3FD0AC9D055E}"/>
              </a:ext>
            </a:extLst>
          </p:cNvPr>
          <p:cNvSpPr>
            <a:spLocks xmlns:a="http://schemas.openxmlformats.org/drawingml/2006/main" noGrp="1"/>
          </p:cNvSpPr>
          <p:nvPr/>
        </p:nvSpPr>
        <p:spPr>
          <a:xfrm xmlns:a="http://schemas.openxmlformats.org/drawingml/2006/main">
            <a:off x="6267450" y="3333750"/>
            <a:ext cx="4953000" cy="1866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5000"/>
              </a:lnSpc>
              <a:buNone/>
              <a:defRPr sz="1500" b="0">
                <a:solidFill>
                  <a:srgbClr val="98A2B3"/>
                </a:solidFill>
                <a:latin typeface="AppleGothic"/>
                <a:ea typeface="AppleGothic"/>
                <a:cs typeface="AppleGothic"/>
              </a:defRPr>
            </a:pPr>
            <a:r>
              <a:rPr sz="1500" b="0">
                <a:solidFill>
                  <a:srgbClr val="98A2B3"/>
                </a:solidFill>
                <a:latin typeface="AppleGothic"/>
                <a:ea typeface="AppleGothic"/>
                <a:cs typeface="AppleGothic"/>
              </a:rPr>
              <a:t>사실성 · 최신성 · 권한 · 지연 · 비용 · 안전</a:t>
            </a:r>
          </a:p>
          <a:p xmlns:a="http://schemas.openxmlformats.org/drawingml/2006/main">
            <a:r>
              <a:t/>
            </a:r>
          </a:p>
          <a:p xmlns:a="http://schemas.openxmlformats.org/drawingml/2006/main">
            <a:pPr algn="l">
              <a:lnSpc>
                <a:spcPct val="135000"/>
              </a:lnSpc>
              <a:buNone/>
              <a:defRPr sz="1500" b="0">
                <a:solidFill>
                  <a:srgbClr val="98A2B3"/>
                </a:solidFill>
                <a:latin typeface="AppleGothic"/>
                <a:ea typeface="AppleGothic"/>
                <a:cs typeface="AppleGothic"/>
              </a:defRPr>
            </a:pPr>
            <a:r>
              <a:rPr sz="1500" b="0">
                <a:solidFill>
                  <a:srgbClr val="98A2B3"/>
                </a:solidFill>
                <a:latin typeface="AppleGothic"/>
                <a:ea typeface="AppleGothic"/>
                <a:cs typeface="AppleGothic"/>
              </a:rPr>
              <a:t>운영 환경의 판정 기준</a:t>
            </a:r>
          </a:p>
        </p:txBody>
      </p:sp>
      <p:sp>
        <p:nvSpPr>
          <p:cNvPr id="15" name="">
            <a:extLst xmlns:a="http://schemas.openxmlformats.org/drawingml/2006/main">
              <a:ext uri="{FF2B5EF4-FFF2-40B4-BE49-F238E27FC236}">
                <a16:creationId xmlns:a16="http://schemas.microsoft.com/office/drawing/2014/main" id="{1364C828-0AFE-41B4-AF74-CB7F002E17ED}"/>
              </a:ext>
            </a:extLst>
          </p:cNvPr>
          <p:cNvSpPr>
            <a:spLocks xmlns:a="http://schemas.openxmlformats.org/drawingml/2006/main" noGrp="1"/>
          </p:cNvSpPr>
          <p:nvPr/>
        </p:nvSpPr>
        <p:spPr>
          <a:xfrm xmlns:a="http://schemas.openxmlformats.org/drawingml/2006/main" flipH="0" flipV="0">
            <a:off x="5924550" y="1657350"/>
            <a:ext cx="0" cy="417195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Tree>
    <p:extLst>
      <p:ext uri="{BB962C8B-B14F-4D97-AF65-F5344CB8AC3E}">
        <p14:creationId xmlns:p14="http://schemas.microsoft.com/office/powerpoint/2010/main" val="1917461478"/>
      </p:ext>
    </p:extLst>
  </p:cSld>
</p:sld>
</file>

<file path=ppt/slides/slide31.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D98B7B4A-FB0B-41E3-8DE4-7343B2013D98}"/>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FOUNDATION</a:t>
            </a:r>
          </a:p>
        </p:txBody>
      </p:sp>
      <p:sp>
        <p:nvSpPr>
          <p:cNvPr id="2" name="">
            <a:extLst xmlns:a="http://schemas.openxmlformats.org/drawingml/2006/main">
              <a:ext uri="{FF2B5EF4-FFF2-40B4-BE49-F238E27FC236}">
                <a16:creationId xmlns:a16="http://schemas.microsoft.com/office/drawing/2014/main" id="{D407A52E-360B-4660-93E6-5218A04E755C}"/>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31</a:t>
            </a:r>
          </a:p>
        </p:txBody>
      </p:sp>
      <p:sp>
        <p:nvSpPr>
          <p:cNvPr id="3" name="">
            <a:extLst xmlns:a="http://schemas.openxmlformats.org/drawingml/2006/main">
              <a:ext uri="{FF2B5EF4-FFF2-40B4-BE49-F238E27FC236}">
                <a16:creationId xmlns:a16="http://schemas.microsoft.com/office/drawing/2014/main" id="{DA31698C-6E54-4023-BFC7-28E735D1D3F5}"/>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5DFFE21F-00A0-4FA0-94F8-4CF7A820DD7A}"/>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7629FD26-0870-4332-87E3-CDB027DD73DA}"/>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23E55FF4-B449-41BA-B50C-89BD0F02C43A}"/>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생성형 시스템의 변동성</a:t>
            </a:r>
          </a:p>
        </p:txBody>
      </p:sp>
      <p:sp>
        <p:nvSpPr>
          <p:cNvPr id="7" name="">
            <a:extLst xmlns:a="http://schemas.openxmlformats.org/drawingml/2006/main">
              <a:ext uri="{FF2B5EF4-FFF2-40B4-BE49-F238E27FC236}">
                <a16:creationId xmlns:a16="http://schemas.microsoft.com/office/drawing/2014/main" id="{3E23E347-8A18-4C98-BBAB-0DFBC665DA98}"/>
              </a:ext>
            </a:extLst>
          </p:cNvPr>
          <p:cNvSpPr>
            <a:spLocks xmlns:a="http://schemas.openxmlformats.org/drawingml/2006/main" noGrp="1"/>
          </p:cNvSpPr>
          <p:nvPr/>
        </p:nvSpPr>
        <p:spPr>
          <a:xfrm xmlns:a="http://schemas.openxmlformats.org/drawingml/2006/main">
            <a:off x="609600" y="1504950"/>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191919"/>
                </a:solidFill>
                <a:latin typeface="AppleGothic"/>
                <a:ea typeface="AppleGothic"/>
                <a:cs typeface="AppleGothic"/>
              </a:defRPr>
            </a:pPr>
            <a:r>
              <a:rPr sz="1650" b="1">
                <a:solidFill>
                  <a:srgbClr val="191919"/>
                </a:solidFill>
                <a:latin typeface="AppleGothic"/>
                <a:ea typeface="AppleGothic"/>
                <a:cs typeface="AppleGothic"/>
              </a:rPr>
              <a:t>같은 애플리케이션 코드도 실행 조건의 버전 조합에 따라 다른 결과</a:t>
            </a:r>
          </a:p>
        </p:txBody>
      </p:sp>
      <p:sp>
        <p:nvSpPr>
          <p:cNvPr id="8" name="">
            <a:extLst xmlns:a="http://schemas.openxmlformats.org/drawingml/2006/main">
              <a:ext uri="{FF2B5EF4-FFF2-40B4-BE49-F238E27FC236}">
                <a16:creationId xmlns:a16="http://schemas.microsoft.com/office/drawing/2014/main" id="{BCC1ADBC-C05B-40EB-9A70-858D93956DC2}"/>
              </a:ext>
            </a:extLst>
          </p:cNvPr>
          <p:cNvSpPr>
            <a:spLocks xmlns:a="http://schemas.openxmlformats.org/drawingml/2006/main" noGrp="1"/>
          </p:cNvSpPr>
          <p:nvPr/>
        </p:nvSpPr>
        <p:spPr>
          <a:xfrm xmlns:a="http://schemas.openxmlformats.org/drawingml/2006/main">
            <a:off x="609600" y="2209800"/>
            <a:ext cx="2571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8000"/>
              </a:lnSpc>
              <a:buNone/>
              <a:defRPr sz="1725" b="1">
                <a:solidFill>
                  <a:srgbClr val="191919"/>
                </a:solidFill>
                <a:latin typeface="AppleGothic"/>
                <a:ea typeface="AppleGothic"/>
                <a:cs typeface="AppleGothic"/>
              </a:defRPr>
            </a:pPr>
            <a:r>
              <a:rPr sz="1725" b="1">
                <a:solidFill>
                  <a:srgbClr val="191919"/>
                </a:solidFill>
                <a:latin typeface="AppleGothic"/>
                <a:ea typeface="AppleGothic"/>
                <a:cs typeface="AppleGothic"/>
              </a:rPr>
              <a:t>모델</a:t>
            </a:r>
          </a:p>
        </p:txBody>
      </p:sp>
      <p:sp>
        <p:nvSpPr>
          <p:cNvPr id="9" name="">
            <a:extLst xmlns:a="http://schemas.openxmlformats.org/drawingml/2006/main">
              <a:ext uri="{FF2B5EF4-FFF2-40B4-BE49-F238E27FC236}">
                <a16:creationId xmlns:a16="http://schemas.microsoft.com/office/drawing/2014/main" id="{2C812B7E-260C-4ADB-9940-394360766203}"/>
              </a:ext>
            </a:extLst>
          </p:cNvPr>
          <p:cNvSpPr>
            <a:spLocks xmlns:a="http://schemas.openxmlformats.org/drawingml/2006/main" noGrp="1"/>
          </p:cNvSpPr>
          <p:nvPr/>
        </p:nvSpPr>
        <p:spPr>
          <a:xfrm xmlns:a="http://schemas.openxmlformats.org/drawingml/2006/main" flipH="0" flipV="0">
            <a:off x="609600" y="2971800"/>
            <a:ext cx="2571750" cy="0"/>
          </a:xfrm>
          <a:prstGeom xmlns:a="http://schemas.openxmlformats.org/drawingml/2006/main" prst="line">
            <a:avLst/>
          </a:prstGeom>
          <a:noFill xmlns:a="http://schemas.openxmlformats.org/drawingml/2006/main"/>
          <a:ln xmlns:a="http://schemas.openxmlformats.org/drawingml/2006/main" w="28575">
            <a:solidFill>
              <a:srgbClr val="0B1F3A"/>
            </a:solidFill>
            <a:prstDash val="solid"/>
          </a:ln>
        </p:spPr>
      </p:sp>
      <p:sp>
        <p:nvSpPr>
          <p:cNvPr id="10" name="">
            <a:extLst xmlns:a="http://schemas.openxmlformats.org/drawingml/2006/main">
              <a:ext uri="{FF2B5EF4-FFF2-40B4-BE49-F238E27FC236}">
                <a16:creationId xmlns:a16="http://schemas.microsoft.com/office/drawing/2014/main" id="{08C34B92-A075-4992-8714-6FD65238B091}"/>
              </a:ext>
            </a:extLst>
          </p:cNvPr>
          <p:cNvSpPr>
            <a:spLocks xmlns:a="http://schemas.openxmlformats.org/drawingml/2006/main" noGrp="1"/>
          </p:cNvSpPr>
          <p:nvPr/>
        </p:nvSpPr>
        <p:spPr>
          <a:xfrm xmlns:a="http://schemas.openxmlformats.org/drawingml/2006/main">
            <a:off x="609600" y="3257550"/>
            <a:ext cx="2571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75" b="1">
                <a:solidFill>
                  <a:srgbClr val="667085"/>
                </a:solidFill>
                <a:latin typeface="Menlo"/>
                <a:ea typeface="Menlo"/>
                <a:cs typeface="Menlo"/>
              </a:defRPr>
            </a:pPr>
            <a:r>
              <a:rPr sz="1275" b="1">
                <a:solidFill>
                  <a:srgbClr val="667085"/>
                </a:solidFill>
                <a:latin typeface="Menlo"/>
                <a:ea typeface="Menlo"/>
                <a:cs typeface="Menlo"/>
              </a:rPr>
              <a:t>provider · tag · revision</a:t>
            </a:r>
          </a:p>
        </p:txBody>
      </p:sp>
      <p:sp>
        <p:nvSpPr>
          <p:cNvPr id="11" name="">
            <a:extLst xmlns:a="http://schemas.openxmlformats.org/drawingml/2006/main">
              <a:ext uri="{FF2B5EF4-FFF2-40B4-BE49-F238E27FC236}">
                <a16:creationId xmlns:a16="http://schemas.microsoft.com/office/drawing/2014/main" id="{BC48C67A-2F51-40D1-B41F-6A07A5E59EE7}"/>
              </a:ext>
            </a:extLst>
          </p:cNvPr>
          <p:cNvSpPr>
            <a:spLocks xmlns:a="http://schemas.openxmlformats.org/drawingml/2006/main" noGrp="1"/>
          </p:cNvSpPr>
          <p:nvPr/>
        </p:nvSpPr>
        <p:spPr>
          <a:xfrm xmlns:a="http://schemas.openxmlformats.org/drawingml/2006/main">
            <a:off x="704850" y="3905250"/>
            <a:ext cx="23812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3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제공자·모델 태그·개정</a:t>
            </a:r>
          </a:p>
        </p:txBody>
      </p:sp>
      <p:sp>
        <p:nvSpPr>
          <p:cNvPr id="12" name="">
            <a:extLst xmlns:a="http://schemas.openxmlformats.org/drawingml/2006/main">
              <a:ext uri="{FF2B5EF4-FFF2-40B4-BE49-F238E27FC236}">
                <a16:creationId xmlns:a16="http://schemas.microsoft.com/office/drawing/2014/main" id="{BDB6C3D6-288E-4903-B245-20D124715144}"/>
              </a:ext>
            </a:extLst>
          </p:cNvPr>
          <p:cNvSpPr>
            <a:spLocks xmlns:a="http://schemas.openxmlformats.org/drawingml/2006/main" noGrp="1"/>
          </p:cNvSpPr>
          <p:nvPr/>
        </p:nvSpPr>
        <p:spPr>
          <a:xfrm xmlns:a="http://schemas.openxmlformats.org/drawingml/2006/main">
            <a:off x="3409950" y="2209800"/>
            <a:ext cx="2571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8000"/>
              </a:lnSpc>
              <a:buNone/>
              <a:defRPr sz="1725" b="1">
                <a:solidFill>
                  <a:srgbClr val="191919"/>
                </a:solidFill>
                <a:latin typeface="AppleGothic"/>
                <a:ea typeface="AppleGothic"/>
                <a:cs typeface="AppleGothic"/>
              </a:defRPr>
            </a:pPr>
            <a:r>
              <a:rPr sz="1725" b="1">
                <a:solidFill>
                  <a:srgbClr val="191919"/>
                </a:solidFill>
                <a:latin typeface="AppleGothic"/>
                <a:ea typeface="AppleGothic"/>
                <a:cs typeface="AppleGothic"/>
              </a:rPr>
              <a:t>외부 맥락</a:t>
            </a:r>
          </a:p>
        </p:txBody>
      </p:sp>
      <p:sp>
        <p:nvSpPr>
          <p:cNvPr id="13" name="">
            <a:extLst xmlns:a="http://schemas.openxmlformats.org/drawingml/2006/main">
              <a:ext uri="{FF2B5EF4-FFF2-40B4-BE49-F238E27FC236}">
                <a16:creationId xmlns:a16="http://schemas.microsoft.com/office/drawing/2014/main" id="{E3CC8E46-0DD4-41A8-991D-F5B48AC9D42A}"/>
              </a:ext>
            </a:extLst>
          </p:cNvPr>
          <p:cNvSpPr>
            <a:spLocks xmlns:a="http://schemas.openxmlformats.org/drawingml/2006/main" noGrp="1"/>
          </p:cNvSpPr>
          <p:nvPr/>
        </p:nvSpPr>
        <p:spPr>
          <a:xfrm xmlns:a="http://schemas.openxmlformats.org/drawingml/2006/main" flipH="0" flipV="0">
            <a:off x="3409950" y="2971800"/>
            <a:ext cx="2571750" cy="0"/>
          </a:xfrm>
          <a:prstGeom xmlns:a="http://schemas.openxmlformats.org/drawingml/2006/main" prst="line">
            <a:avLst/>
          </a:prstGeom>
          <a:noFill xmlns:a="http://schemas.openxmlformats.org/drawingml/2006/main"/>
          <a:ln xmlns:a="http://schemas.openxmlformats.org/drawingml/2006/main" w="28575">
            <a:solidFill>
              <a:srgbClr val="0B1F3A"/>
            </a:solidFill>
            <a:prstDash val="solid"/>
          </a:ln>
        </p:spPr>
      </p:sp>
      <p:sp>
        <p:nvSpPr>
          <p:cNvPr id="14" name="">
            <a:extLst xmlns:a="http://schemas.openxmlformats.org/drawingml/2006/main">
              <a:ext uri="{FF2B5EF4-FFF2-40B4-BE49-F238E27FC236}">
                <a16:creationId xmlns:a16="http://schemas.microsoft.com/office/drawing/2014/main" id="{4DC138A6-3777-4B69-B647-FC52A5BF9587}"/>
              </a:ext>
            </a:extLst>
          </p:cNvPr>
          <p:cNvSpPr>
            <a:spLocks xmlns:a="http://schemas.openxmlformats.org/drawingml/2006/main" noGrp="1"/>
          </p:cNvSpPr>
          <p:nvPr/>
        </p:nvSpPr>
        <p:spPr>
          <a:xfrm xmlns:a="http://schemas.openxmlformats.org/drawingml/2006/main">
            <a:off x="3409950" y="3257550"/>
            <a:ext cx="2571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75" b="1">
                <a:solidFill>
                  <a:srgbClr val="667085"/>
                </a:solidFill>
                <a:latin typeface="Menlo"/>
                <a:ea typeface="Menlo"/>
                <a:cs typeface="Menlo"/>
              </a:defRPr>
            </a:pPr>
            <a:r>
              <a:rPr sz="1275" b="1">
                <a:solidFill>
                  <a:srgbClr val="667085"/>
                </a:solidFill>
                <a:latin typeface="Menlo"/>
                <a:ea typeface="Menlo"/>
                <a:cs typeface="Menlo"/>
              </a:rPr>
              <a:t>retrieval · tool result</a:t>
            </a:r>
          </a:p>
        </p:txBody>
      </p:sp>
      <p:sp>
        <p:nvSpPr>
          <p:cNvPr id="15" name="">
            <a:extLst xmlns:a="http://schemas.openxmlformats.org/drawingml/2006/main">
              <a:ext uri="{FF2B5EF4-FFF2-40B4-BE49-F238E27FC236}">
                <a16:creationId xmlns:a16="http://schemas.microsoft.com/office/drawing/2014/main" id="{4D8C3A7C-0C06-4685-8934-6BC57E6C6471}"/>
              </a:ext>
            </a:extLst>
          </p:cNvPr>
          <p:cNvSpPr>
            <a:spLocks xmlns:a="http://schemas.openxmlformats.org/drawingml/2006/main" noGrp="1"/>
          </p:cNvSpPr>
          <p:nvPr/>
        </p:nvSpPr>
        <p:spPr>
          <a:xfrm xmlns:a="http://schemas.openxmlformats.org/drawingml/2006/main">
            <a:off x="3505200" y="3905250"/>
            <a:ext cx="23812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3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검색 결과·도구 반환값</a:t>
            </a:r>
          </a:p>
        </p:txBody>
      </p:sp>
      <p:sp>
        <p:nvSpPr>
          <p:cNvPr id="16" name="">
            <a:extLst xmlns:a="http://schemas.openxmlformats.org/drawingml/2006/main">
              <a:ext uri="{FF2B5EF4-FFF2-40B4-BE49-F238E27FC236}">
                <a16:creationId xmlns:a16="http://schemas.microsoft.com/office/drawing/2014/main" id="{600DE157-93FB-4782-AC17-A3961D92F3EA}"/>
              </a:ext>
            </a:extLst>
          </p:cNvPr>
          <p:cNvSpPr>
            <a:spLocks xmlns:a="http://schemas.openxmlformats.org/drawingml/2006/main" noGrp="1"/>
          </p:cNvSpPr>
          <p:nvPr/>
        </p:nvSpPr>
        <p:spPr>
          <a:xfrm xmlns:a="http://schemas.openxmlformats.org/drawingml/2006/main">
            <a:off x="6210300" y="2209800"/>
            <a:ext cx="2571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8000"/>
              </a:lnSpc>
              <a:buNone/>
              <a:defRPr sz="1725" b="1">
                <a:solidFill>
                  <a:srgbClr val="191919"/>
                </a:solidFill>
                <a:latin typeface="AppleGothic"/>
                <a:ea typeface="AppleGothic"/>
                <a:cs typeface="AppleGothic"/>
              </a:defRPr>
            </a:pPr>
            <a:r>
              <a:rPr sz="1725" b="1">
                <a:solidFill>
                  <a:srgbClr val="191919"/>
                </a:solidFill>
                <a:latin typeface="AppleGothic"/>
                <a:ea typeface="AppleGothic"/>
                <a:cs typeface="AppleGothic"/>
              </a:rPr>
              <a:t>생성 설정</a:t>
            </a:r>
          </a:p>
        </p:txBody>
      </p:sp>
      <p:sp>
        <p:nvSpPr>
          <p:cNvPr id="17" name="">
            <a:extLst xmlns:a="http://schemas.openxmlformats.org/drawingml/2006/main">
              <a:ext uri="{FF2B5EF4-FFF2-40B4-BE49-F238E27FC236}">
                <a16:creationId xmlns:a16="http://schemas.microsoft.com/office/drawing/2014/main" id="{AA3E0A68-3C13-4023-8103-C1C7568086E2}"/>
              </a:ext>
            </a:extLst>
          </p:cNvPr>
          <p:cNvSpPr>
            <a:spLocks xmlns:a="http://schemas.openxmlformats.org/drawingml/2006/main" noGrp="1"/>
          </p:cNvSpPr>
          <p:nvPr/>
        </p:nvSpPr>
        <p:spPr>
          <a:xfrm xmlns:a="http://schemas.openxmlformats.org/drawingml/2006/main" flipH="0" flipV="0">
            <a:off x="6210300" y="2971800"/>
            <a:ext cx="2571750" cy="0"/>
          </a:xfrm>
          <a:prstGeom xmlns:a="http://schemas.openxmlformats.org/drawingml/2006/main" prst="line">
            <a:avLst/>
          </a:prstGeom>
          <a:noFill xmlns:a="http://schemas.openxmlformats.org/drawingml/2006/main"/>
          <a:ln xmlns:a="http://schemas.openxmlformats.org/drawingml/2006/main" w="28575">
            <a:solidFill>
              <a:srgbClr val="0B1F3A"/>
            </a:solidFill>
            <a:prstDash val="solid"/>
          </a:ln>
        </p:spPr>
      </p:sp>
      <p:sp>
        <p:nvSpPr>
          <p:cNvPr id="18" name="">
            <a:extLst xmlns:a="http://schemas.openxmlformats.org/drawingml/2006/main">
              <a:ext uri="{FF2B5EF4-FFF2-40B4-BE49-F238E27FC236}">
                <a16:creationId xmlns:a16="http://schemas.microsoft.com/office/drawing/2014/main" id="{38CCBD57-5BB0-445C-98D5-DF19750D96BC}"/>
              </a:ext>
            </a:extLst>
          </p:cNvPr>
          <p:cNvSpPr>
            <a:spLocks xmlns:a="http://schemas.openxmlformats.org/drawingml/2006/main" noGrp="1"/>
          </p:cNvSpPr>
          <p:nvPr/>
        </p:nvSpPr>
        <p:spPr>
          <a:xfrm xmlns:a="http://schemas.openxmlformats.org/drawingml/2006/main">
            <a:off x="6210300" y="3257550"/>
            <a:ext cx="2571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75" b="1">
                <a:solidFill>
                  <a:srgbClr val="667085"/>
                </a:solidFill>
                <a:latin typeface="Menlo"/>
                <a:ea typeface="Menlo"/>
                <a:cs typeface="Menlo"/>
              </a:defRPr>
            </a:pPr>
            <a:r>
              <a:rPr sz="1275" b="1">
                <a:solidFill>
                  <a:srgbClr val="667085"/>
                </a:solidFill>
                <a:latin typeface="Menlo"/>
                <a:ea typeface="Menlo"/>
                <a:cs typeface="Menlo"/>
              </a:rPr>
              <a:t>temperature · seed</a:t>
            </a:r>
          </a:p>
        </p:txBody>
      </p:sp>
      <p:sp>
        <p:nvSpPr>
          <p:cNvPr id="19" name="">
            <a:extLst xmlns:a="http://schemas.openxmlformats.org/drawingml/2006/main">
              <a:ext uri="{FF2B5EF4-FFF2-40B4-BE49-F238E27FC236}">
                <a16:creationId xmlns:a16="http://schemas.microsoft.com/office/drawing/2014/main" id="{874C820B-ACAB-4133-914C-47142684B761}"/>
              </a:ext>
            </a:extLst>
          </p:cNvPr>
          <p:cNvSpPr>
            <a:spLocks xmlns:a="http://schemas.openxmlformats.org/drawingml/2006/main" noGrp="1"/>
          </p:cNvSpPr>
          <p:nvPr/>
        </p:nvSpPr>
        <p:spPr>
          <a:xfrm xmlns:a="http://schemas.openxmlformats.org/drawingml/2006/main">
            <a:off x="6305550" y="3905250"/>
            <a:ext cx="23812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3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온도·난수 시드</a:t>
            </a:r>
          </a:p>
        </p:txBody>
      </p:sp>
      <p:sp>
        <p:nvSpPr>
          <p:cNvPr id="20" name="">
            <a:extLst xmlns:a="http://schemas.openxmlformats.org/drawingml/2006/main">
              <a:ext uri="{FF2B5EF4-FFF2-40B4-BE49-F238E27FC236}">
                <a16:creationId xmlns:a16="http://schemas.microsoft.com/office/drawing/2014/main" id="{3D3F5FF3-4AFC-4C82-BBC6-C776F030FE83}"/>
              </a:ext>
            </a:extLst>
          </p:cNvPr>
          <p:cNvSpPr>
            <a:spLocks xmlns:a="http://schemas.openxmlformats.org/drawingml/2006/main" noGrp="1"/>
          </p:cNvSpPr>
          <p:nvPr/>
        </p:nvSpPr>
        <p:spPr>
          <a:xfrm xmlns:a="http://schemas.openxmlformats.org/drawingml/2006/main">
            <a:off x="9010650" y="2209800"/>
            <a:ext cx="2571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8000"/>
              </a:lnSpc>
              <a:buNone/>
              <a:defRPr sz="1725" b="1">
                <a:solidFill>
                  <a:srgbClr val="191919"/>
                </a:solidFill>
                <a:latin typeface="AppleGothic"/>
                <a:ea typeface="AppleGothic"/>
                <a:cs typeface="AppleGothic"/>
              </a:defRPr>
            </a:pPr>
            <a:r>
              <a:rPr sz="1725" b="1">
                <a:solidFill>
                  <a:srgbClr val="191919"/>
                </a:solidFill>
                <a:latin typeface="AppleGothic"/>
                <a:ea typeface="AppleGothic"/>
                <a:cs typeface="AppleGothic"/>
              </a:rPr>
              <a:t>프롬프트</a:t>
            </a:r>
          </a:p>
        </p:txBody>
      </p:sp>
      <p:sp>
        <p:nvSpPr>
          <p:cNvPr id="21" name="">
            <a:extLst xmlns:a="http://schemas.openxmlformats.org/drawingml/2006/main">
              <a:ext uri="{FF2B5EF4-FFF2-40B4-BE49-F238E27FC236}">
                <a16:creationId xmlns:a16="http://schemas.microsoft.com/office/drawing/2014/main" id="{DC85B9AF-B326-49EB-BD92-B29D0302017D}"/>
              </a:ext>
            </a:extLst>
          </p:cNvPr>
          <p:cNvSpPr>
            <a:spLocks xmlns:a="http://schemas.openxmlformats.org/drawingml/2006/main" noGrp="1"/>
          </p:cNvSpPr>
          <p:nvPr/>
        </p:nvSpPr>
        <p:spPr>
          <a:xfrm xmlns:a="http://schemas.openxmlformats.org/drawingml/2006/main" flipH="0" flipV="0">
            <a:off x="9010650" y="2971800"/>
            <a:ext cx="2571750" cy="0"/>
          </a:xfrm>
          <a:prstGeom xmlns:a="http://schemas.openxmlformats.org/drawingml/2006/main" prst="line">
            <a:avLst/>
          </a:prstGeom>
          <a:noFill xmlns:a="http://schemas.openxmlformats.org/drawingml/2006/main"/>
          <a:ln xmlns:a="http://schemas.openxmlformats.org/drawingml/2006/main" w="28575">
            <a:solidFill>
              <a:srgbClr val="0B1F3A"/>
            </a:solidFill>
            <a:prstDash val="solid"/>
          </a:ln>
        </p:spPr>
      </p:sp>
      <p:sp>
        <p:nvSpPr>
          <p:cNvPr id="22" name="">
            <a:extLst xmlns:a="http://schemas.openxmlformats.org/drawingml/2006/main">
              <a:ext uri="{FF2B5EF4-FFF2-40B4-BE49-F238E27FC236}">
                <a16:creationId xmlns:a16="http://schemas.microsoft.com/office/drawing/2014/main" id="{EEBA852D-6B27-4C14-9E9F-B6EF17735DF8}"/>
              </a:ext>
            </a:extLst>
          </p:cNvPr>
          <p:cNvSpPr>
            <a:spLocks xmlns:a="http://schemas.openxmlformats.org/drawingml/2006/main" noGrp="1"/>
          </p:cNvSpPr>
          <p:nvPr/>
        </p:nvSpPr>
        <p:spPr>
          <a:xfrm xmlns:a="http://schemas.openxmlformats.org/drawingml/2006/main">
            <a:off x="9010650" y="3257550"/>
            <a:ext cx="2571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75" b="1">
                <a:solidFill>
                  <a:srgbClr val="667085"/>
                </a:solidFill>
                <a:latin typeface="Menlo"/>
                <a:ea typeface="Menlo"/>
                <a:cs typeface="Menlo"/>
              </a:defRPr>
            </a:pPr>
            <a:r>
              <a:rPr sz="1275" b="1">
                <a:solidFill>
                  <a:srgbClr val="667085"/>
                </a:solidFill>
                <a:latin typeface="Menlo"/>
                <a:ea typeface="Menlo"/>
                <a:cs typeface="Menlo"/>
              </a:rPr>
              <a:t>template · example</a:t>
            </a:r>
          </a:p>
        </p:txBody>
      </p:sp>
      <p:sp>
        <p:nvSpPr>
          <p:cNvPr id="23" name="">
            <a:extLst xmlns:a="http://schemas.openxmlformats.org/drawingml/2006/main">
              <a:ext uri="{FF2B5EF4-FFF2-40B4-BE49-F238E27FC236}">
                <a16:creationId xmlns:a16="http://schemas.microsoft.com/office/drawing/2014/main" id="{ECB4F44D-E97D-4BB4-A32B-FBFD42EB25C7}"/>
              </a:ext>
            </a:extLst>
          </p:cNvPr>
          <p:cNvSpPr>
            <a:spLocks xmlns:a="http://schemas.openxmlformats.org/drawingml/2006/main" noGrp="1"/>
          </p:cNvSpPr>
          <p:nvPr/>
        </p:nvSpPr>
        <p:spPr>
          <a:xfrm xmlns:a="http://schemas.openxmlformats.org/drawingml/2006/main">
            <a:off x="9105900" y="3905250"/>
            <a:ext cx="23812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3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템플릿·예시·정책</a:t>
            </a:r>
          </a:p>
        </p:txBody>
      </p:sp>
      <p:sp>
        <p:nvSpPr>
          <p:cNvPr id="24" name="">
            <a:extLst xmlns:a="http://schemas.openxmlformats.org/drawingml/2006/main">
              <a:ext uri="{FF2B5EF4-FFF2-40B4-BE49-F238E27FC236}">
                <a16:creationId xmlns:a16="http://schemas.microsoft.com/office/drawing/2014/main" id="{F5496DD7-6E7A-4228-9302-A890FF33C0F7}"/>
              </a:ext>
            </a:extLst>
          </p:cNvPr>
          <p:cNvSpPr>
            <a:spLocks xmlns:a="http://schemas.openxmlformats.org/drawingml/2006/main" noGrp="1"/>
          </p:cNvSpPr>
          <p:nvPr/>
        </p:nvSpPr>
        <p:spPr>
          <a:xfrm xmlns:a="http://schemas.openxmlformats.org/drawingml/2006/main">
            <a:off x="609600" y="5467350"/>
            <a:ext cx="109728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425" b="1">
                <a:solidFill>
                  <a:srgbClr val="191919"/>
                </a:solidFill>
                <a:latin typeface="AppleGothic"/>
                <a:ea typeface="AppleGothic"/>
                <a:cs typeface="AppleGothic"/>
              </a:defRPr>
            </a:pPr>
            <a:r>
              <a:rPr sz="1425" b="1">
                <a:solidFill>
                  <a:srgbClr val="191919"/>
                </a:solidFill>
                <a:latin typeface="AppleGothic"/>
                <a:ea typeface="AppleGothic"/>
                <a:cs typeface="AppleGothic"/>
              </a:rPr>
              <a:t>모델만 기록하지 않고 네 버전을 하나의 실행 추적으로 결합</a:t>
            </a:r>
          </a:p>
        </p:txBody>
      </p:sp>
    </p:spTree>
    <p:extLst>
      <p:ext uri="{BB962C8B-B14F-4D97-AF65-F5344CB8AC3E}">
        <p14:creationId xmlns:p14="http://schemas.microsoft.com/office/powerpoint/2010/main" val="1096198167"/>
      </p:ext>
    </p:extLst>
  </p:cSld>
</p:sld>
</file>

<file path=ppt/slides/slide32.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CB164B7D-3167-422A-882E-C33CB7D8BD9F}"/>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FOUNDATION</a:t>
            </a:r>
          </a:p>
        </p:txBody>
      </p:sp>
      <p:sp>
        <p:nvSpPr>
          <p:cNvPr id="2" name="">
            <a:extLst xmlns:a="http://schemas.openxmlformats.org/drawingml/2006/main">
              <a:ext uri="{FF2B5EF4-FFF2-40B4-BE49-F238E27FC236}">
                <a16:creationId xmlns:a16="http://schemas.microsoft.com/office/drawing/2014/main" id="{9ADA1D8E-5838-4754-B82A-33C638BBEAA6}"/>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32</a:t>
            </a:r>
          </a:p>
        </p:txBody>
      </p:sp>
      <p:sp>
        <p:nvSpPr>
          <p:cNvPr id="3" name="">
            <a:extLst xmlns:a="http://schemas.openxmlformats.org/drawingml/2006/main">
              <a:ext uri="{FF2B5EF4-FFF2-40B4-BE49-F238E27FC236}">
                <a16:creationId xmlns:a16="http://schemas.microsoft.com/office/drawing/2014/main" id="{B185E806-174A-47D1-AFA8-CF4A5E7C5545}"/>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900E34E3-B43D-4B01-A0B2-63FC89DBE4FE}"/>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5BCCCEE4-924E-4946-8910-4119FD87E515}"/>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CAC848FE-1B18-4ADF-BA44-A1AB3D5EC2D8}"/>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제품 정의의 잔여 과제</a:t>
            </a:r>
          </a:p>
        </p:txBody>
      </p:sp>
      <p:sp>
        <p:nvSpPr>
          <p:cNvPr id="7" name="">
            <a:extLst xmlns:a="http://schemas.openxmlformats.org/drawingml/2006/main">
              <a:ext uri="{FF2B5EF4-FFF2-40B4-BE49-F238E27FC236}">
                <a16:creationId xmlns:a16="http://schemas.microsoft.com/office/drawing/2014/main" id="{DE865385-D331-407C-9C21-3909D7D260E9}"/>
              </a:ext>
            </a:extLst>
          </p:cNvPr>
          <p:cNvSpPr>
            <a:spLocks xmlns:a="http://schemas.openxmlformats.org/drawingml/2006/main" noGrp="1"/>
          </p:cNvSpPr>
          <p:nvPr/>
        </p:nvSpPr>
        <p:spPr>
          <a:xfrm xmlns:a="http://schemas.openxmlformats.org/drawingml/2006/main">
            <a:off x="609600" y="1962150"/>
            <a:ext cx="109728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3300" b="1">
                <a:solidFill>
                  <a:srgbClr val="2563EB"/>
                </a:solidFill>
                <a:latin typeface="Menlo"/>
                <a:ea typeface="Menlo"/>
                <a:cs typeface="Menlo"/>
              </a:defRPr>
            </a:pPr>
            <a:r>
              <a:rPr sz="3300" b="1">
                <a:solidFill>
                  <a:srgbClr val="2563EB"/>
                </a:solidFill>
                <a:latin typeface="Menlo"/>
                <a:ea typeface="Menlo"/>
                <a:cs typeface="Menlo"/>
              </a:rPr>
              <a:t>모델 능력  ≠  서비스 신뢰성</a:t>
            </a:r>
          </a:p>
        </p:txBody>
      </p:sp>
      <p:sp>
        <p:nvSpPr>
          <p:cNvPr id="8" name="">
            <a:extLst xmlns:a="http://schemas.openxmlformats.org/drawingml/2006/main">
              <a:ext uri="{FF2B5EF4-FFF2-40B4-BE49-F238E27FC236}">
                <a16:creationId xmlns:a16="http://schemas.microsoft.com/office/drawing/2014/main" id="{9DC2F234-8092-4279-8B6E-BA3462DE339C}"/>
              </a:ext>
            </a:extLst>
          </p:cNvPr>
          <p:cNvSpPr>
            <a:spLocks xmlns:a="http://schemas.openxmlformats.org/drawingml/2006/main" noGrp="1"/>
          </p:cNvSpPr>
          <p:nvPr/>
        </p:nvSpPr>
        <p:spPr>
          <a:xfrm xmlns:a="http://schemas.openxmlformats.org/drawingml/2006/main" flipH="0" flipV="0">
            <a:off x="1733550" y="3371850"/>
            <a:ext cx="87249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9" name="">
            <a:extLst xmlns:a="http://schemas.openxmlformats.org/drawingml/2006/main">
              <a:ext uri="{FF2B5EF4-FFF2-40B4-BE49-F238E27FC236}">
                <a16:creationId xmlns:a16="http://schemas.microsoft.com/office/drawing/2014/main" id="{D209D0DC-C8EC-4DF3-9337-E3C0226427AF}"/>
              </a:ext>
            </a:extLst>
          </p:cNvPr>
          <p:cNvSpPr>
            <a:spLocks xmlns:a="http://schemas.openxmlformats.org/drawingml/2006/main" noGrp="1"/>
          </p:cNvSpPr>
          <p:nvPr/>
        </p:nvSpPr>
        <p:spPr>
          <a:xfrm xmlns:a="http://schemas.openxmlformats.org/drawingml/2006/main">
            <a:off x="1733550" y="3733800"/>
            <a:ext cx="1866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FFFFFF"/>
                </a:solidFill>
                <a:latin typeface="AppleGothic"/>
                <a:ea typeface="AppleGothic"/>
                <a:cs typeface="AppleGothic"/>
              </a:defRPr>
            </a:pPr>
            <a:r>
              <a:rPr sz="1500" b="1">
                <a:solidFill>
                  <a:srgbClr val="FFFFFF"/>
                </a:solidFill>
                <a:latin typeface="AppleGothic"/>
                <a:ea typeface="AppleGothic"/>
                <a:cs typeface="AppleGothic"/>
              </a:rPr>
              <a:t>사용자</a:t>
            </a:r>
          </a:p>
        </p:txBody>
      </p:sp>
      <p:sp>
        <p:nvSpPr>
          <p:cNvPr id="10" name="">
            <a:extLst xmlns:a="http://schemas.openxmlformats.org/drawingml/2006/main">
              <a:ext uri="{FF2B5EF4-FFF2-40B4-BE49-F238E27FC236}">
                <a16:creationId xmlns:a16="http://schemas.microsoft.com/office/drawing/2014/main" id="{53834161-7A36-4126-B82B-72D0F99F7CB4}"/>
              </a:ext>
            </a:extLst>
          </p:cNvPr>
          <p:cNvSpPr>
            <a:spLocks xmlns:a="http://schemas.openxmlformats.org/drawingml/2006/main" noGrp="1"/>
          </p:cNvSpPr>
          <p:nvPr/>
        </p:nvSpPr>
        <p:spPr>
          <a:xfrm xmlns:a="http://schemas.openxmlformats.org/drawingml/2006/main">
            <a:off x="1733550" y="4248150"/>
            <a:ext cx="18669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20000"/>
              </a:lnSpc>
              <a:buNone/>
              <a:defRPr sz="1275" b="0">
                <a:solidFill>
                  <a:srgbClr val="98A2B3"/>
                </a:solidFill>
                <a:latin typeface="AppleGothic"/>
                <a:ea typeface="AppleGothic"/>
                <a:cs typeface="AppleGothic"/>
              </a:defRPr>
            </a:pPr>
            <a:r>
              <a:rPr sz="1275" b="0">
                <a:solidFill>
                  <a:srgbClr val="98A2B3"/>
                </a:solidFill>
                <a:latin typeface="AppleGothic"/>
                <a:ea typeface="AppleGothic"/>
                <a:cs typeface="AppleGothic"/>
              </a:rPr>
              <a:t>누구의 결정을 지원</a:t>
            </a:r>
          </a:p>
        </p:txBody>
      </p:sp>
      <p:sp>
        <p:nvSpPr>
          <p:cNvPr id="11" name="">
            <a:extLst xmlns:a="http://schemas.openxmlformats.org/drawingml/2006/main">
              <a:ext uri="{FF2B5EF4-FFF2-40B4-BE49-F238E27FC236}">
                <a16:creationId xmlns:a16="http://schemas.microsoft.com/office/drawing/2014/main" id="{F12A625E-BAEC-47EF-BCAC-BEC69F578921}"/>
              </a:ext>
            </a:extLst>
          </p:cNvPr>
          <p:cNvSpPr>
            <a:spLocks xmlns:a="http://schemas.openxmlformats.org/drawingml/2006/main" noGrp="1"/>
          </p:cNvSpPr>
          <p:nvPr/>
        </p:nvSpPr>
        <p:spPr>
          <a:xfrm xmlns:a="http://schemas.openxmlformats.org/drawingml/2006/main">
            <a:off x="4019550" y="3733800"/>
            <a:ext cx="1866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FFFFFF"/>
                </a:solidFill>
                <a:latin typeface="AppleGothic"/>
                <a:ea typeface="AppleGothic"/>
                <a:cs typeface="AppleGothic"/>
              </a:defRPr>
            </a:pPr>
            <a:r>
              <a:rPr sz="1500" b="1">
                <a:solidFill>
                  <a:srgbClr val="FFFFFF"/>
                </a:solidFill>
                <a:latin typeface="AppleGothic"/>
                <a:ea typeface="AppleGothic"/>
                <a:cs typeface="AppleGothic"/>
              </a:rPr>
              <a:t>맥락</a:t>
            </a:r>
          </a:p>
        </p:txBody>
      </p:sp>
      <p:sp>
        <p:nvSpPr>
          <p:cNvPr id="12" name="">
            <a:extLst xmlns:a="http://schemas.openxmlformats.org/drawingml/2006/main">
              <a:ext uri="{FF2B5EF4-FFF2-40B4-BE49-F238E27FC236}">
                <a16:creationId xmlns:a16="http://schemas.microsoft.com/office/drawing/2014/main" id="{C9BBBC15-6FB3-4BDE-A9FC-EF1DD96DFEC2}"/>
              </a:ext>
            </a:extLst>
          </p:cNvPr>
          <p:cNvSpPr>
            <a:spLocks xmlns:a="http://schemas.openxmlformats.org/drawingml/2006/main" noGrp="1"/>
          </p:cNvSpPr>
          <p:nvPr/>
        </p:nvSpPr>
        <p:spPr>
          <a:xfrm xmlns:a="http://schemas.openxmlformats.org/drawingml/2006/main">
            <a:off x="4019550" y="4248150"/>
            <a:ext cx="18669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20000"/>
              </a:lnSpc>
              <a:buNone/>
              <a:defRPr sz="1275" b="0">
                <a:solidFill>
                  <a:srgbClr val="98A2B3"/>
                </a:solidFill>
                <a:latin typeface="AppleGothic"/>
                <a:ea typeface="AppleGothic"/>
                <a:cs typeface="AppleGothic"/>
              </a:defRPr>
            </a:pPr>
            <a:r>
              <a:rPr sz="1275" b="0">
                <a:solidFill>
                  <a:srgbClr val="98A2B3"/>
                </a:solidFill>
                <a:latin typeface="AppleGothic"/>
                <a:ea typeface="AppleGothic"/>
                <a:cs typeface="AppleGothic"/>
              </a:rPr>
              <a:t>어떤 상황과 데이터</a:t>
            </a:r>
          </a:p>
        </p:txBody>
      </p:sp>
      <p:sp>
        <p:nvSpPr>
          <p:cNvPr id="13" name="">
            <a:extLst xmlns:a="http://schemas.openxmlformats.org/drawingml/2006/main">
              <a:ext uri="{FF2B5EF4-FFF2-40B4-BE49-F238E27FC236}">
                <a16:creationId xmlns:a16="http://schemas.microsoft.com/office/drawing/2014/main" id="{8D5E8FC7-46A4-439A-A63A-8889A6AA89CF}"/>
              </a:ext>
            </a:extLst>
          </p:cNvPr>
          <p:cNvSpPr>
            <a:spLocks xmlns:a="http://schemas.openxmlformats.org/drawingml/2006/main" noGrp="1"/>
          </p:cNvSpPr>
          <p:nvPr/>
        </p:nvSpPr>
        <p:spPr>
          <a:xfrm xmlns:a="http://schemas.openxmlformats.org/drawingml/2006/main">
            <a:off x="6305550" y="3733800"/>
            <a:ext cx="1866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FFFFFF"/>
                </a:solidFill>
                <a:latin typeface="AppleGothic"/>
                <a:ea typeface="AppleGothic"/>
                <a:cs typeface="AppleGothic"/>
              </a:defRPr>
            </a:pPr>
            <a:r>
              <a:rPr sz="1500" b="1">
                <a:solidFill>
                  <a:srgbClr val="FFFFFF"/>
                </a:solidFill>
                <a:latin typeface="AppleGothic"/>
                <a:ea typeface="AppleGothic"/>
                <a:cs typeface="AppleGothic"/>
              </a:rPr>
              <a:t>성공</a:t>
            </a:r>
          </a:p>
        </p:txBody>
      </p:sp>
      <p:sp>
        <p:nvSpPr>
          <p:cNvPr id="14" name="">
            <a:extLst xmlns:a="http://schemas.openxmlformats.org/drawingml/2006/main">
              <a:ext uri="{FF2B5EF4-FFF2-40B4-BE49-F238E27FC236}">
                <a16:creationId xmlns:a16="http://schemas.microsoft.com/office/drawing/2014/main" id="{A2DAC20F-34B0-436B-893D-B4F16A1AEE41}"/>
              </a:ext>
            </a:extLst>
          </p:cNvPr>
          <p:cNvSpPr>
            <a:spLocks xmlns:a="http://schemas.openxmlformats.org/drawingml/2006/main" noGrp="1"/>
          </p:cNvSpPr>
          <p:nvPr/>
        </p:nvSpPr>
        <p:spPr>
          <a:xfrm xmlns:a="http://schemas.openxmlformats.org/drawingml/2006/main">
            <a:off x="6305550" y="4248150"/>
            <a:ext cx="18669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20000"/>
              </a:lnSpc>
              <a:buNone/>
              <a:defRPr sz="1275" b="0">
                <a:solidFill>
                  <a:srgbClr val="98A2B3"/>
                </a:solidFill>
                <a:latin typeface="AppleGothic"/>
                <a:ea typeface="AppleGothic"/>
                <a:cs typeface="AppleGothic"/>
              </a:defRPr>
            </a:pPr>
            <a:r>
              <a:rPr sz="1275" b="0">
                <a:solidFill>
                  <a:srgbClr val="98A2B3"/>
                </a:solidFill>
                <a:latin typeface="AppleGothic"/>
                <a:ea typeface="AppleGothic"/>
                <a:cs typeface="AppleGothic"/>
              </a:rPr>
              <a:t>무엇을 얼마나 잘</a:t>
            </a:r>
          </a:p>
        </p:txBody>
      </p:sp>
      <p:sp>
        <p:nvSpPr>
          <p:cNvPr id="15" name="">
            <a:extLst xmlns:a="http://schemas.openxmlformats.org/drawingml/2006/main">
              <a:ext uri="{FF2B5EF4-FFF2-40B4-BE49-F238E27FC236}">
                <a16:creationId xmlns:a16="http://schemas.microsoft.com/office/drawing/2014/main" id="{CEDE0185-8415-4F88-AD8C-B03BECE83800}"/>
              </a:ext>
            </a:extLst>
          </p:cNvPr>
          <p:cNvSpPr>
            <a:spLocks xmlns:a="http://schemas.openxmlformats.org/drawingml/2006/main" noGrp="1"/>
          </p:cNvSpPr>
          <p:nvPr/>
        </p:nvSpPr>
        <p:spPr>
          <a:xfrm xmlns:a="http://schemas.openxmlformats.org/drawingml/2006/main">
            <a:off x="8591550" y="3733800"/>
            <a:ext cx="1866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FFFFFF"/>
                </a:solidFill>
                <a:latin typeface="AppleGothic"/>
                <a:ea typeface="AppleGothic"/>
                <a:cs typeface="AppleGothic"/>
              </a:defRPr>
            </a:pPr>
            <a:r>
              <a:rPr sz="1500" b="1">
                <a:solidFill>
                  <a:srgbClr val="FFFFFF"/>
                </a:solidFill>
                <a:latin typeface="AppleGothic"/>
                <a:ea typeface="AppleGothic"/>
                <a:cs typeface="AppleGothic"/>
              </a:rPr>
              <a:t>경계</a:t>
            </a:r>
          </a:p>
        </p:txBody>
      </p:sp>
      <p:sp>
        <p:nvSpPr>
          <p:cNvPr id="16" name="">
            <a:extLst xmlns:a="http://schemas.openxmlformats.org/drawingml/2006/main">
              <a:ext uri="{FF2B5EF4-FFF2-40B4-BE49-F238E27FC236}">
                <a16:creationId xmlns:a16="http://schemas.microsoft.com/office/drawing/2014/main" id="{61C267C6-DB6D-4C19-BE39-A0E9EE47E421}"/>
              </a:ext>
            </a:extLst>
          </p:cNvPr>
          <p:cNvSpPr>
            <a:spLocks xmlns:a="http://schemas.openxmlformats.org/drawingml/2006/main" noGrp="1"/>
          </p:cNvSpPr>
          <p:nvPr/>
        </p:nvSpPr>
        <p:spPr>
          <a:xfrm xmlns:a="http://schemas.openxmlformats.org/drawingml/2006/main">
            <a:off x="8591550" y="4248150"/>
            <a:ext cx="18669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20000"/>
              </a:lnSpc>
              <a:buNone/>
              <a:defRPr sz="1275" b="0">
                <a:solidFill>
                  <a:srgbClr val="98A2B3"/>
                </a:solidFill>
                <a:latin typeface="AppleGothic"/>
                <a:ea typeface="AppleGothic"/>
                <a:cs typeface="AppleGothic"/>
              </a:defRPr>
            </a:pPr>
            <a:r>
              <a:rPr sz="1275" b="0">
                <a:solidFill>
                  <a:srgbClr val="98A2B3"/>
                </a:solidFill>
                <a:latin typeface="AppleGothic"/>
                <a:ea typeface="AppleGothic"/>
                <a:cs typeface="AppleGothic"/>
              </a:rPr>
              <a:t>금지 행동과 책임</a:t>
            </a:r>
          </a:p>
        </p:txBody>
      </p:sp>
      <p:sp>
        <p:nvSpPr>
          <p:cNvPr id="17" name="">
            <a:extLst xmlns:a="http://schemas.openxmlformats.org/drawingml/2006/main">
              <a:ext uri="{FF2B5EF4-FFF2-40B4-BE49-F238E27FC236}">
                <a16:creationId xmlns:a16="http://schemas.microsoft.com/office/drawing/2014/main" id="{5551859E-9736-45D7-B8B6-FAA31F9DC150}"/>
              </a:ext>
            </a:extLst>
          </p:cNvPr>
          <p:cNvSpPr>
            <a:spLocks xmlns:a="http://schemas.openxmlformats.org/drawingml/2006/main" noGrp="1"/>
          </p:cNvSpPr>
          <p:nvPr/>
        </p:nvSpPr>
        <p:spPr>
          <a:xfrm xmlns:a="http://schemas.openxmlformats.org/drawingml/2006/main">
            <a:off x="609600" y="5581650"/>
            <a:ext cx="10972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425" b="1">
                <a:solidFill>
                  <a:srgbClr val="FFFFFF"/>
                </a:solidFill>
                <a:latin typeface="AppleGothic"/>
                <a:ea typeface="AppleGothic"/>
                <a:cs typeface="AppleGothic"/>
              </a:defRPr>
            </a:pPr>
            <a:r>
              <a:rPr sz="1425" b="1">
                <a:solidFill>
                  <a:srgbClr val="FFFFFF"/>
                </a:solidFill>
                <a:latin typeface="AppleGothic"/>
                <a:ea typeface="AppleGothic"/>
                <a:cs typeface="AppleGothic"/>
              </a:rPr>
              <a:t>남은 과제의 소유자는 모델이 아니라 제품과 운영 팀</a:t>
            </a:r>
          </a:p>
        </p:txBody>
      </p:sp>
    </p:spTree>
    <p:extLst>
      <p:ext uri="{BB962C8B-B14F-4D97-AF65-F5344CB8AC3E}">
        <p14:creationId xmlns:p14="http://schemas.microsoft.com/office/powerpoint/2010/main" val="139521398"/>
      </p:ext>
    </p:extLst>
  </p:cSld>
</p:sld>
</file>

<file path=ppt/slides/slide33.xml><?xml version="1.0" encoding="utf-8"?>
<p:sld xmlns:p="http://schemas.openxmlformats.org/presentationml/2006/main">
  <p:cSld>
    <p:bg>
      <p:bgPr>
        <a:solidFill xmlns:a="http://schemas.openxmlformats.org/drawingml/2006/main">
          <a:srgbClr val="0B1F3A"/>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89240F1-33ED-4B2C-BAB5-1CFC96B5F692}"/>
              </a:ext>
            </a:extLst>
          </p:cNvPr>
          <p:cNvSpPr>
            <a:spLocks xmlns:a="http://schemas.openxmlformats.org/drawingml/2006/main" noGrp="1"/>
          </p:cNvSpPr>
          <p:nvPr/>
        </p:nvSpPr>
        <p:spPr>
          <a:xfrm xmlns:a="http://schemas.openxmlformats.org/drawingml/2006/main">
            <a:off x="609600" y="742950"/>
            <a:ext cx="200025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8850" b="1">
                <a:solidFill>
                  <a:srgbClr val="FFFFFF"/>
                </a:solidFill>
                <a:latin typeface="Menlo"/>
                <a:ea typeface="Menlo"/>
                <a:cs typeface="Menlo"/>
              </a:defRPr>
            </a:pPr>
            <a:r>
              <a:rPr sz="8850" b="1">
                <a:solidFill>
                  <a:srgbClr val="FFFFFF"/>
                </a:solidFill>
                <a:latin typeface="Menlo"/>
                <a:ea typeface="Menlo"/>
                <a:cs typeface="Menlo"/>
              </a:rPr>
              <a:t>02</a:t>
            </a:r>
          </a:p>
        </p:txBody>
      </p:sp>
      <p:sp>
        <p:nvSpPr>
          <p:cNvPr id="2" name="">
            <a:extLst xmlns:a="http://schemas.openxmlformats.org/drawingml/2006/main">
              <a:ext uri="{FF2B5EF4-FFF2-40B4-BE49-F238E27FC236}">
                <a16:creationId xmlns:a16="http://schemas.microsoft.com/office/drawing/2014/main" id="{3933D62A-88F3-49FA-AA85-3279EC2FCCED}"/>
              </a:ext>
            </a:extLst>
          </p:cNvPr>
          <p:cNvSpPr>
            <a:spLocks xmlns:a="http://schemas.openxmlformats.org/drawingml/2006/main" noGrp="1"/>
          </p:cNvSpPr>
          <p:nvPr/>
        </p:nvSpPr>
        <p:spPr>
          <a:xfrm xmlns:a="http://schemas.openxmlformats.org/drawingml/2006/main">
            <a:off x="6724650" y="933450"/>
            <a:ext cx="4857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200" b="1">
                <a:solidFill>
                  <a:srgbClr val="98A2B3"/>
                </a:solidFill>
                <a:latin typeface="Menlo"/>
                <a:ea typeface="Menlo"/>
                <a:cs typeface="Menlo"/>
              </a:defRPr>
            </a:pPr>
            <a:r>
              <a:rPr sz="1200" b="1">
                <a:solidFill>
                  <a:srgbClr val="98A2B3"/>
                </a:solidFill>
                <a:latin typeface="Menlo"/>
                <a:ea typeface="Menlo"/>
                <a:cs typeface="Menlo"/>
              </a:rPr>
              <a:t>INTERVENTION LEVERS</a:t>
            </a:r>
          </a:p>
        </p:txBody>
      </p:sp>
      <p:sp>
        <p:nvSpPr>
          <p:cNvPr id="3" name="">
            <a:extLst xmlns:a="http://schemas.openxmlformats.org/drawingml/2006/main">
              <a:ext uri="{FF2B5EF4-FFF2-40B4-BE49-F238E27FC236}">
                <a16:creationId xmlns:a16="http://schemas.microsoft.com/office/drawing/2014/main" id="{1F18F27C-0A30-486B-A12B-D64E1F26BC80}"/>
              </a:ext>
            </a:extLst>
          </p:cNvPr>
          <p:cNvSpPr>
            <a:spLocks xmlns:a="http://schemas.openxmlformats.org/drawingml/2006/main" noGrp="1"/>
          </p:cNvSpPr>
          <p:nvPr/>
        </p:nvSpPr>
        <p:spPr>
          <a:xfrm xmlns:a="http://schemas.openxmlformats.org/drawingml/2006/main" flipH="0" flipV="0">
            <a:off x="609600" y="27241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C979A0E3-99A2-4E74-B71A-93CCB5275DE7}"/>
              </a:ext>
            </a:extLst>
          </p:cNvPr>
          <p:cNvSpPr>
            <a:spLocks xmlns:a="http://schemas.openxmlformats.org/drawingml/2006/main" noGrp="1"/>
          </p:cNvSpPr>
          <p:nvPr/>
        </p:nvSpPr>
        <p:spPr>
          <a:xfrm xmlns:a="http://schemas.openxmlformats.org/drawingml/2006/main">
            <a:off x="609600" y="3162300"/>
            <a:ext cx="1066800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4000"/>
              </a:lnSpc>
              <a:buNone/>
              <a:defRPr sz="3600" b="1">
                <a:solidFill>
                  <a:srgbClr val="FFFFFF"/>
                </a:solidFill>
                <a:latin typeface="AppleGothic"/>
                <a:ea typeface="AppleGothic"/>
                <a:cs typeface="AppleGothic"/>
              </a:defRPr>
            </a:pPr>
            <a:r>
              <a:rPr sz="3600" b="1">
                <a:solidFill>
                  <a:srgbClr val="FFFFFF"/>
                </a:solidFill>
                <a:latin typeface="AppleGothic"/>
                <a:ea typeface="AppleGothic"/>
                <a:cs typeface="AppleGothic"/>
              </a:rPr>
              <a:t>서비스 행동의 개입 레버</a:t>
            </a:r>
          </a:p>
        </p:txBody>
      </p:sp>
      <p:sp>
        <p:nvSpPr>
          <p:cNvPr id="5" name="">
            <a:extLst xmlns:a="http://schemas.openxmlformats.org/drawingml/2006/main">
              <a:ext uri="{FF2B5EF4-FFF2-40B4-BE49-F238E27FC236}">
                <a16:creationId xmlns:a16="http://schemas.microsoft.com/office/drawing/2014/main" id="{1BDA3894-C60C-4328-884B-773F78BA6C7F}"/>
              </a:ext>
            </a:extLst>
          </p:cNvPr>
          <p:cNvSpPr>
            <a:spLocks xmlns:a="http://schemas.openxmlformats.org/drawingml/2006/main" noGrp="1"/>
          </p:cNvSpPr>
          <p:nvPr/>
        </p:nvSpPr>
        <p:spPr>
          <a:xfrm xmlns:a="http://schemas.openxmlformats.org/drawingml/2006/main">
            <a:off x="609600" y="4762500"/>
            <a:ext cx="9906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800" b="0">
                <a:solidFill>
                  <a:srgbClr val="98A2B3"/>
                </a:solidFill>
                <a:latin typeface="AppleGothic"/>
                <a:ea typeface="AppleGothic"/>
                <a:cs typeface="AppleGothic"/>
              </a:defRPr>
            </a:pPr>
            <a:r>
              <a:rPr sz="1800" b="0">
                <a:solidFill>
                  <a:srgbClr val="98A2B3"/>
                </a:solidFill>
                <a:latin typeface="AppleGothic"/>
                <a:ea typeface="AppleGothic"/>
                <a:cs typeface="AppleGothic"/>
              </a:rPr>
              <a:t>프롬프트 · 검색 · 도구 · 모델 선택 · 사후학습</a:t>
            </a:r>
          </a:p>
        </p:txBody>
      </p:sp>
      <p:sp>
        <p:nvSpPr>
          <p:cNvPr id="6" name="">
            <a:extLst xmlns:a="http://schemas.openxmlformats.org/drawingml/2006/main">
              <a:ext uri="{FF2B5EF4-FFF2-40B4-BE49-F238E27FC236}">
                <a16:creationId xmlns:a16="http://schemas.microsoft.com/office/drawing/2014/main" id="{D6DE72C6-9F75-48A7-9C6D-337FCAD82351}"/>
              </a:ext>
            </a:extLst>
          </p:cNvPr>
          <p:cNvSpPr>
            <a:spLocks xmlns:a="http://schemas.openxmlformats.org/drawingml/2006/main" noGrp="1"/>
          </p:cNvSpPr>
          <p:nvPr/>
        </p:nvSpPr>
        <p:spPr>
          <a:xfrm xmlns:a="http://schemas.openxmlformats.org/drawingml/2006/main">
            <a:off x="609600" y="607695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W01 · 33</a:t>
            </a:r>
          </a:p>
        </p:txBody>
      </p:sp>
    </p:spTree>
    <p:extLst>
      <p:ext uri="{BB962C8B-B14F-4D97-AF65-F5344CB8AC3E}">
        <p14:creationId xmlns:p14="http://schemas.microsoft.com/office/powerpoint/2010/main" val="566952913"/>
      </p:ext>
    </p:extLst>
  </p:cSld>
</p:sld>
</file>

<file path=ppt/slides/slide34.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0B9072FB-913D-43F0-B686-36CCD29DE70C}"/>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INTERVENTION</a:t>
            </a:r>
          </a:p>
        </p:txBody>
      </p:sp>
      <p:sp>
        <p:nvSpPr>
          <p:cNvPr id="2" name="">
            <a:extLst xmlns:a="http://schemas.openxmlformats.org/drawingml/2006/main">
              <a:ext uri="{FF2B5EF4-FFF2-40B4-BE49-F238E27FC236}">
                <a16:creationId xmlns:a16="http://schemas.microsoft.com/office/drawing/2014/main" id="{3670A0A0-72A3-4503-B067-9FF832469D99}"/>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34</a:t>
            </a:r>
          </a:p>
        </p:txBody>
      </p:sp>
      <p:sp>
        <p:nvSpPr>
          <p:cNvPr id="3" name="">
            <a:extLst xmlns:a="http://schemas.openxmlformats.org/drawingml/2006/main">
              <a:ext uri="{FF2B5EF4-FFF2-40B4-BE49-F238E27FC236}">
                <a16:creationId xmlns:a16="http://schemas.microsoft.com/office/drawing/2014/main" id="{75925393-0590-45C2-88FB-5E93AEEAD1CE}"/>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B9C2E1E0-01BC-4F14-B897-2153E1BA44C2}"/>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BCE92FAF-F36C-4221-A4EF-3EF43D83BE0E}"/>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FF41F6F5-5492-4D34-B979-4C68D8416EA5}"/>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개입 레버의 비용·가역성 지도</a:t>
            </a:r>
          </a:p>
        </p:txBody>
      </p:sp>
      <p:sp>
        <p:nvSpPr>
          <p:cNvPr id="7" name="">
            <a:extLst xmlns:a="http://schemas.openxmlformats.org/drawingml/2006/main">
              <a:ext uri="{FF2B5EF4-FFF2-40B4-BE49-F238E27FC236}">
                <a16:creationId xmlns:a16="http://schemas.microsoft.com/office/drawing/2014/main" id="{08FF72D5-1080-4745-B249-3A87984C9BAF}"/>
              </a:ext>
            </a:extLst>
          </p:cNvPr>
          <p:cNvSpPr>
            <a:spLocks xmlns:a="http://schemas.openxmlformats.org/drawingml/2006/main" noGrp="1"/>
          </p:cNvSpPr>
          <p:nvPr/>
        </p:nvSpPr>
        <p:spPr>
          <a:xfrm xmlns:a="http://schemas.openxmlformats.org/drawingml/2006/main">
            <a:off x="609600" y="167640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667085"/>
                </a:solidFill>
                <a:latin typeface="AppleGothic"/>
                <a:ea typeface="AppleGothic"/>
                <a:cs typeface="AppleGothic"/>
              </a:defRPr>
            </a:pPr>
            <a:r>
              <a:rPr sz="1200" b="1">
                <a:solidFill>
                  <a:srgbClr val="667085"/>
                </a:solidFill>
                <a:latin typeface="AppleGothic"/>
                <a:ea typeface="AppleGothic"/>
                <a:cs typeface="AppleGothic"/>
              </a:rPr>
              <a:t>비용·시간</a:t>
            </a:r>
          </a:p>
        </p:txBody>
      </p:sp>
      <p:sp>
        <p:nvSpPr>
          <p:cNvPr id="8" name="">
            <a:extLst xmlns:a="http://schemas.openxmlformats.org/drawingml/2006/main">
              <a:ext uri="{FF2B5EF4-FFF2-40B4-BE49-F238E27FC236}">
                <a16:creationId xmlns:a16="http://schemas.microsoft.com/office/drawing/2014/main" id="{7A9DFCCA-D414-4C4D-9BFE-51CCC2EE939E}"/>
              </a:ext>
            </a:extLst>
          </p:cNvPr>
          <p:cNvSpPr>
            <a:spLocks xmlns:a="http://schemas.openxmlformats.org/drawingml/2006/main" noGrp="1"/>
          </p:cNvSpPr>
          <p:nvPr/>
        </p:nvSpPr>
        <p:spPr>
          <a:xfrm xmlns:a="http://schemas.openxmlformats.org/drawingml/2006/main" flipH="0" flipV="1">
            <a:off x="952500" y="2286000"/>
            <a:ext cx="0" cy="2952750"/>
          </a:xfrm>
          <a:prstGeom xmlns:a="http://schemas.openxmlformats.org/drawingml/2006/main" prst="line">
            <a:avLst/>
          </a:prstGeom>
          <a:noFill xmlns:a="http://schemas.openxmlformats.org/drawingml/2006/main"/>
          <a:ln xmlns:a="http://schemas.openxmlformats.org/drawingml/2006/main" w="19050">
            <a:solidFill>
              <a:srgbClr val="191919"/>
            </a:solidFill>
            <a:prstDash val="solid"/>
          </a:ln>
        </p:spPr>
      </p:sp>
      <p:sp>
        <p:nvSpPr>
          <p:cNvPr id="9" name="">
            <a:extLst xmlns:a="http://schemas.openxmlformats.org/drawingml/2006/main">
              <a:ext uri="{FF2B5EF4-FFF2-40B4-BE49-F238E27FC236}">
                <a16:creationId xmlns:a16="http://schemas.microsoft.com/office/drawing/2014/main" id="{66036579-AE89-4CC9-A294-408EE88E6A27}"/>
              </a:ext>
            </a:extLst>
          </p:cNvPr>
          <p:cNvSpPr>
            <a:spLocks xmlns:a="http://schemas.openxmlformats.org/drawingml/2006/main" noGrp="1"/>
          </p:cNvSpPr>
          <p:nvPr/>
        </p:nvSpPr>
        <p:spPr>
          <a:xfrm xmlns:a="http://schemas.openxmlformats.org/drawingml/2006/main" flipH="0" flipV="0">
            <a:off x="952500" y="5238750"/>
            <a:ext cx="10001250" cy="0"/>
          </a:xfrm>
          <a:prstGeom xmlns:a="http://schemas.openxmlformats.org/drawingml/2006/main" prst="line">
            <a:avLst/>
          </a:prstGeom>
          <a:noFill xmlns:a="http://schemas.openxmlformats.org/drawingml/2006/main"/>
          <a:ln xmlns:a="http://schemas.openxmlformats.org/drawingml/2006/main" w="19050">
            <a:solidFill>
              <a:srgbClr val="191919"/>
            </a:solidFill>
            <a:prstDash val="solid"/>
          </a:ln>
        </p:spPr>
      </p:sp>
      <p:sp>
        <p:nvSpPr>
          <p:cNvPr id="10" name="">
            <a:extLst xmlns:a="http://schemas.openxmlformats.org/drawingml/2006/main">
              <a:ext uri="{FF2B5EF4-FFF2-40B4-BE49-F238E27FC236}">
                <a16:creationId xmlns:a16="http://schemas.microsoft.com/office/drawing/2014/main" id="{5D76CD4F-E7C1-4FAC-AB20-4B7C625C8BD1}"/>
              </a:ext>
            </a:extLst>
          </p:cNvPr>
          <p:cNvSpPr>
            <a:spLocks xmlns:a="http://schemas.openxmlformats.org/drawingml/2006/main" noGrp="1"/>
          </p:cNvSpPr>
          <p:nvPr/>
        </p:nvSpPr>
        <p:spPr>
          <a:xfrm xmlns:a="http://schemas.openxmlformats.org/drawingml/2006/main">
            <a:off x="9296400" y="5467350"/>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200" b="1">
                <a:solidFill>
                  <a:srgbClr val="667085"/>
                </a:solidFill>
                <a:latin typeface="AppleGothic"/>
                <a:ea typeface="AppleGothic"/>
                <a:cs typeface="AppleGothic"/>
              </a:defRPr>
            </a:pPr>
            <a:r>
              <a:rPr sz="1200" b="1">
                <a:solidFill>
                  <a:srgbClr val="667085"/>
                </a:solidFill>
                <a:latin typeface="AppleGothic"/>
                <a:ea typeface="AppleGothic"/>
                <a:cs typeface="AppleGothic"/>
              </a:rPr>
              <a:t>되돌리기 어려움</a:t>
            </a:r>
          </a:p>
        </p:txBody>
      </p:sp>
      <p:sp>
        <p:nvSpPr>
          <p:cNvPr id="11" name="">
            <a:extLst xmlns:a="http://schemas.openxmlformats.org/drawingml/2006/main">
              <a:ext uri="{FF2B5EF4-FFF2-40B4-BE49-F238E27FC236}">
                <a16:creationId xmlns:a16="http://schemas.microsoft.com/office/drawing/2014/main" id="{172FBCC6-811F-4585-9CE5-B2715B6BF99A}"/>
              </a:ext>
            </a:extLst>
          </p:cNvPr>
          <p:cNvSpPr>
            <a:spLocks xmlns:a="http://schemas.openxmlformats.org/drawingml/2006/main" noGrp="1"/>
          </p:cNvSpPr>
          <p:nvPr/>
        </p:nvSpPr>
        <p:spPr>
          <a:xfrm xmlns:a="http://schemas.openxmlformats.org/drawingml/2006/main" rot="0">
            <a:off x="1866900" y="4604385"/>
            <a:ext cx="895350" cy="89535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defRPr sz="1050" b="1">
                <a:solidFill>
                  <a:srgbClr val="FFFFFF"/>
                </a:solidFill>
                <a:latin typeface="AppleGothic"/>
                <a:ea typeface="AppleGothic"/>
                <a:cs typeface="AppleGothic"/>
              </a:defRPr>
            </a:pPr>
            <a:r>
              <a:rPr sz="1050" b="1">
                <a:solidFill>
                  <a:srgbClr val="FFFFFF"/>
                </a:solidFill>
                <a:latin typeface="AppleGothic"/>
                <a:ea typeface="AppleGothic"/>
                <a:cs typeface="AppleGothic"/>
              </a:rPr>
              <a:t>프롬프트</a:t>
            </a:r>
          </a:p>
        </p:txBody>
      </p:sp>
      <p:sp>
        <p:nvSpPr>
          <p:cNvPr id="12" name="">
            <a:extLst xmlns:a="http://schemas.openxmlformats.org/drawingml/2006/main">
              <a:ext uri="{FF2B5EF4-FFF2-40B4-BE49-F238E27FC236}">
                <a16:creationId xmlns:a16="http://schemas.microsoft.com/office/drawing/2014/main" id="{6F282407-5FCB-4CB9-995D-AA7BE67B3F34}"/>
              </a:ext>
            </a:extLst>
          </p:cNvPr>
          <p:cNvSpPr>
            <a:spLocks xmlns:a="http://schemas.openxmlformats.org/drawingml/2006/main" noGrp="1"/>
          </p:cNvSpPr>
          <p:nvPr/>
        </p:nvSpPr>
        <p:spPr>
          <a:xfrm xmlns:a="http://schemas.openxmlformats.org/drawingml/2006/main" rot="0">
            <a:off x="3857625" y="4090035"/>
            <a:ext cx="990600" cy="990600"/>
          </a:xfrm>
          <a:prstGeom xmlns:a="http://schemas.openxmlformats.org/drawingml/2006/main" prst="ellipse">
            <a:avLst/>
          </a:prstGeom>
          <a:solidFill xmlns:a="http://schemas.openxmlformats.org/drawingml/2006/main">
            <a:srgbClr val="0B1F3A"/>
          </a:solidFill>
          <a:ln xmlns:a="http://schemas.openxmlformats.org/drawingml/2006/main" w="0">
            <a:solidFill>
              <a:srgbClr val="0B1F3A"/>
            </a:solid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defRPr sz="1050" b="1">
                <a:solidFill>
                  <a:srgbClr val="FFFFFF"/>
                </a:solidFill>
                <a:latin typeface="AppleGothic"/>
                <a:ea typeface="AppleGothic"/>
                <a:cs typeface="AppleGothic"/>
              </a:defRPr>
            </a:pPr>
            <a:r>
              <a:rPr sz="1050" b="1">
                <a:solidFill>
                  <a:srgbClr val="FFFFFF"/>
                </a:solidFill>
                <a:latin typeface="AppleGothic"/>
                <a:ea typeface="AppleGothic"/>
                <a:cs typeface="AppleGothic"/>
              </a:rPr>
              <a:t>검색 증강</a:t>
            </a:r>
          </a:p>
        </p:txBody>
      </p:sp>
      <p:sp>
        <p:nvSpPr>
          <p:cNvPr id="13" name="">
            <a:extLst xmlns:a="http://schemas.openxmlformats.org/drawingml/2006/main">
              <a:ext uri="{FF2B5EF4-FFF2-40B4-BE49-F238E27FC236}">
                <a16:creationId xmlns:a16="http://schemas.microsoft.com/office/drawing/2014/main" id="{5867326A-F1CB-4433-90CF-9001467A169A}"/>
              </a:ext>
            </a:extLst>
          </p:cNvPr>
          <p:cNvSpPr>
            <a:spLocks xmlns:a="http://schemas.openxmlformats.org/drawingml/2006/main" noGrp="1"/>
          </p:cNvSpPr>
          <p:nvPr/>
        </p:nvSpPr>
        <p:spPr>
          <a:xfrm xmlns:a="http://schemas.openxmlformats.org/drawingml/2006/main" rot="0">
            <a:off x="5938838" y="3729990"/>
            <a:ext cx="971550" cy="971550"/>
          </a:xfrm>
          <a:prstGeom xmlns:a="http://schemas.openxmlformats.org/drawingml/2006/main" prst="ellipse">
            <a:avLst/>
          </a:prstGeom>
          <a:solidFill xmlns:a="http://schemas.openxmlformats.org/drawingml/2006/main">
            <a:srgbClr val="0B1F3A"/>
          </a:solidFill>
          <a:ln xmlns:a="http://schemas.openxmlformats.org/drawingml/2006/main" w="0">
            <a:solidFill>
              <a:srgbClr val="0B1F3A"/>
            </a:solid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defRPr sz="1050" b="1">
                <a:solidFill>
                  <a:srgbClr val="FFFFFF"/>
                </a:solidFill>
                <a:latin typeface="AppleGothic"/>
                <a:ea typeface="AppleGothic"/>
                <a:cs typeface="AppleGothic"/>
              </a:defRPr>
            </a:pPr>
            <a:r>
              <a:rPr sz="1050" b="1">
                <a:solidFill>
                  <a:srgbClr val="FFFFFF"/>
                </a:solidFill>
                <a:latin typeface="AppleGothic"/>
                <a:ea typeface="AppleGothic"/>
                <a:cs typeface="AppleGothic"/>
              </a:rPr>
              <a:t>모델 선택</a:t>
            </a:r>
          </a:p>
        </p:txBody>
      </p:sp>
      <p:sp>
        <p:nvSpPr>
          <p:cNvPr id="14" name="">
            <a:extLst xmlns:a="http://schemas.openxmlformats.org/drawingml/2006/main">
              <a:ext uri="{FF2B5EF4-FFF2-40B4-BE49-F238E27FC236}">
                <a16:creationId xmlns:a16="http://schemas.microsoft.com/office/drawing/2014/main" id="{8B535207-FE68-4555-8816-783AA7A7DA2E}"/>
              </a:ext>
            </a:extLst>
          </p:cNvPr>
          <p:cNvSpPr>
            <a:spLocks xmlns:a="http://schemas.openxmlformats.org/drawingml/2006/main" noGrp="1"/>
          </p:cNvSpPr>
          <p:nvPr/>
        </p:nvSpPr>
        <p:spPr>
          <a:xfrm xmlns:a="http://schemas.openxmlformats.org/drawingml/2006/main" rot="0">
            <a:off x="8201025" y="2958465"/>
            <a:ext cx="1123950" cy="1123950"/>
          </a:xfrm>
          <a:prstGeom xmlns:a="http://schemas.openxmlformats.org/drawingml/2006/main" prst="ellipse">
            <a:avLst/>
          </a:prstGeom>
          <a:solidFill xmlns:a="http://schemas.openxmlformats.org/drawingml/2006/main">
            <a:srgbClr val="0B1F3A"/>
          </a:solidFill>
          <a:ln xmlns:a="http://schemas.openxmlformats.org/drawingml/2006/main" w="0">
            <a:solidFill>
              <a:srgbClr val="0B1F3A"/>
            </a:solid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defRPr sz="1050" b="1">
                <a:solidFill>
                  <a:srgbClr val="FFFFFF"/>
                </a:solidFill>
                <a:latin typeface="AppleGothic"/>
                <a:ea typeface="AppleGothic"/>
                <a:cs typeface="AppleGothic"/>
              </a:defRPr>
            </a:pPr>
            <a:r>
              <a:rPr sz="1050" b="1">
                <a:solidFill>
                  <a:srgbClr val="FFFFFF"/>
                </a:solidFill>
                <a:latin typeface="AppleGothic"/>
                <a:ea typeface="AppleGothic"/>
                <a:cs typeface="AppleGothic"/>
              </a:rPr>
              <a:t>미세조정</a:t>
            </a:r>
          </a:p>
        </p:txBody>
      </p:sp>
      <p:sp>
        <p:nvSpPr>
          <p:cNvPr id="15" name="">
            <a:extLst xmlns:a="http://schemas.openxmlformats.org/drawingml/2006/main">
              <a:ext uri="{FF2B5EF4-FFF2-40B4-BE49-F238E27FC236}">
                <a16:creationId xmlns:a16="http://schemas.microsoft.com/office/drawing/2014/main" id="{E1E05814-D6FD-4DAC-9A4F-0A7C94AB26E8}"/>
              </a:ext>
            </a:extLst>
          </p:cNvPr>
          <p:cNvSpPr>
            <a:spLocks xmlns:a="http://schemas.openxmlformats.org/drawingml/2006/main" noGrp="1"/>
          </p:cNvSpPr>
          <p:nvPr/>
        </p:nvSpPr>
        <p:spPr>
          <a:xfrm xmlns:a="http://schemas.openxmlformats.org/drawingml/2006/main">
            <a:off x="2266950" y="1752600"/>
            <a:ext cx="8096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191919"/>
                </a:solidFill>
                <a:latin typeface="AppleGothic"/>
                <a:ea typeface="AppleGothic"/>
                <a:cs typeface="AppleGothic"/>
              </a:defRPr>
            </a:pPr>
            <a:r>
              <a:rPr sz="1650" b="1">
                <a:solidFill>
                  <a:srgbClr val="191919"/>
                </a:solidFill>
                <a:latin typeface="AppleGothic"/>
                <a:ea typeface="AppleGothic"/>
                <a:cs typeface="AppleGothic"/>
              </a:rPr>
              <a:t>파랑 = 이번 가설을 가장 싸고 빠르게 검증할 첫 변경점</a:t>
            </a:r>
          </a:p>
        </p:txBody>
      </p:sp>
    </p:spTree>
    <p:extLst>
      <p:ext uri="{BB962C8B-B14F-4D97-AF65-F5344CB8AC3E}">
        <p14:creationId xmlns:p14="http://schemas.microsoft.com/office/powerpoint/2010/main" val="1626087314"/>
      </p:ext>
    </p:extLst>
  </p:cSld>
</p:sld>
</file>

<file path=ppt/slides/slide35.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EFDACCF6-3817-463B-BF86-918D492248E5}"/>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INTERVENTION</a:t>
            </a:r>
          </a:p>
        </p:txBody>
      </p:sp>
      <p:sp>
        <p:nvSpPr>
          <p:cNvPr id="2" name="">
            <a:extLst xmlns:a="http://schemas.openxmlformats.org/drawingml/2006/main">
              <a:ext uri="{FF2B5EF4-FFF2-40B4-BE49-F238E27FC236}">
                <a16:creationId xmlns:a16="http://schemas.microsoft.com/office/drawing/2014/main" id="{208CE1AC-16B3-42B6-9A93-9458D1136D93}"/>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35</a:t>
            </a:r>
          </a:p>
        </p:txBody>
      </p:sp>
      <p:sp>
        <p:nvSpPr>
          <p:cNvPr id="3" name="">
            <a:extLst xmlns:a="http://schemas.openxmlformats.org/drawingml/2006/main">
              <a:ext uri="{FF2B5EF4-FFF2-40B4-BE49-F238E27FC236}">
                <a16:creationId xmlns:a16="http://schemas.microsoft.com/office/drawing/2014/main" id="{4FF805B7-4680-477C-AB40-7348AB65D96D}"/>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635A8C10-8DDB-4E5D-B599-265D9FE18081}"/>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EB36B116-4FAB-432F-AB7D-D0F0D2143B38}"/>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F16D1D4A-247F-46D2-832D-2A3C55F57E45}"/>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프롬프트의 통제 범위</a:t>
            </a:r>
          </a:p>
        </p:txBody>
      </p:sp>
      <p:sp>
        <p:nvSpPr>
          <p:cNvPr id="7" name="">
            <a:extLst xmlns:a="http://schemas.openxmlformats.org/drawingml/2006/main">
              <a:ext uri="{FF2B5EF4-FFF2-40B4-BE49-F238E27FC236}">
                <a16:creationId xmlns:a16="http://schemas.microsoft.com/office/drawing/2014/main" id="{7D67354E-5097-44F8-81B9-DAA8076D99C0}"/>
              </a:ext>
            </a:extLst>
          </p:cNvPr>
          <p:cNvSpPr>
            <a:spLocks xmlns:a="http://schemas.openxmlformats.org/drawingml/2006/main" noGrp="1"/>
          </p:cNvSpPr>
          <p:nvPr/>
        </p:nvSpPr>
        <p:spPr>
          <a:xfrm xmlns:a="http://schemas.openxmlformats.org/drawingml/2006/main" rot="0">
            <a:off x="609600" y="1790700"/>
            <a:ext cx="1009650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8" name="">
            <a:extLst xmlns:a="http://schemas.openxmlformats.org/drawingml/2006/main">
              <a:ext uri="{FF2B5EF4-FFF2-40B4-BE49-F238E27FC236}">
                <a16:creationId xmlns:a16="http://schemas.microsoft.com/office/drawing/2014/main" id="{680670C4-8A90-4724-BFF1-8C69B9BA65A8}"/>
              </a:ext>
            </a:extLst>
          </p:cNvPr>
          <p:cNvSpPr>
            <a:spLocks xmlns:a="http://schemas.openxmlformats.org/drawingml/2006/main" noGrp="1"/>
          </p:cNvSpPr>
          <p:nvPr/>
        </p:nvSpPr>
        <p:spPr>
          <a:xfrm xmlns:a="http://schemas.openxmlformats.org/drawingml/2006/main">
            <a:off x="781050" y="1790700"/>
            <a:ext cx="2667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650" b="1">
                <a:solidFill>
                  <a:srgbClr val="191919"/>
                </a:solidFill>
                <a:latin typeface="AppleGothic"/>
                <a:ea typeface="AppleGothic"/>
                <a:cs typeface="AppleGothic"/>
              </a:defRPr>
            </a:pPr>
            <a:r>
              <a:rPr sz="1650" b="1">
                <a:solidFill>
                  <a:srgbClr val="191919"/>
                </a:solidFill>
                <a:latin typeface="AppleGothic"/>
                <a:ea typeface="AppleGothic"/>
                <a:cs typeface="AppleGothic"/>
              </a:rPr>
              <a:t>역할</a:t>
            </a:r>
          </a:p>
        </p:txBody>
      </p:sp>
      <p:sp>
        <p:nvSpPr>
          <p:cNvPr id="9" name="">
            <a:extLst xmlns:a="http://schemas.openxmlformats.org/drawingml/2006/main">
              <a:ext uri="{FF2B5EF4-FFF2-40B4-BE49-F238E27FC236}">
                <a16:creationId xmlns:a16="http://schemas.microsoft.com/office/drawing/2014/main" id="{53CDC5BE-6286-4140-85AB-C1856DE581C8}"/>
              </a:ext>
            </a:extLst>
          </p:cNvPr>
          <p:cNvSpPr>
            <a:spLocks xmlns:a="http://schemas.openxmlformats.org/drawingml/2006/main" noGrp="1"/>
          </p:cNvSpPr>
          <p:nvPr/>
        </p:nvSpPr>
        <p:spPr>
          <a:xfrm xmlns:a="http://schemas.openxmlformats.org/drawingml/2006/main">
            <a:off x="3638550" y="1790700"/>
            <a:ext cx="68770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응답 관점과 책임</a:t>
            </a:r>
          </a:p>
        </p:txBody>
      </p:sp>
      <p:sp>
        <p:nvSpPr>
          <p:cNvPr id="10" name="">
            <a:extLst xmlns:a="http://schemas.openxmlformats.org/drawingml/2006/main">
              <a:ext uri="{FF2B5EF4-FFF2-40B4-BE49-F238E27FC236}">
                <a16:creationId xmlns:a16="http://schemas.microsoft.com/office/drawing/2014/main" id="{0C9349CD-0379-448E-84F1-A9842062F88B}"/>
              </a:ext>
            </a:extLst>
          </p:cNvPr>
          <p:cNvSpPr>
            <a:spLocks xmlns:a="http://schemas.openxmlformats.org/drawingml/2006/main" noGrp="1"/>
          </p:cNvSpPr>
          <p:nvPr/>
        </p:nvSpPr>
        <p:spPr>
          <a:xfrm xmlns:a="http://schemas.openxmlformats.org/drawingml/2006/main" rot="0">
            <a:off x="1181100" y="2628900"/>
            <a:ext cx="8953500" cy="628650"/>
          </a:xfrm>
          <a:prstGeom xmlns:a="http://schemas.openxmlformats.org/drawingml/2006/main" prst="rect">
            <a:avLst/>
          </a:prstGeom>
          <a:solidFill xmlns:a="http://schemas.openxmlformats.org/drawingml/2006/main">
            <a:srgbClr val="2563EB"/>
          </a:solidFill>
          <a:ln xmlns:a="http://schemas.openxmlformats.org/drawingml/2006/main" w="9525">
            <a:solidFill>
              <a:srgbClr val="2563EB"/>
            </a:solidFill>
            <a:prstDash val="solid"/>
          </a:ln>
        </p:spPr>
      </p:sp>
      <p:sp>
        <p:nvSpPr>
          <p:cNvPr id="11" name="">
            <a:extLst xmlns:a="http://schemas.openxmlformats.org/drawingml/2006/main">
              <a:ext uri="{FF2B5EF4-FFF2-40B4-BE49-F238E27FC236}">
                <a16:creationId xmlns:a16="http://schemas.microsoft.com/office/drawing/2014/main" id="{9A81BC9F-9CAB-41AB-8093-360014CDFB06}"/>
              </a:ext>
            </a:extLst>
          </p:cNvPr>
          <p:cNvSpPr>
            <a:spLocks xmlns:a="http://schemas.openxmlformats.org/drawingml/2006/main" noGrp="1"/>
          </p:cNvSpPr>
          <p:nvPr/>
        </p:nvSpPr>
        <p:spPr>
          <a:xfrm xmlns:a="http://schemas.openxmlformats.org/drawingml/2006/main">
            <a:off x="1352550" y="2628900"/>
            <a:ext cx="2667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지시</a:t>
            </a:r>
          </a:p>
        </p:txBody>
      </p:sp>
      <p:sp>
        <p:nvSpPr>
          <p:cNvPr id="12" name="">
            <a:extLst xmlns:a="http://schemas.openxmlformats.org/drawingml/2006/main">
              <a:ext uri="{FF2B5EF4-FFF2-40B4-BE49-F238E27FC236}">
                <a16:creationId xmlns:a16="http://schemas.microsoft.com/office/drawing/2014/main" id="{AD26C460-90BC-4C84-BE6C-35EF407D9175}"/>
              </a:ext>
            </a:extLst>
          </p:cNvPr>
          <p:cNvSpPr>
            <a:spLocks xmlns:a="http://schemas.openxmlformats.org/drawingml/2006/main" noGrp="1"/>
          </p:cNvSpPr>
          <p:nvPr/>
        </p:nvSpPr>
        <p:spPr>
          <a:xfrm xmlns:a="http://schemas.openxmlformats.org/drawingml/2006/main">
            <a:off x="4210050" y="2628900"/>
            <a:ext cx="57340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0000"/>
              </a:lnSpc>
              <a:buNone/>
              <a:defRPr sz="1350" b="0">
                <a:solidFill>
                  <a:srgbClr val="FFFFFF"/>
                </a:solidFill>
                <a:latin typeface="AppleGothic"/>
                <a:ea typeface="AppleGothic"/>
                <a:cs typeface="AppleGothic"/>
              </a:defRPr>
            </a:pPr>
            <a:r>
              <a:rPr sz="1350" b="0">
                <a:solidFill>
                  <a:srgbClr val="FFFFFF"/>
                </a:solidFill>
                <a:latin typeface="AppleGothic"/>
                <a:ea typeface="AppleGothic"/>
                <a:cs typeface="AppleGothic"/>
              </a:rPr>
              <a:t>해야 할 일과 금지 행동</a:t>
            </a:r>
          </a:p>
        </p:txBody>
      </p:sp>
      <p:sp>
        <p:nvSpPr>
          <p:cNvPr id="13" name="">
            <a:extLst xmlns:a="http://schemas.openxmlformats.org/drawingml/2006/main">
              <a:ext uri="{FF2B5EF4-FFF2-40B4-BE49-F238E27FC236}">
                <a16:creationId xmlns:a16="http://schemas.microsoft.com/office/drawing/2014/main" id="{29CFDB4D-8C11-4D9D-B71D-FCA8D7B9300C}"/>
              </a:ext>
            </a:extLst>
          </p:cNvPr>
          <p:cNvSpPr>
            <a:spLocks xmlns:a="http://schemas.openxmlformats.org/drawingml/2006/main" noGrp="1"/>
          </p:cNvSpPr>
          <p:nvPr/>
        </p:nvSpPr>
        <p:spPr>
          <a:xfrm xmlns:a="http://schemas.openxmlformats.org/drawingml/2006/main" rot="0">
            <a:off x="1752600" y="3467100"/>
            <a:ext cx="781050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4" name="">
            <a:extLst xmlns:a="http://schemas.openxmlformats.org/drawingml/2006/main">
              <a:ext uri="{FF2B5EF4-FFF2-40B4-BE49-F238E27FC236}">
                <a16:creationId xmlns:a16="http://schemas.microsoft.com/office/drawing/2014/main" id="{BA5388EB-0470-4995-87B1-058E84F8B4E9}"/>
              </a:ext>
            </a:extLst>
          </p:cNvPr>
          <p:cNvSpPr>
            <a:spLocks xmlns:a="http://schemas.openxmlformats.org/drawingml/2006/main" noGrp="1"/>
          </p:cNvSpPr>
          <p:nvPr/>
        </p:nvSpPr>
        <p:spPr>
          <a:xfrm xmlns:a="http://schemas.openxmlformats.org/drawingml/2006/main">
            <a:off x="1924050" y="3467100"/>
            <a:ext cx="2667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650" b="1">
                <a:solidFill>
                  <a:srgbClr val="191919"/>
                </a:solidFill>
                <a:latin typeface="AppleGothic"/>
                <a:ea typeface="AppleGothic"/>
                <a:cs typeface="AppleGothic"/>
              </a:defRPr>
            </a:pPr>
            <a:r>
              <a:rPr sz="1650" b="1">
                <a:solidFill>
                  <a:srgbClr val="191919"/>
                </a:solidFill>
                <a:latin typeface="AppleGothic"/>
                <a:ea typeface="AppleGothic"/>
                <a:cs typeface="AppleGothic"/>
              </a:rPr>
              <a:t>예시</a:t>
            </a:r>
          </a:p>
        </p:txBody>
      </p:sp>
      <p:sp>
        <p:nvSpPr>
          <p:cNvPr id="15" name="">
            <a:extLst xmlns:a="http://schemas.openxmlformats.org/drawingml/2006/main">
              <a:ext uri="{FF2B5EF4-FFF2-40B4-BE49-F238E27FC236}">
                <a16:creationId xmlns:a16="http://schemas.microsoft.com/office/drawing/2014/main" id="{C16632EA-7BB9-4655-AE1F-61CEA96618AA}"/>
              </a:ext>
            </a:extLst>
          </p:cNvPr>
          <p:cNvSpPr>
            <a:spLocks xmlns:a="http://schemas.openxmlformats.org/drawingml/2006/main" noGrp="1"/>
          </p:cNvSpPr>
          <p:nvPr/>
        </p:nvSpPr>
        <p:spPr>
          <a:xfrm xmlns:a="http://schemas.openxmlformats.org/drawingml/2006/main">
            <a:off x="4781550" y="3467100"/>
            <a:ext cx="45910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입력·출력 패턴</a:t>
            </a:r>
          </a:p>
        </p:txBody>
      </p:sp>
      <p:sp>
        <p:nvSpPr>
          <p:cNvPr id="16" name="">
            <a:extLst xmlns:a="http://schemas.openxmlformats.org/drawingml/2006/main">
              <a:ext uri="{FF2B5EF4-FFF2-40B4-BE49-F238E27FC236}">
                <a16:creationId xmlns:a16="http://schemas.microsoft.com/office/drawing/2014/main" id="{B743C301-B44F-4E27-887C-CD10D0B3F564}"/>
              </a:ext>
            </a:extLst>
          </p:cNvPr>
          <p:cNvSpPr>
            <a:spLocks xmlns:a="http://schemas.openxmlformats.org/drawingml/2006/main" noGrp="1"/>
          </p:cNvSpPr>
          <p:nvPr/>
        </p:nvSpPr>
        <p:spPr>
          <a:xfrm xmlns:a="http://schemas.openxmlformats.org/drawingml/2006/main" rot="0">
            <a:off x="2324100" y="4305300"/>
            <a:ext cx="666750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7" name="">
            <a:extLst xmlns:a="http://schemas.openxmlformats.org/drawingml/2006/main">
              <a:ext uri="{FF2B5EF4-FFF2-40B4-BE49-F238E27FC236}">
                <a16:creationId xmlns:a16="http://schemas.microsoft.com/office/drawing/2014/main" id="{72DC347F-0CD3-49C9-9FAC-BCD6B455CFD3}"/>
              </a:ext>
            </a:extLst>
          </p:cNvPr>
          <p:cNvSpPr>
            <a:spLocks xmlns:a="http://schemas.openxmlformats.org/drawingml/2006/main" noGrp="1"/>
          </p:cNvSpPr>
          <p:nvPr/>
        </p:nvSpPr>
        <p:spPr>
          <a:xfrm xmlns:a="http://schemas.openxmlformats.org/drawingml/2006/main">
            <a:off x="2495550" y="4305300"/>
            <a:ext cx="2667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650" b="1">
                <a:solidFill>
                  <a:srgbClr val="191919"/>
                </a:solidFill>
                <a:latin typeface="AppleGothic"/>
                <a:ea typeface="AppleGothic"/>
                <a:cs typeface="AppleGothic"/>
              </a:defRPr>
            </a:pPr>
            <a:r>
              <a:rPr sz="1650" b="1">
                <a:solidFill>
                  <a:srgbClr val="191919"/>
                </a:solidFill>
                <a:latin typeface="AppleGothic"/>
                <a:ea typeface="AppleGothic"/>
                <a:cs typeface="AppleGothic"/>
              </a:rPr>
              <a:t>출력 스키마</a:t>
            </a:r>
          </a:p>
        </p:txBody>
      </p:sp>
      <p:sp>
        <p:nvSpPr>
          <p:cNvPr id="18" name="">
            <a:extLst xmlns:a="http://schemas.openxmlformats.org/drawingml/2006/main">
              <a:ext uri="{FF2B5EF4-FFF2-40B4-BE49-F238E27FC236}">
                <a16:creationId xmlns:a16="http://schemas.microsoft.com/office/drawing/2014/main" id="{93462060-0631-4D64-B234-25E5CD73D14A}"/>
              </a:ext>
            </a:extLst>
          </p:cNvPr>
          <p:cNvSpPr>
            <a:spLocks xmlns:a="http://schemas.openxmlformats.org/drawingml/2006/main" noGrp="1"/>
          </p:cNvSpPr>
          <p:nvPr/>
        </p:nvSpPr>
        <p:spPr>
          <a:xfrm xmlns:a="http://schemas.openxmlformats.org/drawingml/2006/main">
            <a:off x="5353050" y="4305300"/>
            <a:ext cx="34480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형식·필드·길이</a:t>
            </a:r>
          </a:p>
        </p:txBody>
      </p:sp>
      <p:sp>
        <p:nvSpPr>
          <p:cNvPr id="19" name="">
            <a:extLst xmlns:a="http://schemas.openxmlformats.org/drawingml/2006/main">
              <a:ext uri="{FF2B5EF4-FFF2-40B4-BE49-F238E27FC236}">
                <a16:creationId xmlns:a16="http://schemas.microsoft.com/office/drawing/2014/main" id="{6733AB31-3DC1-47ED-B764-9FF83088A3C1}"/>
              </a:ext>
            </a:extLst>
          </p:cNvPr>
          <p:cNvSpPr>
            <a:spLocks xmlns:a="http://schemas.openxmlformats.org/drawingml/2006/main" noGrp="1"/>
          </p:cNvSpPr>
          <p:nvPr/>
        </p:nvSpPr>
        <p:spPr>
          <a:xfrm xmlns:a="http://schemas.openxmlformats.org/drawingml/2006/main">
            <a:off x="609600" y="5581650"/>
            <a:ext cx="10972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425" b="1">
                <a:solidFill>
                  <a:srgbClr val="191919"/>
                </a:solidFill>
                <a:latin typeface="AppleGothic"/>
                <a:ea typeface="AppleGothic"/>
                <a:cs typeface="AppleGothic"/>
              </a:defRPr>
            </a:pPr>
            <a:r>
              <a:rPr sz="1425" b="1">
                <a:solidFill>
                  <a:srgbClr val="191919"/>
                </a:solidFill>
                <a:latin typeface="AppleGothic"/>
                <a:ea typeface="AppleGothic"/>
                <a:cs typeface="AppleGothic"/>
              </a:rPr>
              <a:t>모델 weight 바깥에서 빠르게 변경·버전·rollback 가능한 제어면</a:t>
            </a:r>
          </a:p>
        </p:txBody>
      </p:sp>
    </p:spTree>
    <p:extLst>
      <p:ext uri="{BB962C8B-B14F-4D97-AF65-F5344CB8AC3E}">
        <p14:creationId xmlns:p14="http://schemas.microsoft.com/office/powerpoint/2010/main" val="647965391"/>
      </p:ext>
    </p:extLst>
  </p:cSld>
</p:sld>
</file>

<file path=ppt/slides/slide36.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91ABAB1C-103A-45DB-BE97-572E7CA1A1C3}"/>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INTERVENTION</a:t>
            </a:r>
          </a:p>
        </p:txBody>
      </p:sp>
      <p:sp>
        <p:nvSpPr>
          <p:cNvPr id="2" name="">
            <a:extLst xmlns:a="http://schemas.openxmlformats.org/drawingml/2006/main">
              <a:ext uri="{FF2B5EF4-FFF2-40B4-BE49-F238E27FC236}">
                <a16:creationId xmlns:a16="http://schemas.microsoft.com/office/drawing/2014/main" id="{E191CC10-1C74-4477-BE77-D26F8A4A681C}"/>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36</a:t>
            </a:r>
          </a:p>
        </p:txBody>
      </p:sp>
      <p:sp>
        <p:nvSpPr>
          <p:cNvPr id="3" name="">
            <a:extLst xmlns:a="http://schemas.openxmlformats.org/drawingml/2006/main">
              <a:ext uri="{FF2B5EF4-FFF2-40B4-BE49-F238E27FC236}">
                <a16:creationId xmlns:a16="http://schemas.microsoft.com/office/drawing/2014/main" id="{2E1A86AD-07C1-4C41-B6D8-0670656EE757}"/>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4F63BF7A-8747-4909-8BF9-D43080310FFC}"/>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AF2A138E-BAC7-4B5B-92D5-9078BAC4F567}"/>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16AD8CC0-5558-400B-A835-D2A3AEE63D81}"/>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검색 증강 생성의 외부 근거</a:t>
            </a:r>
          </a:p>
        </p:txBody>
      </p:sp>
      <p:sp>
        <p:nvSpPr>
          <p:cNvPr id="7" name="">
            <a:extLst xmlns:a="http://schemas.openxmlformats.org/drawingml/2006/main">
              <a:ext uri="{FF2B5EF4-FFF2-40B4-BE49-F238E27FC236}">
                <a16:creationId xmlns:a16="http://schemas.microsoft.com/office/drawing/2014/main" id="{3633DAF0-953C-41E8-9E2D-EB2E439ED421}"/>
              </a:ext>
            </a:extLst>
          </p:cNvPr>
          <p:cNvSpPr>
            <a:spLocks xmlns:a="http://schemas.openxmlformats.org/drawingml/2006/main" noGrp="1"/>
          </p:cNvSpPr>
          <p:nvPr/>
        </p:nvSpPr>
        <p:spPr>
          <a:xfrm xmlns:a="http://schemas.openxmlformats.org/drawingml/2006/main" rot="0">
            <a:off x="609600" y="2381250"/>
            <a:ext cx="2026920" cy="118110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8" name="">
            <a:extLst xmlns:a="http://schemas.openxmlformats.org/drawingml/2006/main">
              <a:ext uri="{FF2B5EF4-FFF2-40B4-BE49-F238E27FC236}">
                <a16:creationId xmlns:a16="http://schemas.microsoft.com/office/drawing/2014/main" id="{630F168A-28EF-4A0B-A240-A9BFF7E7C5E1}"/>
              </a:ext>
            </a:extLst>
          </p:cNvPr>
          <p:cNvSpPr>
            <a:spLocks xmlns:a="http://schemas.openxmlformats.org/drawingml/2006/main" noGrp="1"/>
          </p:cNvSpPr>
          <p:nvPr/>
        </p:nvSpPr>
        <p:spPr>
          <a:xfrm xmlns:a="http://schemas.openxmlformats.org/drawingml/2006/main">
            <a:off x="74295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질의</a:t>
            </a:r>
          </a:p>
        </p:txBody>
      </p:sp>
      <p:sp>
        <p:nvSpPr>
          <p:cNvPr id="9" name="">
            <a:extLst xmlns:a="http://schemas.openxmlformats.org/drawingml/2006/main">
              <a:ext uri="{FF2B5EF4-FFF2-40B4-BE49-F238E27FC236}">
                <a16:creationId xmlns:a16="http://schemas.microsoft.com/office/drawing/2014/main" id="{3D3BA2CC-CC9F-4A6B-B57D-0B13F2702410}"/>
              </a:ext>
            </a:extLst>
          </p:cNvPr>
          <p:cNvSpPr>
            <a:spLocks xmlns:a="http://schemas.openxmlformats.org/drawingml/2006/main" noGrp="1"/>
          </p:cNvSpPr>
          <p:nvPr/>
        </p:nvSpPr>
        <p:spPr>
          <a:xfrm xmlns:a="http://schemas.openxmlformats.org/drawingml/2006/main">
            <a:off x="74295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사용자 질문</a:t>
            </a:r>
          </a:p>
        </p:txBody>
      </p:sp>
      <p:sp>
        <p:nvSpPr>
          <p:cNvPr id="10" name="">
            <a:extLst xmlns:a="http://schemas.openxmlformats.org/drawingml/2006/main">
              <a:ext uri="{FF2B5EF4-FFF2-40B4-BE49-F238E27FC236}">
                <a16:creationId xmlns:a16="http://schemas.microsoft.com/office/drawing/2014/main" id="{65E1EA21-21F4-4E8A-A6E8-7F15A1E04108}"/>
              </a:ext>
            </a:extLst>
          </p:cNvPr>
          <p:cNvSpPr>
            <a:spLocks xmlns:a="http://schemas.openxmlformats.org/drawingml/2006/main" noGrp="1"/>
          </p:cNvSpPr>
          <p:nvPr/>
        </p:nvSpPr>
        <p:spPr>
          <a:xfrm xmlns:a="http://schemas.openxmlformats.org/drawingml/2006/main">
            <a:off x="2636520" y="2781300"/>
            <a:ext cx="209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98A2B3"/>
                </a:solidFill>
                <a:latin typeface="Menlo"/>
                <a:ea typeface="Menlo"/>
                <a:cs typeface="Menlo"/>
              </a:defRPr>
            </a:pPr>
            <a:r>
              <a:rPr sz="1500" b="1">
                <a:solidFill>
                  <a:srgbClr val="98A2B3"/>
                </a:solidFill>
                <a:latin typeface="Menlo"/>
                <a:ea typeface="Menlo"/>
                <a:cs typeface="Menlo"/>
              </a:rPr>
              <a:t>→</a:t>
            </a:r>
          </a:p>
        </p:txBody>
      </p:sp>
      <p:sp>
        <p:nvSpPr>
          <p:cNvPr id="11" name="">
            <a:extLst xmlns:a="http://schemas.openxmlformats.org/drawingml/2006/main">
              <a:ext uri="{FF2B5EF4-FFF2-40B4-BE49-F238E27FC236}">
                <a16:creationId xmlns:a16="http://schemas.microsoft.com/office/drawing/2014/main" id="{ADE13BF7-CD02-4991-BBD1-7655F882F4E7}"/>
              </a:ext>
            </a:extLst>
          </p:cNvPr>
          <p:cNvSpPr>
            <a:spLocks xmlns:a="http://schemas.openxmlformats.org/drawingml/2006/main" noGrp="1"/>
          </p:cNvSpPr>
          <p:nvPr/>
        </p:nvSpPr>
        <p:spPr>
          <a:xfrm xmlns:a="http://schemas.openxmlformats.org/drawingml/2006/main" rot="0">
            <a:off x="2846070" y="2381250"/>
            <a:ext cx="2026920" cy="1181100"/>
          </a:xfrm>
          <a:prstGeom xmlns:a="http://schemas.openxmlformats.org/drawingml/2006/main" prst="rect">
            <a:avLst/>
          </a:prstGeom>
          <a:solidFill xmlns:a="http://schemas.openxmlformats.org/drawingml/2006/main">
            <a:srgbClr val="2563EB"/>
          </a:solidFill>
          <a:ln xmlns:a="http://schemas.openxmlformats.org/drawingml/2006/main" w="0">
            <a:solidFill>
              <a:srgbClr val="2563EB"/>
            </a:solidFill>
            <a:prstDash val="solid"/>
          </a:ln>
        </p:spPr>
      </p:sp>
      <p:sp>
        <p:nvSpPr>
          <p:cNvPr id="12" name="">
            <a:extLst xmlns:a="http://schemas.openxmlformats.org/drawingml/2006/main">
              <a:ext uri="{FF2B5EF4-FFF2-40B4-BE49-F238E27FC236}">
                <a16:creationId xmlns:a16="http://schemas.microsoft.com/office/drawing/2014/main" id="{F826351E-A2FD-4ED5-9C2E-AFB9E8C8C133}"/>
              </a:ext>
            </a:extLst>
          </p:cNvPr>
          <p:cNvSpPr>
            <a:spLocks xmlns:a="http://schemas.openxmlformats.org/drawingml/2006/main" noGrp="1"/>
          </p:cNvSpPr>
          <p:nvPr/>
        </p:nvSpPr>
        <p:spPr>
          <a:xfrm xmlns:a="http://schemas.openxmlformats.org/drawingml/2006/main">
            <a:off x="297942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검색</a:t>
            </a:r>
          </a:p>
        </p:txBody>
      </p:sp>
      <p:sp>
        <p:nvSpPr>
          <p:cNvPr id="13" name="">
            <a:extLst xmlns:a="http://schemas.openxmlformats.org/drawingml/2006/main">
              <a:ext uri="{FF2B5EF4-FFF2-40B4-BE49-F238E27FC236}">
                <a16:creationId xmlns:a16="http://schemas.microsoft.com/office/drawing/2014/main" id="{BC800A7C-37B7-4AC3-A90B-48A0A17F82D3}"/>
              </a:ext>
            </a:extLst>
          </p:cNvPr>
          <p:cNvSpPr>
            <a:spLocks xmlns:a="http://schemas.openxmlformats.org/drawingml/2006/main" noGrp="1"/>
          </p:cNvSpPr>
          <p:nvPr/>
        </p:nvSpPr>
        <p:spPr>
          <a:xfrm xmlns:a="http://schemas.openxmlformats.org/drawingml/2006/main">
            <a:off x="297942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색인·필터</a:t>
            </a:r>
          </a:p>
        </p:txBody>
      </p:sp>
      <p:sp>
        <p:nvSpPr>
          <p:cNvPr id="14" name="">
            <a:extLst xmlns:a="http://schemas.openxmlformats.org/drawingml/2006/main">
              <a:ext uri="{FF2B5EF4-FFF2-40B4-BE49-F238E27FC236}">
                <a16:creationId xmlns:a16="http://schemas.microsoft.com/office/drawing/2014/main" id="{34F812B8-593A-497A-A890-438FEF9C2B89}"/>
              </a:ext>
            </a:extLst>
          </p:cNvPr>
          <p:cNvSpPr>
            <a:spLocks xmlns:a="http://schemas.openxmlformats.org/drawingml/2006/main" noGrp="1"/>
          </p:cNvSpPr>
          <p:nvPr/>
        </p:nvSpPr>
        <p:spPr>
          <a:xfrm xmlns:a="http://schemas.openxmlformats.org/drawingml/2006/main">
            <a:off x="4872990" y="2781300"/>
            <a:ext cx="209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98A2B3"/>
                </a:solidFill>
                <a:latin typeface="Menlo"/>
                <a:ea typeface="Menlo"/>
                <a:cs typeface="Menlo"/>
              </a:defRPr>
            </a:pPr>
            <a:r>
              <a:rPr sz="1500" b="1">
                <a:solidFill>
                  <a:srgbClr val="98A2B3"/>
                </a:solidFill>
                <a:latin typeface="Menlo"/>
                <a:ea typeface="Menlo"/>
                <a:cs typeface="Menlo"/>
              </a:rPr>
              <a:t>→</a:t>
            </a:r>
          </a:p>
        </p:txBody>
      </p:sp>
      <p:sp>
        <p:nvSpPr>
          <p:cNvPr id="15" name="">
            <a:extLst xmlns:a="http://schemas.openxmlformats.org/drawingml/2006/main">
              <a:ext uri="{FF2B5EF4-FFF2-40B4-BE49-F238E27FC236}">
                <a16:creationId xmlns:a16="http://schemas.microsoft.com/office/drawing/2014/main" id="{A72589E4-7D54-444E-9C74-C953618D5CD6}"/>
              </a:ext>
            </a:extLst>
          </p:cNvPr>
          <p:cNvSpPr>
            <a:spLocks xmlns:a="http://schemas.openxmlformats.org/drawingml/2006/main" noGrp="1"/>
          </p:cNvSpPr>
          <p:nvPr/>
        </p:nvSpPr>
        <p:spPr>
          <a:xfrm xmlns:a="http://schemas.openxmlformats.org/drawingml/2006/main" rot="0">
            <a:off x="5082540" y="2381250"/>
            <a:ext cx="2026920" cy="118110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16" name="">
            <a:extLst xmlns:a="http://schemas.openxmlformats.org/drawingml/2006/main">
              <a:ext uri="{FF2B5EF4-FFF2-40B4-BE49-F238E27FC236}">
                <a16:creationId xmlns:a16="http://schemas.microsoft.com/office/drawing/2014/main" id="{1CF9E3FD-8466-4D26-A41A-2E1D1D48729B}"/>
              </a:ext>
            </a:extLst>
          </p:cNvPr>
          <p:cNvSpPr>
            <a:spLocks xmlns:a="http://schemas.openxmlformats.org/drawingml/2006/main" noGrp="1"/>
          </p:cNvSpPr>
          <p:nvPr/>
        </p:nvSpPr>
        <p:spPr>
          <a:xfrm xmlns:a="http://schemas.openxmlformats.org/drawingml/2006/main">
            <a:off x="521589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근거</a:t>
            </a:r>
          </a:p>
        </p:txBody>
      </p:sp>
      <p:sp>
        <p:nvSpPr>
          <p:cNvPr id="17" name="">
            <a:extLst xmlns:a="http://schemas.openxmlformats.org/drawingml/2006/main">
              <a:ext uri="{FF2B5EF4-FFF2-40B4-BE49-F238E27FC236}">
                <a16:creationId xmlns:a16="http://schemas.microsoft.com/office/drawing/2014/main" id="{D9FA7723-9883-44CE-810E-BDAC6F20D42E}"/>
              </a:ext>
            </a:extLst>
          </p:cNvPr>
          <p:cNvSpPr>
            <a:spLocks xmlns:a="http://schemas.openxmlformats.org/drawingml/2006/main" noGrp="1"/>
          </p:cNvSpPr>
          <p:nvPr/>
        </p:nvSpPr>
        <p:spPr>
          <a:xfrm xmlns:a="http://schemas.openxmlformats.org/drawingml/2006/main">
            <a:off x="521589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상위 검색 문서</a:t>
            </a:r>
          </a:p>
        </p:txBody>
      </p:sp>
      <p:sp>
        <p:nvSpPr>
          <p:cNvPr id="18" name="">
            <a:extLst xmlns:a="http://schemas.openxmlformats.org/drawingml/2006/main">
              <a:ext uri="{FF2B5EF4-FFF2-40B4-BE49-F238E27FC236}">
                <a16:creationId xmlns:a16="http://schemas.microsoft.com/office/drawing/2014/main" id="{2BC6FA9B-E580-461D-B258-1B6AE779D29F}"/>
              </a:ext>
            </a:extLst>
          </p:cNvPr>
          <p:cNvSpPr>
            <a:spLocks xmlns:a="http://schemas.openxmlformats.org/drawingml/2006/main" noGrp="1"/>
          </p:cNvSpPr>
          <p:nvPr/>
        </p:nvSpPr>
        <p:spPr>
          <a:xfrm xmlns:a="http://schemas.openxmlformats.org/drawingml/2006/main">
            <a:off x="7109460" y="2781300"/>
            <a:ext cx="209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98A2B3"/>
                </a:solidFill>
                <a:latin typeface="Menlo"/>
                <a:ea typeface="Menlo"/>
                <a:cs typeface="Menlo"/>
              </a:defRPr>
            </a:pPr>
            <a:r>
              <a:rPr sz="1500" b="1">
                <a:solidFill>
                  <a:srgbClr val="98A2B3"/>
                </a:solidFill>
                <a:latin typeface="Menlo"/>
                <a:ea typeface="Menlo"/>
                <a:cs typeface="Menlo"/>
              </a:rPr>
              <a:t>→</a:t>
            </a:r>
          </a:p>
        </p:txBody>
      </p:sp>
      <p:sp>
        <p:nvSpPr>
          <p:cNvPr id="19" name="">
            <a:extLst xmlns:a="http://schemas.openxmlformats.org/drawingml/2006/main">
              <a:ext uri="{FF2B5EF4-FFF2-40B4-BE49-F238E27FC236}">
                <a16:creationId xmlns:a16="http://schemas.microsoft.com/office/drawing/2014/main" id="{90DE6266-9640-4872-8BF1-E5922A0473C3}"/>
              </a:ext>
            </a:extLst>
          </p:cNvPr>
          <p:cNvSpPr>
            <a:spLocks xmlns:a="http://schemas.openxmlformats.org/drawingml/2006/main" noGrp="1"/>
          </p:cNvSpPr>
          <p:nvPr/>
        </p:nvSpPr>
        <p:spPr>
          <a:xfrm xmlns:a="http://schemas.openxmlformats.org/drawingml/2006/main" rot="0">
            <a:off x="7319010" y="2381250"/>
            <a:ext cx="2026920" cy="118110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20" name="">
            <a:extLst xmlns:a="http://schemas.openxmlformats.org/drawingml/2006/main">
              <a:ext uri="{FF2B5EF4-FFF2-40B4-BE49-F238E27FC236}">
                <a16:creationId xmlns:a16="http://schemas.microsoft.com/office/drawing/2014/main" id="{B67E5D18-493F-4097-B742-24791999831F}"/>
              </a:ext>
            </a:extLst>
          </p:cNvPr>
          <p:cNvSpPr>
            <a:spLocks xmlns:a="http://schemas.openxmlformats.org/drawingml/2006/main" noGrp="1"/>
          </p:cNvSpPr>
          <p:nvPr/>
        </p:nvSpPr>
        <p:spPr>
          <a:xfrm xmlns:a="http://schemas.openxmlformats.org/drawingml/2006/main">
            <a:off x="745236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맥락</a:t>
            </a:r>
          </a:p>
        </p:txBody>
      </p:sp>
      <p:sp>
        <p:nvSpPr>
          <p:cNvPr id="21" name="">
            <a:extLst xmlns:a="http://schemas.openxmlformats.org/drawingml/2006/main">
              <a:ext uri="{FF2B5EF4-FFF2-40B4-BE49-F238E27FC236}">
                <a16:creationId xmlns:a16="http://schemas.microsoft.com/office/drawing/2014/main" id="{83D569AD-3509-4ECF-A93C-BD595FF99A55}"/>
              </a:ext>
            </a:extLst>
          </p:cNvPr>
          <p:cNvSpPr>
            <a:spLocks xmlns:a="http://schemas.openxmlformats.org/drawingml/2006/main" noGrp="1"/>
          </p:cNvSpPr>
          <p:nvPr/>
        </p:nvSpPr>
        <p:spPr>
          <a:xfrm xmlns:a="http://schemas.openxmlformats.org/drawingml/2006/main">
            <a:off x="745236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프롬프트 보강</a:t>
            </a:r>
          </a:p>
        </p:txBody>
      </p:sp>
      <p:sp>
        <p:nvSpPr>
          <p:cNvPr id="22" name="">
            <a:extLst xmlns:a="http://schemas.openxmlformats.org/drawingml/2006/main">
              <a:ext uri="{FF2B5EF4-FFF2-40B4-BE49-F238E27FC236}">
                <a16:creationId xmlns:a16="http://schemas.microsoft.com/office/drawing/2014/main" id="{19DC861B-D80D-4AA6-B116-2FA65BAC046F}"/>
              </a:ext>
            </a:extLst>
          </p:cNvPr>
          <p:cNvSpPr>
            <a:spLocks xmlns:a="http://schemas.openxmlformats.org/drawingml/2006/main" noGrp="1"/>
          </p:cNvSpPr>
          <p:nvPr/>
        </p:nvSpPr>
        <p:spPr>
          <a:xfrm xmlns:a="http://schemas.openxmlformats.org/drawingml/2006/main">
            <a:off x="9345930" y="2781300"/>
            <a:ext cx="209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98A2B3"/>
                </a:solidFill>
                <a:latin typeface="Menlo"/>
                <a:ea typeface="Menlo"/>
                <a:cs typeface="Menlo"/>
              </a:defRPr>
            </a:pPr>
            <a:r>
              <a:rPr sz="1500" b="1">
                <a:solidFill>
                  <a:srgbClr val="98A2B3"/>
                </a:solidFill>
                <a:latin typeface="Menlo"/>
                <a:ea typeface="Menlo"/>
                <a:cs typeface="Menlo"/>
              </a:rPr>
              <a:t>→</a:t>
            </a:r>
          </a:p>
        </p:txBody>
      </p:sp>
      <p:sp>
        <p:nvSpPr>
          <p:cNvPr id="23" name="">
            <a:extLst xmlns:a="http://schemas.openxmlformats.org/drawingml/2006/main">
              <a:ext uri="{FF2B5EF4-FFF2-40B4-BE49-F238E27FC236}">
                <a16:creationId xmlns:a16="http://schemas.microsoft.com/office/drawing/2014/main" id="{4B55B5A4-201D-49CB-9686-39628B18416E}"/>
              </a:ext>
            </a:extLst>
          </p:cNvPr>
          <p:cNvSpPr>
            <a:spLocks xmlns:a="http://schemas.openxmlformats.org/drawingml/2006/main" noGrp="1"/>
          </p:cNvSpPr>
          <p:nvPr/>
        </p:nvSpPr>
        <p:spPr>
          <a:xfrm xmlns:a="http://schemas.openxmlformats.org/drawingml/2006/main" rot="0">
            <a:off x="9555480" y="2381250"/>
            <a:ext cx="2026920" cy="118110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24" name="">
            <a:extLst xmlns:a="http://schemas.openxmlformats.org/drawingml/2006/main">
              <a:ext uri="{FF2B5EF4-FFF2-40B4-BE49-F238E27FC236}">
                <a16:creationId xmlns:a16="http://schemas.microsoft.com/office/drawing/2014/main" id="{E31677DB-A0EF-4C23-A1D8-25F93BC96835}"/>
              </a:ext>
            </a:extLst>
          </p:cNvPr>
          <p:cNvSpPr>
            <a:spLocks xmlns:a="http://schemas.openxmlformats.org/drawingml/2006/main" noGrp="1"/>
          </p:cNvSpPr>
          <p:nvPr/>
        </p:nvSpPr>
        <p:spPr>
          <a:xfrm xmlns:a="http://schemas.openxmlformats.org/drawingml/2006/main">
            <a:off x="968883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응답</a:t>
            </a:r>
          </a:p>
        </p:txBody>
      </p:sp>
      <p:sp>
        <p:nvSpPr>
          <p:cNvPr id="25" name="">
            <a:extLst xmlns:a="http://schemas.openxmlformats.org/drawingml/2006/main">
              <a:ext uri="{FF2B5EF4-FFF2-40B4-BE49-F238E27FC236}">
                <a16:creationId xmlns:a16="http://schemas.microsoft.com/office/drawing/2014/main" id="{74151BA3-AFD0-49BA-8283-3F37672E36FC}"/>
              </a:ext>
            </a:extLst>
          </p:cNvPr>
          <p:cNvSpPr>
            <a:spLocks xmlns:a="http://schemas.openxmlformats.org/drawingml/2006/main" noGrp="1"/>
          </p:cNvSpPr>
          <p:nvPr/>
        </p:nvSpPr>
        <p:spPr>
          <a:xfrm xmlns:a="http://schemas.openxmlformats.org/drawingml/2006/main">
            <a:off x="968883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근거 기반 생성</a:t>
            </a:r>
          </a:p>
        </p:txBody>
      </p:sp>
      <p:sp>
        <p:nvSpPr>
          <p:cNvPr id="26" name="">
            <a:extLst xmlns:a="http://schemas.openxmlformats.org/drawingml/2006/main">
              <a:ext uri="{FF2B5EF4-FFF2-40B4-BE49-F238E27FC236}">
                <a16:creationId xmlns:a16="http://schemas.microsoft.com/office/drawing/2014/main" id="{C9358B80-23F8-4839-809A-77E3EF589BE3}"/>
              </a:ext>
            </a:extLst>
          </p:cNvPr>
          <p:cNvSpPr>
            <a:spLocks xmlns:a="http://schemas.openxmlformats.org/drawingml/2006/main" noGrp="1"/>
          </p:cNvSpPr>
          <p:nvPr/>
        </p:nvSpPr>
        <p:spPr>
          <a:xfrm xmlns:a="http://schemas.openxmlformats.org/drawingml/2006/main">
            <a:off x="609600" y="4362450"/>
            <a:ext cx="109728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20000"/>
              </a:lnSpc>
              <a:buNone/>
              <a:defRPr sz="1800" b="1">
                <a:solidFill>
                  <a:srgbClr val="FFFFFF"/>
                </a:solidFill>
                <a:latin typeface="AppleGothic"/>
                <a:ea typeface="AppleGothic"/>
                <a:cs typeface="AppleGothic"/>
              </a:defRPr>
            </a:pPr>
            <a:r>
              <a:rPr sz="1800" b="1">
                <a:solidFill>
                  <a:srgbClr val="FFFFFF"/>
                </a:solidFill>
                <a:latin typeface="AppleGothic"/>
                <a:ea typeface="AppleGothic"/>
                <a:cs typeface="AppleGothic"/>
              </a:rPr>
              <a:t>검색 증강 생성(Retrieval-Augmented Generation, RAG)의 근거·최신성·권한 계약</a:t>
            </a:r>
          </a:p>
        </p:txBody>
      </p:sp>
    </p:spTree>
    <p:extLst>
      <p:ext uri="{BB962C8B-B14F-4D97-AF65-F5344CB8AC3E}">
        <p14:creationId xmlns:p14="http://schemas.microsoft.com/office/powerpoint/2010/main" val="299883439"/>
      </p:ext>
    </p:extLst>
  </p:cSld>
</p:sld>
</file>

<file path=ppt/slides/slide37.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AE0B3988-8EFE-4691-8BA3-8BE63B05B750}"/>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INTERVENTION</a:t>
            </a:r>
          </a:p>
        </p:txBody>
      </p:sp>
      <p:sp>
        <p:nvSpPr>
          <p:cNvPr id="2" name="">
            <a:extLst xmlns:a="http://schemas.openxmlformats.org/drawingml/2006/main">
              <a:ext uri="{FF2B5EF4-FFF2-40B4-BE49-F238E27FC236}">
                <a16:creationId xmlns:a16="http://schemas.microsoft.com/office/drawing/2014/main" id="{F6AEB5CF-FD15-4EFC-B038-E2A2BA1FCCE2}"/>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37</a:t>
            </a:r>
          </a:p>
        </p:txBody>
      </p:sp>
      <p:sp>
        <p:nvSpPr>
          <p:cNvPr id="3" name="">
            <a:extLst xmlns:a="http://schemas.openxmlformats.org/drawingml/2006/main">
              <a:ext uri="{FF2B5EF4-FFF2-40B4-BE49-F238E27FC236}">
                <a16:creationId xmlns:a16="http://schemas.microsoft.com/office/drawing/2014/main" id="{50EF600E-9170-457E-BF31-62E2F13E6F2D}"/>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8E829E4B-6F86-4C9C-9F93-29F59ECCCEA6}"/>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16620760-A1EC-4E3A-A1D0-77D5E50FCD9E}"/>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FCE8CFEC-45C2-4C24-8342-8071F1181AE9}"/>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도구 호출의 행동 경계</a:t>
            </a:r>
          </a:p>
        </p:txBody>
      </p:sp>
      <p:sp>
        <p:nvSpPr>
          <p:cNvPr id="7" name="">
            <a:extLst xmlns:a="http://schemas.openxmlformats.org/drawingml/2006/main">
              <a:ext uri="{FF2B5EF4-FFF2-40B4-BE49-F238E27FC236}">
                <a16:creationId xmlns:a16="http://schemas.microsoft.com/office/drawing/2014/main" id="{DE3931FE-57A2-4356-94C3-308EF0821FAD}"/>
              </a:ext>
            </a:extLst>
          </p:cNvPr>
          <p:cNvSpPr>
            <a:spLocks xmlns:a="http://schemas.openxmlformats.org/drawingml/2006/main" noGrp="1"/>
          </p:cNvSpPr>
          <p:nvPr/>
        </p:nvSpPr>
        <p:spPr>
          <a:xfrm xmlns:a="http://schemas.openxmlformats.org/drawingml/2006/main">
            <a:off x="609600" y="1657350"/>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모델 · MODEL</a:t>
            </a:r>
          </a:p>
        </p:txBody>
      </p:sp>
      <p:sp>
        <p:nvSpPr>
          <p:cNvPr id="8" name="">
            <a:extLst xmlns:a="http://schemas.openxmlformats.org/drawingml/2006/main">
              <a:ext uri="{FF2B5EF4-FFF2-40B4-BE49-F238E27FC236}">
                <a16:creationId xmlns:a16="http://schemas.microsoft.com/office/drawing/2014/main" id="{3AD84121-7DE4-4EA4-8D51-AC44D9A983A2}"/>
              </a:ext>
            </a:extLst>
          </p:cNvPr>
          <p:cNvSpPr>
            <a:spLocks xmlns:a="http://schemas.openxmlformats.org/drawingml/2006/main" noGrp="1"/>
          </p:cNvSpPr>
          <p:nvPr/>
        </p:nvSpPr>
        <p:spPr>
          <a:xfrm xmlns:a="http://schemas.openxmlformats.org/drawingml/2006/main">
            <a:off x="609600" y="2038350"/>
            <a:ext cx="49530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250" b="1">
                <a:solidFill>
                  <a:srgbClr val="191919"/>
                </a:solidFill>
                <a:latin typeface="AppleGothic"/>
                <a:ea typeface="AppleGothic"/>
                <a:cs typeface="AppleGothic"/>
              </a:defRPr>
            </a:pPr>
            <a:r>
              <a:rPr sz="2250" b="1">
                <a:solidFill>
                  <a:srgbClr val="191919"/>
                </a:solidFill>
                <a:latin typeface="AppleGothic"/>
                <a:ea typeface="AppleGothic"/>
                <a:cs typeface="AppleGothic"/>
              </a:rPr>
              <a:t>행동의 제안</a:t>
            </a:r>
          </a:p>
        </p:txBody>
      </p:sp>
      <p:sp>
        <p:nvSpPr>
          <p:cNvPr id="9" name="">
            <a:extLst xmlns:a="http://schemas.openxmlformats.org/drawingml/2006/main">
              <a:ext uri="{FF2B5EF4-FFF2-40B4-BE49-F238E27FC236}">
                <a16:creationId xmlns:a16="http://schemas.microsoft.com/office/drawing/2014/main" id="{5A59491B-21B3-420F-B66A-3D0DBE16E870}"/>
              </a:ext>
            </a:extLst>
          </p:cNvPr>
          <p:cNvSpPr>
            <a:spLocks xmlns:a="http://schemas.openxmlformats.org/drawingml/2006/main" noGrp="1"/>
          </p:cNvSpPr>
          <p:nvPr/>
        </p:nvSpPr>
        <p:spPr>
          <a:xfrm xmlns:a="http://schemas.openxmlformats.org/drawingml/2006/main" flipH="0" flipV="0">
            <a:off x="609600" y="3048000"/>
            <a:ext cx="4953000" cy="0"/>
          </a:xfrm>
          <a:prstGeom xmlns:a="http://schemas.openxmlformats.org/drawingml/2006/main" prst="line">
            <a:avLst/>
          </a:prstGeom>
          <a:noFill xmlns:a="http://schemas.openxmlformats.org/drawingml/2006/main"/>
          <a:ln xmlns:a="http://schemas.openxmlformats.org/drawingml/2006/main" w="9525">
            <a:solidFill>
              <a:srgbClr val="191919"/>
            </a:solidFill>
            <a:prstDash val="solid"/>
          </a:ln>
        </p:spPr>
      </p:sp>
      <p:sp>
        <p:nvSpPr>
          <p:cNvPr id="10" name="">
            <a:extLst xmlns:a="http://schemas.openxmlformats.org/drawingml/2006/main">
              <a:ext uri="{FF2B5EF4-FFF2-40B4-BE49-F238E27FC236}">
                <a16:creationId xmlns:a16="http://schemas.microsoft.com/office/drawing/2014/main" id="{E68F7CB1-AB63-4F8A-9593-EA415BDD76C6}"/>
              </a:ext>
            </a:extLst>
          </p:cNvPr>
          <p:cNvSpPr>
            <a:spLocks xmlns:a="http://schemas.openxmlformats.org/drawingml/2006/main" noGrp="1"/>
          </p:cNvSpPr>
          <p:nvPr/>
        </p:nvSpPr>
        <p:spPr>
          <a:xfrm xmlns:a="http://schemas.openxmlformats.org/drawingml/2006/main">
            <a:off x="609600" y="3333750"/>
            <a:ext cx="4953000" cy="1866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5000"/>
              </a:lnSpc>
              <a:buNone/>
              <a:defRPr sz="1500" b="0">
                <a:solidFill>
                  <a:srgbClr val="667085"/>
                </a:solidFill>
                <a:latin typeface="AppleGothic"/>
                <a:ea typeface="AppleGothic"/>
                <a:cs typeface="AppleGothic"/>
              </a:defRPr>
            </a:pPr>
            <a:r>
              <a:rPr sz="1500" b="0">
                <a:solidFill>
                  <a:srgbClr val="667085"/>
                </a:solidFill>
                <a:latin typeface="AppleGothic"/>
                <a:ea typeface="AppleGothic"/>
                <a:cs typeface="AppleGothic"/>
              </a:rPr>
              <a:t>도구 이름과 인수를 생성</a:t>
            </a:r>
          </a:p>
          <a:p xmlns:a="http://schemas.openxmlformats.org/drawingml/2006/main">
            <a:r>
              <a:t/>
            </a:r>
          </a:p>
          <a:p xmlns:a="http://schemas.openxmlformats.org/drawingml/2006/main">
            <a:pPr algn="l">
              <a:lnSpc>
                <a:spcPct val="135000"/>
              </a:lnSpc>
              <a:buNone/>
              <a:defRPr sz="1500" b="0">
                <a:solidFill>
                  <a:srgbClr val="667085"/>
                </a:solidFill>
                <a:latin typeface="AppleGothic"/>
                <a:ea typeface="AppleGothic"/>
                <a:cs typeface="AppleGothic"/>
              </a:defRPr>
            </a:pPr>
            <a:r>
              <a:rPr sz="1500" b="0">
                <a:solidFill>
                  <a:srgbClr val="667085"/>
                </a:solidFill>
                <a:latin typeface="AppleGothic"/>
                <a:ea typeface="AppleGothic"/>
                <a:cs typeface="AppleGothic"/>
              </a:rPr>
              <a:t>확률적 판단 · 외부 변경 없음</a:t>
            </a:r>
          </a:p>
        </p:txBody>
      </p:sp>
      <p:sp>
        <p:nvSpPr>
          <p:cNvPr id="11" name="">
            <a:extLst xmlns:a="http://schemas.openxmlformats.org/drawingml/2006/main">
              <a:ext uri="{FF2B5EF4-FFF2-40B4-BE49-F238E27FC236}">
                <a16:creationId xmlns:a16="http://schemas.microsoft.com/office/drawing/2014/main" id="{0B61F1DB-034D-480D-AF51-DB369C2A1EDD}"/>
              </a:ext>
            </a:extLst>
          </p:cNvPr>
          <p:cNvSpPr>
            <a:spLocks xmlns:a="http://schemas.openxmlformats.org/drawingml/2006/main" noGrp="1"/>
          </p:cNvSpPr>
          <p:nvPr/>
        </p:nvSpPr>
        <p:spPr>
          <a:xfrm xmlns:a="http://schemas.openxmlformats.org/drawingml/2006/main">
            <a:off x="6267450" y="1657350"/>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AppleGothic"/>
                <a:ea typeface="AppleGothic"/>
                <a:cs typeface="AppleGothic"/>
              </a:defRPr>
            </a:pPr>
            <a:r>
              <a:rPr sz="1050" b="1">
                <a:solidFill>
                  <a:srgbClr val="2563EB"/>
                </a:solidFill>
                <a:latin typeface="AppleGothic"/>
                <a:ea typeface="AppleGothic"/>
                <a:cs typeface="AppleGothic"/>
              </a:rPr>
              <a:t>실행 환경 · RUNTIME</a:t>
            </a:r>
          </a:p>
        </p:txBody>
      </p:sp>
      <p:sp>
        <p:nvSpPr>
          <p:cNvPr id="12" name="">
            <a:extLst xmlns:a="http://schemas.openxmlformats.org/drawingml/2006/main">
              <a:ext uri="{FF2B5EF4-FFF2-40B4-BE49-F238E27FC236}">
                <a16:creationId xmlns:a16="http://schemas.microsoft.com/office/drawing/2014/main" id="{D9013596-B033-4F02-A009-36C5636A4BE5}"/>
              </a:ext>
            </a:extLst>
          </p:cNvPr>
          <p:cNvSpPr>
            <a:spLocks xmlns:a="http://schemas.openxmlformats.org/drawingml/2006/main" noGrp="1"/>
          </p:cNvSpPr>
          <p:nvPr/>
        </p:nvSpPr>
        <p:spPr>
          <a:xfrm xmlns:a="http://schemas.openxmlformats.org/drawingml/2006/main">
            <a:off x="6267450" y="2038350"/>
            <a:ext cx="49530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250" b="1">
                <a:solidFill>
                  <a:srgbClr val="2563EB"/>
                </a:solidFill>
                <a:latin typeface="AppleGothic"/>
                <a:ea typeface="AppleGothic"/>
                <a:cs typeface="AppleGothic"/>
              </a:defRPr>
            </a:pPr>
            <a:r>
              <a:rPr sz="2250" b="1">
                <a:solidFill>
                  <a:srgbClr val="2563EB"/>
                </a:solidFill>
                <a:latin typeface="AppleGothic"/>
                <a:ea typeface="AppleGothic"/>
                <a:cs typeface="AppleGothic"/>
              </a:rPr>
              <a:t>권한이 있는 실행</a:t>
            </a:r>
          </a:p>
        </p:txBody>
      </p:sp>
      <p:sp>
        <p:nvSpPr>
          <p:cNvPr id="13" name="">
            <a:extLst xmlns:a="http://schemas.openxmlformats.org/drawingml/2006/main">
              <a:ext uri="{FF2B5EF4-FFF2-40B4-BE49-F238E27FC236}">
                <a16:creationId xmlns:a16="http://schemas.microsoft.com/office/drawing/2014/main" id="{CCD9BC98-6F15-4F5A-98F2-862CEB468ACC}"/>
              </a:ext>
            </a:extLst>
          </p:cNvPr>
          <p:cNvSpPr>
            <a:spLocks xmlns:a="http://schemas.openxmlformats.org/drawingml/2006/main" noGrp="1"/>
          </p:cNvSpPr>
          <p:nvPr/>
        </p:nvSpPr>
        <p:spPr>
          <a:xfrm xmlns:a="http://schemas.openxmlformats.org/drawingml/2006/main" flipH="0" flipV="0">
            <a:off x="6267450" y="3048000"/>
            <a:ext cx="4953000" cy="0"/>
          </a:xfrm>
          <a:prstGeom xmlns:a="http://schemas.openxmlformats.org/drawingml/2006/main" prst="line">
            <a:avLst/>
          </a:prstGeom>
          <a:noFill xmlns:a="http://schemas.openxmlformats.org/drawingml/2006/main"/>
          <a:ln xmlns:a="http://schemas.openxmlformats.org/drawingml/2006/main" w="38100">
            <a:solidFill>
              <a:srgbClr val="2563EB"/>
            </a:solidFill>
            <a:prstDash val="solid"/>
          </a:ln>
        </p:spPr>
      </p:sp>
      <p:sp>
        <p:nvSpPr>
          <p:cNvPr id="14" name="">
            <a:extLst xmlns:a="http://schemas.openxmlformats.org/drawingml/2006/main">
              <a:ext uri="{FF2B5EF4-FFF2-40B4-BE49-F238E27FC236}">
                <a16:creationId xmlns:a16="http://schemas.microsoft.com/office/drawing/2014/main" id="{6928B234-0080-4D60-A73D-EFFC5651C130}"/>
              </a:ext>
            </a:extLst>
          </p:cNvPr>
          <p:cNvSpPr>
            <a:spLocks xmlns:a="http://schemas.openxmlformats.org/drawingml/2006/main" noGrp="1"/>
          </p:cNvSpPr>
          <p:nvPr/>
        </p:nvSpPr>
        <p:spPr>
          <a:xfrm xmlns:a="http://schemas.openxmlformats.org/drawingml/2006/main">
            <a:off x="6267450" y="3333750"/>
            <a:ext cx="4953000" cy="1866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5000"/>
              </a:lnSpc>
              <a:buNone/>
              <a:defRPr sz="1500" b="0">
                <a:solidFill>
                  <a:srgbClr val="667085"/>
                </a:solidFill>
                <a:latin typeface="AppleGothic"/>
                <a:ea typeface="AppleGothic"/>
                <a:cs typeface="AppleGothic"/>
              </a:defRPr>
            </a:pPr>
            <a:r>
              <a:rPr sz="1500" b="0">
                <a:solidFill>
                  <a:srgbClr val="667085"/>
                </a:solidFill>
                <a:latin typeface="AppleGothic"/>
                <a:ea typeface="AppleGothic"/>
                <a:cs typeface="AppleGothic"/>
              </a:rPr>
              <a:t>스키마 검증 · 승인 · 실제 응용 프로그래밍 인터페이스 호출</a:t>
            </a:r>
          </a:p>
          <a:p xmlns:a="http://schemas.openxmlformats.org/drawingml/2006/main">
            <a:r>
              <a:t/>
            </a:r>
          </a:p>
          <a:p xmlns:a="http://schemas.openxmlformats.org/drawingml/2006/main">
            <a:pPr algn="l">
              <a:lnSpc>
                <a:spcPct val="135000"/>
              </a:lnSpc>
              <a:buNone/>
              <a:defRPr sz="1500" b="0">
                <a:solidFill>
                  <a:srgbClr val="667085"/>
                </a:solidFill>
                <a:latin typeface="AppleGothic"/>
                <a:ea typeface="AppleGothic"/>
                <a:cs typeface="AppleGothic"/>
              </a:defRPr>
            </a:pPr>
            <a:r>
              <a:rPr sz="1500" b="0">
                <a:solidFill>
                  <a:srgbClr val="667085"/>
                </a:solidFill>
                <a:latin typeface="AppleGothic"/>
                <a:ea typeface="AppleGothic"/>
                <a:cs typeface="AppleGothic"/>
              </a:rPr>
              <a:t>시간 초과 · 감사 · 멱등성</a:t>
            </a:r>
          </a:p>
        </p:txBody>
      </p:sp>
      <p:sp>
        <p:nvSpPr>
          <p:cNvPr id="15" name="">
            <a:extLst xmlns:a="http://schemas.openxmlformats.org/drawingml/2006/main">
              <a:ext uri="{FF2B5EF4-FFF2-40B4-BE49-F238E27FC236}">
                <a16:creationId xmlns:a16="http://schemas.microsoft.com/office/drawing/2014/main" id="{0C2A1B0B-BC74-40FD-815B-2937E6D961CC}"/>
              </a:ext>
            </a:extLst>
          </p:cNvPr>
          <p:cNvSpPr>
            <a:spLocks xmlns:a="http://schemas.openxmlformats.org/drawingml/2006/main" noGrp="1"/>
          </p:cNvSpPr>
          <p:nvPr/>
        </p:nvSpPr>
        <p:spPr>
          <a:xfrm xmlns:a="http://schemas.openxmlformats.org/drawingml/2006/main" flipH="0" flipV="0">
            <a:off x="5924550" y="1657350"/>
            <a:ext cx="0" cy="417195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Tree>
    <p:extLst>
      <p:ext uri="{BB962C8B-B14F-4D97-AF65-F5344CB8AC3E}">
        <p14:creationId xmlns:p14="http://schemas.microsoft.com/office/powerpoint/2010/main" val="140639102"/>
      </p:ext>
    </p:extLst>
  </p:cSld>
</p:sld>
</file>

<file path=ppt/slides/slide38.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37" name="">
            <a:extLst xmlns:a="http://schemas.openxmlformats.org/drawingml/2006/main">
              <a:ext uri="{FF2B5EF4-FFF2-40B4-BE49-F238E27FC236}">
                <a16:creationId xmlns:a16="http://schemas.microsoft.com/office/drawing/2014/main" id="{C1EEAA8C-ED9F-4A14-AA3A-D00344A3C645}"/>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INTERVENTION</a:t>
            </a:r>
          </a:p>
        </p:txBody>
      </p:sp>
      <p:sp>
        <p:nvSpPr>
          <p:cNvPr id="2" name="">
            <a:extLst xmlns:a="http://schemas.openxmlformats.org/drawingml/2006/main">
              <a:ext uri="{FF2B5EF4-FFF2-40B4-BE49-F238E27FC236}">
                <a16:creationId xmlns:a16="http://schemas.microsoft.com/office/drawing/2014/main" id="{936A78B4-4789-4D5F-BF6F-D51ED8B1D363}"/>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38</a:t>
            </a:r>
          </a:p>
        </p:txBody>
      </p:sp>
      <p:sp>
        <p:nvSpPr>
          <p:cNvPr id="3" name="">
            <a:extLst xmlns:a="http://schemas.openxmlformats.org/drawingml/2006/main">
              <a:ext uri="{FF2B5EF4-FFF2-40B4-BE49-F238E27FC236}">
                <a16:creationId xmlns:a16="http://schemas.microsoft.com/office/drawing/2014/main" id="{B158C4ED-2857-4F12-AF8A-80C4ABA6DC6A}"/>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EE7FEFBF-A0C3-43A2-9D4B-DD63F192B8C5}"/>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29C33F59-0B39-4642-B47C-EAC32E9A13AF}"/>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B30BD41D-2B61-4AB9-AF7A-BD7BCF0E8A12}"/>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모델 라우팅의 선택 축</a:t>
            </a:r>
          </a:p>
        </p:txBody>
      </p:sp>
      <p:sp>
        <p:nvSpPr>
          <p:cNvPr id="7" name="">
            <a:extLst xmlns:a="http://schemas.openxmlformats.org/drawingml/2006/main">
              <a:ext uri="{FF2B5EF4-FFF2-40B4-BE49-F238E27FC236}">
                <a16:creationId xmlns:a16="http://schemas.microsoft.com/office/drawing/2014/main" id="{954C3AA1-3A87-425E-A53F-0BC6EF33C61F}"/>
              </a:ext>
            </a:extLst>
          </p:cNvPr>
          <p:cNvSpPr>
            <a:spLocks xmlns:a="http://schemas.openxmlformats.org/drawingml/2006/main" noGrp="1"/>
          </p:cNvSpPr>
          <p:nvPr/>
        </p:nvSpPr>
        <p:spPr>
          <a:xfrm xmlns:a="http://schemas.openxmlformats.org/drawingml/2006/main" rot="0">
            <a:off x="609600" y="1847850"/>
            <a:ext cx="2762250" cy="51435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8" name="">
            <a:extLst xmlns:a="http://schemas.openxmlformats.org/drawingml/2006/main">
              <a:ext uri="{FF2B5EF4-FFF2-40B4-BE49-F238E27FC236}">
                <a16:creationId xmlns:a16="http://schemas.microsoft.com/office/drawing/2014/main" id="{4290B7C2-CB8D-4629-BF80-38A97D4E6D2E}"/>
              </a:ext>
            </a:extLst>
          </p:cNvPr>
          <p:cNvSpPr>
            <a:spLocks xmlns:a="http://schemas.openxmlformats.org/drawingml/2006/main" noGrp="1"/>
          </p:cNvSpPr>
          <p:nvPr/>
        </p:nvSpPr>
        <p:spPr>
          <a:xfrm xmlns:a="http://schemas.openxmlformats.org/drawingml/2006/main">
            <a:off x="742950" y="1847850"/>
            <a:ext cx="24955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75" b="1">
                <a:solidFill>
                  <a:srgbClr val="FFFFFF"/>
                </a:solidFill>
                <a:latin typeface="AppleGothic"/>
                <a:ea typeface="AppleGothic"/>
                <a:cs typeface="AppleGothic"/>
              </a:defRPr>
            </a:pPr>
            <a:r>
              <a:rPr sz="1275" b="1">
                <a:solidFill>
                  <a:srgbClr val="FFFFFF"/>
                </a:solidFill>
                <a:latin typeface="AppleGothic"/>
                <a:ea typeface="AppleGothic"/>
                <a:cs typeface="AppleGothic"/>
              </a:rPr>
              <a:t>요청 유형</a:t>
            </a:r>
          </a:p>
        </p:txBody>
      </p:sp>
      <p:sp>
        <p:nvSpPr>
          <p:cNvPr id="9" name="">
            <a:extLst xmlns:a="http://schemas.openxmlformats.org/drawingml/2006/main">
              <a:ext uri="{FF2B5EF4-FFF2-40B4-BE49-F238E27FC236}">
                <a16:creationId xmlns:a16="http://schemas.microsoft.com/office/drawing/2014/main" id="{D00A4B65-6B15-4010-88C9-1066B2F12DCD}"/>
              </a:ext>
            </a:extLst>
          </p:cNvPr>
          <p:cNvSpPr>
            <a:spLocks xmlns:a="http://schemas.openxmlformats.org/drawingml/2006/main" noGrp="1"/>
          </p:cNvSpPr>
          <p:nvPr/>
        </p:nvSpPr>
        <p:spPr>
          <a:xfrm xmlns:a="http://schemas.openxmlformats.org/drawingml/2006/main" rot="0">
            <a:off x="3371850" y="1847850"/>
            <a:ext cx="2857500" cy="51435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0" name="">
            <a:extLst xmlns:a="http://schemas.openxmlformats.org/drawingml/2006/main">
              <a:ext uri="{FF2B5EF4-FFF2-40B4-BE49-F238E27FC236}">
                <a16:creationId xmlns:a16="http://schemas.microsoft.com/office/drawing/2014/main" id="{FC8D46BD-8BD9-43B3-8B9A-47C5D0DBFE7A}"/>
              </a:ext>
            </a:extLst>
          </p:cNvPr>
          <p:cNvSpPr>
            <a:spLocks xmlns:a="http://schemas.openxmlformats.org/drawingml/2006/main" noGrp="1"/>
          </p:cNvSpPr>
          <p:nvPr/>
        </p:nvSpPr>
        <p:spPr>
          <a:xfrm xmlns:a="http://schemas.openxmlformats.org/drawingml/2006/main">
            <a:off x="3505200" y="1847850"/>
            <a:ext cx="2590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75" b="1">
                <a:solidFill>
                  <a:srgbClr val="FFFFFF"/>
                </a:solidFill>
                <a:latin typeface="AppleGothic"/>
                <a:ea typeface="AppleGothic"/>
                <a:cs typeface="AppleGothic"/>
              </a:defRPr>
            </a:pPr>
            <a:r>
              <a:rPr sz="1275" b="1">
                <a:solidFill>
                  <a:srgbClr val="FFFFFF"/>
                </a:solidFill>
                <a:latin typeface="AppleGothic"/>
                <a:ea typeface="AppleGothic"/>
                <a:cs typeface="AppleGothic"/>
              </a:rPr>
              <a:t>우선 축</a:t>
            </a:r>
          </a:p>
        </p:txBody>
      </p:sp>
      <p:sp>
        <p:nvSpPr>
          <p:cNvPr id="11" name="">
            <a:extLst xmlns:a="http://schemas.openxmlformats.org/drawingml/2006/main">
              <a:ext uri="{FF2B5EF4-FFF2-40B4-BE49-F238E27FC236}">
                <a16:creationId xmlns:a16="http://schemas.microsoft.com/office/drawing/2014/main" id="{BC8CE9CB-1B6E-416C-B8DC-535A00BCD021}"/>
              </a:ext>
            </a:extLst>
          </p:cNvPr>
          <p:cNvSpPr>
            <a:spLocks xmlns:a="http://schemas.openxmlformats.org/drawingml/2006/main" noGrp="1"/>
          </p:cNvSpPr>
          <p:nvPr/>
        </p:nvSpPr>
        <p:spPr>
          <a:xfrm xmlns:a="http://schemas.openxmlformats.org/drawingml/2006/main" rot="0">
            <a:off x="6229350" y="1847850"/>
            <a:ext cx="5353050" cy="51435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2" name="">
            <a:extLst xmlns:a="http://schemas.openxmlformats.org/drawingml/2006/main">
              <a:ext uri="{FF2B5EF4-FFF2-40B4-BE49-F238E27FC236}">
                <a16:creationId xmlns:a16="http://schemas.microsoft.com/office/drawing/2014/main" id="{CDC6CC9F-99D6-470F-B701-5D4A8D318DDE}"/>
              </a:ext>
            </a:extLst>
          </p:cNvPr>
          <p:cNvSpPr>
            <a:spLocks xmlns:a="http://schemas.openxmlformats.org/drawingml/2006/main" noGrp="1"/>
          </p:cNvSpPr>
          <p:nvPr/>
        </p:nvSpPr>
        <p:spPr>
          <a:xfrm xmlns:a="http://schemas.openxmlformats.org/drawingml/2006/main">
            <a:off x="6362700" y="1847850"/>
            <a:ext cx="50863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75" b="1">
                <a:solidFill>
                  <a:srgbClr val="FFFFFF"/>
                </a:solidFill>
                <a:latin typeface="AppleGothic"/>
                <a:ea typeface="AppleGothic"/>
                <a:cs typeface="AppleGothic"/>
              </a:defRPr>
            </a:pPr>
            <a:r>
              <a:rPr sz="1275" b="1">
                <a:solidFill>
                  <a:srgbClr val="FFFFFF"/>
                </a:solidFill>
                <a:latin typeface="AppleGothic"/>
                <a:ea typeface="AppleGothic"/>
                <a:cs typeface="AppleGothic"/>
              </a:rPr>
              <a:t>모델 선택 기준</a:t>
            </a:r>
          </a:p>
        </p:txBody>
      </p:sp>
      <p:sp>
        <p:nvSpPr>
          <p:cNvPr id="13" name="">
            <a:extLst xmlns:a="http://schemas.openxmlformats.org/drawingml/2006/main">
              <a:ext uri="{FF2B5EF4-FFF2-40B4-BE49-F238E27FC236}">
                <a16:creationId xmlns:a16="http://schemas.microsoft.com/office/drawing/2014/main" id="{2B6E6276-AC46-4A51-9D9C-4D6D9461B6F5}"/>
              </a:ext>
            </a:extLst>
          </p:cNvPr>
          <p:cNvSpPr>
            <a:spLocks xmlns:a="http://schemas.openxmlformats.org/drawingml/2006/main" noGrp="1"/>
          </p:cNvSpPr>
          <p:nvPr/>
        </p:nvSpPr>
        <p:spPr>
          <a:xfrm xmlns:a="http://schemas.openxmlformats.org/drawingml/2006/main" rot="0">
            <a:off x="609600" y="2362200"/>
            <a:ext cx="2762250" cy="83820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14" name="">
            <a:extLst xmlns:a="http://schemas.openxmlformats.org/drawingml/2006/main">
              <a:ext uri="{FF2B5EF4-FFF2-40B4-BE49-F238E27FC236}">
                <a16:creationId xmlns:a16="http://schemas.microsoft.com/office/drawing/2014/main" id="{9B564876-3D56-4BBC-A0EA-83C79FB4256C}"/>
              </a:ext>
            </a:extLst>
          </p:cNvPr>
          <p:cNvSpPr>
            <a:spLocks xmlns:a="http://schemas.openxmlformats.org/drawingml/2006/main" noGrp="1"/>
          </p:cNvSpPr>
          <p:nvPr/>
        </p:nvSpPr>
        <p:spPr>
          <a:xfrm xmlns:a="http://schemas.openxmlformats.org/drawingml/2006/main">
            <a:off x="742950" y="2362200"/>
            <a:ext cx="24955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짧은 분류</a:t>
            </a:r>
          </a:p>
        </p:txBody>
      </p:sp>
      <p:sp>
        <p:nvSpPr>
          <p:cNvPr id="15" name="">
            <a:extLst xmlns:a="http://schemas.openxmlformats.org/drawingml/2006/main">
              <a:ext uri="{FF2B5EF4-FFF2-40B4-BE49-F238E27FC236}">
                <a16:creationId xmlns:a16="http://schemas.microsoft.com/office/drawing/2014/main" id="{EE472786-0F6C-49C2-9B42-CF737D186F70}"/>
              </a:ext>
            </a:extLst>
          </p:cNvPr>
          <p:cNvSpPr>
            <a:spLocks xmlns:a="http://schemas.openxmlformats.org/drawingml/2006/main" noGrp="1"/>
          </p:cNvSpPr>
          <p:nvPr/>
        </p:nvSpPr>
        <p:spPr>
          <a:xfrm xmlns:a="http://schemas.openxmlformats.org/drawingml/2006/main" rot="0">
            <a:off x="3371850" y="2362200"/>
            <a:ext cx="2857500" cy="83820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16" name="">
            <a:extLst xmlns:a="http://schemas.openxmlformats.org/drawingml/2006/main">
              <a:ext uri="{FF2B5EF4-FFF2-40B4-BE49-F238E27FC236}">
                <a16:creationId xmlns:a16="http://schemas.microsoft.com/office/drawing/2014/main" id="{922B77D2-FB0D-4EA8-BF3A-2C50FBC81355}"/>
              </a:ext>
            </a:extLst>
          </p:cNvPr>
          <p:cNvSpPr>
            <a:spLocks xmlns:a="http://schemas.openxmlformats.org/drawingml/2006/main" noGrp="1"/>
          </p:cNvSpPr>
          <p:nvPr/>
        </p:nvSpPr>
        <p:spPr>
          <a:xfrm xmlns:a="http://schemas.openxmlformats.org/drawingml/2006/main">
            <a:off x="3505200" y="2362200"/>
            <a:ext cx="25908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350" b="0">
                <a:solidFill>
                  <a:srgbClr val="FFFFFF"/>
                </a:solidFill>
                <a:latin typeface="AppleGothic"/>
                <a:ea typeface="AppleGothic"/>
                <a:cs typeface="AppleGothic"/>
              </a:defRPr>
            </a:pPr>
            <a:r>
              <a:rPr sz="1350" b="0">
                <a:solidFill>
                  <a:srgbClr val="FFFFFF"/>
                </a:solidFill>
                <a:latin typeface="AppleGothic"/>
                <a:ea typeface="AppleGothic"/>
                <a:cs typeface="AppleGothic"/>
              </a:rPr>
              <a:t>지연 · 비용</a:t>
            </a:r>
          </a:p>
        </p:txBody>
      </p:sp>
      <p:sp>
        <p:nvSpPr>
          <p:cNvPr id="17" name="">
            <a:extLst xmlns:a="http://schemas.openxmlformats.org/drawingml/2006/main">
              <a:ext uri="{FF2B5EF4-FFF2-40B4-BE49-F238E27FC236}">
                <a16:creationId xmlns:a16="http://schemas.microsoft.com/office/drawing/2014/main" id="{9346C2EB-6403-4EA0-91DF-8597C39531B2}"/>
              </a:ext>
            </a:extLst>
          </p:cNvPr>
          <p:cNvSpPr>
            <a:spLocks xmlns:a="http://schemas.openxmlformats.org/drawingml/2006/main" noGrp="1"/>
          </p:cNvSpPr>
          <p:nvPr/>
        </p:nvSpPr>
        <p:spPr>
          <a:xfrm xmlns:a="http://schemas.openxmlformats.org/drawingml/2006/main" rot="0">
            <a:off x="6229350" y="2362200"/>
            <a:ext cx="5353050" cy="83820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18" name="">
            <a:extLst xmlns:a="http://schemas.openxmlformats.org/drawingml/2006/main">
              <a:ext uri="{FF2B5EF4-FFF2-40B4-BE49-F238E27FC236}">
                <a16:creationId xmlns:a16="http://schemas.microsoft.com/office/drawing/2014/main" id="{72E3C3EA-A3DB-4CF0-B485-51326BBA4DBE}"/>
              </a:ext>
            </a:extLst>
          </p:cNvPr>
          <p:cNvSpPr>
            <a:spLocks xmlns:a="http://schemas.openxmlformats.org/drawingml/2006/main" noGrp="1"/>
          </p:cNvSpPr>
          <p:nvPr/>
        </p:nvSpPr>
        <p:spPr>
          <a:xfrm xmlns:a="http://schemas.openxmlformats.org/drawingml/2006/main">
            <a:off x="6362700" y="2362200"/>
            <a:ext cx="50863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350" b="0">
                <a:solidFill>
                  <a:srgbClr val="FFFFFF"/>
                </a:solidFill>
                <a:latin typeface="AppleGothic"/>
                <a:ea typeface="AppleGothic"/>
                <a:cs typeface="AppleGothic"/>
              </a:defRPr>
            </a:pPr>
            <a:r>
              <a:rPr sz="1350" b="0">
                <a:solidFill>
                  <a:srgbClr val="FFFFFF"/>
                </a:solidFill>
                <a:latin typeface="AppleGothic"/>
                <a:ea typeface="AppleGothic"/>
                <a:cs typeface="AppleGothic"/>
              </a:rPr>
              <a:t>작은 모델 · 짧은 제한시간 · 일괄 처리</a:t>
            </a:r>
          </a:p>
        </p:txBody>
      </p:sp>
      <p:sp>
        <p:nvSpPr>
          <p:cNvPr id="19" name="">
            <a:extLst xmlns:a="http://schemas.openxmlformats.org/drawingml/2006/main">
              <a:ext uri="{FF2B5EF4-FFF2-40B4-BE49-F238E27FC236}">
                <a16:creationId xmlns:a16="http://schemas.microsoft.com/office/drawing/2014/main" id="{EAB9056B-AFAB-4BB1-8EA1-4AF6E564B883}"/>
              </a:ext>
            </a:extLst>
          </p:cNvPr>
          <p:cNvSpPr>
            <a:spLocks xmlns:a="http://schemas.openxmlformats.org/drawingml/2006/main" noGrp="1"/>
          </p:cNvSpPr>
          <p:nvPr/>
        </p:nvSpPr>
        <p:spPr>
          <a:xfrm xmlns:a="http://schemas.openxmlformats.org/drawingml/2006/main" rot="0">
            <a:off x="609600" y="3200400"/>
            <a:ext cx="2762250" cy="838200"/>
          </a:xfrm>
          <a:prstGeom xmlns:a="http://schemas.openxmlformats.org/drawingml/2006/main" prst="rect">
            <a:avLst/>
          </a:prstGeom>
          <a:solidFill xmlns:a="http://schemas.openxmlformats.org/drawingml/2006/main">
            <a:srgbClr val="050505"/>
          </a:solidFill>
          <a:ln xmlns:a="http://schemas.openxmlformats.org/drawingml/2006/main" w="9525">
            <a:solidFill>
              <a:srgbClr val="25324A"/>
            </a:solidFill>
            <a:prstDash val="solid"/>
          </a:ln>
        </p:spPr>
      </p:sp>
      <p:sp>
        <p:nvSpPr>
          <p:cNvPr id="20" name="">
            <a:extLst xmlns:a="http://schemas.openxmlformats.org/drawingml/2006/main">
              <a:ext uri="{FF2B5EF4-FFF2-40B4-BE49-F238E27FC236}">
                <a16:creationId xmlns:a16="http://schemas.microsoft.com/office/drawing/2014/main" id="{1C3BFB9B-1D31-4186-9ADB-7853F140E937}"/>
              </a:ext>
            </a:extLst>
          </p:cNvPr>
          <p:cNvSpPr>
            <a:spLocks xmlns:a="http://schemas.openxmlformats.org/drawingml/2006/main" noGrp="1"/>
          </p:cNvSpPr>
          <p:nvPr/>
        </p:nvSpPr>
        <p:spPr>
          <a:xfrm xmlns:a="http://schemas.openxmlformats.org/drawingml/2006/main">
            <a:off x="742950" y="3200400"/>
            <a:ext cx="24955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근거형 답변</a:t>
            </a:r>
          </a:p>
        </p:txBody>
      </p:sp>
      <p:sp>
        <p:nvSpPr>
          <p:cNvPr id="21" name="">
            <a:extLst xmlns:a="http://schemas.openxmlformats.org/drawingml/2006/main">
              <a:ext uri="{FF2B5EF4-FFF2-40B4-BE49-F238E27FC236}">
                <a16:creationId xmlns:a16="http://schemas.microsoft.com/office/drawing/2014/main" id="{EE0E93A1-968A-4CBE-AD57-5FCCE1EA84A9}"/>
              </a:ext>
            </a:extLst>
          </p:cNvPr>
          <p:cNvSpPr>
            <a:spLocks xmlns:a="http://schemas.openxmlformats.org/drawingml/2006/main" noGrp="1"/>
          </p:cNvSpPr>
          <p:nvPr/>
        </p:nvSpPr>
        <p:spPr>
          <a:xfrm xmlns:a="http://schemas.openxmlformats.org/drawingml/2006/main" rot="0">
            <a:off x="3371850" y="3200400"/>
            <a:ext cx="2857500" cy="838200"/>
          </a:xfrm>
          <a:prstGeom xmlns:a="http://schemas.openxmlformats.org/drawingml/2006/main" prst="rect">
            <a:avLst/>
          </a:prstGeom>
          <a:solidFill xmlns:a="http://schemas.openxmlformats.org/drawingml/2006/main">
            <a:srgbClr val="050505"/>
          </a:solidFill>
          <a:ln xmlns:a="http://schemas.openxmlformats.org/drawingml/2006/main" w="9525">
            <a:solidFill>
              <a:srgbClr val="25324A"/>
            </a:solidFill>
            <a:prstDash val="solid"/>
          </a:ln>
        </p:spPr>
      </p:sp>
      <p:sp>
        <p:nvSpPr>
          <p:cNvPr id="22" name="">
            <a:extLst xmlns:a="http://schemas.openxmlformats.org/drawingml/2006/main">
              <a:ext uri="{FF2B5EF4-FFF2-40B4-BE49-F238E27FC236}">
                <a16:creationId xmlns:a16="http://schemas.microsoft.com/office/drawing/2014/main" id="{A53EC6F6-2DDB-4B92-98F1-1712C4345720}"/>
              </a:ext>
            </a:extLst>
          </p:cNvPr>
          <p:cNvSpPr>
            <a:spLocks xmlns:a="http://schemas.openxmlformats.org/drawingml/2006/main" noGrp="1"/>
          </p:cNvSpPr>
          <p:nvPr/>
        </p:nvSpPr>
        <p:spPr>
          <a:xfrm xmlns:a="http://schemas.openxmlformats.org/drawingml/2006/main">
            <a:off x="3505200" y="3200400"/>
            <a:ext cx="25908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350" b="0">
                <a:solidFill>
                  <a:srgbClr val="FFFFFF"/>
                </a:solidFill>
                <a:latin typeface="AppleGothic"/>
                <a:ea typeface="AppleGothic"/>
                <a:cs typeface="AppleGothic"/>
              </a:defRPr>
            </a:pPr>
            <a:r>
              <a:rPr sz="1350" b="0">
                <a:solidFill>
                  <a:srgbClr val="FFFFFF"/>
                </a:solidFill>
                <a:latin typeface="AppleGothic"/>
                <a:ea typeface="AppleGothic"/>
                <a:cs typeface="AppleGothic"/>
              </a:rPr>
              <a:t>품질 · 안전</a:t>
            </a:r>
          </a:p>
        </p:txBody>
      </p:sp>
      <p:sp>
        <p:nvSpPr>
          <p:cNvPr id="23" name="">
            <a:extLst xmlns:a="http://schemas.openxmlformats.org/drawingml/2006/main">
              <a:ext uri="{FF2B5EF4-FFF2-40B4-BE49-F238E27FC236}">
                <a16:creationId xmlns:a16="http://schemas.microsoft.com/office/drawing/2014/main" id="{4B2C8F30-A5C4-44A6-B3EB-E2BAC5441DFE}"/>
              </a:ext>
            </a:extLst>
          </p:cNvPr>
          <p:cNvSpPr>
            <a:spLocks xmlns:a="http://schemas.openxmlformats.org/drawingml/2006/main" noGrp="1"/>
          </p:cNvSpPr>
          <p:nvPr/>
        </p:nvSpPr>
        <p:spPr>
          <a:xfrm xmlns:a="http://schemas.openxmlformats.org/drawingml/2006/main" rot="0">
            <a:off x="6229350" y="3200400"/>
            <a:ext cx="5353050" cy="838200"/>
          </a:xfrm>
          <a:prstGeom xmlns:a="http://schemas.openxmlformats.org/drawingml/2006/main" prst="rect">
            <a:avLst/>
          </a:prstGeom>
          <a:solidFill xmlns:a="http://schemas.openxmlformats.org/drawingml/2006/main">
            <a:srgbClr val="050505"/>
          </a:solidFill>
          <a:ln xmlns:a="http://schemas.openxmlformats.org/drawingml/2006/main" w="9525">
            <a:solidFill>
              <a:srgbClr val="25324A"/>
            </a:solidFill>
            <a:prstDash val="solid"/>
          </a:ln>
        </p:spPr>
      </p:sp>
      <p:sp>
        <p:nvSpPr>
          <p:cNvPr id="24" name="">
            <a:extLst xmlns:a="http://schemas.openxmlformats.org/drawingml/2006/main">
              <a:ext uri="{FF2B5EF4-FFF2-40B4-BE49-F238E27FC236}">
                <a16:creationId xmlns:a16="http://schemas.microsoft.com/office/drawing/2014/main" id="{B191B175-A1A7-48F7-BB53-2688B8508551}"/>
              </a:ext>
            </a:extLst>
          </p:cNvPr>
          <p:cNvSpPr>
            <a:spLocks xmlns:a="http://schemas.openxmlformats.org/drawingml/2006/main" noGrp="1"/>
          </p:cNvSpPr>
          <p:nvPr/>
        </p:nvSpPr>
        <p:spPr>
          <a:xfrm xmlns:a="http://schemas.openxmlformats.org/drawingml/2006/main">
            <a:off x="6362700" y="3200400"/>
            <a:ext cx="50863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350" b="0">
                <a:solidFill>
                  <a:srgbClr val="FFFFFF"/>
                </a:solidFill>
                <a:latin typeface="AppleGothic"/>
                <a:ea typeface="AppleGothic"/>
                <a:cs typeface="AppleGothic"/>
              </a:defRPr>
            </a:pPr>
            <a:r>
              <a:rPr sz="1350" b="0">
                <a:solidFill>
                  <a:srgbClr val="FFFFFF"/>
                </a:solidFill>
                <a:latin typeface="AppleGothic"/>
                <a:ea typeface="AppleGothic"/>
                <a:cs typeface="AppleGothic"/>
              </a:rPr>
              <a:t>검색 증강 생성 · 인용 · 보호 정책</a:t>
            </a:r>
          </a:p>
        </p:txBody>
      </p:sp>
      <p:sp>
        <p:nvSpPr>
          <p:cNvPr id="25" name="">
            <a:extLst xmlns:a="http://schemas.openxmlformats.org/drawingml/2006/main">
              <a:ext uri="{FF2B5EF4-FFF2-40B4-BE49-F238E27FC236}">
                <a16:creationId xmlns:a16="http://schemas.microsoft.com/office/drawing/2014/main" id="{FC56ECB4-0A5E-4F72-A5EE-D31532C8F7FF}"/>
              </a:ext>
            </a:extLst>
          </p:cNvPr>
          <p:cNvSpPr>
            <a:spLocks xmlns:a="http://schemas.openxmlformats.org/drawingml/2006/main" noGrp="1"/>
          </p:cNvSpPr>
          <p:nvPr/>
        </p:nvSpPr>
        <p:spPr>
          <a:xfrm xmlns:a="http://schemas.openxmlformats.org/drawingml/2006/main" rot="0">
            <a:off x="609600" y="4038600"/>
            <a:ext cx="2762250" cy="83820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26" name="">
            <a:extLst xmlns:a="http://schemas.openxmlformats.org/drawingml/2006/main">
              <a:ext uri="{FF2B5EF4-FFF2-40B4-BE49-F238E27FC236}">
                <a16:creationId xmlns:a16="http://schemas.microsoft.com/office/drawing/2014/main" id="{F6DC13C0-0C13-434B-B1D7-400F9483A321}"/>
              </a:ext>
            </a:extLst>
          </p:cNvPr>
          <p:cNvSpPr>
            <a:spLocks xmlns:a="http://schemas.openxmlformats.org/drawingml/2006/main" noGrp="1"/>
          </p:cNvSpPr>
          <p:nvPr/>
        </p:nvSpPr>
        <p:spPr>
          <a:xfrm xmlns:a="http://schemas.openxmlformats.org/drawingml/2006/main">
            <a:off x="742950" y="4038600"/>
            <a:ext cx="24955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복잡한 추론</a:t>
            </a:r>
          </a:p>
        </p:txBody>
      </p:sp>
      <p:sp>
        <p:nvSpPr>
          <p:cNvPr id="27" name="">
            <a:extLst xmlns:a="http://schemas.openxmlformats.org/drawingml/2006/main">
              <a:ext uri="{FF2B5EF4-FFF2-40B4-BE49-F238E27FC236}">
                <a16:creationId xmlns:a16="http://schemas.microsoft.com/office/drawing/2014/main" id="{36957EC5-2CEE-4966-ADF2-CDD3B2193216}"/>
              </a:ext>
            </a:extLst>
          </p:cNvPr>
          <p:cNvSpPr>
            <a:spLocks xmlns:a="http://schemas.openxmlformats.org/drawingml/2006/main" noGrp="1"/>
          </p:cNvSpPr>
          <p:nvPr/>
        </p:nvSpPr>
        <p:spPr>
          <a:xfrm xmlns:a="http://schemas.openxmlformats.org/drawingml/2006/main" rot="0">
            <a:off x="3371850" y="4038600"/>
            <a:ext cx="2857500" cy="83820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28" name="">
            <a:extLst xmlns:a="http://schemas.openxmlformats.org/drawingml/2006/main">
              <a:ext uri="{FF2B5EF4-FFF2-40B4-BE49-F238E27FC236}">
                <a16:creationId xmlns:a16="http://schemas.microsoft.com/office/drawing/2014/main" id="{BB3C4FB4-D4C3-478A-8CCD-80A6BD1F71B0}"/>
              </a:ext>
            </a:extLst>
          </p:cNvPr>
          <p:cNvSpPr>
            <a:spLocks xmlns:a="http://schemas.openxmlformats.org/drawingml/2006/main" noGrp="1"/>
          </p:cNvSpPr>
          <p:nvPr/>
        </p:nvSpPr>
        <p:spPr>
          <a:xfrm xmlns:a="http://schemas.openxmlformats.org/drawingml/2006/main">
            <a:off x="3505200" y="4038600"/>
            <a:ext cx="25908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350" b="0">
                <a:solidFill>
                  <a:srgbClr val="FFFFFF"/>
                </a:solidFill>
                <a:latin typeface="AppleGothic"/>
                <a:ea typeface="AppleGothic"/>
                <a:cs typeface="AppleGothic"/>
              </a:defRPr>
            </a:pPr>
            <a:r>
              <a:rPr sz="1350" b="0">
                <a:solidFill>
                  <a:srgbClr val="FFFFFF"/>
                </a:solidFill>
                <a:latin typeface="AppleGothic"/>
                <a:ea typeface="AppleGothic"/>
                <a:cs typeface="AppleGothic"/>
              </a:rPr>
              <a:t>품질 · 토큰</a:t>
            </a:r>
          </a:p>
        </p:txBody>
      </p:sp>
      <p:sp>
        <p:nvSpPr>
          <p:cNvPr id="29" name="">
            <a:extLst xmlns:a="http://schemas.openxmlformats.org/drawingml/2006/main">
              <a:ext uri="{FF2B5EF4-FFF2-40B4-BE49-F238E27FC236}">
                <a16:creationId xmlns:a16="http://schemas.microsoft.com/office/drawing/2014/main" id="{AF1AAA79-B168-4327-BFA7-9DF3173C9D77}"/>
              </a:ext>
            </a:extLst>
          </p:cNvPr>
          <p:cNvSpPr>
            <a:spLocks xmlns:a="http://schemas.openxmlformats.org/drawingml/2006/main" noGrp="1"/>
          </p:cNvSpPr>
          <p:nvPr/>
        </p:nvSpPr>
        <p:spPr>
          <a:xfrm xmlns:a="http://schemas.openxmlformats.org/drawingml/2006/main" rot="0">
            <a:off x="6229350" y="4038600"/>
            <a:ext cx="5353050" cy="83820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30" name="">
            <a:extLst xmlns:a="http://schemas.openxmlformats.org/drawingml/2006/main">
              <a:ext uri="{FF2B5EF4-FFF2-40B4-BE49-F238E27FC236}">
                <a16:creationId xmlns:a16="http://schemas.microsoft.com/office/drawing/2014/main" id="{F89AD12C-EF4B-4C81-BB8F-A0D100FC4A07}"/>
              </a:ext>
            </a:extLst>
          </p:cNvPr>
          <p:cNvSpPr>
            <a:spLocks xmlns:a="http://schemas.openxmlformats.org/drawingml/2006/main" noGrp="1"/>
          </p:cNvSpPr>
          <p:nvPr/>
        </p:nvSpPr>
        <p:spPr>
          <a:xfrm xmlns:a="http://schemas.openxmlformats.org/drawingml/2006/main">
            <a:off x="6362700" y="4038600"/>
            <a:ext cx="50863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350" b="0">
                <a:solidFill>
                  <a:srgbClr val="FFFFFF"/>
                </a:solidFill>
                <a:latin typeface="AppleGothic"/>
                <a:ea typeface="AppleGothic"/>
                <a:cs typeface="AppleGothic"/>
              </a:defRPr>
            </a:pPr>
            <a:r>
              <a:rPr sz="1350" b="0">
                <a:solidFill>
                  <a:srgbClr val="FFFFFF"/>
                </a:solidFill>
                <a:latin typeface="AppleGothic"/>
                <a:ea typeface="AppleGothic"/>
                <a:cs typeface="AppleGothic"/>
              </a:rPr>
              <a:t>긴 맥락 · 상위 모델 · 예산</a:t>
            </a:r>
          </a:p>
        </p:txBody>
      </p:sp>
      <p:sp>
        <p:nvSpPr>
          <p:cNvPr id="31" name="">
            <a:extLst xmlns:a="http://schemas.openxmlformats.org/drawingml/2006/main">
              <a:ext uri="{FF2B5EF4-FFF2-40B4-BE49-F238E27FC236}">
                <a16:creationId xmlns:a16="http://schemas.microsoft.com/office/drawing/2014/main" id="{04766425-5855-48D3-A2F1-02153A1AF459}"/>
              </a:ext>
            </a:extLst>
          </p:cNvPr>
          <p:cNvSpPr>
            <a:spLocks xmlns:a="http://schemas.openxmlformats.org/drawingml/2006/main" noGrp="1"/>
          </p:cNvSpPr>
          <p:nvPr/>
        </p:nvSpPr>
        <p:spPr>
          <a:xfrm xmlns:a="http://schemas.openxmlformats.org/drawingml/2006/main" rot="0">
            <a:off x="609600" y="4876800"/>
            <a:ext cx="2762250" cy="838200"/>
          </a:xfrm>
          <a:prstGeom xmlns:a="http://schemas.openxmlformats.org/drawingml/2006/main" prst="rect">
            <a:avLst/>
          </a:prstGeom>
          <a:solidFill xmlns:a="http://schemas.openxmlformats.org/drawingml/2006/main">
            <a:srgbClr val="050505"/>
          </a:solidFill>
          <a:ln xmlns:a="http://schemas.openxmlformats.org/drawingml/2006/main" w="9525">
            <a:solidFill>
              <a:srgbClr val="25324A"/>
            </a:solidFill>
            <a:prstDash val="solid"/>
          </a:ln>
        </p:spPr>
      </p:sp>
      <p:sp>
        <p:nvSpPr>
          <p:cNvPr id="32" name="">
            <a:extLst xmlns:a="http://schemas.openxmlformats.org/drawingml/2006/main">
              <a:ext uri="{FF2B5EF4-FFF2-40B4-BE49-F238E27FC236}">
                <a16:creationId xmlns:a16="http://schemas.microsoft.com/office/drawing/2014/main" id="{9D4DA3B6-0FB8-4FFC-9A39-125CF33A4403}"/>
              </a:ext>
            </a:extLst>
          </p:cNvPr>
          <p:cNvSpPr>
            <a:spLocks xmlns:a="http://schemas.openxmlformats.org/drawingml/2006/main" noGrp="1"/>
          </p:cNvSpPr>
          <p:nvPr/>
        </p:nvSpPr>
        <p:spPr>
          <a:xfrm xmlns:a="http://schemas.openxmlformats.org/drawingml/2006/main">
            <a:off x="742950" y="4876800"/>
            <a:ext cx="24955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민감 데이터</a:t>
            </a:r>
          </a:p>
        </p:txBody>
      </p:sp>
      <p:sp>
        <p:nvSpPr>
          <p:cNvPr id="33" name="">
            <a:extLst xmlns:a="http://schemas.openxmlformats.org/drawingml/2006/main">
              <a:ext uri="{FF2B5EF4-FFF2-40B4-BE49-F238E27FC236}">
                <a16:creationId xmlns:a16="http://schemas.microsoft.com/office/drawing/2014/main" id="{9D0238C8-5306-4588-8D4A-0787FB8C2176}"/>
              </a:ext>
            </a:extLst>
          </p:cNvPr>
          <p:cNvSpPr>
            <a:spLocks xmlns:a="http://schemas.openxmlformats.org/drawingml/2006/main" noGrp="1"/>
          </p:cNvSpPr>
          <p:nvPr/>
        </p:nvSpPr>
        <p:spPr>
          <a:xfrm xmlns:a="http://schemas.openxmlformats.org/drawingml/2006/main" rot="0">
            <a:off x="3371850" y="4876800"/>
            <a:ext cx="2857500" cy="838200"/>
          </a:xfrm>
          <a:prstGeom xmlns:a="http://schemas.openxmlformats.org/drawingml/2006/main" prst="rect">
            <a:avLst/>
          </a:prstGeom>
          <a:solidFill xmlns:a="http://schemas.openxmlformats.org/drawingml/2006/main">
            <a:srgbClr val="050505"/>
          </a:solidFill>
          <a:ln xmlns:a="http://schemas.openxmlformats.org/drawingml/2006/main" w="9525">
            <a:solidFill>
              <a:srgbClr val="25324A"/>
            </a:solidFill>
            <a:prstDash val="solid"/>
          </a:ln>
        </p:spPr>
      </p:sp>
      <p:sp>
        <p:nvSpPr>
          <p:cNvPr id="34" name="">
            <a:extLst xmlns:a="http://schemas.openxmlformats.org/drawingml/2006/main">
              <a:ext uri="{FF2B5EF4-FFF2-40B4-BE49-F238E27FC236}">
                <a16:creationId xmlns:a16="http://schemas.microsoft.com/office/drawing/2014/main" id="{32F323AD-2C7A-4FDD-9396-64DA6AA760DD}"/>
              </a:ext>
            </a:extLst>
          </p:cNvPr>
          <p:cNvSpPr>
            <a:spLocks xmlns:a="http://schemas.openxmlformats.org/drawingml/2006/main" noGrp="1"/>
          </p:cNvSpPr>
          <p:nvPr/>
        </p:nvSpPr>
        <p:spPr>
          <a:xfrm xmlns:a="http://schemas.openxmlformats.org/drawingml/2006/main">
            <a:off x="3505200" y="4876800"/>
            <a:ext cx="25908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350" b="0">
                <a:solidFill>
                  <a:srgbClr val="FFFFFF"/>
                </a:solidFill>
                <a:latin typeface="AppleGothic"/>
                <a:ea typeface="AppleGothic"/>
                <a:cs typeface="AppleGothic"/>
              </a:defRPr>
            </a:pPr>
            <a:r>
              <a:rPr sz="1350" b="0">
                <a:solidFill>
                  <a:srgbClr val="FFFFFF"/>
                </a:solidFill>
                <a:latin typeface="AppleGothic"/>
                <a:ea typeface="AppleGothic"/>
                <a:cs typeface="AppleGothic"/>
              </a:rPr>
              <a:t>권한 · 위치</a:t>
            </a:r>
          </a:p>
        </p:txBody>
      </p:sp>
      <p:sp>
        <p:nvSpPr>
          <p:cNvPr id="35" name="">
            <a:extLst xmlns:a="http://schemas.openxmlformats.org/drawingml/2006/main">
              <a:ext uri="{FF2B5EF4-FFF2-40B4-BE49-F238E27FC236}">
                <a16:creationId xmlns:a16="http://schemas.microsoft.com/office/drawing/2014/main" id="{02B5D6E9-AC36-4FF3-872F-A082155D697C}"/>
              </a:ext>
            </a:extLst>
          </p:cNvPr>
          <p:cNvSpPr>
            <a:spLocks xmlns:a="http://schemas.openxmlformats.org/drawingml/2006/main" noGrp="1"/>
          </p:cNvSpPr>
          <p:nvPr/>
        </p:nvSpPr>
        <p:spPr>
          <a:xfrm xmlns:a="http://schemas.openxmlformats.org/drawingml/2006/main" rot="0">
            <a:off x="6229350" y="4876800"/>
            <a:ext cx="5353050" cy="838200"/>
          </a:xfrm>
          <a:prstGeom xmlns:a="http://schemas.openxmlformats.org/drawingml/2006/main" prst="rect">
            <a:avLst/>
          </a:prstGeom>
          <a:solidFill xmlns:a="http://schemas.openxmlformats.org/drawingml/2006/main">
            <a:srgbClr val="050505"/>
          </a:solidFill>
          <a:ln xmlns:a="http://schemas.openxmlformats.org/drawingml/2006/main" w="9525">
            <a:solidFill>
              <a:srgbClr val="25324A"/>
            </a:solidFill>
            <a:prstDash val="solid"/>
          </a:ln>
        </p:spPr>
      </p:sp>
      <p:sp>
        <p:nvSpPr>
          <p:cNvPr id="36" name="">
            <a:extLst xmlns:a="http://schemas.openxmlformats.org/drawingml/2006/main">
              <a:ext uri="{FF2B5EF4-FFF2-40B4-BE49-F238E27FC236}">
                <a16:creationId xmlns:a16="http://schemas.microsoft.com/office/drawing/2014/main" id="{C6C2A150-17EF-45DE-81A9-428AA3D84F4A}"/>
              </a:ext>
            </a:extLst>
          </p:cNvPr>
          <p:cNvSpPr>
            <a:spLocks xmlns:a="http://schemas.openxmlformats.org/drawingml/2006/main" noGrp="1"/>
          </p:cNvSpPr>
          <p:nvPr/>
        </p:nvSpPr>
        <p:spPr>
          <a:xfrm xmlns:a="http://schemas.openxmlformats.org/drawingml/2006/main">
            <a:off x="6362700" y="4876800"/>
            <a:ext cx="50863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350" b="0">
                <a:solidFill>
                  <a:srgbClr val="FFFFFF"/>
                </a:solidFill>
                <a:latin typeface="AppleGothic"/>
                <a:ea typeface="AppleGothic"/>
                <a:cs typeface="AppleGothic"/>
              </a:defRPr>
            </a:pPr>
            <a:r>
              <a:rPr sz="1350" b="0">
                <a:solidFill>
                  <a:srgbClr val="FFFFFF"/>
                </a:solidFill>
                <a:latin typeface="AppleGothic"/>
                <a:ea typeface="AppleGothic"/>
                <a:cs typeface="AppleGothic"/>
              </a:rPr>
              <a:t>로컬·사설망 · 로그 정책 · 마스킹</a:t>
            </a:r>
          </a:p>
        </p:txBody>
      </p:sp>
    </p:spTree>
    <p:extLst>
      <p:ext uri="{BB962C8B-B14F-4D97-AF65-F5344CB8AC3E}">
        <p14:creationId xmlns:p14="http://schemas.microsoft.com/office/powerpoint/2010/main" val="380185630"/>
      </p:ext>
    </p:extLst>
  </p:cSld>
</p:sld>
</file>

<file path=ppt/slides/slide39.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67916EA7-1FCA-422E-A23E-915AD415044F}"/>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POST-TRAINING</a:t>
            </a:r>
          </a:p>
        </p:txBody>
      </p:sp>
      <p:sp>
        <p:nvSpPr>
          <p:cNvPr id="2" name="">
            <a:extLst xmlns:a="http://schemas.openxmlformats.org/drawingml/2006/main">
              <a:ext uri="{FF2B5EF4-FFF2-40B4-BE49-F238E27FC236}">
                <a16:creationId xmlns:a16="http://schemas.microsoft.com/office/drawing/2014/main" id="{63FEF767-95CC-4B0D-A35A-58C9DB2A63C2}"/>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39</a:t>
            </a:r>
          </a:p>
        </p:txBody>
      </p:sp>
      <p:sp>
        <p:nvSpPr>
          <p:cNvPr id="3" name="">
            <a:extLst xmlns:a="http://schemas.openxmlformats.org/drawingml/2006/main">
              <a:ext uri="{FF2B5EF4-FFF2-40B4-BE49-F238E27FC236}">
                <a16:creationId xmlns:a16="http://schemas.microsoft.com/office/drawing/2014/main" id="{063D9383-48BB-4904-8177-EA20478A4EFA}"/>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672DA437-89CE-4411-A5A9-93FF1DE3556A}"/>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C3895800-E27C-453B-8CB5-B1CD7439B19F}"/>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94252DB7-150B-40F1-BF13-ED58ABFE6034}"/>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지도 미세조정의 행동 학습</a:t>
            </a:r>
          </a:p>
        </p:txBody>
      </p:sp>
      <p:sp>
        <p:nvSpPr>
          <p:cNvPr id="7" name="">
            <a:extLst xmlns:a="http://schemas.openxmlformats.org/drawingml/2006/main">
              <a:ext uri="{FF2B5EF4-FFF2-40B4-BE49-F238E27FC236}">
                <a16:creationId xmlns:a16="http://schemas.microsoft.com/office/drawing/2014/main" id="{D2A7EBC1-EE1D-41D8-8D5B-BD44B85F883D}"/>
              </a:ext>
            </a:extLst>
          </p:cNvPr>
          <p:cNvSpPr>
            <a:spLocks xmlns:a="http://schemas.openxmlformats.org/drawingml/2006/main" noGrp="1"/>
          </p:cNvSpPr>
          <p:nvPr/>
        </p:nvSpPr>
        <p:spPr>
          <a:xfrm xmlns:a="http://schemas.openxmlformats.org/drawingml/2006/main" rot="0">
            <a:off x="609600" y="2381250"/>
            <a:ext cx="2026920" cy="1181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8" name="">
            <a:extLst xmlns:a="http://schemas.openxmlformats.org/drawingml/2006/main">
              <a:ext uri="{FF2B5EF4-FFF2-40B4-BE49-F238E27FC236}">
                <a16:creationId xmlns:a16="http://schemas.microsoft.com/office/drawing/2014/main" id="{4EDCBA52-113C-4B83-BA6C-0584349BD325}"/>
              </a:ext>
            </a:extLst>
          </p:cNvPr>
          <p:cNvSpPr>
            <a:spLocks xmlns:a="http://schemas.openxmlformats.org/drawingml/2006/main" noGrp="1"/>
          </p:cNvSpPr>
          <p:nvPr/>
        </p:nvSpPr>
        <p:spPr>
          <a:xfrm xmlns:a="http://schemas.openxmlformats.org/drawingml/2006/main">
            <a:off x="74295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191919"/>
                </a:solidFill>
                <a:latin typeface="AppleGothic"/>
                <a:ea typeface="AppleGothic"/>
                <a:cs typeface="AppleGothic"/>
              </a:defRPr>
            </a:pPr>
            <a:r>
              <a:rPr sz="1650" b="1">
                <a:solidFill>
                  <a:srgbClr val="191919"/>
                </a:solidFill>
                <a:latin typeface="AppleGothic"/>
                <a:ea typeface="AppleGothic"/>
                <a:cs typeface="AppleGothic"/>
              </a:rPr>
              <a:t>과업</a:t>
            </a:r>
          </a:p>
        </p:txBody>
      </p:sp>
      <p:sp>
        <p:nvSpPr>
          <p:cNvPr id="9" name="">
            <a:extLst xmlns:a="http://schemas.openxmlformats.org/drawingml/2006/main">
              <a:ext uri="{FF2B5EF4-FFF2-40B4-BE49-F238E27FC236}">
                <a16:creationId xmlns:a16="http://schemas.microsoft.com/office/drawing/2014/main" id="{6277F2CB-12BE-4653-8B84-6FD55FEFC492}"/>
              </a:ext>
            </a:extLst>
          </p:cNvPr>
          <p:cNvSpPr>
            <a:spLocks xmlns:a="http://schemas.openxmlformats.org/drawingml/2006/main" noGrp="1"/>
          </p:cNvSpPr>
          <p:nvPr/>
        </p:nvSpPr>
        <p:spPr>
          <a:xfrm xmlns:a="http://schemas.openxmlformats.org/drawingml/2006/main">
            <a:off x="74295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667085"/>
                </a:solidFill>
                <a:latin typeface="AppleGothic"/>
                <a:ea typeface="AppleGothic"/>
                <a:cs typeface="AppleGothic"/>
              </a:defRPr>
            </a:pPr>
            <a:r>
              <a:rPr sz="1200" b="0">
                <a:solidFill>
                  <a:srgbClr val="667085"/>
                </a:solidFill>
                <a:latin typeface="AppleGothic"/>
                <a:ea typeface="AppleGothic"/>
                <a:cs typeface="AppleGothic"/>
              </a:rPr>
              <a:t>반복 행동</a:t>
            </a:r>
          </a:p>
        </p:txBody>
      </p:sp>
      <p:sp>
        <p:nvSpPr>
          <p:cNvPr id="10" name="">
            <a:extLst xmlns:a="http://schemas.openxmlformats.org/drawingml/2006/main">
              <a:ext uri="{FF2B5EF4-FFF2-40B4-BE49-F238E27FC236}">
                <a16:creationId xmlns:a16="http://schemas.microsoft.com/office/drawing/2014/main" id="{3BE0ADBC-C692-4178-8A10-5BC98CB1F836}"/>
              </a:ext>
            </a:extLst>
          </p:cNvPr>
          <p:cNvSpPr>
            <a:spLocks xmlns:a="http://schemas.openxmlformats.org/drawingml/2006/main" noGrp="1"/>
          </p:cNvSpPr>
          <p:nvPr/>
        </p:nvSpPr>
        <p:spPr>
          <a:xfrm xmlns:a="http://schemas.openxmlformats.org/drawingml/2006/main">
            <a:off x="2636520" y="2781300"/>
            <a:ext cx="209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667085"/>
                </a:solidFill>
                <a:latin typeface="Menlo"/>
                <a:ea typeface="Menlo"/>
                <a:cs typeface="Menlo"/>
              </a:defRPr>
            </a:pPr>
            <a:r>
              <a:rPr sz="1500" b="1">
                <a:solidFill>
                  <a:srgbClr val="667085"/>
                </a:solidFill>
                <a:latin typeface="Menlo"/>
                <a:ea typeface="Menlo"/>
                <a:cs typeface="Menlo"/>
              </a:rPr>
              <a:t>→</a:t>
            </a:r>
          </a:p>
        </p:txBody>
      </p:sp>
      <p:sp>
        <p:nvSpPr>
          <p:cNvPr id="11" name="">
            <a:extLst xmlns:a="http://schemas.openxmlformats.org/drawingml/2006/main">
              <a:ext uri="{FF2B5EF4-FFF2-40B4-BE49-F238E27FC236}">
                <a16:creationId xmlns:a16="http://schemas.microsoft.com/office/drawing/2014/main" id="{12CCFC22-258E-4C20-BD98-468296D436E3}"/>
              </a:ext>
            </a:extLst>
          </p:cNvPr>
          <p:cNvSpPr>
            <a:spLocks xmlns:a="http://schemas.openxmlformats.org/drawingml/2006/main" noGrp="1"/>
          </p:cNvSpPr>
          <p:nvPr/>
        </p:nvSpPr>
        <p:spPr>
          <a:xfrm xmlns:a="http://schemas.openxmlformats.org/drawingml/2006/main" rot="0">
            <a:off x="2846070" y="2381250"/>
            <a:ext cx="2026920" cy="1181100"/>
          </a:xfrm>
          <a:prstGeom xmlns:a="http://schemas.openxmlformats.org/drawingml/2006/main" prst="rect">
            <a:avLst/>
          </a:prstGeom>
          <a:solidFill xmlns:a="http://schemas.openxmlformats.org/drawingml/2006/main">
            <a:srgbClr val="2563EB"/>
          </a:solidFill>
          <a:ln xmlns:a="http://schemas.openxmlformats.org/drawingml/2006/main" w="0">
            <a:solidFill>
              <a:srgbClr val="2563EB"/>
            </a:solidFill>
            <a:prstDash val="solid"/>
          </a:ln>
        </p:spPr>
      </p:sp>
      <p:sp>
        <p:nvSpPr>
          <p:cNvPr id="12" name="">
            <a:extLst xmlns:a="http://schemas.openxmlformats.org/drawingml/2006/main">
              <a:ext uri="{FF2B5EF4-FFF2-40B4-BE49-F238E27FC236}">
                <a16:creationId xmlns:a16="http://schemas.microsoft.com/office/drawing/2014/main" id="{441D6462-E980-41C1-B161-B884C8F73FC7}"/>
              </a:ext>
            </a:extLst>
          </p:cNvPr>
          <p:cNvSpPr>
            <a:spLocks xmlns:a="http://schemas.openxmlformats.org/drawingml/2006/main" noGrp="1"/>
          </p:cNvSpPr>
          <p:nvPr/>
        </p:nvSpPr>
        <p:spPr>
          <a:xfrm xmlns:a="http://schemas.openxmlformats.org/drawingml/2006/main">
            <a:off x="297942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예시</a:t>
            </a:r>
          </a:p>
        </p:txBody>
      </p:sp>
      <p:sp>
        <p:nvSpPr>
          <p:cNvPr id="13" name="">
            <a:extLst xmlns:a="http://schemas.openxmlformats.org/drawingml/2006/main">
              <a:ext uri="{FF2B5EF4-FFF2-40B4-BE49-F238E27FC236}">
                <a16:creationId xmlns:a16="http://schemas.microsoft.com/office/drawing/2014/main" id="{CAA62161-B855-47AF-84B3-9FD73BEA78AD}"/>
              </a:ext>
            </a:extLst>
          </p:cNvPr>
          <p:cNvSpPr>
            <a:spLocks xmlns:a="http://schemas.openxmlformats.org/drawingml/2006/main" noGrp="1"/>
          </p:cNvSpPr>
          <p:nvPr/>
        </p:nvSpPr>
        <p:spPr>
          <a:xfrm xmlns:a="http://schemas.openxmlformats.org/drawingml/2006/main">
            <a:off x="297942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좋은 입출력</a:t>
            </a:r>
          </a:p>
        </p:txBody>
      </p:sp>
      <p:sp>
        <p:nvSpPr>
          <p:cNvPr id="14" name="">
            <a:extLst xmlns:a="http://schemas.openxmlformats.org/drawingml/2006/main">
              <a:ext uri="{FF2B5EF4-FFF2-40B4-BE49-F238E27FC236}">
                <a16:creationId xmlns:a16="http://schemas.microsoft.com/office/drawing/2014/main" id="{67383EDD-D4F2-42F6-9A9F-00019D044466}"/>
              </a:ext>
            </a:extLst>
          </p:cNvPr>
          <p:cNvSpPr>
            <a:spLocks xmlns:a="http://schemas.openxmlformats.org/drawingml/2006/main" noGrp="1"/>
          </p:cNvSpPr>
          <p:nvPr/>
        </p:nvSpPr>
        <p:spPr>
          <a:xfrm xmlns:a="http://schemas.openxmlformats.org/drawingml/2006/main">
            <a:off x="4872990" y="2781300"/>
            <a:ext cx="209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667085"/>
                </a:solidFill>
                <a:latin typeface="Menlo"/>
                <a:ea typeface="Menlo"/>
                <a:cs typeface="Menlo"/>
              </a:defRPr>
            </a:pPr>
            <a:r>
              <a:rPr sz="1500" b="1">
                <a:solidFill>
                  <a:srgbClr val="667085"/>
                </a:solidFill>
                <a:latin typeface="Menlo"/>
                <a:ea typeface="Menlo"/>
                <a:cs typeface="Menlo"/>
              </a:rPr>
              <a:t>→</a:t>
            </a:r>
          </a:p>
        </p:txBody>
      </p:sp>
      <p:sp>
        <p:nvSpPr>
          <p:cNvPr id="15" name="">
            <a:extLst xmlns:a="http://schemas.openxmlformats.org/drawingml/2006/main">
              <a:ext uri="{FF2B5EF4-FFF2-40B4-BE49-F238E27FC236}">
                <a16:creationId xmlns:a16="http://schemas.microsoft.com/office/drawing/2014/main" id="{69C6D710-23C2-4DEB-B14C-09DB3EB729DE}"/>
              </a:ext>
            </a:extLst>
          </p:cNvPr>
          <p:cNvSpPr>
            <a:spLocks xmlns:a="http://schemas.openxmlformats.org/drawingml/2006/main" noGrp="1"/>
          </p:cNvSpPr>
          <p:nvPr/>
        </p:nvSpPr>
        <p:spPr>
          <a:xfrm xmlns:a="http://schemas.openxmlformats.org/drawingml/2006/main" rot="0">
            <a:off x="5082540" y="2381250"/>
            <a:ext cx="2026920" cy="1181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6" name="">
            <a:extLst xmlns:a="http://schemas.openxmlformats.org/drawingml/2006/main">
              <a:ext uri="{FF2B5EF4-FFF2-40B4-BE49-F238E27FC236}">
                <a16:creationId xmlns:a16="http://schemas.microsoft.com/office/drawing/2014/main" id="{66C137A4-4513-4AF4-A430-FD8A73BE1C94}"/>
              </a:ext>
            </a:extLst>
          </p:cNvPr>
          <p:cNvSpPr>
            <a:spLocks xmlns:a="http://schemas.openxmlformats.org/drawingml/2006/main" noGrp="1"/>
          </p:cNvSpPr>
          <p:nvPr/>
        </p:nvSpPr>
        <p:spPr>
          <a:xfrm xmlns:a="http://schemas.openxmlformats.org/drawingml/2006/main">
            <a:off x="521589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191919"/>
                </a:solidFill>
                <a:latin typeface="AppleGothic"/>
                <a:ea typeface="AppleGothic"/>
                <a:cs typeface="AppleGothic"/>
              </a:defRPr>
            </a:pPr>
            <a:r>
              <a:rPr sz="1650" b="1">
                <a:solidFill>
                  <a:srgbClr val="191919"/>
                </a:solidFill>
                <a:latin typeface="AppleGothic"/>
                <a:ea typeface="AppleGothic"/>
                <a:cs typeface="AppleGothic"/>
              </a:rPr>
              <a:t>손실</a:t>
            </a:r>
          </a:p>
        </p:txBody>
      </p:sp>
      <p:sp>
        <p:nvSpPr>
          <p:cNvPr id="17" name="">
            <a:extLst xmlns:a="http://schemas.openxmlformats.org/drawingml/2006/main">
              <a:ext uri="{FF2B5EF4-FFF2-40B4-BE49-F238E27FC236}">
                <a16:creationId xmlns:a16="http://schemas.microsoft.com/office/drawing/2014/main" id="{E8D596CD-A7FB-461F-BA5C-BBEBD275D77D}"/>
              </a:ext>
            </a:extLst>
          </p:cNvPr>
          <p:cNvSpPr>
            <a:spLocks xmlns:a="http://schemas.openxmlformats.org/drawingml/2006/main" noGrp="1"/>
          </p:cNvSpPr>
          <p:nvPr/>
        </p:nvSpPr>
        <p:spPr>
          <a:xfrm xmlns:a="http://schemas.openxmlformats.org/drawingml/2006/main">
            <a:off x="521589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667085"/>
                </a:solidFill>
                <a:latin typeface="AppleGothic"/>
                <a:ea typeface="AppleGothic"/>
                <a:cs typeface="AppleGothic"/>
              </a:defRPr>
            </a:pPr>
            <a:r>
              <a:rPr sz="1200" b="0">
                <a:solidFill>
                  <a:srgbClr val="667085"/>
                </a:solidFill>
                <a:latin typeface="AppleGothic"/>
                <a:ea typeface="AppleGothic"/>
                <a:cs typeface="AppleGothic"/>
              </a:rPr>
              <a:t>정답 토큰</a:t>
            </a:r>
          </a:p>
        </p:txBody>
      </p:sp>
      <p:sp>
        <p:nvSpPr>
          <p:cNvPr id="18" name="">
            <a:extLst xmlns:a="http://schemas.openxmlformats.org/drawingml/2006/main">
              <a:ext uri="{FF2B5EF4-FFF2-40B4-BE49-F238E27FC236}">
                <a16:creationId xmlns:a16="http://schemas.microsoft.com/office/drawing/2014/main" id="{3233355A-7CE2-482B-AB89-48F55C1F0898}"/>
              </a:ext>
            </a:extLst>
          </p:cNvPr>
          <p:cNvSpPr>
            <a:spLocks xmlns:a="http://schemas.openxmlformats.org/drawingml/2006/main" noGrp="1"/>
          </p:cNvSpPr>
          <p:nvPr/>
        </p:nvSpPr>
        <p:spPr>
          <a:xfrm xmlns:a="http://schemas.openxmlformats.org/drawingml/2006/main">
            <a:off x="7109460" y="2781300"/>
            <a:ext cx="209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667085"/>
                </a:solidFill>
                <a:latin typeface="Menlo"/>
                <a:ea typeface="Menlo"/>
                <a:cs typeface="Menlo"/>
              </a:defRPr>
            </a:pPr>
            <a:r>
              <a:rPr sz="1500" b="1">
                <a:solidFill>
                  <a:srgbClr val="667085"/>
                </a:solidFill>
                <a:latin typeface="Menlo"/>
                <a:ea typeface="Menlo"/>
                <a:cs typeface="Menlo"/>
              </a:rPr>
              <a:t>→</a:t>
            </a:r>
          </a:p>
        </p:txBody>
      </p:sp>
      <p:sp>
        <p:nvSpPr>
          <p:cNvPr id="19" name="">
            <a:extLst xmlns:a="http://schemas.openxmlformats.org/drawingml/2006/main">
              <a:ext uri="{FF2B5EF4-FFF2-40B4-BE49-F238E27FC236}">
                <a16:creationId xmlns:a16="http://schemas.microsoft.com/office/drawing/2014/main" id="{0BCF0BEB-B0A5-47D1-BF7B-147D8EB80E36}"/>
              </a:ext>
            </a:extLst>
          </p:cNvPr>
          <p:cNvSpPr>
            <a:spLocks xmlns:a="http://schemas.openxmlformats.org/drawingml/2006/main" noGrp="1"/>
          </p:cNvSpPr>
          <p:nvPr/>
        </p:nvSpPr>
        <p:spPr>
          <a:xfrm xmlns:a="http://schemas.openxmlformats.org/drawingml/2006/main" rot="0">
            <a:off x="7319010" y="2381250"/>
            <a:ext cx="2026920" cy="1181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20" name="">
            <a:extLst xmlns:a="http://schemas.openxmlformats.org/drawingml/2006/main">
              <a:ext uri="{FF2B5EF4-FFF2-40B4-BE49-F238E27FC236}">
                <a16:creationId xmlns:a16="http://schemas.microsoft.com/office/drawing/2014/main" id="{2D9E7563-0065-4EE2-86A9-409082615C0F}"/>
              </a:ext>
            </a:extLst>
          </p:cNvPr>
          <p:cNvSpPr>
            <a:spLocks xmlns:a="http://schemas.openxmlformats.org/drawingml/2006/main" noGrp="1"/>
          </p:cNvSpPr>
          <p:nvPr/>
        </p:nvSpPr>
        <p:spPr>
          <a:xfrm xmlns:a="http://schemas.openxmlformats.org/drawingml/2006/main">
            <a:off x="745236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191919"/>
                </a:solidFill>
                <a:latin typeface="AppleGothic"/>
                <a:ea typeface="AppleGothic"/>
                <a:cs typeface="AppleGothic"/>
              </a:defRPr>
            </a:pPr>
            <a:r>
              <a:rPr sz="1650" b="1">
                <a:solidFill>
                  <a:srgbClr val="191919"/>
                </a:solidFill>
                <a:latin typeface="AppleGothic"/>
                <a:ea typeface="AppleGothic"/>
                <a:cs typeface="AppleGothic"/>
              </a:rPr>
              <a:t>갱신</a:t>
            </a:r>
          </a:p>
        </p:txBody>
      </p:sp>
      <p:sp>
        <p:nvSpPr>
          <p:cNvPr id="21" name="">
            <a:extLst xmlns:a="http://schemas.openxmlformats.org/drawingml/2006/main">
              <a:ext uri="{FF2B5EF4-FFF2-40B4-BE49-F238E27FC236}">
                <a16:creationId xmlns:a16="http://schemas.microsoft.com/office/drawing/2014/main" id="{7F02C873-1628-4906-915D-EA5795398853}"/>
              </a:ext>
            </a:extLst>
          </p:cNvPr>
          <p:cNvSpPr>
            <a:spLocks xmlns:a="http://schemas.openxmlformats.org/drawingml/2006/main" noGrp="1"/>
          </p:cNvSpPr>
          <p:nvPr/>
        </p:nvSpPr>
        <p:spPr>
          <a:xfrm xmlns:a="http://schemas.openxmlformats.org/drawingml/2006/main">
            <a:off x="745236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667085"/>
                </a:solidFill>
                <a:latin typeface="AppleGothic"/>
                <a:ea typeface="AppleGothic"/>
                <a:cs typeface="AppleGothic"/>
              </a:defRPr>
            </a:pPr>
            <a:r>
              <a:rPr sz="1200" b="0">
                <a:solidFill>
                  <a:srgbClr val="667085"/>
                </a:solidFill>
                <a:latin typeface="AppleGothic"/>
                <a:ea typeface="AppleGothic"/>
                <a:cs typeface="AppleGothic"/>
              </a:rPr>
              <a:t>모델 행동</a:t>
            </a:r>
          </a:p>
        </p:txBody>
      </p:sp>
      <p:sp>
        <p:nvSpPr>
          <p:cNvPr id="22" name="">
            <a:extLst xmlns:a="http://schemas.openxmlformats.org/drawingml/2006/main">
              <a:ext uri="{FF2B5EF4-FFF2-40B4-BE49-F238E27FC236}">
                <a16:creationId xmlns:a16="http://schemas.microsoft.com/office/drawing/2014/main" id="{79A5712E-0B4F-453A-9589-8F8A8FA91301}"/>
              </a:ext>
            </a:extLst>
          </p:cNvPr>
          <p:cNvSpPr>
            <a:spLocks xmlns:a="http://schemas.openxmlformats.org/drawingml/2006/main" noGrp="1"/>
          </p:cNvSpPr>
          <p:nvPr/>
        </p:nvSpPr>
        <p:spPr>
          <a:xfrm xmlns:a="http://schemas.openxmlformats.org/drawingml/2006/main">
            <a:off x="9345930" y="2781300"/>
            <a:ext cx="209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667085"/>
                </a:solidFill>
                <a:latin typeface="Menlo"/>
                <a:ea typeface="Menlo"/>
                <a:cs typeface="Menlo"/>
              </a:defRPr>
            </a:pPr>
            <a:r>
              <a:rPr sz="1500" b="1">
                <a:solidFill>
                  <a:srgbClr val="667085"/>
                </a:solidFill>
                <a:latin typeface="Menlo"/>
                <a:ea typeface="Menlo"/>
                <a:cs typeface="Menlo"/>
              </a:rPr>
              <a:t>→</a:t>
            </a:r>
          </a:p>
        </p:txBody>
      </p:sp>
      <p:sp>
        <p:nvSpPr>
          <p:cNvPr id="23" name="">
            <a:extLst xmlns:a="http://schemas.openxmlformats.org/drawingml/2006/main">
              <a:ext uri="{FF2B5EF4-FFF2-40B4-BE49-F238E27FC236}">
                <a16:creationId xmlns:a16="http://schemas.microsoft.com/office/drawing/2014/main" id="{C0E03D78-08F3-4D4C-9410-0FD63A7B750B}"/>
              </a:ext>
            </a:extLst>
          </p:cNvPr>
          <p:cNvSpPr>
            <a:spLocks xmlns:a="http://schemas.openxmlformats.org/drawingml/2006/main" noGrp="1"/>
          </p:cNvSpPr>
          <p:nvPr/>
        </p:nvSpPr>
        <p:spPr>
          <a:xfrm xmlns:a="http://schemas.openxmlformats.org/drawingml/2006/main" rot="0">
            <a:off x="9555480" y="2381250"/>
            <a:ext cx="2026920" cy="1181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24" name="">
            <a:extLst xmlns:a="http://schemas.openxmlformats.org/drawingml/2006/main">
              <a:ext uri="{FF2B5EF4-FFF2-40B4-BE49-F238E27FC236}">
                <a16:creationId xmlns:a16="http://schemas.microsoft.com/office/drawing/2014/main" id="{9738FD23-904A-41A3-9CA8-8597927E0FC1}"/>
              </a:ext>
            </a:extLst>
          </p:cNvPr>
          <p:cNvSpPr>
            <a:spLocks xmlns:a="http://schemas.openxmlformats.org/drawingml/2006/main" noGrp="1"/>
          </p:cNvSpPr>
          <p:nvPr/>
        </p:nvSpPr>
        <p:spPr>
          <a:xfrm xmlns:a="http://schemas.openxmlformats.org/drawingml/2006/main">
            <a:off x="968883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191919"/>
                </a:solidFill>
                <a:latin typeface="AppleGothic"/>
                <a:ea typeface="AppleGothic"/>
                <a:cs typeface="AppleGothic"/>
              </a:defRPr>
            </a:pPr>
            <a:r>
              <a:rPr sz="1650" b="1">
                <a:solidFill>
                  <a:srgbClr val="191919"/>
                </a:solidFill>
                <a:latin typeface="AppleGothic"/>
                <a:ea typeface="AppleGothic"/>
                <a:cs typeface="AppleGothic"/>
              </a:rPr>
              <a:t>평가</a:t>
            </a:r>
          </a:p>
        </p:txBody>
      </p:sp>
      <p:sp>
        <p:nvSpPr>
          <p:cNvPr id="25" name="">
            <a:extLst xmlns:a="http://schemas.openxmlformats.org/drawingml/2006/main">
              <a:ext uri="{FF2B5EF4-FFF2-40B4-BE49-F238E27FC236}">
                <a16:creationId xmlns:a16="http://schemas.microsoft.com/office/drawing/2014/main" id="{7E2D713B-3FA6-4575-B5D1-6ADD28FF1EAE}"/>
              </a:ext>
            </a:extLst>
          </p:cNvPr>
          <p:cNvSpPr>
            <a:spLocks xmlns:a="http://schemas.openxmlformats.org/drawingml/2006/main" noGrp="1"/>
          </p:cNvSpPr>
          <p:nvPr/>
        </p:nvSpPr>
        <p:spPr>
          <a:xfrm xmlns:a="http://schemas.openxmlformats.org/drawingml/2006/main">
            <a:off x="968883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667085"/>
                </a:solidFill>
                <a:latin typeface="AppleGothic"/>
                <a:ea typeface="AppleGothic"/>
                <a:cs typeface="AppleGothic"/>
              </a:defRPr>
            </a:pPr>
            <a:r>
              <a:rPr sz="1200" b="0">
                <a:solidFill>
                  <a:srgbClr val="667085"/>
                </a:solidFill>
                <a:latin typeface="AppleGothic"/>
                <a:ea typeface="AppleGothic"/>
                <a:cs typeface="AppleGothic"/>
              </a:rPr>
              <a:t>분리 검증셋</a:t>
            </a:r>
          </a:p>
        </p:txBody>
      </p:sp>
      <p:sp>
        <p:nvSpPr>
          <p:cNvPr id="26" name="">
            <a:extLst xmlns:a="http://schemas.openxmlformats.org/drawingml/2006/main">
              <a:ext uri="{FF2B5EF4-FFF2-40B4-BE49-F238E27FC236}">
                <a16:creationId xmlns:a16="http://schemas.microsoft.com/office/drawing/2014/main" id="{911B2791-96AC-43FE-A963-4BCAC7840F3E}"/>
              </a:ext>
            </a:extLst>
          </p:cNvPr>
          <p:cNvSpPr>
            <a:spLocks xmlns:a="http://schemas.openxmlformats.org/drawingml/2006/main" noGrp="1"/>
          </p:cNvSpPr>
          <p:nvPr/>
        </p:nvSpPr>
        <p:spPr>
          <a:xfrm xmlns:a="http://schemas.openxmlformats.org/drawingml/2006/main">
            <a:off x="609600" y="4362450"/>
            <a:ext cx="109728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20000"/>
              </a:lnSpc>
              <a:buNone/>
              <a:defRPr sz="1800" b="1">
                <a:solidFill>
                  <a:srgbClr val="191919"/>
                </a:solidFill>
                <a:latin typeface="AppleGothic"/>
                <a:ea typeface="AppleGothic"/>
                <a:cs typeface="AppleGothic"/>
              </a:defRPr>
            </a:pPr>
            <a:r>
              <a:rPr sz="1800" b="1">
                <a:solidFill>
                  <a:srgbClr val="191919"/>
                </a:solidFill>
                <a:latin typeface="AppleGothic"/>
                <a:ea typeface="AppleGothic"/>
                <a:cs typeface="AppleGothic"/>
              </a:rPr>
              <a:t>지도 미세조정(Supervised Fine-Tuning, SFT) · 반복 행동을 좋은 예시로 적응</a:t>
            </a:r>
          </a:p>
        </p:txBody>
      </p:sp>
    </p:spTree>
    <p:extLst>
      <p:ext uri="{BB962C8B-B14F-4D97-AF65-F5344CB8AC3E}">
        <p14:creationId xmlns:p14="http://schemas.microsoft.com/office/powerpoint/2010/main" val="1050373184"/>
      </p:ext>
    </p:extLst>
  </p:cSld>
</p:sld>
</file>

<file path=ppt/slides/slide40.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A92A4FAC-B447-4D64-89F0-10BFF70DF8EA}"/>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POST-TRAINING</a:t>
            </a:r>
          </a:p>
        </p:txBody>
      </p:sp>
      <p:sp>
        <p:nvSpPr>
          <p:cNvPr id="2" name="">
            <a:extLst xmlns:a="http://schemas.openxmlformats.org/drawingml/2006/main">
              <a:ext uri="{FF2B5EF4-FFF2-40B4-BE49-F238E27FC236}">
                <a16:creationId xmlns:a16="http://schemas.microsoft.com/office/drawing/2014/main" id="{7D6F194E-724E-4C68-93C0-F8D9A3A40506}"/>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40</a:t>
            </a:r>
          </a:p>
        </p:txBody>
      </p:sp>
      <p:sp>
        <p:nvSpPr>
          <p:cNvPr id="3" name="">
            <a:extLst xmlns:a="http://schemas.openxmlformats.org/drawingml/2006/main">
              <a:ext uri="{FF2B5EF4-FFF2-40B4-BE49-F238E27FC236}">
                <a16:creationId xmlns:a16="http://schemas.microsoft.com/office/drawing/2014/main" id="{549C4F63-0F48-4216-B7CC-70041B915043}"/>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E55D4B76-55A3-4BDC-A980-8FF250D84C72}"/>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50A82E55-FCC6-4A7C-B908-5EBAED9DCA35}"/>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7D3384C9-7A81-4C42-9FFD-5BA5A56F672F}"/>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지도 미세조정 데이터의 최소 계약</a:t>
            </a:r>
          </a:p>
        </p:txBody>
      </p:sp>
      <p:sp>
        <p:nvSpPr>
          <p:cNvPr id="7" name="">
            <a:extLst xmlns:a="http://schemas.openxmlformats.org/drawingml/2006/main">
              <a:ext uri="{FF2B5EF4-FFF2-40B4-BE49-F238E27FC236}">
                <a16:creationId xmlns:a16="http://schemas.microsoft.com/office/drawing/2014/main" id="{B8A0A212-AD9D-43EF-B74C-A7C2C2866CDB}"/>
              </a:ext>
            </a:extLst>
          </p:cNvPr>
          <p:cNvSpPr>
            <a:spLocks xmlns:a="http://schemas.openxmlformats.org/drawingml/2006/main" noGrp="1"/>
          </p:cNvSpPr>
          <p:nvPr/>
        </p:nvSpPr>
        <p:spPr>
          <a:xfrm xmlns:a="http://schemas.openxmlformats.org/drawingml/2006/main">
            <a:off x="609600" y="1809750"/>
            <a:ext cx="30099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100" b="1">
                <a:solidFill>
                  <a:srgbClr val="98A2B3"/>
                </a:solidFill>
                <a:latin typeface="Menlo"/>
                <a:ea typeface="Menlo"/>
                <a:cs typeface="Menlo"/>
              </a:defRPr>
            </a:pPr>
            <a:r>
              <a:rPr sz="2100" b="1">
                <a:solidFill>
                  <a:srgbClr val="98A2B3"/>
                </a:solidFill>
                <a:latin typeface="Menlo"/>
                <a:ea typeface="Menlo"/>
                <a:cs typeface="Menlo"/>
              </a:rPr>
              <a:t>01</a:t>
            </a:r>
          </a:p>
        </p:txBody>
      </p:sp>
      <p:sp>
        <p:nvSpPr>
          <p:cNvPr id="8" name="">
            <a:extLst xmlns:a="http://schemas.openxmlformats.org/drawingml/2006/main">
              <a:ext uri="{FF2B5EF4-FFF2-40B4-BE49-F238E27FC236}">
                <a16:creationId xmlns:a16="http://schemas.microsoft.com/office/drawing/2014/main" id="{1C58657F-1E0D-4454-925F-44482E46A1BE}"/>
              </a:ext>
            </a:extLst>
          </p:cNvPr>
          <p:cNvSpPr>
            <a:spLocks xmlns:a="http://schemas.openxmlformats.org/drawingml/2006/main" noGrp="1"/>
          </p:cNvSpPr>
          <p:nvPr/>
        </p:nvSpPr>
        <p:spPr>
          <a:xfrm xmlns:a="http://schemas.openxmlformats.org/drawingml/2006/main">
            <a:off x="609600" y="2381250"/>
            <a:ext cx="30099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875" b="1">
                <a:solidFill>
                  <a:srgbClr val="FFFFFF"/>
                </a:solidFill>
                <a:latin typeface="Menlo"/>
                <a:ea typeface="Menlo"/>
                <a:cs typeface="Menlo"/>
              </a:defRPr>
            </a:pPr>
            <a:r>
              <a:rPr sz="1875" b="1">
                <a:solidFill>
                  <a:srgbClr val="FFFFFF"/>
                </a:solidFill>
                <a:latin typeface="Menlo"/>
                <a:ea typeface="Menlo"/>
                <a:cs typeface="Menlo"/>
              </a:rPr>
              <a:t>지시</a:t>
            </a:r>
          </a:p>
        </p:txBody>
      </p:sp>
      <p:sp>
        <p:nvSpPr>
          <p:cNvPr id="9" name="">
            <a:extLst xmlns:a="http://schemas.openxmlformats.org/drawingml/2006/main">
              <a:ext uri="{FF2B5EF4-FFF2-40B4-BE49-F238E27FC236}">
                <a16:creationId xmlns:a16="http://schemas.microsoft.com/office/drawing/2014/main" id="{C9B169E6-C388-4371-A0B7-B71E8B490F85}"/>
              </a:ext>
            </a:extLst>
          </p:cNvPr>
          <p:cNvSpPr>
            <a:spLocks xmlns:a="http://schemas.openxmlformats.org/drawingml/2006/main" noGrp="1"/>
          </p:cNvSpPr>
          <p:nvPr/>
        </p:nvSpPr>
        <p:spPr>
          <a:xfrm xmlns:a="http://schemas.openxmlformats.org/drawingml/2006/main" rot="0">
            <a:off x="609600" y="3067050"/>
            <a:ext cx="3009900" cy="196215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10" name="">
            <a:extLst xmlns:a="http://schemas.openxmlformats.org/drawingml/2006/main">
              <a:ext uri="{FF2B5EF4-FFF2-40B4-BE49-F238E27FC236}">
                <a16:creationId xmlns:a16="http://schemas.microsoft.com/office/drawing/2014/main" id="{9904C0D3-C278-4E72-A1AD-AF9982FABEEE}"/>
              </a:ext>
            </a:extLst>
          </p:cNvPr>
          <p:cNvSpPr>
            <a:spLocks xmlns:a="http://schemas.openxmlformats.org/drawingml/2006/main" noGrp="1"/>
          </p:cNvSpPr>
          <p:nvPr/>
        </p:nvSpPr>
        <p:spPr>
          <a:xfrm xmlns:a="http://schemas.openxmlformats.org/drawingml/2006/main">
            <a:off x="819150" y="3295650"/>
            <a:ext cx="2590800" cy="1504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30000"/>
              </a:lnSpc>
              <a:buNone/>
              <a:defRPr sz="1425" b="1">
                <a:solidFill>
                  <a:srgbClr val="FFFFFF"/>
                </a:solidFill>
                <a:latin typeface="AppleGothic"/>
                <a:ea typeface="AppleGothic"/>
                <a:cs typeface="AppleGothic"/>
              </a:defRPr>
            </a:pPr>
            <a:r>
              <a:rPr sz="1425" b="1">
                <a:solidFill>
                  <a:srgbClr val="FFFFFF"/>
                </a:solidFill>
                <a:latin typeface="AppleGothic"/>
                <a:ea typeface="AppleGothic"/>
                <a:cs typeface="AppleGothic"/>
              </a:rPr>
              <a:t>고객 피드백에서</a:t>
            </a:r>
          </a:p>
          <a:p xmlns:a="http://schemas.openxmlformats.org/drawingml/2006/main">
            <a:pPr algn="ctr">
              <a:lnSpc>
                <a:spcPct val="130000"/>
              </a:lnSpc>
              <a:buNone/>
              <a:defRPr sz="1425" b="1">
                <a:solidFill>
                  <a:srgbClr val="FFFFFF"/>
                </a:solidFill>
                <a:latin typeface="AppleGothic"/>
                <a:ea typeface="AppleGothic"/>
                <a:cs typeface="AppleGothic"/>
              </a:defRPr>
            </a:pPr>
            <a:r>
              <a:rPr sz="1425" b="1">
                <a:solidFill>
                  <a:srgbClr val="FFFFFF"/>
                </a:solidFill>
                <a:latin typeface="AppleGothic"/>
                <a:ea typeface="AppleGothic"/>
                <a:cs typeface="AppleGothic"/>
              </a:rPr>
              <a:t>핵심 신호·마찰·다음 행동 추출</a:t>
            </a:r>
          </a:p>
        </p:txBody>
      </p:sp>
      <p:sp>
        <p:nvSpPr>
          <p:cNvPr id="11" name="">
            <a:extLst xmlns:a="http://schemas.openxmlformats.org/drawingml/2006/main">
              <a:ext uri="{FF2B5EF4-FFF2-40B4-BE49-F238E27FC236}">
                <a16:creationId xmlns:a16="http://schemas.microsoft.com/office/drawing/2014/main" id="{83FAAF83-0BB9-4580-91B1-E99C84EDB7AE}"/>
              </a:ext>
            </a:extLst>
          </p:cNvPr>
          <p:cNvSpPr>
            <a:spLocks xmlns:a="http://schemas.openxmlformats.org/drawingml/2006/main" noGrp="1"/>
          </p:cNvSpPr>
          <p:nvPr/>
        </p:nvSpPr>
        <p:spPr>
          <a:xfrm xmlns:a="http://schemas.openxmlformats.org/drawingml/2006/main">
            <a:off x="3619500" y="3733800"/>
            <a:ext cx="4572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2100" b="1">
                <a:solidFill>
                  <a:srgbClr val="98A2B3"/>
                </a:solidFill>
                <a:latin typeface="Menlo"/>
                <a:ea typeface="Menlo"/>
                <a:cs typeface="Menlo"/>
              </a:defRPr>
            </a:pPr>
            <a:r>
              <a:rPr sz="2100" b="1">
                <a:solidFill>
                  <a:srgbClr val="98A2B3"/>
                </a:solidFill>
                <a:latin typeface="Menlo"/>
                <a:ea typeface="Menlo"/>
                <a:cs typeface="Menlo"/>
              </a:rPr>
              <a:t>+</a:t>
            </a:r>
          </a:p>
        </p:txBody>
      </p:sp>
      <p:sp>
        <p:nvSpPr>
          <p:cNvPr id="12" name="">
            <a:extLst xmlns:a="http://schemas.openxmlformats.org/drawingml/2006/main">
              <a:ext uri="{FF2B5EF4-FFF2-40B4-BE49-F238E27FC236}">
                <a16:creationId xmlns:a16="http://schemas.microsoft.com/office/drawing/2014/main" id="{98935CDD-0273-43C4-9C66-872BC440F0BB}"/>
              </a:ext>
            </a:extLst>
          </p:cNvPr>
          <p:cNvSpPr>
            <a:spLocks xmlns:a="http://schemas.openxmlformats.org/drawingml/2006/main" noGrp="1"/>
          </p:cNvSpPr>
          <p:nvPr/>
        </p:nvSpPr>
        <p:spPr>
          <a:xfrm xmlns:a="http://schemas.openxmlformats.org/drawingml/2006/main">
            <a:off x="4076700" y="1809750"/>
            <a:ext cx="403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100" b="1">
                <a:solidFill>
                  <a:srgbClr val="2563EB"/>
                </a:solidFill>
                <a:latin typeface="Menlo"/>
                <a:ea typeface="Menlo"/>
                <a:cs typeface="Menlo"/>
              </a:defRPr>
            </a:pPr>
            <a:r>
              <a:rPr sz="2100" b="1">
                <a:solidFill>
                  <a:srgbClr val="2563EB"/>
                </a:solidFill>
                <a:latin typeface="Menlo"/>
                <a:ea typeface="Menlo"/>
                <a:cs typeface="Menlo"/>
              </a:rPr>
              <a:t>02</a:t>
            </a:r>
          </a:p>
        </p:txBody>
      </p:sp>
      <p:sp>
        <p:nvSpPr>
          <p:cNvPr id="13" name="">
            <a:extLst xmlns:a="http://schemas.openxmlformats.org/drawingml/2006/main">
              <a:ext uri="{FF2B5EF4-FFF2-40B4-BE49-F238E27FC236}">
                <a16:creationId xmlns:a16="http://schemas.microsoft.com/office/drawing/2014/main" id="{EFF1BD31-1B7A-4124-825D-8C17331FA4F1}"/>
              </a:ext>
            </a:extLst>
          </p:cNvPr>
          <p:cNvSpPr>
            <a:spLocks xmlns:a="http://schemas.openxmlformats.org/drawingml/2006/main" noGrp="1"/>
          </p:cNvSpPr>
          <p:nvPr/>
        </p:nvSpPr>
        <p:spPr>
          <a:xfrm xmlns:a="http://schemas.openxmlformats.org/drawingml/2006/main">
            <a:off x="4076700" y="2381250"/>
            <a:ext cx="40386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875" b="1">
                <a:solidFill>
                  <a:srgbClr val="2563EB"/>
                </a:solidFill>
                <a:latin typeface="Menlo"/>
                <a:ea typeface="Menlo"/>
                <a:cs typeface="Menlo"/>
              </a:defRPr>
            </a:pPr>
            <a:r>
              <a:rPr sz="1875" b="1">
                <a:solidFill>
                  <a:srgbClr val="2563EB"/>
                </a:solidFill>
                <a:latin typeface="Menlo"/>
                <a:ea typeface="Menlo"/>
                <a:cs typeface="Menlo"/>
              </a:rPr>
              <a:t>입력</a:t>
            </a:r>
          </a:p>
        </p:txBody>
      </p:sp>
      <p:sp>
        <p:nvSpPr>
          <p:cNvPr id="14" name="">
            <a:extLst xmlns:a="http://schemas.openxmlformats.org/drawingml/2006/main">
              <a:ext uri="{FF2B5EF4-FFF2-40B4-BE49-F238E27FC236}">
                <a16:creationId xmlns:a16="http://schemas.microsoft.com/office/drawing/2014/main" id="{940D860B-941C-455C-8B64-4407C25FF3C7}"/>
              </a:ext>
            </a:extLst>
          </p:cNvPr>
          <p:cNvSpPr>
            <a:spLocks xmlns:a="http://schemas.openxmlformats.org/drawingml/2006/main" noGrp="1"/>
          </p:cNvSpPr>
          <p:nvPr/>
        </p:nvSpPr>
        <p:spPr>
          <a:xfrm xmlns:a="http://schemas.openxmlformats.org/drawingml/2006/main" rot="0">
            <a:off x="4076700" y="3067050"/>
            <a:ext cx="4038600" cy="1962150"/>
          </a:xfrm>
          <a:prstGeom xmlns:a="http://schemas.openxmlformats.org/drawingml/2006/main" prst="rect">
            <a:avLst/>
          </a:prstGeom>
          <a:solidFill xmlns:a="http://schemas.openxmlformats.org/drawingml/2006/main">
            <a:srgbClr val="E0F0FE"/>
          </a:solidFill>
          <a:ln xmlns:a="http://schemas.openxmlformats.org/drawingml/2006/main" w="19050">
            <a:solidFill>
              <a:srgbClr val="2563EB"/>
            </a:solidFill>
            <a:prstDash val="solid"/>
          </a:ln>
        </p:spPr>
      </p:sp>
      <p:sp>
        <p:nvSpPr>
          <p:cNvPr id="15" name="">
            <a:extLst xmlns:a="http://schemas.openxmlformats.org/drawingml/2006/main">
              <a:ext uri="{FF2B5EF4-FFF2-40B4-BE49-F238E27FC236}">
                <a16:creationId xmlns:a16="http://schemas.microsoft.com/office/drawing/2014/main" id="{16D1BD7B-A4F1-41EA-982F-4B47A73CBAAE}"/>
              </a:ext>
            </a:extLst>
          </p:cNvPr>
          <p:cNvSpPr>
            <a:spLocks xmlns:a="http://schemas.openxmlformats.org/drawingml/2006/main" noGrp="1"/>
          </p:cNvSpPr>
          <p:nvPr/>
        </p:nvSpPr>
        <p:spPr>
          <a:xfrm xmlns:a="http://schemas.openxmlformats.org/drawingml/2006/main">
            <a:off x="4286250" y="3295650"/>
            <a:ext cx="3619500" cy="1504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30000"/>
              </a:lnSpc>
              <a:buNone/>
              <a:defRPr sz="1425" b="1">
                <a:solidFill>
                  <a:srgbClr val="191919"/>
                </a:solidFill>
                <a:latin typeface="AppleGothic"/>
                <a:ea typeface="AppleGothic"/>
                <a:cs typeface="AppleGothic"/>
              </a:defRPr>
            </a:pPr>
            <a:r>
              <a:rPr sz="1425" b="1">
                <a:solidFill>
                  <a:srgbClr val="191919"/>
                </a:solidFill>
                <a:latin typeface="AppleGothic"/>
                <a:ea typeface="AppleGothic"/>
                <a:cs typeface="AppleGothic"/>
              </a:rPr>
              <a:t>실제 분포를 닮은 합성·검수 입력</a:t>
            </a:r>
          </a:p>
          <a:p xmlns:a="http://schemas.openxmlformats.org/drawingml/2006/main">
            <a:pPr algn="ctr">
              <a:lnSpc>
                <a:spcPct val="130000"/>
              </a:lnSpc>
              <a:buNone/>
              <a:defRPr sz="1425" b="1">
                <a:solidFill>
                  <a:srgbClr val="191919"/>
                </a:solidFill>
                <a:latin typeface="AppleGothic"/>
                <a:ea typeface="AppleGothic"/>
                <a:cs typeface="AppleGothic"/>
              </a:defRPr>
            </a:pPr>
            <a:r>
              <a:rPr sz="1425" b="1">
                <a:solidFill>
                  <a:srgbClr val="191919"/>
                </a:solidFill>
                <a:latin typeface="AppleGothic"/>
                <a:ea typeface="AppleGothic"/>
                <a:cs typeface="AppleGothic"/>
              </a:rPr>
              <a:t>민감 원문 제외</a:t>
            </a:r>
          </a:p>
        </p:txBody>
      </p:sp>
      <p:sp>
        <p:nvSpPr>
          <p:cNvPr id="16" name="">
            <a:extLst xmlns:a="http://schemas.openxmlformats.org/drawingml/2006/main">
              <a:ext uri="{FF2B5EF4-FFF2-40B4-BE49-F238E27FC236}">
                <a16:creationId xmlns:a16="http://schemas.microsoft.com/office/drawing/2014/main" id="{55A70177-A691-4634-8C0F-74BB6D2D6B04}"/>
              </a:ext>
            </a:extLst>
          </p:cNvPr>
          <p:cNvSpPr>
            <a:spLocks xmlns:a="http://schemas.openxmlformats.org/drawingml/2006/main" noGrp="1"/>
          </p:cNvSpPr>
          <p:nvPr/>
        </p:nvSpPr>
        <p:spPr>
          <a:xfrm xmlns:a="http://schemas.openxmlformats.org/drawingml/2006/main">
            <a:off x="8115300" y="3733800"/>
            <a:ext cx="4572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2100" b="1">
                <a:solidFill>
                  <a:srgbClr val="98A2B3"/>
                </a:solidFill>
                <a:latin typeface="Menlo"/>
                <a:ea typeface="Menlo"/>
                <a:cs typeface="Menlo"/>
              </a:defRPr>
            </a:pPr>
            <a:r>
              <a:rPr sz="2100" b="1">
                <a:solidFill>
                  <a:srgbClr val="98A2B3"/>
                </a:solidFill>
                <a:latin typeface="Menlo"/>
                <a:ea typeface="Menlo"/>
                <a:cs typeface="Menlo"/>
              </a:rPr>
              <a:t>+</a:t>
            </a:r>
          </a:p>
        </p:txBody>
      </p:sp>
      <p:sp>
        <p:nvSpPr>
          <p:cNvPr id="17" name="">
            <a:extLst xmlns:a="http://schemas.openxmlformats.org/drawingml/2006/main">
              <a:ext uri="{FF2B5EF4-FFF2-40B4-BE49-F238E27FC236}">
                <a16:creationId xmlns:a16="http://schemas.microsoft.com/office/drawing/2014/main" id="{8D9CE4A8-538E-4FF1-B743-9047D08695DC}"/>
              </a:ext>
            </a:extLst>
          </p:cNvPr>
          <p:cNvSpPr>
            <a:spLocks xmlns:a="http://schemas.openxmlformats.org/drawingml/2006/main" noGrp="1"/>
          </p:cNvSpPr>
          <p:nvPr/>
        </p:nvSpPr>
        <p:spPr>
          <a:xfrm xmlns:a="http://schemas.openxmlformats.org/drawingml/2006/main">
            <a:off x="8572500" y="1809750"/>
            <a:ext cx="30099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100" b="1">
                <a:solidFill>
                  <a:srgbClr val="98A2B3"/>
                </a:solidFill>
                <a:latin typeface="Menlo"/>
                <a:ea typeface="Menlo"/>
                <a:cs typeface="Menlo"/>
              </a:defRPr>
            </a:pPr>
            <a:r>
              <a:rPr sz="2100" b="1">
                <a:solidFill>
                  <a:srgbClr val="98A2B3"/>
                </a:solidFill>
                <a:latin typeface="Menlo"/>
                <a:ea typeface="Menlo"/>
                <a:cs typeface="Menlo"/>
              </a:rPr>
              <a:t>03</a:t>
            </a:r>
          </a:p>
        </p:txBody>
      </p:sp>
      <p:sp>
        <p:nvSpPr>
          <p:cNvPr id="18" name="">
            <a:extLst xmlns:a="http://schemas.openxmlformats.org/drawingml/2006/main">
              <a:ext uri="{FF2B5EF4-FFF2-40B4-BE49-F238E27FC236}">
                <a16:creationId xmlns:a16="http://schemas.microsoft.com/office/drawing/2014/main" id="{4EE566E2-42E2-4D38-B721-BA485E4E8902}"/>
              </a:ext>
            </a:extLst>
          </p:cNvPr>
          <p:cNvSpPr>
            <a:spLocks xmlns:a="http://schemas.openxmlformats.org/drawingml/2006/main" noGrp="1"/>
          </p:cNvSpPr>
          <p:nvPr/>
        </p:nvSpPr>
        <p:spPr>
          <a:xfrm xmlns:a="http://schemas.openxmlformats.org/drawingml/2006/main">
            <a:off x="8572500" y="2381250"/>
            <a:ext cx="30099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875" b="1">
                <a:solidFill>
                  <a:srgbClr val="FFFFFF"/>
                </a:solidFill>
                <a:latin typeface="Menlo"/>
                <a:ea typeface="Menlo"/>
                <a:cs typeface="Menlo"/>
              </a:defRPr>
            </a:pPr>
            <a:r>
              <a:rPr sz="1875" b="1">
                <a:solidFill>
                  <a:srgbClr val="FFFFFF"/>
                </a:solidFill>
                <a:latin typeface="Menlo"/>
                <a:ea typeface="Menlo"/>
                <a:cs typeface="Menlo"/>
              </a:rPr>
              <a:t>기대 출력</a:t>
            </a:r>
          </a:p>
        </p:txBody>
      </p:sp>
      <p:sp>
        <p:nvSpPr>
          <p:cNvPr id="19" name="">
            <a:extLst xmlns:a="http://schemas.openxmlformats.org/drawingml/2006/main">
              <a:ext uri="{FF2B5EF4-FFF2-40B4-BE49-F238E27FC236}">
                <a16:creationId xmlns:a16="http://schemas.microsoft.com/office/drawing/2014/main" id="{EAA8D128-02AF-4CA7-BA4C-15556C45E4A6}"/>
              </a:ext>
            </a:extLst>
          </p:cNvPr>
          <p:cNvSpPr>
            <a:spLocks xmlns:a="http://schemas.openxmlformats.org/drawingml/2006/main" noGrp="1"/>
          </p:cNvSpPr>
          <p:nvPr/>
        </p:nvSpPr>
        <p:spPr>
          <a:xfrm xmlns:a="http://schemas.openxmlformats.org/drawingml/2006/main" rot="0">
            <a:off x="8572500" y="3067050"/>
            <a:ext cx="3009900" cy="196215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20" name="">
            <a:extLst xmlns:a="http://schemas.openxmlformats.org/drawingml/2006/main">
              <a:ext uri="{FF2B5EF4-FFF2-40B4-BE49-F238E27FC236}">
                <a16:creationId xmlns:a16="http://schemas.microsoft.com/office/drawing/2014/main" id="{38E278C7-922B-43C7-B990-43E045814676}"/>
              </a:ext>
            </a:extLst>
          </p:cNvPr>
          <p:cNvSpPr>
            <a:spLocks xmlns:a="http://schemas.openxmlformats.org/drawingml/2006/main" noGrp="1"/>
          </p:cNvSpPr>
          <p:nvPr/>
        </p:nvSpPr>
        <p:spPr>
          <a:xfrm xmlns:a="http://schemas.openxmlformats.org/drawingml/2006/main">
            <a:off x="8782050" y="3295650"/>
            <a:ext cx="2590800" cy="1504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30000"/>
              </a:lnSpc>
              <a:buNone/>
              <a:defRPr sz="1425" b="1">
                <a:solidFill>
                  <a:srgbClr val="FFFFFF"/>
                </a:solidFill>
                <a:latin typeface="AppleGothic"/>
                <a:ea typeface="AppleGothic"/>
                <a:cs typeface="AppleGothic"/>
              </a:defRPr>
            </a:pPr>
            <a:r>
              <a:rPr sz="1425" b="1">
                <a:solidFill>
                  <a:srgbClr val="FFFFFF"/>
                </a:solidFill>
                <a:latin typeface="AppleGothic"/>
                <a:ea typeface="AppleGothic"/>
                <a:cs typeface="AppleGothic"/>
              </a:rPr>
              <a:t>고정 스키마</a:t>
            </a:r>
          </a:p>
          <a:p xmlns:a="http://schemas.openxmlformats.org/drawingml/2006/main">
            <a:pPr algn="ctr">
              <a:lnSpc>
                <a:spcPct val="130000"/>
              </a:lnSpc>
              <a:buNone/>
              <a:defRPr sz="1425" b="1">
                <a:solidFill>
                  <a:srgbClr val="FFFFFF"/>
                </a:solidFill>
                <a:latin typeface="AppleGothic"/>
                <a:ea typeface="AppleGothic"/>
                <a:cs typeface="AppleGothic"/>
              </a:defRPr>
            </a:pPr>
            <a:r>
              <a:rPr sz="1425" b="1">
                <a:solidFill>
                  <a:srgbClr val="FFFFFF"/>
                </a:solidFill>
                <a:latin typeface="AppleGothic"/>
                <a:ea typeface="AppleGothic"/>
                <a:cs typeface="AppleGothic"/>
              </a:rPr>
              <a:t>근거 있는 값</a:t>
            </a:r>
          </a:p>
        </p:txBody>
      </p:sp>
      <p:sp>
        <p:nvSpPr>
          <p:cNvPr id="21" name="">
            <a:extLst xmlns:a="http://schemas.openxmlformats.org/drawingml/2006/main">
              <a:ext uri="{FF2B5EF4-FFF2-40B4-BE49-F238E27FC236}">
                <a16:creationId xmlns:a16="http://schemas.microsoft.com/office/drawing/2014/main" id="{6561ADDE-0265-468B-AC0D-D568BDEDB358}"/>
              </a:ext>
            </a:extLst>
          </p:cNvPr>
          <p:cNvSpPr>
            <a:spLocks xmlns:a="http://schemas.openxmlformats.org/drawingml/2006/main" noGrp="1"/>
          </p:cNvSpPr>
          <p:nvPr/>
        </p:nvSpPr>
        <p:spPr>
          <a:xfrm xmlns:a="http://schemas.openxmlformats.org/drawingml/2006/main">
            <a:off x="609600" y="5524500"/>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FFFFFF"/>
                </a:solidFill>
                <a:latin typeface="AppleGothic"/>
                <a:ea typeface="AppleGothic"/>
                <a:cs typeface="AppleGothic"/>
              </a:defRPr>
            </a:pPr>
            <a:r>
              <a:rPr sz="1500" b="1">
                <a:solidFill>
                  <a:srgbClr val="FFFFFF"/>
                </a:solidFill>
                <a:latin typeface="AppleGothic"/>
                <a:ea typeface="AppleGothic"/>
                <a:cs typeface="AppleGothic"/>
              </a:rPr>
              <a:t>잘못된 예시는 잘못된 행동을 더 일관되게 재현</a:t>
            </a:r>
          </a:p>
        </p:txBody>
      </p:sp>
    </p:spTree>
    <p:extLst>
      <p:ext uri="{BB962C8B-B14F-4D97-AF65-F5344CB8AC3E}">
        <p14:creationId xmlns:p14="http://schemas.microsoft.com/office/powerpoint/2010/main" val="1628667793"/>
      </p:ext>
    </p:extLst>
  </p:cSld>
</p:sld>
</file>

<file path=ppt/slides/slide41.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B092B789-1855-4C68-BF43-8BB6D967B541}"/>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POST-TRAINING</a:t>
            </a:r>
          </a:p>
        </p:txBody>
      </p:sp>
      <p:sp>
        <p:nvSpPr>
          <p:cNvPr id="2" name="">
            <a:extLst xmlns:a="http://schemas.openxmlformats.org/drawingml/2006/main">
              <a:ext uri="{FF2B5EF4-FFF2-40B4-BE49-F238E27FC236}">
                <a16:creationId xmlns:a16="http://schemas.microsoft.com/office/drawing/2014/main" id="{2C610EED-F18D-4F3C-9E54-B1FEE3304629}"/>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41</a:t>
            </a:r>
          </a:p>
        </p:txBody>
      </p:sp>
      <p:sp>
        <p:nvSpPr>
          <p:cNvPr id="3" name="">
            <a:extLst xmlns:a="http://schemas.openxmlformats.org/drawingml/2006/main">
              <a:ext uri="{FF2B5EF4-FFF2-40B4-BE49-F238E27FC236}">
                <a16:creationId xmlns:a16="http://schemas.microsoft.com/office/drawing/2014/main" id="{2183BA50-B5DD-4A08-8890-463357B2E81E}"/>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6DBA3636-ACFC-4589-971D-BEAE5C308B07}"/>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3B6DACBF-EC9F-4F1A-8882-4EB0E7B7F68C}"/>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38B4D1D7-BF44-456E-B38A-AFD39369CCEF}"/>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선호 데이터의 구조</a:t>
            </a:r>
          </a:p>
        </p:txBody>
      </p:sp>
      <p:sp>
        <p:nvSpPr>
          <p:cNvPr id="7" name="">
            <a:extLst xmlns:a="http://schemas.openxmlformats.org/drawingml/2006/main">
              <a:ext uri="{FF2B5EF4-FFF2-40B4-BE49-F238E27FC236}">
                <a16:creationId xmlns:a16="http://schemas.microsoft.com/office/drawing/2014/main" id="{921C5D72-B111-476A-A05A-61242C8CB536}"/>
              </a:ext>
            </a:extLst>
          </p:cNvPr>
          <p:cNvSpPr>
            <a:spLocks xmlns:a="http://schemas.openxmlformats.org/drawingml/2006/main" noGrp="1"/>
          </p:cNvSpPr>
          <p:nvPr/>
        </p:nvSpPr>
        <p:spPr>
          <a:xfrm xmlns:a="http://schemas.openxmlformats.org/drawingml/2006/main">
            <a:off x="609600" y="1657350"/>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AppleGothic"/>
                <a:ea typeface="AppleGothic"/>
                <a:cs typeface="AppleGothic"/>
              </a:defRPr>
            </a:pPr>
            <a:r>
              <a:rPr sz="1050" b="1">
                <a:solidFill>
                  <a:srgbClr val="2563EB"/>
                </a:solidFill>
                <a:latin typeface="AppleGothic"/>
                <a:ea typeface="AppleGothic"/>
                <a:cs typeface="AppleGothic"/>
              </a:rPr>
              <a:t>선호 응답 · CHOSEN</a:t>
            </a:r>
          </a:p>
        </p:txBody>
      </p:sp>
      <p:sp>
        <p:nvSpPr>
          <p:cNvPr id="8" name="">
            <a:extLst xmlns:a="http://schemas.openxmlformats.org/drawingml/2006/main">
              <a:ext uri="{FF2B5EF4-FFF2-40B4-BE49-F238E27FC236}">
                <a16:creationId xmlns:a16="http://schemas.microsoft.com/office/drawing/2014/main" id="{32B16B18-D240-435E-BCF4-3BB7C57F28FE}"/>
              </a:ext>
            </a:extLst>
          </p:cNvPr>
          <p:cNvSpPr>
            <a:spLocks xmlns:a="http://schemas.openxmlformats.org/drawingml/2006/main" noGrp="1"/>
          </p:cNvSpPr>
          <p:nvPr/>
        </p:nvSpPr>
        <p:spPr>
          <a:xfrm xmlns:a="http://schemas.openxmlformats.org/drawingml/2006/main">
            <a:off x="609600" y="2038350"/>
            <a:ext cx="49530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250" b="1">
                <a:solidFill>
                  <a:srgbClr val="2563EB"/>
                </a:solidFill>
                <a:latin typeface="AppleGothic"/>
                <a:ea typeface="AppleGothic"/>
                <a:cs typeface="AppleGothic"/>
              </a:defRPr>
            </a:pPr>
            <a:r>
              <a:rPr sz="2250" b="1">
                <a:solidFill>
                  <a:srgbClr val="2563EB"/>
                </a:solidFill>
                <a:latin typeface="AppleGothic"/>
                <a:ea typeface="AppleGothic"/>
                <a:cs typeface="AppleGothic"/>
              </a:rPr>
              <a:t>짧고 근거 있는 응답</a:t>
            </a:r>
          </a:p>
        </p:txBody>
      </p:sp>
      <p:sp>
        <p:nvSpPr>
          <p:cNvPr id="9" name="">
            <a:extLst xmlns:a="http://schemas.openxmlformats.org/drawingml/2006/main">
              <a:ext uri="{FF2B5EF4-FFF2-40B4-BE49-F238E27FC236}">
                <a16:creationId xmlns:a16="http://schemas.microsoft.com/office/drawing/2014/main" id="{9BF0363B-4623-4894-870C-8F77E935E9C8}"/>
              </a:ext>
            </a:extLst>
          </p:cNvPr>
          <p:cNvSpPr>
            <a:spLocks xmlns:a="http://schemas.openxmlformats.org/drawingml/2006/main" noGrp="1"/>
          </p:cNvSpPr>
          <p:nvPr/>
        </p:nvSpPr>
        <p:spPr>
          <a:xfrm xmlns:a="http://schemas.openxmlformats.org/drawingml/2006/main" flipH="0" flipV="0">
            <a:off x="609600" y="3048000"/>
            <a:ext cx="4953000" cy="0"/>
          </a:xfrm>
          <a:prstGeom xmlns:a="http://schemas.openxmlformats.org/drawingml/2006/main" prst="line">
            <a:avLst/>
          </a:prstGeom>
          <a:noFill xmlns:a="http://schemas.openxmlformats.org/drawingml/2006/main"/>
          <a:ln xmlns:a="http://schemas.openxmlformats.org/drawingml/2006/main" w="38100">
            <a:solidFill>
              <a:srgbClr val="2563EB"/>
            </a:solidFill>
            <a:prstDash val="solid"/>
          </a:ln>
        </p:spPr>
      </p:sp>
      <p:sp>
        <p:nvSpPr>
          <p:cNvPr id="10" name="">
            <a:extLst xmlns:a="http://schemas.openxmlformats.org/drawingml/2006/main">
              <a:ext uri="{FF2B5EF4-FFF2-40B4-BE49-F238E27FC236}">
                <a16:creationId xmlns:a16="http://schemas.microsoft.com/office/drawing/2014/main" id="{D213E91B-8A80-44BF-AF1D-4A8AE2477734}"/>
              </a:ext>
            </a:extLst>
          </p:cNvPr>
          <p:cNvSpPr>
            <a:spLocks xmlns:a="http://schemas.openxmlformats.org/drawingml/2006/main" noGrp="1"/>
          </p:cNvSpPr>
          <p:nvPr/>
        </p:nvSpPr>
        <p:spPr>
          <a:xfrm xmlns:a="http://schemas.openxmlformats.org/drawingml/2006/main">
            <a:off x="609600" y="3333750"/>
            <a:ext cx="4953000" cy="1866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5000"/>
              </a:lnSpc>
              <a:buNone/>
              <a:defRPr sz="1500" b="0">
                <a:solidFill>
                  <a:srgbClr val="667085"/>
                </a:solidFill>
                <a:latin typeface="AppleGothic"/>
                <a:ea typeface="AppleGothic"/>
                <a:cs typeface="AppleGothic"/>
              </a:defRPr>
            </a:pPr>
            <a:r>
              <a:rPr sz="1500" b="0">
                <a:solidFill>
                  <a:srgbClr val="667085"/>
                </a:solidFill>
                <a:latin typeface="AppleGothic"/>
                <a:ea typeface="AppleGothic"/>
                <a:cs typeface="AppleGothic"/>
              </a:rPr>
              <a:t>요청한 스키마 준수</a:t>
            </a:r>
          </a:p>
          <a:p xmlns:a="http://schemas.openxmlformats.org/drawingml/2006/main">
            <a:pPr algn="l">
              <a:lnSpc>
                <a:spcPct val="135000"/>
              </a:lnSpc>
              <a:buNone/>
              <a:defRPr sz="1500" b="0">
                <a:solidFill>
                  <a:srgbClr val="667085"/>
                </a:solidFill>
                <a:latin typeface="AppleGothic"/>
                <a:ea typeface="AppleGothic"/>
                <a:cs typeface="AppleGothic"/>
              </a:defRPr>
            </a:pPr>
            <a:r>
              <a:rPr sz="1500" b="0">
                <a:solidFill>
                  <a:srgbClr val="667085"/>
                </a:solidFill>
                <a:latin typeface="AppleGothic"/>
                <a:ea typeface="AppleGothic"/>
                <a:cs typeface="AppleGothic"/>
              </a:rPr>
              <a:t>입력에 없는 사실 없음</a:t>
            </a:r>
          </a:p>
          <a:p xmlns:a="http://schemas.openxmlformats.org/drawingml/2006/main">
            <a:pPr algn="l">
              <a:lnSpc>
                <a:spcPct val="135000"/>
              </a:lnSpc>
              <a:buNone/>
              <a:defRPr sz="1500" b="0">
                <a:solidFill>
                  <a:srgbClr val="667085"/>
                </a:solidFill>
                <a:latin typeface="AppleGothic"/>
                <a:ea typeface="AppleGothic"/>
                <a:cs typeface="AppleGothic"/>
              </a:defRPr>
            </a:pPr>
            <a:r>
              <a:rPr sz="1500" b="0">
                <a:solidFill>
                  <a:srgbClr val="667085"/>
                </a:solidFill>
                <a:latin typeface="AppleGothic"/>
                <a:ea typeface="AppleGothic"/>
                <a:cs typeface="AppleGothic"/>
              </a:rPr>
              <a:t>실행 가능한 다음 행동</a:t>
            </a:r>
          </a:p>
        </p:txBody>
      </p:sp>
      <p:sp>
        <p:nvSpPr>
          <p:cNvPr id="11" name="">
            <a:extLst xmlns:a="http://schemas.openxmlformats.org/drawingml/2006/main">
              <a:ext uri="{FF2B5EF4-FFF2-40B4-BE49-F238E27FC236}">
                <a16:creationId xmlns:a16="http://schemas.microsoft.com/office/drawing/2014/main" id="{DF70DC28-4B99-40FC-94B8-6435CCC272BD}"/>
              </a:ext>
            </a:extLst>
          </p:cNvPr>
          <p:cNvSpPr>
            <a:spLocks xmlns:a="http://schemas.openxmlformats.org/drawingml/2006/main" noGrp="1"/>
          </p:cNvSpPr>
          <p:nvPr/>
        </p:nvSpPr>
        <p:spPr>
          <a:xfrm xmlns:a="http://schemas.openxmlformats.org/drawingml/2006/main">
            <a:off x="6267450" y="1657350"/>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비선호 응답 · REJECTED</a:t>
            </a:r>
          </a:p>
        </p:txBody>
      </p:sp>
      <p:sp>
        <p:nvSpPr>
          <p:cNvPr id="12" name="">
            <a:extLst xmlns:a="http://schemas.openxmlformats.org/drawingml/2006/main">
              <a:ext uri="{FF2B5EF4-FFF2-40B4-BE49-F238E27FC236}">
                <a16:creationId xmlns:a16="http://schemas.microsoft.com/office/drawing/2014/main" id="{4682EE45-7F0B-4B98-BE4C-2F7F65FE22E9}"/>
              </a:ext>
            </a:extLst>
          </p:cNvPr>
          <p:cNvSpPr>
            <a:spLocks xmlns:a="http://schemas.openxmlformats.org/drawingml/2006/main" noGrp="1"/>
          </p:cNvSpPr>
          <p:nvPr/>
        </p:nvSpPr>
        <p:spPr>
          <a:xfrm xmlns:a="http://schemas.openxmlformats.org/drawingml/2006/main">
            <a:off x="6267450" y="2038350"/>
            <a:ext cx="49530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250" b="1">
                <a:solidFill>
                  <a:srgbClr val="191919"/>
                </a:solidFill>
                <a:latin typeface="AppleGothic"/>
                <a:ea typeface="AppleGothic"/>
                <a:cs typeface="AppleGothic"/>
              </a:defRPr>
            </a:pPr>
            <a:r>
              <a:rPr sz="2250" b="1">
                <a:solidFill>
                  <a:srgbClr val="191919"/>
                </a:solidFill>
                <a:latin typeface="AppleGothic"/>
                <a:ea typeface="AppleGothic"/>
                <a:cs typeface="AppleGothic"/>
              </a:rPr>
              <a:t>그럴듯하지만 불리한 응답</a:t>
            </a:r>
          </a:p>
        </p:txBody>
      </p:sp>
      <p:sp>
        <p:nvSpPr>
          <p:cNvPr id="13" name="">
            <a:extLst xmlns:a="http://schemas.openxmlformats.org/drawingml/2006/main">
              <a:ext uri="{FF2B5EF4-FFF2-40B4-BE49-F238E27FC236}">
                <a16:creationId xmlns:a16="http://schemas.microsoft.com/office/drawing/2014/main" id="{CD483F07-D23B-42DF-933B-20EF2F0BBFB0}"/>
              </a:ext>
            </a:extLst>
          </p:cNvPr>
          <p:cNvSpPr>
            <a:spLocks xmlns:a="http://schemas.openxmlformats.org/drawingml/2006/main" noGrp="1"/>
          </p:cNvSpPr>
          <p:nvPr/>
        </p:nvSpPr>
        <p:spPr>
          <a:xfrm xmlns:a="http://schemas.openxmlformats.org/drawingml/2006/main" flipH="0" flipV="0">
            <a:off x="6267450" y="3048000"/>
            <a:ext cx="4953000" cy="0"/>
          </a:xfrm>
          <a:prstGeom xmlns:a="http://schemas.openxmlformats.org/drawingml/2006/main" prst="line">
            <a:avLst/>
          </a:prstGeom>
          <a:noFill xmlns:a="http://schemas.openxmlformats.org/drawingml/2006/main"/>
          <a:ln xmlns:a="http://schemas.openxmlformats.org/drawingml/2006/main" w="9525">
            <a:solidFill>
              <a:srgbClr val="191919"/>
            </a:solidFill>
            <a:prstDash val="solid"/>
          </a:ln>
        </p:spPr>
      </p:sp>
      <p:sp>
        <p:nvSpPr>
          <p:cNvPr id="14" name="">
            <a:extLst xmlns:a="http://schemas.openxmlformats.org/drawingml/2006/main">
              <a:ext uri="{FF2B5EF4-FFF2-40B4-BE49-F238E27FC236}">
                <a16:creationId xmlns:a16="http://schemas.microsoft.com/office/drawing/2014/main" id="{746FBF51-407A-4F55-9345-30AE3D8147E2}"/>
              </a:ext>
            </a:extLst>
          </p:cNvPr>
          <p:cNvSpPr>
            <a:spLocks xmlns:a="http://schemas.openxmlformats.org/drawingml/2006/main" noGrp="1"/>
          </p:cNvSpPr>
          <p:nvPr/>
        </p:nvSpPr>
        <p:spPr>
          <a:xfrm xmlns:a="http://schemas.openxmlformats.org/drawingml/2006/main">
            <a:off x="6267450" y="3333750"/>
            <a:ext cx="4953000" cy="1866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5000"/>
              </a:lnSpc>
              <a:buNone/>
              <a:defRPr sz="1500" b="0">
                <a:solidFill>
                  <a:srgbClr val="667085"/>
                </a:solidFill>
                <a:latin typeface="AppleGothic"/>
                <a:ea typeface="AppleGothic"/>
                <a:cs typeface="AppleGothic"/>
              </a:defRPr>
            </a:pPr>
            <a:r>
              <a:rPr sz="1500" b="0">
                <a:solidFill>
                  <a:srgbClr val="667085"/>
                </a:solidFill>
                <a:latin typeface="AppleGothic"/>
                <a:ea typeface="AppleGothic"/>
                <a:cs typeface="AppleGothic"/>
              </a:rPr>
              <a:t>형식 누락</a:t>
            </a:r>
          </a:p>
          <a:p xmlns:a="http://schemas.openxmlformats.org/drawingml/2006/main">
            <a:pPr algn="l">
              <a:lnSpc>
                <a:spcPct val="135000"/>
              </a:lnSpc>
              <a:buNone/>
              <a:defRPr sz="1500" b="0">
                <a:solidFill>
                  <a:srgbClr val="667085"/>
                </a:solidFill>
                <a:latin typeface="AppleGothic"/>
                <a:ea typeface="AppleGothic"/>
                <a:cs typeface="AppleGothic"/>
              </a:defRPr>
            </a:pPr>
            <a:r>
              <a:rPr sz="1500" b="0">
                <a:solidFill>
                  <a:srgbClr val="667085"/>
                </a:solidFill>
                <a:latin typeface="AppleGothic"/>
                <a:ea typeface="AppleGothic"/>
                <a:cs typeface="AppleGothic"/>
              </a:rPr>
              <a:t>새 사실 추가</a:t>
            </a:r>
          </a:p>
          <a:p xmlns:a="http://schemas.openxmlformats.org/drawingml/2006/main">
            <a:pPr algn="l">
              <a:lnSpc>
                <a:spcPct val="135000"/>
              </a:lnSpc>
              <a:buNone/>
              <a:defRPr sz="1500" b="0">
                <a:solidFill>
                  <a:srgbClr val="667085"/>
                </a:solidFill>
                <a:latin typeface="AppleGothic"/>
                <a:ea typeface="AppleGothic"/>
                <a:cs typeface="AppleGothic"/>
              </a:defRPr>
            </a:pPr>
            <a:r>
              <a:rPr sz="1500" b="0">
                <a:solidFill>
                  <a:srgbClr val="667085"/>
                </a:solidFill>
                <a:latin typeface="AppleGothic"/>
                <a:ea typeface="AppleGothic"/>
                <a:cs typeface="AppleGothic"/>
              </a:rPr>
              <a:t>과도한 장황함</a:t>
            </a:r>
          </a:p>
        </p:txBody>
      </p:sp>
      <p:sp>
        <p:nvSpPr>
          <p:cNvPr id="15" name="">
            <a:extLst xmlns:a="http://schemas.openxmlformats.org/drawingml/2006/main">
              <a:ext uri="{FF2B5EF4-FFF2-40B4-BE49-F238E27FC236}">
                <a16:creationId xmlns:a16="http://schemas.microsoft.com/office/drawing/2014/main" id="{8EB80FCA-AA8B-4F28-ACB7-74E628B798D1}"/>
              </a:ext>
            </a:extLst>
          </p:cNvPr>
          <p:cNvSpPr>
            <a:spLocks xmlns:a="http://schemas.openxmlformats.org/drawingml/2006/main" noGrp="1"/>
          </p:cNvSpPr>
          <p:nvPr/>
        </p:nvSpPr>
        <p:spPr>
          <a:xfrm xmlns:a="http://schemas.openxmlformats.org/drawingml/2006/main" flipH="0" flipV="0">
            <a:off x="5924550" y="1657350"/>
            <a:ext cx="0" cy="417195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Tree>
    <p:extLst>
      <p:ext uri="{BB962C8B-B14F-4D97-AF65-F5344CB8AC3E}">
        <p14:creationId xmlns:p14="http://schemas.microsoft.com/office/powerpoint/2010/main" val="1001025479"/>
      </p:ext>
    </p:extLst>
  </p:cSld>
</p:sld>
</file>

<file path=ppt/slides/slide42.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D0BEC12C-1B8A-47B9-A7BF-80DB15F8A56D}"/>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POST-TRAINING</a:t>
            </a:r>
          </a:p>
        </p:txBody>
      </p:sp>
      <p:sp>
        <p:nvSpPr>
          <p:cNvPr id="2" name="">
            <a:extLst xmlns:a="http://schemas.openxmlformats.org/drawingml/2006/main">
              <a:ext uri="{FF2B5EF4-FFF2-40B4-BE49-F238E27FC236}">
                <a16:creationId xmlns:a16="http://schemas.microsoft.com/office/drawing/2014/main" id="{E871EC0C-24B2-4A18-B51B-D5A7A9FBE6D9}"/>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42</a:t>
            </a:r>
          </a:p>
        </p:txBody>
      </p:sp>
      <p:sp>
        <p:nvSpPr>
          <p:cNvPr id="3" name="">
            <a:extLst xmlns:a="http://schemas.openxmlformats.org/drawingml/2006/main">
              <a:ext uri="{FF2B5EF4-FFF2-40B4-BE49-F238E27FC236}">
                <a16:creationId xmlns:a16="http://schemas.microsoft.com/office/drawing/2014/main" id="{4AF1B716-922F-4D3A-B695-06662DF5C88B}"/>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C7015737-1C2A-41F8-88A5-30490DEA7AE0}"/>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E091418C-6D99-4550-BC0B-3D339F58895D}"/>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31D6FD87-A8C1-4D62-B092-B523FF11F6AB}"/>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인간 피드백 기반 강화학습의 대표 경로</a:t>
            </a:r>
          </a:p>
        </p:txBody>
      </p:sp>
      <p:sp>
        <p:nvSpPr>
          <p:cNvPr id="7" name="">
            <a:extLst xmlns:a="http://schemas.openxmlformats.org/drawingml/2006/main">
              <a:ext uri="{FF2B5EF4-FFF2-40B4-BE49-F238E27FC236}">
                <a16:creationId xmlns:a16="http://schemas.microsoft.com/office/drawing/2014/main" id="{C3BFBE73-5EA9-4047-9EAC-AFFA8FF53F99}"/>
              </a:ext>
            </a:extLst>
          </p:cNvPr>
          <p:cNvSpPr>
            <a:spLocks xmlns:a="http://schemas.openxmlformats.org/drawingml/2006/main" noGrp="1"/>
          </p:cNvSpPr>
          <p:nvPr/>
        </p:nvSpPr>
        <p:spPr>
          <a:xfrm xmlns:a="http://schemas.openxmlformats.org/drawingml/2006/main" rot="0">
            <a:off x="609600" y="2381250"/>
            <a:ext cx="2026920" cy="118110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8" name="">
            <a:extLst xmlns:a="http://schemas.openxmlformats.org/drawingml/2006/main">
              <a:ext uri="{FF2B5EF4-FFF2-40B4-BE49-F238E27FC236}">
                <a16:creationId xmlns:a16="http://schemas.microsoft.com/office/drawing/2014/main" id="{A482B5FB-9F00-4317-8177-0770ECFD787B}"/>
              </a:ext>
            </a:extLst>
          </p:cNvPr>
          <p:cNvSpPr>
            <a:spLocks xmlns:a="http://schemas.openxmlformats.org/drawingml/2006/main" noGrp="1"/>
          </p:cNvSpPr>
          <p:nvPr/>
        </p:nvSpPr>
        <p:spPr>
          <a:xfrm xmlns:a="http://schemas.openxmlformats.org/drawingml/2006/main">
            <a:off x="74295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지도 미세조정</a:t>
            </a:r>
          </a:p>
        </p:txBody>
      </p:sp>
      <p:sp>
        <p:nvSpPr>
          <p:cNvPr id="9" name="">
            <a:extLst xmlns:a="http://schemas.openxmlformats.org/drawingml/2006/main">
              <a:ext uri="{FF2B5EF4-FFF2-40B4-BE49-F238E27FC236}">
                <a16:creationId xmlns:a16="http://schemas.microsoft.com/office/drawing/2014/main" id="{A2B9D0D2-8800-4D44-9CAD-E3D4D4BAAEA4}"/>
              </a:ext>
            </a:extLst>
          </p:cNvPr>
          <p:cNvSpPr>
            <a:spLocks xmlns:a="http://schemas.openxmlformats.org/drawingml/2006/main" noGrp="1"/>
          </p:cNvSpPr>
          <p:nvPr/>
        </p:nvSpPr>
        <p:spPr>
          <a:xfrm xmlns:a="http://schemas.openxmlformats.org/drawingml/2006/main">
            <a:off x="74295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초기 정책</a:t>
            </a:r>
          </a:p>
        </p:txBody>
      </p:sp>
      <p:sp>
        <p:nvSpPr>
          <p:cNvPr id="10" name="">
            <a:extLst xmlns:a="http://schemas.openxmlformats.org/drawingml/2006/main">
              <a:ext uri="{FF2B5EF4-FFF2-40B4-BE49-F238E27FC236}">
                <a16:creationId xmlns:a16="http://schemas.microsoft.com/office/drawing/2014/main" id="{F5A222B3-969E-43A1-89BD-F7E7E4B1BA00}"/>
              </a:ext>
            </a:extLst>
          </p:cNvPr>
          <p:cNvSpPr>
            <a:spLocks xmlns:a="http://schemas.openxmlformats.org/drawingml/2006/main" noGrp="1"/>
          </p:cNvSpPr>
          <p:nvPr/>
        </p:nvSpPr>
        <p:spPr>
          <a:xfrm xmlns:a="http://schemas.openxmlformats.org/drawingml/2006/main">
            <a:off x="2636520" y="2781300"/>
            <a:ext cx="209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98A2B3"/>
                </a:solidFill>
                <a:latin typeface="Menlo"/>
                <a:ea typeface="Menlo"/>
                <a:cs typeface="Menlo"/>
              </a:defRPr>
            </a:pPr>
            <a:r>
              <a:rPr sz="1500" b="1">
                <a:solidFill>
                  <a:srgbClr val="98A2B3"/>
                </a:solidFill>
                <a:latin typeface="Menlo"/>
                <a:ea typeface="Menlo"/>
                <a:cs typeface="Menlo"/>
              </a:rPr>
              <a:t>→</a:t>
            </a:r>
          </a:p>
        </p:txBody>
      </p:sp>
      <p:sp>
        <p:nvSpPr>
          <p:cNvPr id="11" name="">
            <a:extLst xmlns:a="http://schemas.openxmlformats.org/drawingml/2006/main">
              <a:ext uri="{FF2B5EF4-FFF2-40B4-BE49-F238E27FC236}">
                <a16:creationId xmlns:a16="http://schemas.microsoft.com/office/drawing/2014/main" id="{B3E28D23-E09C-4DFF-9A21-1094B3D31020}"/>
              </a:ext>
            </a:extLst>
          </p:cNvPr>
          <p:cNvSpPr>
            <a:spLocks xmlns:a="http://schemas.openxmlformats.org/drawingml/2006/main" noGrp="1"/>
          </p:cNvSpPr>
          <p:nvPr/>
        </p:nvSpPr>
        <p:spPr>
          <a:xfrm xmlns:a="http://schemas.openxmlformats.org/drawingml/2006/main" rot="0">
            <a:off x="2846070" y="2381250"/>
            <a:ext cx="2026920" cy="118110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12" name="">
            <a:extLst xmlns:a="http://schemas.openxmlformats.org/drawingml/2006/main">
              <a:ext uri="{FF2B5EF4-FFF2-40B4-BE49-F238E27FC236}">
                <a16:creationId xmlns:a16="http://schemas.microsoft.com/office/drawing/2014/main" id="{D92315F5-E7ED-45DD-8B66-47C4B6ACDE0A}"/>
              </a:ext>
            </a:extLst>
          </p:cNvPr>
          <p:cNvSpPr>
            <a:spLocks xmlns:a="http://schemas.openxmlformats.org/drawingml/2006/main" noGrp="1"/>
          </p:cNvSpPr>
          <p:nvPr/>
        </p:nvSpPr>
        <p:spPr>
          <a:xfrm xmlns:a="http://schemas.openxmlformats.org/drawingml/2006/main">
            <a:off x="297942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선호 비교</a:t>
            </a:r>
          </a:p>
        </p:txBody>
      </p:sp>
      <p:sp>
        <p:nvSpPr>
          <p:cNvPr id="13" name="">
            <a:extLst xmlns:a="http://schemas.openxmlformats.org/drawingml/2006/main">
              <a:ext uri="{FF2B5EF4-FFF2-40B4-BE49-F238E27FC236}">
                <a16:creationId xmlns:a16="http://schemas.microsoft.com/office/drawing/2014/main" id="{546AFD5B-3505-42A2-8D17-235C8C13E351}"/>
              </a:ext>
            </a:extLst>
          </p:cNvPr>
          <p:cNvSpPr>
            <a:spLocks xmlns:a="http://schemas.openxmlformats.org/drawingml/2006/main" noGrp="1"/>
          </p:cNvSpPr>
          <p:nvPr/>
        </p:nvSpPr>
        <p:spPr>
          <a:xfrm xmlns:a="http://schemas.openxmlformats.org/drawingml/2006/main">
            <a:off x="297942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사람의 비교</a:t>
            </a:r>
          </a:p>
        </p:txBody>
      </p:sp>
      <p:sp>
        <p:nvSpPr>
          <p:cNvPr id="14" name="">
            <a:extLst xmlns:a="http://schemas.openxmlformats.org/drawingml/2006/main">
              <a:ext uri="{FF2B5EF4-FFF2-40B4-BE49-F238E27FC236}">
                <a16:creationId xmlns:a16="http://schemas.microsoft.com/office/drawing/2014/main" id="{08249AF3-B984-4688-AB37-438D2BDC938E}"/>
              </a:ext>
            </a:extLst>
          </p:cNvPr>
          <p:cNvSpPr>
            <a:spLocks xmlns:a="http://schemas.openxmlformats.org/drawingml/2006/main" noGrp="1"/>
          </p:cNvSpPr>
          <p:nvPr/>
        </p:nvSpPr>
        <p:spPr>
          <a:xfrm xmlns:a="http://schemas.openxmlformats.org/drawingml/2006/main">
            <a:off x="4872990" y="2781300"/>
            <a:ext cx="209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98A2B3"/>
                </a:solidFill>
                <a:latin typeface="Menlo"/>
                <a:ea typeface="Menlo"/>
                <a:cs typeface="Menlo"/>
              </a:defRPr>
            </a:pPr>
            <a:r>
              <a:rPr sz="1500" b="1">
                <a:solidFill>
                  <a:srgbClr val="98A2B3"/>
                </a:solidFill>
                <a:latin typeface="Menlo"/>
                <a:ea typeface="Menlo"/>
                <a:cs typeface="Menlo"/>
              </a:rPr>
              <a:t>→</a:t>
            </a:r>
          </a:p>
        </p:txBody>
      </p:sp>
      <p:sp>
        <p:nvSpPr>
          <p:cNvPr id="15" name="">
            <a:extLst xmlns:a="http://schemas.openxmlformats.org/drawingml/2006/main">
              <a:ext uri="{FF2B5EF4-FFF2-40B4-BE49-F238E27FC236}">
                <a16:creationId xmlns:a16="http://schemas.microsoft.com/office/drawing/2014/main" id="{7AE9AECD-4DB3-4DCC-B72E-11E8C3EE414D}"/>
              </a:ext>
            </a:extLst>
          </p:cNvPr>
          <p:cNvSpPr>
            <a:spLocks xmlns:a="http://schemas.openxmlformats.org/drawingml/2006/main" noGrp="1"/>
          </p:cNvSpPr>
          <p:nvPr/>
        </p:nvSpPr>
        <p:spPr>
          <a:xfrm xmlns:a="http://schemas.openxmlformats.org/drawingml/2006/main" rot="0">
            <a:off x="5082540" y="2381250"/>
            <a:ext cx="2026920" cy="1181100"/>
          </a:xfrm>
          <a:prstGeom xmlns:a="http://schemas.openxmlformats.org/drawingml/2006/main" prst="rect">
            <a:avLst/>
          </a:prstGeom>
          <a:solidFill xmlns:a="http://schemas.openxmlformats.org/drawingml/2006/main">
            <a:srgbClr val="2563EB"/>
          </a:solidFill>
          <a:ln xmlns:a="http://schemas.openxmlformats.org/drawingml/2006/main" w="0">
            <a:solidFill>
              <a:srgbClr val="2563EB"/>
            </a:solidFill>
            <a:prstDash val="solid"/>
          </a:ln>
        </p:spPr>
      </p:sp>
      <p:sp>
        <p:nvSpPr>
          <p:cNvPr id="16" name="">
            <a:extLst xmlns:a="http://schemas.openxmlformats.org/drawingml/2006/main">
              <a:ext uri="{FF2B5EF4-FFF2-40B4-BE49-F238E27FC236}">
                <a16:creationId xmlns:a16="http://schemas.microsoft.com/office/drawing/2014/main" id="{EF702E9A-BAEC-45D2-AAF4-8363829FA08F}"/>
              </a:ext>
            </a:extLst>
          </p:cNvPr>
          <p:cNvSpPr>
            <a:spLocks xmlns:a="http://schemas.openxmlformats.org/drawingml/2006/main" noGrp="1"/>
          </p:cNvSpPr>
          <p:nvPr/>
        </p:nvSpPr>
        <p:spPr>
          <a:xfrm xmlns:a="http://schemas.openxmlformats.org/drawingml/2006/main">
            <a:off x="521589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보상 모델</a:t>
            </a:r>
          </a:p>
        </p:txBody>
      </p:sp>
      <p:sp>
        <p:nvSpPr>
          <p:cNvPr id="17" name="">
            <a:extLst xmlns:a="http://schemas.openxmlformats.org/drawingml/2006/main">
              <a:ext uri="{FF2B5EF4-FFF2-40B4-BE49-F238E27FC236}">
                <a16:creationId xmlns:a16="http://schemas.microsoft.com/office/drawing/2014/main" id="{4F1CC1CE-F065-4035-9566-65460E9B0599}"/>
              </a:ext>
            </a:extLst>
          </p:cNvPr>
          <p:cNvSpPr>
            <a:spLocks xmlns:a="http://schemas.openxmlformats.org/drawingml/2006/main" noGrp="1"/>
          </p:cNvSpPr>
          <p:nvPr/>
        </p:nvSpPr>
        <p:spPr>
          <a:xfrm xmlns:a="http://schemas.openxmlformats.org/drawingml/2006/main">
            <a:off x="521589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선호 점수</a:t>
            </a:r>
          </a:p>
        </p:txBody>
      </p:sp>
      <p:sp>
        <p:nvSpPr>
          <p:cNvPr id="18" name="">
            <a:extLst xmlns:a="http://schemas.openxmlformats.org/drawingml/2006/main">
              <a:ext uri="{FF2B5EF4-FFF2-40B4-BE49-F238E27FC236}">
                <a16:creationId xmlns:a16="http://schemas.microsoft.com/office/drawing/2014/main" id="{118674BE-0488-4852-862F-01978C014772}"/>
              </a:ext>
            </a:extLst>
          </p:cNvPr>
          <p:cNvSpPr>
            <a:spLocks xmlns:a="http://schemas.openxmlformats.org/drawingml/2006/main" noGrp="1"/>
          </p:cNvSpPr>
          <p:nvPr/>
        </p:nvSpPr>
        <p:spPr>
          <a:xfrm xmlns:a="http://schemas.openxmlformats.org/drawingml/2006/main">
            <a:off x="7109460" y="2781300"/>
            <a:ext cx="209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98A2B3"/>
                </a:solidFill>
                <a:latin typeface="Menlo"/>
                <a:ea typeface="Menlo"/>
                <a:cs typeface="Menlo"/>
              </a:defRPr>
            </a:pPr>
            <a:r>
              <a:rPr sz="1500" b="1">
                <a:solidFill>
                  <a:srgbClr val="98A2B3"/>
                </a:solidFill>
                <a:latin typeface="Menlo"/>
                <a:ea typeface="Menlo"/>
                <a:cs typeface="Menlo"/>
              </a:rPr>
              <a:t>→</a:t>
            </a:r>
          </a:p>
        </p:txBody>
      </p:sp>
      <p:sp>
        <p:nvSpPr>
          <p:cNvPr id="19" name="">
            <a:extLst xmlns:a="http://schemas.openxmlformats.org/drawingml/2006/main">
              <a:ext uri="{FF2B5EF4-FFF2-40B4-BE49-F238E27FC236}">
                <a16:creationId xmlns:a16="http://schemas.microsoft.com/office/drawing/2014/main" id="{B213B340-0F94-416F-A610-A3501186BC89}"/>
              </a:ext>
            </a:extLst>
          </p:cNvPr>
          <p:cNvSpPr>
            <a:spLocks xmlns:a="http://schemas.openxmlformats.org/drawingml/2006/main" noGrp="1"/>
          </p:cNvSpPr>
          <p:nvPr/>
        </p:nvSpPr>
        <p:spPr>
          <a:xfrm xmlns:a="http://schemas.openxmlformats.org/drawingml/2006/main" rot="0">
            <a:off x="7319010" y="2381250"/>
            <a:ext cx="2026920" cy="118110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20" name="">
            <a:extLst xmlns:a="http://schemas.openxmlformats.org/drawingml/2006/main">
              <a:ext uri="{FF2B5EF4-FFF2-40B4-BE49-F238E27FC236}">
                <a16:creationId xmlns:a16="http://schemas.microsoft.com/office/drawing/2014/main" id="{AFCFEC8C-7B7E-4951-8A73-06BCF3E7BC75}"/>
              </a:ext>
            </a:extLst>
          </p:cNvPr>
          <p:cNvSpPr>
            <a:spLocks xmlns:a="http://schemas.openxmlformats.org/drawingml/2006/main" noGrp="1"/>
          </p:cNvSpPr>
          <p:nvPr/>
        </p:nvSpPr>
        <p:spPr>
          <a:xfrm xmlns:a="http://schemas.openxmlformats.org/drawingml/2006/main">
            <a:off x="745236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PPO</a:t>
            </a:r>
          </a:p>
        </p:txBody>
      </p:sp>
      <p:sp>
        <p:nvSpPr>
          <p:cNvPr id="21" name="">
            <a:extLst xmlns:a="http://schemas.openxmlformats.org/drawingml/2006/main">
              <a:ext uri="{FF2B5EF4-FFF2-40B4-BE49-F238E27FC236}">
                <a16:creationId xmlns:a16="http://schemas.microsoft.com/office/drawing/2014/main" id="{F52D390A-A11E-4013-98DC-34A24E23990B}"/>
              </a:ext>
            </a:extLst>
          </p:cNvPr>
          <p:cNvSpPr>
            <a:spLocks xmlns:a="http://schemas.openxmlformats.org/drawingml/2006/main" noGrp="1"/>
          </p:cNvSpPr>
          <p:nvPr/>
        </p:nvSpPr>
        <p:spPr>
          <a:xfrm xmlns:a="http://schemas.openxmlformats.org/drawingml/2006/main">
            <a:off x="745236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정책 갱신</a:t>
            </a:r>
          </a:p>
        </p:txBody>
      </p:sp>
      <p:sp>
        <p:nvSpPr>
          <p:cNvPr id="22" name="">
            <a:extLst xmlns:a="http://schemas.openxmlformats.org/drawingml/2006/main">
              <a:ext uri="{FF2B5EF4-FFF2-40B4-BE49-F238E27FC236}">
                <a16:creationId xmlns:a16="http://schemas.microsoft.com/office/drawing/2014/main" id="{B80A2240-F6DB-4C0C-8AD7-25AA580BB8CB}"/>
              </a:ext>
            </a:extLst>
          </p:cNvPr>
          <p:cNvSpPr>
            <a:spLocks xmlns:a="http://schemas.openxmlformats.org/drawingml/2006/main" noGrp="1"/>
          </p:cNvSpPr>
          <p:nvPr/>
        </p:nvSpPr>
        <p:spPr>
          <a:xfrm xmlns:a="http://schemas.openxmlformats.org/drawingml/2006/main">
            <a:off x="9345930" y="2781300"/>
            <a:ext cx="209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98A2B3"/>
                </a:solidFill>
                <a:latin typeface="Menlo"/>
                <a:ea typeface="Menlo"/>
                <a:cs typeface="Menlo"/>
              </a:defRPr>
            </a:pPr>
            <a:r>
              <a:rPr sz="1500" b="1">
                <a:solidFill>
                  <a:srgbClr val="98A2B3"/>
                </a:solidFill>
                <a:latin typeface="Menlo"/>
                <a:ea typeface="Menlo"/>
                <a:cs typeface="Menlo"/>
              </a:rPr>
              <a:t>→</a:t>
            </a:r>
          </a:p>
        </p:txBody>
      </p:sp>
      <p:sp>
        <p:nvSpPr>
          <p:cNvPr id="23" name="">
            <a:extLst xmlns:a="http://schemas.openxmlformats.org/drawingml/2006/main">
              <a:ext uri="{FF2B5EF4-FFF2-40B4-BE49-F238E27FC236}">
                <a16:creationId xmlns:a16="http://schemas.microsoft.com/office/drawing/2014/main" id="{EE246F3D-2592-4C28-952F-BCE1DFDA1937}"/>
              </a:ext>
            </a:extLst>
          </p:cNvPr>
          <p:cNvSpPr>
            <a:spLocks xmlns:a="http://schemas.openxmlformats.org/drawingml/2006/main" noGrp="1"/>
          </p:cNvSpPr>
          <p:nvPr/>
        </p:nvSpPr>
        <p:spPr>
          <a:xfrm xmlns:a="http://schemas.openxmlformats.org/drawingml/2006/main" rot="0">
            <a:off x="9555480" y="2381250"/>
            <a:ext cx="2026920" cy="118110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24" name="">
            <a:extLst xmlns:a="http://schemas.openxmlformats.org/drawingml/2006/main">
              <a:ext uri="{FF2B5EF4-FFF2-40B4-BE49-F238E27FC236}">
                <a16:creationId xmlns:a16="http://schemas.microsoft.com/office/drawing/2014/main" id="{B39457B7-FDEC-4EA0-821A-EC2B96EEB527}"/>
              </a:ext>
            </a:extLst>
          </p:cNvPr>
          <p:cNvSpPr>
            <a:spLocks xmlns:a="http://schemas.openxmlformats.org/drawingml/2006/main" noGrp="1"/>
          </p:cNvSpPr>
          <p:nvPr/>
        </p:nvSpPr>
        <p:spPr>
          <a:xfrm xmlns:a="http://schemas.openxmlformats.org/drawingml/2006/main">
            <a:off x="968883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평가</a:t>
            </a:r>
          </a:p>
        </p:txBody>
      </p:sp>
      <p:sp>
        <p:nvSpPr>
          <p:cNvPr id="25" name="">
            <a:extLst xmlns:a="http://schemas.openxmlformats.org/drawingml/2006/main">
              <a:ext uri="{FF2B5EF4-FFF2-40B4-BE49-F238E27FC236}">
                <a16:creationId xmlns:a16="http://schemas.microsoft.com/office/drawing/2014/main" id="{E5B85C1A-189C-4BA1-B716-6C4B097C070A}"/>
              </a:ext>
            </a:extLst>
          </p:cNvPr>
          <p:cNvSpPr>
            <a:spLocks xmlns:a="http://schemas.openxmlformats.org/drawingml/2006/main" noGrp="1"/>
          </p:cNvSpPr>
          <p:nvPr/>
        </p:nvSpPr>
        <p:spPr>
          <a:xfrm xmlns:a="http://schemas.openxmlformats.org/drawingml/2006/main">
            <a:off x="968883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행동·안전</a:t>
            </a:r>
          </a:p>
        </p:txBody>
      </p:sp>
      <p:sp>
        <p:nvSpPr>
          <p:cNvPr id="26" name="">
            <a:extLst xmlns:a="http://schemas.openxmlformats.org/drawingml/2006/main">
              <a:ext uri="{FF2B5EF4-FFF2-40B4-BE49-F238E27FC236}">
                <a16:creationId xmlns:a16="http://schemas.microsoft.com/office/drawing/2014/main" id="{3CD07DFF-17D1-4CF6-B013-702B3CF1D864}"/>
              </a:ext>
            </a:extLst>
          </p:cNvPr>
          <p:cNvSpPr>
            <a:spLocks xmlns:a="http://schemas.openxmlformats.org/drawingml/2006/main" noGrp="1"/>
          </p:cNvSpPr>
          <p:nvPr/>
        </p:nvSpPr>
        <p:spPr>
          <a:xfrm xmlns:a="http://schemas.openxmlformats.org/drawingml/2006/main">
            <a:off x="609600" y="4362450"/>
            <a:ext cx="109728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20000"/>
              </a:lnSpc>
              <a:buNone/>
              <a:defRPr sz="1800" b="1">
                <a:solidFill>
                  <a:srgbClr val="FFFFFF"/>
                </a:solidFill>
                <a:latin typeface="AppleGothic"/>
                <a:ea typeface="AppleGothic"/>
                <a:cs typeface="AppleGothic"/>
              </a:defRPr>
            </a:pPr>
            <a:r>
              <a:rPr sz="1800" b="1">
                <a:solidFill>
                  <a:srgbClr val="FFFFFF"/>
                </a:solidFill>
                <a:latin typeface="AppleGothic"/>
                <a:ea typeface="AppleGothic"/>
                <a:cs typeface="AppleGothic"/>
              </a:rPr>
              <a:t>Reinforcement Learning from Human Feedback (RLHF) · Proximal Policy Optimization (PPO)</a:t>
            </a:r>
          </a:p>
        </p:txBody>
      </p:sp>
    </p:spTree>
    <p:extLst>
      <p:ext uri="{BB962C8B-B14F-4D97-AF65-F5344CB8AC3E}">
        <p14:creationId xmlns:p14="http://schemas.microsoft.com/office/powerpoint/2010/main" val="570927857"/>
      </p:ext>
    </p:extLst>
  </p:cSld>
</p:sld>
</file>

<file path=ppt/slides/slide43.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590D6A55-31B6-43C5-86E7-F19C7AC03A01}"/>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POST-TRAINING</a:t>
            </a:r>
          </a:p>
        </p:txBody>
      </p:sp>
      <p:sp>
        <p:nvSpPr>
          <p:cNvPr id="2" name="">
            <a:extLst xmlns:a="http://schemas.openxmlformats.org/drawingml/2006/main">
              <a:ext uri="{FF2B5EF4-FFF2-40B4-BE49-F238E27FC236}">
                <a16:creationId xmlns:a16="http://schemas.microsoft.com/office/drawing/2014/main" id="{E13D71BF-BFC7-4FA5-9FEB-8BE24D411D68}"/>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43</a:t>
            </a:r>
          </a:p>
        </p:txBody>
      </p:sp>
      <p:sp>
        <p:nvSpPr>
          <p:cNvPr id="3" name="">
            <a:extLst xmlns:a="http://schemas.openxmlformats.org/drawingml/2006/main">
              <a:ext uri="{FF2B5EF4-FFF2-40B4-BE49-F238E27FC236}">
                <a16:creationId xmlns:a16="http://schemas.microsoft.com/office/drawing/2014/main" id="{1C550941-65AE-456F-8BD7-EAAEE7721E77}"/>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C033CED2-D214-4813-B59F-19A157C71924}"/>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5513F007-1095-44B4-B0A4-E1906D91A0C9}"/>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BA7E05BF-78F1-4E6A-A747-2F188B55716E}"/>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직접 선호 최적화의 두 경로</a:t>
            </a:r>
          </a:p>
        </p:txBody>
      </p:sp>
      <p:sp>
        <p:nvSpPr>
          <p:cNvPr id="7" name="">
            <a:extLst xmlns:a="http://schemas.openxmlformats.org/drawingml/2006/main">
              <a:ext uri="{FF2B5EF4-FFF2-40B4-BE49-F238E27FC236}">
                <a16:creationId xmlns:a16="http://schemas.microsoft.com/office/drawing/2014/main" id="{CE8F2E54-CFEF-4563-BAFB-393FD776B24F}"/>
              </a:ext>
            </a:extLst>
          </p:cNvPr>
          <p:cNvSpPr>
            <a:spLocks xmlns:a="http://schemas.openxmlformats.org/drawingml/2006/main" noGrp="1"/>
          </p:cNvSpPr>
          <p:nvPr/>
        </p:nvSpPr>
        <p:spPr>
          <a:xfrm xmlns:a="http://schemas.openxmlformats.org/drawingml/2006/main">
            <a:off x="609600" y="21717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0B1F3A"/>
                </a:solidFill>
                <a:latin typeface="AppleGothic"/>
                <a:ea typeface="AppleGothic"/>
                <a:cs typeface="AppleGothic"/>
              </a:defRPr>
            </a:pPr>
            <a:r>
              <a:rPr sz="1050" b="1">
                <a:solidFill>
                  <a:srgbClr val="0B1F3A"/>
                </a:solidFill>
                <a:latin typeface="AppleGothic"/>
                <a:ea typeface="AppleGothic"/>
                <a:cs typeface="AppleGothic"/>
              </a:rPr>
              <a:t>PPO 기반 RLHF</a:t>
            </a:r>
          </a:p>
        </p:txBody>
      </p:sp>
      <p:sp>
        <p:nvSpPr>
          <p:cNvPr id="8" name="">
            <a:extLst xmlns:a="http://schemas.openxmlformats.org/drawingml/2006/main">
              <a:ext uri="{FF2B5EF4-FFF2-40B4-BE49-F238E27FC236}">
                <a16:creationId xmlns:a16="http://schemas.microsoft.com/office/drawing/2014/main" id="{12343AB9-89E6-4FC7-90BB-7C2CAFD81FB8}"/>
              </a:ext>
            </a:extLst>
          </p:cNvPr>
          <p:cNvSpPr>
            <a:spLocks xmlns:a="http://schemas.openxmlformats.org/drawingml/2006/main" noGrp="1"/>
          </p:cNvSpPr>
          <p:nvPr/>
        </p:nvSpPr>
        <p:spPr>
          <a:xfrm xmlns:a="http://schemas.openxmlformats.org/drawingml/2006/main" rot="0">
            <a:off x="2781300" y="2095500"/>
            <a:ext cx="25654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9" name="">
            <a:extLst xmlns:a="http://schemas.openxmlformats.org/drawingml/2006/main">
              <a:ext uri="{FF2B5EF4-FFF2-40B4-BE49-F238E27FC236}">
                <a16:creationId xmlns:a16="http://schemas.microsoft.com/office/drawing/2014/main" id="{80A0BDAD-0E64-4933-89D0-61E683FE4C08}"/>
              </a:ext>
            </a:extLst>
          </p:cNvPr>
          <p:cNvSpPr>
            <a:spLocks xmlns:a="http://schemas.openxmlformats.org/drawingml/2006/main" noGrp="1"/>
          </p:cNvSpPr>
          <p:nvPr/>
        </p:nvSpPr>
        <p:spPr>
          <a:xfrm xmlns:a="http://schemas.openxmlformats.org/drawingml/2006/main">
            <a:off x="2857500" y="2095500"/>
            <a:ext cx="2413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350" b="1">
                <a:solidFill>
                  <a:srgbClr val="191919"/>
                </a:solidFill>
                <a:latin typeface="AppleGothic"/>
                <a:ea typeface="AppleGothic"/>
                <a:cs typeface="AppleGothic"/>
              </a:defRPr>
            </a:pPr>
            <a:r>
              <a:rPr sz="1350" b="1">
                <a:solidFill>
                  <a:srgbClr val="191919"/>
                </a:solidFill>
                <a:latin typeface="AppleGothic"/>
                <a:ea typeface="AppleGothic"/>
                <a:cs typeface="AppleGothic"/>
              </a:rPr>
              <a:t>선호 쌍</a:t>
            </a:r>
          </a:p>
        </p:txBody>
      </p:sp>
      <p:sp>
        <p:nvSpPr>
          <p:cNvPr id="10" name="">
            <a:extLst xmlns:a="http://schemas.openxmlformats.org/drawingml/2006/main">
              <a:ext uri="{FF2B5EF4-FFF2-40B4-BE49-F238E27FC236}">
                <a16:creationId xmlns:a16="http://schemas.microsoft.com/office/drawing/2014/main" id="{39F45503-3BDF-4783-B325-FAB0CEC5D9B5}"/>
              </a:ext>
            </a:extLst>
          </p:cNvPr>
          <p:cNvSpPr>
            <a:spLocks xmlns:a="http://schemas.openxmlformats.org/drawingml/2006/main" noGrp="1"/>
          </p:cNvSpPr>
          <p:nvPr/>
        </p:nvSpPr>
        <p:spPr>
          <a:xfrm xmlns:a="http://schemas.openxmlformats.org/drawingml/2006/main">
            <a:off x="5346700" y="2286000"/>
            <a:ext cx="342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350" b="1">
                <a:solidFill>
                  <a:srgbClr val="667085"/>
                </a:solidFill>
                <a:latin typeface="Menlo"/>
                <a:ea typeface="Menlo"/>
                <a:cs typeface="Menlo"/>
              </a:defRPr>
            </a:pPr>
            <a:r>
              <a:rPr sz="1350" b="1">
                <a:solidFill>
                  <a:srgbClr val="667085"/>
                </a:solidFill>
                <a:latin typeface="Menlo"/>
                <a:ea typeface="Menlo"/>
                <a:cs typeface="Menlo"/>
              </a:rPr>
              <a:t>→</a:t>
            </a:r>
          </a:p>
        </p:txBody>
      </p:sp>
      <p:sp>
        <p:nvSpPr>
          <p:cNvPr id="11" name="">
            <a:extLst xmlns:a="http://schemas.openxmlformats.org/drawingml/2006/main">
              <a:ext uri="{FF2B5EF4-FFF2-40B4-BE49-F238E27FC236}">
                <a16:creationId xmlns:a16="http://schemas.microsoft.com/office/drawing/2014/main" id="{09E6ACBD-6C6D-4B34-99C6-65B0AF9B7A04}"/>
              </a:ext>
            </a:extLst>
          </p:cNvPr>
          <p:cNvSpPr>
            <a:spLocks xmlns:a="http://schemas.openxmlformats.org/drawingml/2006/main" noGrp="1"/>
          </p:cNvSpPr>
          <p:nvPr/>
        </p:nvSpPr>
        <p:spPr>
          <a:xfrm xmlns:a="http://schemas.openxmlformats.org/drawingml/2006/main" rot="0">
            <a:off x="5689600" y="2095500"/>
            <a:ext cx="2565400" cy="685800"/>
          </a:xfrm>
          <a:prstGeom xmlns:a="http://schemas.openxmlformats.org/drawingml/2006/main" prst="rect">
            <a:avLst/>
          </a:prstGeom>
          <a:solidFill xmlns:a="http://schemas.openxmlformats.org/drawingml/2006/main">
            <a:srgbClr val="2563EB"/>
          </a:solidFill>
          <a:ln xmlns:a="http://schemas.openxmlformats.org/drawingml/2006/main" w="9525">
            <a:solidFill>
              <a:srgbClr val="2563EB"/>
            </a:solidFill>
            <a:prstDash val="solid"/>
          </a:ln>
        </p:spPr>
      </p:sp>
      <p:sp>
        <p:nvSpPr>
          <p:cNvPr id="12" name="">
            <a:extLst xmlns:a="http://schemas.openxmlformats.org/drawingml/2006/main">
              <a:ext uri="{FF2B5EF4-FFF2-40B4-BE49-F238E27FC236}">
                <a16:creationId xmlns:a16="http://schemas.microsoft.com/office/drawing/2014/main" id="{28F2860C-C0ED-41DD-B69A-2BD932B34A30}"/>
              </a:ext>
            </a:extLst>
          </p:cNvPr>
          <p:cNvSpPr>
            <a:spLocks xmlns:a="http://schemas.openxmlformats.org/drawingml/2006/main" noGrp="1"/>
          </p:cNvSpPr>
          <p:nvPr/>
        </p:nvSpPr>
        <p:spPr>
          <a:xfrm xmlns:a="http://schemas.openxmlformats.org/drawingml/2006/main">
            <a:off x="5765800" y="2095500"/>
            <a:ext cx="2413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보상 모델</a:t>
            </a:r>
          </a:p>
        </p:txBody>
      </p:sp>
      <p:sp>
        <p:nvSpPr>
          <p:cNvPr id="13" name="">
            <a:extLst xmlns:a="http://schemas.openxmlformats.org/drawingml/2006/main">
              <a:ext uri="{FF2B5EF4-FFF2-40B4-BE49-F238E27FC236}">
                <a16:creationId xmlns:a16="http://schemas.microsoft.com/office/drawing/2014/main" id="{3337A285-DCD9-4A03-998B-3B149A5F0F06}"/>
              </a:ext>
            </a:extLst>
          </p:cNvPr>
          <p:cNvSpPr>
            <a:spLocks xmlns:a="http://schemas.openxmlformats.org/drawingml/2006/main" noGrp="1"/>
          </p:cNvSpPr>
          <p:nvPr/>
        </p:nvSpPr>
        <p:spPr>
          <a:xfrm xmlns:a="http://schemas.openxmlformats.org/drawingml/2006/main">
            <a:off x="8255000" y="2286000"/>
            <a:ext cx="342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350" b="1">
                <a:solidFill>
                  <a:srgbClr val="667085"/>
                </a:solidFill>
                <a:latin typeface="Menlo"/>
                <a:ea typeface="Menlo"/>
                <a:cs typeface="Menlo"/>
              </a:defRPr>
            </a:pPr>
            <a:r>
              <a:rPr sz="1350" b="1">
                <a:solidFill>
                  <a:srgbClr val="667085"/>
                </a:solidFill>
                <a:latin typeface="Menlo"/>
                <a:ea typeface="Menlo"/>
                <a:cs typeface="Menlo"/>
              </a:rPr>
              <a:t>→</a:t>
            </a:r>
          </a:p>
        </p:txBody>
      </p:sp>
      <p:sp>
        <p:nvSpPr>
          <p:cNvPr id="14" name="">
            <a:extLst xmlns:a="http://schemas.openxmlformats.org/drawingml/2006/main">
              <a:ext uri="{FF2B5EF4-FFF2-40B4-BE49-F238E27FC236}">
                <a16:creationId xmlns:a16="http://schemas.microsoft.com/office/drawing/2014/main" id="{D57E7BB1-13CF-4798-8C5D-65B6FC5B9182}"/>
              </a:ext>
            </a:extLst>
          </p:cNvPr>
          <p:cNvSpPr>
            <a:spLocks xmlns:a="http://schemas.openxmlformats.org/drawingml/2006/main" noGrp="1"/>
          </p:cNvSpPr>
          <p:nvPr/>
        </p:nvSpPr>
        <p:spPr>
          <a:xfrm xmlns:a="http://schemas.openxmlformats.org/drawingml/2006/main" rot="0">
            <a:off x="8597900" y="2095500"/>
            <a:ext cx="25654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5" name="">
            <a:extLst xmlns:a="http://schemas.openxmlformats.org/drawingml/2006/main">
              <a:ext uri="{FF2B5EF4-FFF2-40B4-BE49-F238E27FC236}">
                <a16:creationId xmlns:a16="http://schemas.microsoft.com/office/drawing/2014/main" id="{8510BCD0-7C50-4978-A492-C1C0FCEA135D}"/>
              </a:ext>
            </a:extLst>
          </p:cNvPr>
          <p:cNvSpPr>
            <a:spLocks xmlns:a="http://schemas.openxmlformats.org/drawingml/2006/main" noGrp="1"/>
          </p:cNvSpPr>
          <p:nvPr/>
        </p:nvSpPr>
        <p:spPr>
          <a:xfrm xmlns:a="http://schemas.openxmlformats.org/drawingml/2006/main">
            <a:off x="8674100" y="2095500"/>
            <a:ext cx="2413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350" b="1">
                <a:solidFill>
                  <a:srgbClr val="191919"/>
                </a:solidFill>
                <a:latin typeface="AppleGothic"/>
                <a:ea typeface="AppleGothic"/>
                <a:cs typeface="AppleGothic"/>
              </a:defRPr>
            </a:pPr>
            <a:r>
              <a:rPr sz="1350" b="1">
                <a:solidFill>
                  <a:srgbClr val="191919"/>
                </a:solidFill>
                <a:latin typeface="AppleGothic"/>
                <a:ea typeface="AppleGothic"/>
                <a:cs typeface="AppleGothic"/>
              </a:rPr>
              <a:t>PPO</a:t>
            </a:r>
          </a:p>
        </p:txBody>
      </p:sp>
      <p:sp>
        <p:nvSpPr>
          <p:cNvPr id="16" name="">
            <a:extLst xmlns:a="http://schemas.openxmlformats.org/drawingml/2006/main">
              <a:ext uri="{FF2B5EF4-FFF2-40B4-BE49-F238E27FC236}">
                <a16:creationId xmlns:a16="http://schemas.microsoft.com/office/drawing/2014/main" id="{68088795-0506-41C0-8ADF-436617E3D7A4}"/>
              </a:ext>
            </a:extLst>
          </p:cNvPr>
          <p:cNvSpPr>
            <a:spLocks xmlns:a="http://schemas.openxmlformats.org/drawingml/2006/main" noGrp="1"/>
          </p:cNvSpPr>
          <p:nvPr/>
        </p:nvSpPr>
        <p:spPr>
          <a:xfrm xmlns:a="http://schemas.openxmlformats.org/drawingml/2006/main">
            <a:off x="2781300" y="2990850"/>
            <a:ext cx="8382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Reinforcement Learning from Human Feedback · Proximal Policy Optimization</a:t>
            </a:r>
          </a:p>
        </p:txBody>
      </p:sp>
      <p:sp>
        <p:nvSpPr>
          <p:cNvPr id="17" name="">
            <a:extLst xmlns:a="http://schemas.openxmlformats.org/drawingml/2006/main">
              <a:ext uri="{FF2B5EF4-FFF2-40B4-BE49-F238E27FC236}">
                <a16:creationId xmlns:a16="http://schemas.microsoft.com/office/drawing/2014/main" id="{E200AF8F-D72C-4CDB-9FA9-4A0BF793BB0F}"/>
              </a:ext>
            </a:extLst>
          </p:cNvPr>
          <p:cNvSpPr>
            <a:spLocks xmlns:a="http://schemas.openxmlformats.org/drawingml/2006/main" noGrp="1"/>
          </p:cNvSpPr>
          <p:nvPr/>
        </p:nvSpPr>
        <p:spPr>
          <a:xfrm xmlns:a="http://schemas.openxmlformats.org/drawingml/2006/main">
            <a:off x="609600" y="421005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AppleGothic"/>
                <a:ea typeface="AppleGothic"/>
                <a:cs typeface="AppleGothic"/>
              </a:defRPr>
            </a:pPr>
            <a:r>
              <a:rPr sz="1050" b="1">
                <a:solidFill>
                  <a:srgbClr val="2563EB"/>
                </a:solidFill>
                <a:latin typeface="AppleGothic"/>
                <a:ea typeface="AppleGothic"/>
                <a:cs typeface="AppleGothic"/>
              </a:rPr>
              <a:t>직접 선호 최적화(DPO)</a:t>
            </a:r>
          </a:p>
        </p:txBody>
      </p:sp>
      <p:sp>
        <p:nvSpPr>
          <p:cNvPr id="18" name="">
            <a:extLst xmlns:a="http://schemas.openxmlformats.org/drawingml/2006/main">
              <a:ext uri="{FF2B5EF4-FFF2-40B4-BE49-F238E27FC236}">
                <a16:creationId xmlns:a16="http://schemas.microsoft.com/office/drawing/2014/main" id="{5817CFC6-D4D8-4583-BC8E-9F1174B13995}"/>
              </a:ext>
            </a:extLst>
          </p:cNvPr>
          <p:cNvSpPr>
            <a:spLocks xmlns:a="http://schemas.openxmlformats.org/drawingml/2006/main" noGrp="1"/>
          </p:cNvSpPr>
          <p:nvPr/>
        </p:nvSpPr>
        <p:spPr>
          <a:xfrm xmlns:a="http://schemas.openxmlformats.org/drawingml/2006/main" rot="0">
            <a:off x="2781300" y="4133850"/>
            <a:ext cx="25654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9" name="">
            <a:extLst xmlns:a="http://schemas.openxmlformats.org/drawingml/2006/main">
              <a:ext uri="{FF2B5EF4-FFF2-40B4-BE49-F238E27FC236}">
                <a16:creationId xmlns:a16="http://schemas.microsoft.com/office/drawing/2014/main" id="{AA519872-0BE1-4450-9477-7BF0131833E3}"/>
              </a:ext>
            </a:extLst>
          </p:cNvPr>
          <p:cNvSpPr>
            <a:spLocks xmlns:a="http://schemas.openxmlformats.org/drawingml/2006/main" noGrp="1"/>
          </p:cNvSpPr>
          <p:nvPr/>
        </p:nvSpPr>
        <p:spPr>
          <a:xfrm xmlns:a="http://schemas.openxmlformats.org/drawingml/2006/main">
            <a:off x="2857500" y="4133850"/>
            <a:ext cx="2413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350" b="1">
                <a:solidFill>
                  <a:srgbClr val="191919"/>
                </a:solidFill>
                <a:latin typeface="AppleGothic"/>
                <a:ea typeface="AppleGothic"/>
                <a:cs typeface="AppleGothic"/>
              </a:defRPr>
            </a:pPr>
            <a:r>
              <a:rPr sz="1350" b="1">
                <a:solidFill>
                  <a:srgbClr val="191919"/>
                </a:solidFill>
                <a:latin typeface="AppleGothic"/>
                <a:ea typeface="AppleGothic"/>
                <a:cs typeface="AppleGothic"/>
              </a:rPr>
              <a:t>선호 쌍</a:t>
            </a:r>
          </a:p>
        </p:txBody>
      </p:sp>
      <p:sp>
        <p:nvSpPr>
          <p:cNvPr id="20" name="">
            <a:extLst xmlns:a="http://schemas.openxmlformats.org/drawingml/2006/main">
              <a:ext uri="{FF2B5EF4-FFF2-40B4-BE49-F238E27FC236}">
                <a16:creationId xmlns:a16="http://schemas.microsoft.com/office/drawing/2014/main" id="{F04A8DB1-157F-4450-9ADF-F0376BD4F280}"/>
              </a:ext>
            </a:extLst>
          </p:cNvPr>
          <p:cNvSpPr>
            <a:spLocks xmlns:a="http://schemas.openxmlformats.org/drawingml/2006/main" noGrp="1"/>
          </p:cNvSpPr>
          <p:nvPr/>
        </p:nvSpPr>
        <p:spPr>
          <a:xfrm xmlns:a="http://schemas.openxmlformats.org/drawingml/2006/main">
            <a:off x="5346700" y="4324350"/>
            <a:ext cx="342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350" b="1">
                <a:solidFill>
                  <a:srgbClr val="667085"/>
                </a:solidFill>
                <a:latin typeface="Menlo"/>
                <a:ea typeface="Menlo"/>
                <a:cs typeface="Menlo"/>
              </a:defRPr>
            </a:pPr>
            <a:r>
              <a:rPr sz="1350" b="1">
                <a:solidFill>
                  <a:srgbClr val="667085"/>
                </a:solidFill>
                <a:latin typeface="Menlo"/>
                <a:ea typeface="Menlo"/>
                <a:cs typeface="Menlo"/>
              </a:rPr>
              <a:t>→</a:t>
            </a:r>
          </a:p>
        </p:txBody>
      </p:sp>
      <p:sp>
        <p:nvSpPr>
          <p:cNvPr id="21" name="">
            <a:extLst xmlns:a="http://schemas.openxmlformats.org/drawingml/2006/main">
              <a:ext uri="{FF2B5EF4-FFF2-40B4-BE49-F238E27FC236}">
                <a16:creationId xmlns:a16="http://schemas.microsoft.com/office/drawing/2014/main" id="{0E1FB231-B72C-4427-8E7D-F5D0051888BB}"/>
              </a:ext>
            </a:extLst>
          </p:cNvPr>
          <p:cNvSpPr>
            <a:spLocks xmlns:a="http://schemas.openxmlformats.org/drawingml/2006/main" noGrp="1"/>
          </p:cNvSpPr>
          <p:nvPr/>
        </p:nvSpPr>
        <p:spPr>
          <a:xfrm xmlns:a="http://schemas.openxmlformats.org/drawingml/2006/main" rot="0">
            <a:off x="5689600" y="4133850"/>
            <a:ext cx="25654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22" name="">
            <a:extLst xmlns:a="http://schemas.openxmlformats.org/drawingml/2006/main">
              <a:ext uri="{FF2B5EF4-FFF2-40B4-BE49-F238E27FC236}">
                <a16:creationId xmlns:a16="http://schemas.microsoft.com/office/drawing/2014/main" id="{04B43674-5DC2-4F43-80F2-7FEEB1137B4A}"/>
              </a:ext>
            </a:extLst>
          </p:cNvPr>
          <p:cNvSpPr>
            <a:spLocks xmlns:a="http://schemas.openxmlformats.org/drawingml/2006/main" noGrp="1"/>
          </p:cNvSpPr>
          <p:nvPr/>
        </p:nvSpPr>
        <p:spPr>
          <a:xfrm xmlns:a="http://schemas.openxmlformats.org/drawingml/2006/main">
            <a:off x="5765800" y="4133850"/>
            <a:ext cx="2413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350" b="1">
                <a:solidFill>
                  <a:srgbClr val="191919"/>
                </a:solidFill>
                <a:latin typeface="AppleGothic"/>
                <a:ea typeface="AppleGothic"/>
                <a:cs typeface="AppleGothic"/>
              </a:defRPr>
            </a:pPr>
            <a:r>
              <a:rPr sz="1350" b="1">
                <a:solidFill>
                  <a:srgbClr val="191919"/>
                </a:solidFill>
                <a:latin typeface="AppleGothic"/>
                <a:ea typeface="AppleGothic"/>
                <a:cs typeface="AppleGothic"/>
              </a:rPr>
              <a:t>참조 정책</a:t>
            </a:r>
          </a:p>
        </p:txBody>
      </p:sp>
      <p:sp>
        <p:nvSpPr>
          <p:cNvPr id="23" name="">
            <a:extLst xmlns:a="http://schemas.openxmlformats.org/drawingml/2006/main">
              <a:ext uri="{FF2B5EF4-FFF2-40B4-BE49-F238E27FC236}">
                <a16:creationId xmlns:a16="http://schemas.microsoft.com/office/drawing/2014/main" id="{246DFD28-E43D-403E-AD0C-9EE6592E1F9B}"/>
              </a:ext>
            </a:extLst>
          </p:cNvPr>
          <p:cNvSpPr>
            <a:spLocks xmlns:a="http://schemas.openxmlformats.org/drawingml/2006/main" noGrp="1"/>
          </p:cNvSpPr>
          <p:nvPr/>
        </p:nvSpPr>
        <p:spPr>
          <a:xfrm xmlns:a="http://schemas.openxmlformats.org/drawingml/2006/main">
            <a:off x="8255000" y="4324350"/>
            <a:ext cx="342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350" b="1">
                <a:solidFill>
                  <a:srgbClr val="667085"/>
                </a:solidFill>
                <a:latin typeface="Menlo"/>
                <a:ea typeface="Menlo"/>
                <a:cs typeface="Menlo"/>
              </a:defRPr>
            </a:pPr>
            <a:r>
              <a:rPr sz="1350" b="1">
                <a:solidFill>
                  <a:srgbClr val="667085"/>
                </a:solidFill>
                <a:latin typeface="Menlo"/>
                <a:ea typeface="Menlo"/>
                <a:cs typeface="Menlo"/>
              </a:rPr>
              <a:t>→</a:t>
            </a:r>
          </a:p>
        </p:txBody>
      </p:sp>
      <p:sp>
        <p:nvSpPr>
          <p:cNvPr id="24" name="">
            <a:extLst xmlns:a="http://schemas.openxmlformats.org/drawingml/2006/main">
              <a:ext uri="{FF2B5EF4-FFF2-40B4-BE49-F238E27FC236}">
                <a16:creationId xmlns:a16="http://schemas.microsoft.com/office/drawing/2014/main" id="{029B7D93-0313-49AB-B44F-D72DBD22D68B}"/>
              </a:ext>
            </a:extLst>
          </p:cNvPr>
          <p:cNvSpPr>
            <a:spLocks xmlns:a="http://schemas.openxmlformats.org/drawingml/2006/main" noGrp="1"/>
          </p:cNvSpPr>
          <p:nvPr/>
        </p:nvSpPr>
        <p:spPr>
          <a:xfrm xmlns:a="http://schemas.openxmlformats.org/drawingml/2006/main" rot="0">
            <a:off x="8597900" y="4133850"/>
            <a:ext cx="2565400" cy="685800"/>
          </a:xfrm>
          <a:prstGeom xmlns:a="http://schemas.openxmlformats.org/drawingml/2006/main" prst="rect">
            <a:avLst/>
          </a:prstGeom>
          <a:solidFill xmlns:a="http://schemas.openxmlformats.org/drawingml/2006/main">
            <a:srgbClr val="2563EB"/>
          </a:solidFill>
          <a:ln xmlns:a="http://schemas.openxmlformats.org/drawingml/2006/main" w="9525">
            <a:solidFill>
              <a:srgbClr val="2563EB"/>
            </a:solidFill>
            <a:prstDash val="solid"/>
          </a:ln>
        </p:spPr>
      </p:sp>
      <p:sp>
        <p:nvSpPr>
          <p:cNvPr id="25" name="">
            <a:extLst xmlns:a="http://schemas.openxmlformats.org/drawingml/2006/main">
              <a:ext uri="{FF2B5EF4-FFF2-40B4-BE49-F238E27FC236}">
                <a16:creationId xmlns:a16="http://schemas.microsoft.com/office/drawing/2014/main" id="{00DF7248-475B-4D3E-8DAF-32122A65D7AC}"/>
              </a:ext>
            </a:extLst>
          </p:cNvPr>
          <p:cNvSpPr>
            <a:spLocks xmlns:a="http://schemas.openxmlformats.org/drawingml/2006/main" noGrp="1"/>
          </p:cNvSpPr>
          <p:nvPr/>
        </p:nvSpPr>
        <p:spPr>
          <a:xfrm xmlns:a="http://schemas.openxmlformats.org/drawingml/2006/main">
            <a:off x="8674100" y="4133850"/>
            <a:ext cx="2413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직접 손실</a:t>
            </a:r>
          </a:p>
        </p:txBody>
      </p:sp>
      <p:sp>
        <p:nvSpPr>
          <p:cNvPr id="26" name="">
            <a:extLst xmlns:a="http://schemas.openxmlformats.org/drawingml/2006/main">
              <a:ext uri="{FF2B5EF4-FFF2-40B4-BE49-F238E27FC236}">
                <a16:creationId xmlns:a16="http://schemas.microsoft.com/office/drawing/2014/main" id="{E11A0873-61F3-46E6-AD03-BA8665431C85}"/>
              </a:ext>
            </a:extLst>
          </p:cNvPr>
          <p:cNvSpPr>
            <a:spLocks xmlns:a="http://schemas.openxmlformats.org/drawingml/2006/main" noGrp="1"/>
          </p:cNvSpPr>
          <p:nvPr/>
        </p:nvSpPr>
        <p:spPr>
          <a:xfrm xmlns:a="http://schemas.openxmlformats.org/drawingml/2006/main">
            <a:off x="2781300" y="5029200"/>
            <a:ext cx="8382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Direct Preference Optimization (DPO) · 참조 정책과 선호 쌍의 직접 최적화</a:t>
            </a:r>
          </a:p>
        </p:txBody>
      </p:sp>
    </p:spTree>
    <p:extLst>
      <p:ext uri="{BB962C8B-B14F-4D97-AF65-F5344CB8AC3E}">
        <p14:creationId xmlns:p14="http://schemas.microsoft.com/office/powerpoint/2010/main" val="830218577"/>
      </p:ext>
    </p:extLst>
  </p:cSld>
</p:sld>
</file>

<file path=ppt/slides/slide44.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39" name="">
            <a:extLst xmlns:a="http://schemas.openxmlformats.org/drawingml/2006/main">
              <a:ext uri="{FF2B5EF4-FFF2-40B4-BE49-F238E27FC236}">
                <a16:creationId xmlns:a16="http://schemas.microsoft.com/office/drawing/2014/main" id="{CC496111-0BC7-45BC-BA35-283ED86A010C}"/>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POST-TRAINING</a:t>
            </a:r>
          </a:p>
        </p:txBody>
      </p:sp>
      <p:sp>
        <p:nvSpPr>
          <p:cNvPr id="2" name="">
            <a:extLst xmlns:a="http://schemas.openxmlformats.org/drawingml/2006/main">
              <a:ext uri="{FF2B5EF4-FFF2-40B4-BE49-F238E27FC236}">
                <a16:creationId xmlns:a16="http://schemas.microsoft.com/office/drawing/2014/main" id="{4E085646-0572-49B1-AAFC-5E74D1E2140F}"/>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44</a:t>
            </a:r>
          </a:p>
        </p:txBody>
      </p:sp>
      <p:sp>
        <p:nvSpPr>
          <p:cNvPr id="3" name="">
            <a:extLst xmlns:a="http://schemas.openxmlformats.org/drawingml/2006/main">
              <a:ext uri="{FF2B5EF4-FFF2-40B4-BE49-F238E27FC236}">
                <a16:creationId xmlns:a16="http://schemas.microsoft.com/office/drawing/2014/main" id="{A4E1E645-3DB6-49D5-A850-D3F3A7CACAC2}"/>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10CB6E70-EE13-4847-9DC7-76197727D024}"/>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AF128B69-9B4C-498E-AECE-264680470FDD}"/>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4A1F018B-449D-4302-BE31-2193CF13E542}"/>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저랭크 적응의 변경 단위</a:t>
            </a:r>
          </a:p>
        </p:txBody>
      </p:sp>
      <p:sp>
        <p:nvSpPr>
          <p:cNvPr id="7" name="">
            <a:extLst xmlns:a="http://schemas.openxmlformats.org/drawingml/2006/main">
              <a:ext uri="{FF2B5EF4-FFF2-40B4-BE49-F238E27FC236}">
                <a16:creationId xmlns:a16="http://schemas.microsoft.com/office/drawing/2014/main" id="{413F388B-6CE6-4580-BEAC-6E90FE9BF44F}"/>
              </a:ext>
            </a:extLst>
          </p:cNvPr>
          <p:cNvSpPr>
            <a:spLocks xmlns:a="http://schemas.openxmlformats.org/drawingml/2006/main" noGrp="1"/>
          </p:cNvSpPr>
          <p:nvPr/>
        </p:nvSpPr>
        <p:spPr>
          <a:xfrm xmlns:a="http://schemas.openxmlformats.org/drawingml/2006/main" rot="0">
            <a:off x="742950" y="1809750"/>
            <a:ext cx="4895850" cy="321945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8" name="">
            <a:extLst xmlns:a="http://schemas.openxmlformats.org/drawingml/2006/main">
              <a:ext uri="{FF2B5EF4-FFF2-40B4-BE49-F238E27FC236}">
                <a16:creationId xmlns:a16="http://schemas.microsoft.com/office/drawing/2014/main" id="{6D09A689-D187-4681-A540-26B058732E08}"/>
              </a:ext>
            </a:extLst>
          </p:cNvPr>
          <p:cNvSpPr>
            <a:spLocks xmlns:a="http://schemas.openxmlformats.org/drawingml/2006/main" noGrp="1"/>
          </p:cNvSpPr>
          <p:nvPr/>
        </p:nvSpPr>
        <p:spPr>
          <a:xfrm xmlns:a="http://schemas.openxmlformats.org/drawingml/2006/main">
            <a:off x="1009650" y="2057400"/>
            <a:ext cx="3810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BASE WEIGHT / FROZEN</a:t>
            </a:r>
          </a:p>
        </p:txBody>
      </p:sp>
      <p:sp>
        <p:nvSpPr>
          <p:cNvPr id="9" name="">
            <a:extLst xmlns:a="http://schemas.openxmlformats.org/drawingml/2006/main">
              <a:ext uri="{FF2B5EF4-FFF2-40B4-BE49-F238E27FC236}">
                <a16:creationId xmlns:a16="http://schemas.microsoft.com/office/drawing/2014/main" id="{03B2D9DA-3E0B-41E3-9944-937644195E58}"/>
              </a:ext>
            </a:extLst>
          </p:cNvPr>
          <p:cNvSpPr>
            <a:spLocks xmlns:a="http://schemas.openxmlformats.org/drawingml/2006/main" noGrp="1"/>
          </p:cNvSpPr>
          <p:nvPr/>
        </p:nvSpPr>
        <p:spPr>
          <a:xfrm xmlns:a="http://schemas.openxmlformats.org/drawingml/2006/main" rot="0">
            <a:off x="1009650" y="2609850"/>
            <a:ext cx="495300" cy="3429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10" name="">
            <a:extLst xmlns:a="http://schemas.openxmlformats.org/drawingml/2006/main">
              <a:ext uri="{FF2B5EF4-FFF2-40B4-BE49-F238E27FC236}">
                <a16:creationId xmlns:a16="http://schemas.microsoft.com/office/drawing/2014/main" id="{7E5AC331-C65F-4D03-8716-B738844A9B93}"/>
              </a:ext>
            </a:extLst>
          </p:cNvPr>
          <p:cNvSpPr>
            <a:spLocks xmlns:a="http://schemas.openxmlformats.org/drawingml/2006/main" noGrp="1"/>
          </p:cNvSpPr>
          <p:nvPr/>
        </p:nvSpPr>
        <p:spPr>
          <a:xfrm xmlns:a="http://schemas.openxmlformats.org/drawingml/2006/main" rot="0">
            <a:off x="1676400" y="2609850"/>
            <a:ext cx="495300" cy="342900"/>
          </a:xfrm>
          <a:prstGeom xmlns:a="http://schemas.openxmlformats.org/drawingml/2006/main" prst="rect">
            <a:avLst/>
          </a:prstGeom>
          <a:solidFill xmlns:a="http://schemas.openxmlformats.org/drawingml/2006/main">
            <a:srgbClr val="25324A"/>
          </a:solidFill>
          <a:ln xmlns:a="http://schemas.openxmlformats.org/drawingml/2006/main" w="0">
            <a:solidFill>
              <a:srgbClr val="25324A"/>
            </a:solidFill>
            <a:prstDash val="solid"/>
          </a:ln>
        </p:spPr>
      </p:sp>
      <p:sp>
        <p:nvSpPr>
          <p:cNvPr id="11" name="">
            <a:extLst xmlns:a="http://schemas.openxmlformats.org/drawingml/2006/main">
              <a:ext uri="{FF2B5EF4-FFF2-40B4-BE49-F238E27FC236}">
                <a16:creationId xmlns:a16="http://schemas.microsoft.com/office/drawing/2014/main" id="{7C12B727-1D5E-4EFD-9092-79C68887B9E6}"/>
              </a:ext>
            </a:extLst>
          </p:cNvPr>
          <p:cNvSpPr>
            <a:spLocks xmlns:a="http://schemas.openxmlformats.org/drawingml/2006/main" noGrp="1"/>
          </p:cNvSpPr>
          <p:nvPr/>
        </p:nvSpPr>
        <p:spPr>
          <a:xfrm xmlns:a="http://schemas.openxmlformats.org/drawingml/2006/main" rot="0">
            <a:off x="2343150" y="2609850"/>
            <a:ext cx="495300" cy="342900"/>
          </a:xfrm>
          <a:prstGeom xmlns:a="http://schemas.openxmlformats.org/drawingml/2006/main" prst="rect">
            <a:avLst/>
          </a:prstGeom>
          <a:solidFill xmlns:a="http://schemas.openxmlformats.org/drawingml/2006/main">
            <a:srgbClr val="25324A"/>
          </a:solidFill>
          <a:ln xmlns:a="http://schemas.openxmlformats.org/drawingml/2006/main" w="0">
            <a:solidFill>
              <a:srgbClr val="25324A"/>
            </a:solidFill>
            <a:prstDash val="solid"/>
          </a:ln>
        </p:spPr>
      </p:sp>
      <p:sp>
        <p:nvSpPr>
          <p:cNvPr id="12" name="">
            <a:extLst xmlns:a="http://schemas.openxmlformats.org/drawingml/2006/main">
              <a:ext uri="{FF2B5EF4-FFF2-40B4-BE49-F238E27FC236}">
                <a16:creationId xmlns:a16="http://schemas.microsoft.com/office/drawing/2014/main" id="{7DCFE9BF-F60F-47C0-A851-8B3C668656B6}"/>
              </a:ext>
            </a:extLst>
          </p:cNvPr>
          <p:cNvSpPr>
            <a:spLocks xmlns:a="http://schemas.openxmlformats.org/drawingml/2006/main" noGrp="1"/>
          </p:cNvSpPr>
          <p:nvPr/>
        </p:nvSpPr>
        <p:spPr>
          <a:xfrm xmlns:a="http://schemas.openxmlformats.org/drawingml/2006/main" rot="0">
            <a:off x="3009900" y="2609850"/>
            <a:ext cx="495300" cy="342900"/>
          </a:xfrm>
          <a:prstGeom xmlns:a="http://schemas.openxmlformats.org/drawingml/2006/main" prst="rect">
            <a:avLst/>
          </a:prstGeom>
          <a:solidFill xmlns:a="http://schemas.openxmlformats.org/drawingml/2006/main">
            <a:srgbClr val="25324A"/>
          </a:solidFill>
          <a:ln xmlns:a="http://schemas.openxmlformats.org/drawingml/2006/main" w="0">
            <a:solidFill>
              <a:srgbClr val="25324A"/>
            </a:solidFill>
            <a:prstDash val="solid"/>
          </a:ln>
        </p:spPr>
      </p:sp>
      <p:sp>
        <p:nvSpPr>
          <p:cNvPr id="13" name="">
            <a:extLst xmlns:a="http://schemas.openxmlformats.org/drawingml/2006/main">
              <a:ext uri="{FF2B5EF4-FFF2-40B4-BE49-F238E27FC236}">
                <a16:creationId xmlns:a16="http://schemas.microsoft.com/office/drawing/2014/main" id="{88147D2B-9A8C-48C4-9C7E-BFAE95F18CB2}"/>
              </a:ext>
            </a:extLst>
          </p:cNvPr>
          <p:cNvSpPr>
            <a:spLocks xmlns:a="http://schemas.openxmlformats.org/drawingml/2006/main" noGrp="1"/>
          </p:cNvSpPr>
          <p:nvPr/>
        </p:nvSpPr>
        <p:spPr>
          <a:xfrm xmlns:a="http://schemas.openxmlformats.org/drawingml/2006/main" rot="0">
            <a:off x="3676650" y="2609850"/>
            <a:ext cx="495300" cy="3429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14" name="">
            <a:extLst xmlns:a="http://schemas.openxmlformats.org/drawingml/2006/main">
              <a:ext uri="{FF2B5EF4-FFF2-40B4-BE49-F238E27FC236}">
                <a16:creationId xmlns:a16="http://schemas.microsoft.com/office/drawing/2014/main" id="{D1AECCAD-97CF-452A-AF64-3764493385B8}"/>
              </a:ext>
            </a:extLst>
          </p:cNvPr>
          <p:cNvSpPr>
            <a:spLocks xmlns:a="http://schemas.openxmlformats.org/drawingml/2006/main" noGrp="1"/>
          </p:cNvSpPr>
          <p:nvPr/>
        </p:nvSpPr>
        <p:spPr>
          <a:xfrm xmlns:a="http://schemas.openxmlformats.org/drawingml/2006/main" rot="0">
            <a:off x="4343400" y="2609850"/>
            <a:ext cx="495300" cy="342900"/>
          </a:xfrm>
          <a:prstGeom xmlns:a="http://schemas.openxmlformats.org/drawingml/2006/main" prst="rect">
            <a:avLst/>
          </a:prstGeom>
          <a:solidFill xmlns:a="http://schemas.openxmlformats.org/drawingml/2006/main">
            <a:srgbClr val="25324A"/>
          </a:solidFill>
          <a:ln xmlns:a="http://schemas.openxmlformats.org/drawingml/2006/main" w="0">
            <a:solidFill>
              <a:srgbClr val="25324A"/>
            </a:solidFill>
            <a:prstDash val="solid"/>
          </a:ln>
        </p:spPr>
      </p:sp>
      <p:sp>
        <p:nvSpPr>
          <p:cNvPr id="15" name="">
            <a:extLst xmlns:a="http://schemas.openxmlformats.org/drawingml/2006/main">
              <a:ext uri="{FF2B5EF4-FFF2-40B4-BE49-F238E27FC236}">
                <a16:creationId xmlns:a16="http://schemas.microsoft.com/office/drawing/2014/main" id="{FB03698D-A944-4070-8115-F3BF7CA3448B}"/>
              </a:ext>
            </a:extLst>
          </p:cNvPr>
          <p:cNvSpPr>
            <a:spLocks xmlns:a="http://schemas.openxmlformats.org/drawingml/2006/main" noGrp="1"/>
          </p:cNvSpPr>
          <p:nvPr/>
        </p:nvSpPr>
        <p:spPr>
          <a:xfrm xmlns:a="http://schemas.openxmlformats.org/drawingml/2006/main" rot="0">
            <a:off x="1009650" y="3124200"/>
            <a:ext cx="495300" cy="342900"/>
          </a:xfrm>
          <a:prstGeom xmlns:a="http://schemas.openxmlformats.org/drawingml/2006/main" prst="rect">
            <a:avLst/>
          </a:prstGeom>
          <a:solidFill xmlns:a="http://schemas.openxmlformats.org/drawingml/2006/main">
            <a:srgbClr val="25324A"/>
          </a:solidFill>
          <a:ln xmlns:a="http://schemas.openxmlformats.org/drawingml/2006/main" w="0">
            <a:solidFill>
              <a:srgbClr val="25324A"/>
            </a:solidFill>
            <a:prstDash val="solid"/>
          </a:ln>
        </p:spPr>
      </p:sp>
      <p:sp>
        <p:nvSpPr>
          <p:cNvPr id="16" name="">
            <a:extLst xmlns:a="http://schemas.openxmlformats.org/drawingml/2006/main">
              <a:ext uri="{FF2B5EF4-FFF2-40B4-BE49-F238E27FC236}">
                <a16:creationId xmlns:a16="http://schemas.microsoft.com/office/drawing/2014/main" id="{EC54D7F6-0DB3-45D4-8592-4B9B7F3C7D5D}"/>
              </a:ext>
            </a:extLst>
          </p:cNvPr>
          <p:cNvSpPr>
            <a:spLocks xmlns:a="http://schemas.openxmlformats.org/drawingml/2006/main" noGrp="1"/>
          </p:cNvSpPr>
          <p:nvPr/>
        </p:nvSpPr>
        <p:spPr>
          <a:xfrm xmlns:a="http://schemas.openxmlformats.org/drawingml/2006/main" rot="0">
            <a:off x="1676400" y="3124200"/>
            <a:ext cx="495300" cy="3429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17" name="">
            <a:extLst xmlns:a="http://schemas.openxmlformats.org/drawingml/2006/main">
              <a:ext uri="{FF2B5EF4-FFF2-40B4-BE49-F238E27FC236}">
                <a16:creationId xmlns:a16="http://schemas.microsoft.com/office/drawing/2014/main" id="{3545208F-4C53-42EA-AB88-EF4B59B57C3C}"/>
              </a:ext>
            </a:extLst>
          </p:cNvPr>
          <p:cNvSpPr>
            <a:spLocks xmlns:a="http://schemas.openxmlformats.org/drawingml/2006/main" noGrp="1"/>
          </p:cNvSpPr>
          <p:nvPr/>
        </p:nvSpPr>
        <p:spPr>
          <a:xfrm xmlns:a="http://schemas.openxmlformats.org/drawingml/2006/main" rot="0">
            <a:off x="2343150" y="3124200"/>
            <a:ext cx="495300" cy="342900"/>
          </a:xfrm>
          <a:prstGeom xmlns:a="http://schemas.openxmlformats.org/drawingml/2006/main" prst="rect">
            <a:avLst/>
          </a:prstGeom>
          <a:solidFill xmlns:a="http://schemas.openxmlformats.org/drawingml/2006/main">
            <a:srgbClr val="25324A"/>
          </a:solidFill>
          <a:ln xmlns:a="http://schemas.openxmlformats.org/drawingml/2006/main" w="0">
            <a:solidFill>
              <a:srgbClr val="25324A"/>
            </a:solidFill>
            <a:prstDash val="solid"/>
          </a:ln>
        </p:spPr>
      </p:sp>
      <p:sp>
        <p:nvSpPr>
          <p:cNvPr id="18" name="">
            <a:extLst xmlns:a="http://schemas.openxmlformats.org/drawingml/2006/main">
              <a:ext uri="{FF2B5EF4-FFF2-40B4-BE49-F238E27FC236}">
                <a16:creationId xmlns:a16="http://schemas.microsoft.com/office/drawing/2014/main" id="{2E888814-36C6-4907-898F-0D863E68EC3C}"/>
              </a:ext>
            </a:extLst>
          </p:cNvPr>
          <p:cNvSpPr>
            <a:spLocks xmlns:a="http://schemas.openxmlformats.org/drawingml/2006/main" noGrp="1"/>
          </p:cNvSpPr>
          <p:nvPr/>
        </p:nvSpPr>
        <p:spPr>
          <a:xfrm xmlns:a="http://schemas.openxmlformats.org/drawingml/2006/main" rot="0">
            <a:off x="3009900" y="3124200"/>
            <a:ext cx="495300" cy="342900"/>
          </a:xfrm>
          <a:prstGeom xmlns:a="http://schemas.openxmlformats.org/drawingml/2006/main" prst="rect">
            <a:avLst/>
          </a:prstGeom>
          <a:solidFill xmlns:a="http://schemas.openxmlformats.org/drawingml/2006/main">
            <a:srgbClr val="25324A"/>
          </a:solidFill>
          <a:ln xmlns:a="http://schemas.openxmlformats.org/drawingml/2006/main" w="0">
            <a:solidFill>
              <a:srgbClr val="25324A"/>
            </a:solidFill>
            <a:prstDash val="solid"/>
          </a:ln>
        </p:spPr>
      </p:sp>
      <p:sp>
        <p:nvSpPr>
          <p:cNvPr id="19" name="">
            <a:extLst xmlns:a="http://schemas.openxmlformats.org/drawingml/2006/main">
              <a:ext uri="{FF2B5EF4-FFF2-40B4-BE49-F238E27FC236}">
                <a16:creationId xmlns:a16="http://schemas.microsoft.com/office/drawing/2014/main" id="{4FD6A4C7-EA63-4968-9ECC-0587C6EBE359}"/>
              </a:ext>
            </a:extLst>
          </p:cNvPr>
          <p:cNvSpPr>
            <a:spLocks xmlns:a="http://schemas.openxmlformats.org/drawingml/2006/main" noGrp="1"/>
          </p:cNvSpPr>
          <p:nvPr/>
        </p:nvSpPr>
        <p:spPr>
          <a:xfrm xmlns:a="http://schemas.openxmlformats.org/drawingml/2006/main" rot="0">
            <a:off x="3676650" y="3124200"/>
            <a:ext cx="495300" cy="342900"/>
          </a:xfrm>
          <a:prstGeom xmlns:a="http://schemas.openxmlformats.org/drawingml/2006/main" prst="rect">
            <a:avLst/>
          </a:prstGeom>
          <a:solidFill xmlns:a="http://schemas.openxmlformats.org/drawingml/2006/main">
            <a:srgbClr val="25324A"/>
          </a:solidFill>
          <a:ln xmlns:a="http://schemas.openxmlformats.org/drawingml/2006/main" w="0">
            <a:solidFill>
              <a:srgbClr val="25324A"/>
            </a:solidFill>
            <a:prstDash val="solid"/>
          </a:ln>
        </p:spPr>
      </p:sp>
      <p:sp>
        <p:nvSpPr>
          <p:cNvPr id="20" name="">
            <a:extLst xmlns:a="http://schemas.openxmlformats.org/drawingml/2006/main">
              <a:ext uri="{FF2B5EF4-FFF2-40B4-BE49-F238E27FC236}">
                <a16:creationId xmlns:a16="http://schemas.microsoft.com/office/drawing/2014/main" id="{C3A72086-583D-4334-9EEA-7B90FC6A7948}"/>
              </a:ext>
            </a:extLst>
          </p:cNvPr>
          <p:cNvSpPr>
            <a:spLocks xmlns:a="http://schemas.openxmlformats.org/drawingml/2006/main" noGrp="1"/>
          </p:cNvSpPr>
          <p:nvPr/>
        </p:nvSpPr>
        <p:spPr>
          <a:xfrm xmlns:a="http://schemas.openxmlformats.org/drawingml/2006/main" rot="0">
            <a:off x="4343400" y="3124200"/>
            <a:ext cx="495300" cy="3429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21" name="">
            <a:extLst xmlns:a="http://schemas.openxmlformats.org/drawingml/2006/main">
              <a:ext uri="{FF2B5EF4-FFF2-40B4-BE49-F238E27FC236}">
                <a16:creationId xmlns:a16="http://schemas.microsoft.com/office/drawing/2014/main" id="{E512A28E-40FA-4F08-A110-BD49F8DE4F3D}"/>
              </a:ext>
            </a:extLst>
          </p:cNvPr>
          <p:cNvSpPr>
            <a:spLocks xmlns:a="http://schemas.openxmlformats.org/drawingml/2006/main" noGrp="1"/>
          </p:cNvSpPr>
          <p:nvPr/>
        </p:nvSpPr>
        <p:spPr>
          <a:xfrm xmlns:a="http://schemas.openxmlformats.org/drawingml/2006/main" rot="0">
            <a:off x="1009650" y="3638550"/>
            <a:ext cx="495300" cy="342900"/>
          </a:xfrm>
          <a:prstGeom xmlns:a="http://schemas.openxmlformats.org/drawingml/2006/main" prst="rect">
            <a:avLst/>
          </a:prstGeom>
          <a:solidFill xmlns:a="http://schemas.openxmlformats.org/drawingml/2006/main">
            <a:srgbClr val="25324A"/>
          </a:solidFill>
          <a:ln xmlns:a="http://schemas.openxmlformats.org/drawingml/2006/main" w="0">
            <a:solidFill>
              <a:srgbClr val="25324A"/>
            </a:solidFill>
            <a:prstDash val="solid"/>
          </a:ln>
        </p:spPr>
      </p:sp>
      <p:sp>
        <p:nvSpPr>
          <p:cNvPr id="22" name="">
            <a:extLst xmlns:a="http://schemas.openxmlformats.org/drawingml/2006/main">
              <a:ext uri="{FF2B5EF4-FFF2-40B4-BE49-F238E27FC236}">
                <a16:creationId xmlns:a16="http://schemas.microsoft.com/office/drawing/2014/main" id="{15BCC560-D4A8-42C8-A826-6070E0909031}"/>
              </a:ext>
            </a:extLst>
          </p:cNvPr>
          <p:cNvSpPr>
            <a:spLocks xmlns:a="http://schemas.openxmlformats.org/drawingml/2006/main" noGrp="1"/>
          </p:cNvSpPr>
          <p:nvPr/>
        </p:nvSpPr>
        <p:spPr>
          <a:xfrm xmlns:a="http://schemas.openxmlformats.org/drawingml/2006/main" rot="0">
            <a:off x="1676400" y="3638550"/>
            <a:ext cx="495300" cy="342900"/>
          </a:xfrm>
          <a:prstGeom xmlns:a="http://schemas.openxmlformats.org/drawingml/2006/main" prst="rect">
            <a:avLst/>
          </a:prstGeom>
          <a:solidFill xmlns:a="http://schemas.openxmlformats.org/drawingml/2006/main">
            <a:srgbClr val="25324A"/>
          </a:solidFill>
          <a:ln xmlns:a="http://schemas.openxmlformats.org/drawingml/2006/main" w="0">
            <a:solidFill>
              <a:srgbClr val="25324A"/>
            </a:solidFill>
            <a:prstDash val="solid"/>
          </a:ln>
        </p:spPr>
      </p:sp>
      <p:sp>
        <p:nvSpPr>
          <p:cNvPr id="23" name="">
            <a:extLst xmlns:a="http://schemas.openxmlformats.org/drawingml/2006/main">
              <a:ext uri="{FF2B5EF4-FFF2-40B4-BE49-F238E27FC236}">
                <a16:creationId xmlns:a16="http://schemas.microsoft.com/office/drawing/2014/main" id="{DA9F2710-E102-49F9-8D4A-DAE3E48630EA}"/>
              </a:ext>
            </a:extLst>
          </p:cNvPr>
          <p:cNvSpPr>
            <a:spLocks xmlns:a="http://schemas.openxmlformats.org/drawingml/2006/main" noGrp="1"/>
          </p:cNvSpPr>
          <p:nvPr/>
        </p:nvSpPr>
        <p:spPr>
          <a:xfrm xmlns:a="http://schemas.openxmlformats.org/drawingml/2006/main" rot="0">
            <a:off x="2343150" y="3638550"/>
            <a:ext cx="495300" cy="3429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24" name="">
            <a:extLst xmlns:a="http://schemas.openxmlformats.org/drawingml/2006/main">
              <a:ext uri="{FF2B5EF4-FFF2-40B4-BE49-F238E27FC236}">
                <a16:creationId xmlns:a16="http://schemas.microsoft.com/office/drawing/2014/main" id="{DB4F2CB9-4145-440D-91E8-155F2BC0748D}"/>
              </a:ext>
            </a:extLst>
          </p:cNvPr>
          <p:cNvSpPr>
            <a:spLocks xmlns:a="http://schemas.openxmlformats.org/drawingml/2006/main" noGrp="1"/>
          </p:cNvSpPr>
          <p:nvPr/>
        </p:nvSpPr>
        <p:spPr>
          <a:xfrm xmlns:a="http://schemas.openxmlformats.org/drawingml/2006/main" rot="0">
            <a:off x="3009900" y="3638550"/>
            <a:ext cx="495300" cy="342900"/>
          </a:xfrm>
          <a:prstGeom xmlns:a="http://schemas.openxmlformats.org/drawingml/2006/main" prst="rect">
            <a:avLst/>
          </a:prstGeom>
          <a:solidFill xmlns:a="http://schemas.openxmlformats.org/drawingml/2006/main">
            <a:srgbClr val="25324A"/>
          </a:solidFill>
          <a:ln xmlns:a="http://schemas.openxmlformats.org/drawingml/2006/main" w="0">
            <a:solidFill>
              <a:srgbClr val="25324A"/>
            </a:solidFill>
            <a:prstDash val="solid"/>
          </a:ln>
        </p:spPr>
      </p:sp>
      <p:sp>
        <p:nvSpPr>
          <p:cNvPr id="25" name="">
            <a:extLst xmlns:a="http://schemas.openxmlformats.org/drawingml/2006/main">
              <a:ext uri="{FF2B5EF4-FFF2-40B4-BE49-F238E27FC236}">
                <a16:creationId xmlns:a16="http://schemas.microsoft.com/office/drawing/2014/main" id="{0DDEAE1C-BE4F-4159-93FF-BEBC3AB25A85}"/>
              </a:ext>
            </a:extLst>
          </p:cNvPr>
          <p:cNvSpPr>
            <a:spLocks xmlns:a="http://schemas.openxmlformats.org/drawingml/2006/main" noGrp="1"/>
          </p:cNvSpPr>
          <p:nvPr/>
        </p:nvSpPr>
        <p:spPr>
          <a:xfrm xmlns:a="http://schemas.openxmlformats.org/drawingml/2006/main" rot="0">
            <a:off x="3676650" y="3638550"/>
            <a:ext cx="495300" cy="342900"/>
          </a:xfrm>
          <a:prstGeom xmlns:a="http://schemas.openxmlformats.org/drawingml/2006/main" prst="rect">
            <a:avLst/>
          </a:prstGeom>
          <a:solidFill xmlns:a="http://schemas.openxmlformats.org/drawingml/2006/main">
            <a:srgbClr val="25324A"/>
          </a:solidFill>
          <a:ln xmlns:a="http://schemas.openxmlformats.org/drawingml/2006/main" w="0">
            <a:solidFill>
              <a:srgbClr val="25324A"/>
            </a:solidFill>
            <a:prstDash val="solid"/>
          </a:ln>
        </p:spPr>
      </p:sp>
      <p:sp>
        <p:nvSpPr>
          <p:cNvPr id="26" name="">
            <a:extLst xmlns:a="http://schemas.openxmlformats.org/drawingml/2006/main">
              <a:ext uri="{FF2B5EF4-FFF2-40B4-BE49-F238E27FC236}">
                <a16:creationId xmlns:a16="http://schemas.microsoft.com/office/drawing/2014/main" id="{2A1183A8-ED03-4ABC-B6AC-E9D1EC7DEA81}"/>
              </a:ext>
            </a:extLst>
          </p:cNvPr>
          <p:cNvSpPr>
            <a:spLocks xmlns:a="http://schemas.openxmlformats.org/drawingml/2006/main" noGrp="1"/>
          </p:cNvSpPr>
          <p:nvPr/>
        </p:nvSpPr>
        <p:spPr>
          <a:xfrm xmlns:a="http://schemas.openxmlformats.org/drawingml/2006/main" rot="0">
            <a:off x="4343400" y="3638550"/>
            <a:ext cx="495300" cy="342900"/>
          </a:xfrm>
          <a:prstGeom xmlns:a="http://schemas.openxmlformats.org/drawingml/2006/main" prst="rect">
            <a:avLst/>
          </a:prstGeom>
          <a:solidFill xmlns:a="http://schemas.openxmlformats.org/drawingml/2006/main">
            <a:srgbClr val="25324A"/>
          </a:solidFill>
          <a:ln xmlns:a="http://schemas.openxmlformats.org/drawingml/2006/main" w="0">
            <a:solidFill>
              <a:srgbClr val="25324A"/>
            </a:solidFill>
            <a:prstDash val="solid"/>
          </a:ln>
        </p:spPr>
      </p:sp>
      <p:sp>
        <p:nvSpPr>
          <p:cNvPr id="27" name="">
            <a:extLst xmlns:a="http://schemas.openxmlformats.org/drawingml/2006/main">
              <a:ext uri="{FF2B5EF4-FFF2-40B4-BE49-F238E27FC236}">
                <a16:creationId xmlns:a16="http://schemas.microsoft.com/office/drawing/2014/main" id="{039A6CC4-4BC0-4739-B630-11C09B181E9E}"/>
              </a:ext>
            </a:extLst>
          </p:cNvPr>
          <p:cNvSpPr>
            <a:spLocks xmlns:a="http://schemas.openxmlformats.org/drawingml/2006/main" noGrp="1"/>
          </p:cNvSpPr>
          <p:nvPr/>
        </p:nvSpPr>
        <p:spPr>
          <a:xfrm xmlns:a="http://schemas.openxmlformats.org/drawingml/2006/main" rot="0">
            <a:off x="1009650" y="4152900"/>
            <a:ext cx="495300" cy="342900"/>
          </a:xfrm>
          <a:prstGeom xmlns:a="http://schemas.openxmlformats.org/drawingml/2006/main" prst="rect">
            <a:avLst/>
          </a:prstGeom>
          <a:solidFill xmlns:a="http://schemas.openxmlformats.org/drawingml/2006/main">
            <a:srgbClr val="25324A"/>
          </a:solidFill>
          <a:ln xmlns:a="http://schemas.openxmlformats.org/drawingml/2006/main" w="0">
            <a:solidFill>
              <a:srgbClr val="25324A"/>
            </a:solidFill>
            <a:prstDash val="solid"/>
          </a:ln>
        </p:spPr>
      </p:sp>
      <p:sp>
        <p:nvSpPr>
          <p:cNvPr id="28" name="">
            <a:extLst xmlns:a="http://schemas.openxmlformats.org/drawingml/2006/main">
              <a:ext uri="{FF2B5EF4-FFF2-40B4-BE49-F238E27FC236}">
                <a16:creationId xmlns:a16="http://schemas.microsoft.com/office/drawing/2014/main" id="{E767D684-B572-4A39-96A9-A215A404C1E5}"/>
              </a:ext>
            </a:extLst>
          </p:cNvPr>
          <p:cNvSpPr>
            <a:spLocks xmlns:a="http://schemas.openxmlformats.org/drawingml/2006/main" noGrp="1"/>
          </p:cNvSpPr>
          <p:nvPr/>
        </p:nvSpPr>
        <p:spPr>
          <a:xfrm xmlns:a="http://schemas.openxmlformats.org/drawingml/2006/main" rot="0">
            <a:off x="1676400" y="4152900"/>
            <a:ext cx="495300" cy="342900"/>
          </a:xfrm>
          <a:prstGeom xmlns:a="http://schemas.openxmlformats.org/drawingml/2006/main" prst="rect">
            <a:avLst/>
          </a:prstGeom>
          <a:solidFill xmlns:a="http://schemas.openxmlformats.org/drawingml/2006/main">
            <a:srgbClr val="25324A"/>
          </a:solidFill>
          <a:ln xmlns:a="http://schemas.openxmlformats.org/drawingml/2006/main" w="0">
            <a:solidFill>
              <a:srgbClr val="25324A"/>
            </a:solidFill>
            <a:prstDash val="solid"/>
          </a:ln>
        </p:spPr>
      </p:sp>
      <p:sp>
        <p:nvSpPr>
          <p:cNvPr id="29" name="">
            <a:extLst xmlns:a="http://schemas.openxmlformats.org/drawingml/2006/main">
              <a:ext uri="{FF2B5EF4-FFF2-40B4-BE49-F238E27FC236}">
                <a16:creationId xmlns:a16="http://schemas.microsoft.com/office/drawing/2014/main" id="{F155537F-4A07-478C-A3FA-E83CC867E036}"/>
              </a:ext>
            </a:extLst>
          </p:cNvPr>
          <p:cNvSpPr>
            <a:spLocks xmlns:a="http://schemas.openxmlformats.org/drawingml/2006/main" noGrp="1"/>
          </p:cNvSpPr>
          <p:nvPr/>
        </p:nvSpPr>
        <p:spPr>
          <a:xfrm xmlns:a="http://schemas.openxmlformats.org/drawingml/2006/main" rot="0">
            <a:off x="2343150" y="4152900"/>
            <a:ext cx="495300" cy="342900"/>
          </a:xfrm>
          <a:prstGeom xmlns:a="http://schemas.openxmlformats.org/drawingml/2006/main" prst="rect">
            <a:avLst/>
          </a:prstGeom>
          <a:solidFill xmlns:a="http://schemas.openxmlformats.org/drawingml/2006/main">
            <a:srgbClr val="25324A"/>
          </a:solidFill>
          <a:ln xmlns:a="http://schemas.openxmlformats.org/drawingml/2006/main" w="0">
            <a:solidFill>
              <a:srgbClr val="25324A"/>
            </a:solidFill>
            <a:prstDash val="solid"/>
          </a:ln>
        </p:spPr>
      </p:sp>
      <p:sp>
        <p:nvSpPr>
          <p:cNvPr id="30" name="">
            <a:extLst xmlns:a="http://schemas.openxmlformats.org/drawingml/2006/main">
              <a:ext uri="{FF2B5EF4-FFF2-40B4-BE49-F238E27FC236}">
                <a16:creationId xmlns:a16="http://schemas.microsoft.com/office/drawing/2014/main" id="{BF358572-2AF8-4E34-A43E-02CEC4586923}"/>
              </a:ext>
            </a:extLst>
          </p:cNvPr>
          <p:cNvSpPr>
            <a:spLocks xmlns:a="http://schemas.openxmlformats.org/drawingml/2006/main" noGrp="1"/>
          </p:cNvSpPr>
          <p:nvPr/>
        </p:nvSpPr>
        <p:spPr>
          <a:xfrm xmlns:a="http://schemas.openxmlformats.org/drawingml/2006/main" rot="0">
            <a:off x="3009900" y="4152900"/>
            <a:ext cx="495300" cy="3429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31" name="">
            <a:extLst xmlns:a="http://schemas.openxmlformats.org/drawingml/2006/main">
              <a:ext uri="{FF2B5EF4-FFF2-40B4-BE49-F238E27FC236}">
                <a16:creationId xmlns:a16="http://schemas.microsoft.com/office/drawing/2014/main" id="{11E376E7-0754-48BC-8919-ECA80951913E}"/>
              </a:ext>
            </a:extLst>
          </p:cNvPr>
          <p:cNvSpPr>
            <a:spLocks xmlns:a="http://schemas.openxmlformats.org/drawingml/2006/main" noGrp="1"/>
          </p:cNvSpPr>
          <p:nvPr/>
        </p:nvSpPr>
        <p:spPr>
          <a:xfrm xmlns:a="http://schemas.openxmlformats.org/drawingml/2006/main" rot="0">
            <a:off x="3676650" y="4152900"/>
            <a:ext cx="495300" cy="342900"/>
          </a:xfrm>
          <a:prstGeom xmlns:a="http://schemas.openxmlformats.org/drawingml/2006/main" prst="rect">
            <a:avLst/>
          </a:prstGeom>
          <a:solidFill xmlns:a="http://schemas.openxmlformats.org/drawingml/2006/main">
            <a:srgbClr val="25324A"/>
          </a:solidFill>
          <a:ln xmlns:a="http://schemas.openxmlformats.org/drawingml/2006/main" w="0">
            <a:solidFill>
              <a:srgbClr val="25324A"/>
            </a:solidFill>
            <a:prstDash val="solid"/>
          </a:ln>
        </p:spPr>
      </p:sp>
      <p:sp>
        <p:nvSpPr>
          <p:cNvPr id="32" name="">
            <a:extLst xmlns:a="http://schemas.openxmlformats.org/drawingml/2006/main">
              <a:ext uri="{FF2B5EF4-FFF2-40B4-BE49-F238E27FC236}">
                <a16:creationId xmlns:a16="http://schemas.microsoft.com/office/drawing/2014/main" id="{393DA5BD-FD0C-408E-B4E8-E17444E37993}"/>
              </a:ext>
            </a:extLst>
          </p:cNvPr>
          <p:cNvSpPr>
            <a:spLocks xmlns:a="http://schemas.openxmlformats.org/drawingml/2006/main" noGrp="1"/>
          </p:cNvSpPr>
          <p:nvPr/>
        </p:nvSpPr>
        <p:spPr>
          <a:xfrm xmlns:a="http://schemas.openxmlformats.org/drawingml/2006/main" rot="0">
            <a:off x="4343400" y="4152900"/>
            <a:ext cx="495300" cy="342900"/>
          </a:xfrm>
          <a:prstGeom xmlns:a="http://schemas.openxmlformats.org/drawingml/2006/main" prst="rect">
            <a:avLst/>
          </a:prstGeom>
          <a:solidFill xmlns:a="http://schemas.openxmlformats.org/drawingml/2006/main">
            <a:srgbClr val="25324A"/>
          </a:solidFill>
          <a:ln xmlns:a="http://schemas.openxmlformats.org/drawingml/2006/main" w="0">
            <a:solidFill>
              <a:srgbClr val="25324A"/>
            </a:solidFill>
            <a:prstDash val="solid"/>
          </a:ln>
        </p:spPr>
      </p:sp>
      <p:sp>
        <p:nvSpPr>
          <p:cNvPr id="33" name="">
            <a:extLst xmlns:a="http://schemas.openxmlformats.org/drawingml/2006/main">
              <a:ext uri="{FF2B5EF4-FFF2-40B4-BE49-F238E27FC236}">
                <a16:creationId xmlns:a16="http://schemas.microsoft.com/office/drawing/2014/main" id="{DD144A46-D540-4493-8565-59AC252E5897}"/>
              </a:ext>
            </a:extLst>
          </p:cNvPr>
          <p:cNvSpPr>
            <a:spLocks xmlns:a="http://schemas.openxmlformats.org/drawingml/2006/main" noGrp="1"/>
          </p:cNvSpPr>
          <p:nvPr/>
        </p:nvSpPr>
        <p:spPr>
          <a:xfrm xmlns:a="http://schemas.openxmlformats.org/drawingml/2006/main">
            <a:off x="5867400" y="3086100"/>
            <a:ext cx="5524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3150" b="1">
                <a:solidFill>
                  <a:srgbClr val="98A2B3"/>
                </a:solidFill>
                <a:latin typeface="Menlo"/>
                <a:ea typeface="Menlo"/>
                <a:cs typeface="Menlo"/>
              </a:defRPr>
            </a:pPr>
            <a:r>
              <a:rPr sz="3150" b="1">
                <a:solidFill>
                  <a:srgbClr val="98A2B3"/>
                </a:solidFill>
                <a:latin typeface="Menlo"/>
                <a:ea typeface="Menlo"/>
                <a:cs typeface="Menlo"/>
              </a:rPr>
              <a:t>+</a:t>
            </a:r>
          </a:p>
        </p:txBody>
      </p:sp>
      <p:sp>
        <p:nvSpPr>
          <p:cNvPr id="34" name="">
            <a:extLst xmlns:a="http://schemas.openxmlformats.org/drawingml/2006/main">
              <a:ext uri="{FF2B5EF4-FFF2-40B4-BE49-F238E27FC236}">
                <a16:creationId xmlns:a16="http://schemas.microsoft.com/office/drawing/2014/main" id="{DFF37B7E-27C2-467A-BB84-91EAE0882795}"/>
              </a:ext>
            </a:extLst>
          </p:cNvPr>
          <p:cNvSpPr>
            <a:spLocks xmlns:a="http://schemas.openxmlformats.org/drawingml/2006/main" noGrp="1"/>
          </p:cNvSpPr>
          <p:nvPr/>
        </p:nvSpPr>
        <p:spPr>
          <a:xfrm xmlns:a="http://schemas.openxmlformats.org/drawingml/2006/main" rot="0">
            <a:off x="6648450" y="2324100"/>
            <a:ext cx="4476750" cy="2209800"/>
          </a:xfrm>
          <a:prstGeom xmlns:a="http://schemas.openxmlformats.org/drawingml/2006/main" prst="rect">
            <a:avLst/>
          </a:prstGeom>
          <a:solidFill xmlns:a="http://schemas.openxmlformats.org/drawingml/2006/main">
            <a:srgbClr val="2563EB"/>
          </a:solidFill>
          <a:ln xmlns:a="http://schemas.openxmlformats.org/drawingml/2006/main" w="0">
            <a:solidFill>
              <a:srgbClr val="2563EB"/>
            </a:solidFill>
            <a:prstDash val="solid"/>
          </a:ln>
        </p:spPr>
      </p:sp>
      <p:sp>
        <p:nvSpPr>
          <p:cNvPr id="35" name="">
            <a:extLst xmlns:a="http://schemas.openxmlformats.org/drawingml/2006/main">
              <a:ext uri="{FF2B5EF4-FFF2-40B4-BE49-F238E27FC236}">
                <a16:creationId xmlns:a16="http://schemas.microsoft.com/office/drawing/2014/main" id="{759A2F32-29ED-4987-9012-26060F19AB70}"/>
              </a:ext>
            </a:extLst>
          </p:cNvPr>
          <p:cNvSpPr>
            <a:spLocks xmlns:a="http://schemas.openxmlformats.org/drawingml/2006/main" noGrp="1"/>
          </p:cNvSpPr>
          <p:nvPr/>
        </p:nvSpPr>
        <p:spPr>
          <a:xfrm xmlns:a="http://schemas.openxmlformats.org/drawingml/2006/main">
            <a:off x="6896100" y="2571750"/>
            <a:ext cx="3810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FFFFFF"/>
                </a:solidFill>
                <a:latin typeface="AppleGothic"/>
                <a:ea typeface="AppleGothic"/>
                <a:cs typeface="AppleGothic"/>
              </a:defRPr>
            </a:pPr>
            <a:r>
              <a:rPr sz="1050" b="1">
                <a:solidFill>
                  <a:srgbClr val="FFFFFF"/>
                </a:solidFill>
                <a:latin typeface="AppleGothic"/>
                <a:ea typeface="AppleGothic"/>
                <a:cs typeface="AppleGothic"/>
              </a:rPr>
              <a:t>LOW-RANK ADAPTER / TRAINED</a:t>
            </a:r>
          </a:p>
        </p:txBody>
      </p:sp>
      <p:sp>
        <p:nvSpPr>
          <p:cNvPr id="36" name="">
            <a:extLst xmlns:a="http://schemas.openxmlformats.org/drawingml/2006/main">
              <a:ext uri="{FF2B5EF4-FFF2-40B4-BE49-F238E27FC236}">
                <a16:creationId xmlns:a16="http://schemas.microsoft.com/office/drawing/2014/main" id="{50DE4E41-65CD-4DD8-9E96-B98920B3E482}"/>
              </a:ext>
            </a:extLst>
          </p:cNvPr>
          <p:cNvSpPr>
            <a:spLocks xmlns:a="http://schemas.openxmlformats.org/drawingml/2006/main" noGrp="1"/>
          </p:cNvSpPr>
          <p:nvPr/>
        </p:nvSpPr>
        <p:spPr>
          <a:xfrm xmlns:a="http://schemas.openxmlformats.org/drawingml/2006/main">
            <a:off x="6896100" y="3105150"/>
            <a:ext cx="39814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3600" b="1">
                <a:solidFill>
                  <a:srgbClr val="FFFFFF"/>
                </a:solidFill>
                <a:latin typeface="Menlo"/>
                <a:ea typeface="Menlo"/>
                <a:cs typeface="Menlo"/>
              </a:defRPr>
            </a:pPr>
            <a:r>
              <a:rPr sz="3600" b="1">
                <a:solidFill>
                  <a:srgbClr val="FFFFFF"/>
                </a:solidFill>
                <a:latin typeface="Menlo"/>
                <a:ea typeface="Menlo"/>
                <a:cs typeface="Menlo"/>
              </a:rPr>
              <a:t>A × B</a:t>
            </a:r>
          </a:p>
        </p:txBody>
      </p:sp>
      <p:sp>
        <p:nvSpPr>
          <p:cNvPr id="37" name="">
            <a:extLst xmlns:a="http://schemas.openxmlformats.org/drawingml/2006/main">
              <a:ext uri="{FF2B5EF4-FFF2-40B4-BE49-F238E27FC236}">
                <a16:creationId xmlns:a16="http://schemas.microsoft.com/office/drawing/2014/main" id="{74D416DD-7B83-4489-875A-B199897CACC7}"/>
              </a:ext>
            </a:extLst>
          </p:cNvPr>
          <p:cNvSpPr>
            <a:spLocks xmlns:a="http://schemas.openxmlformats.org/drawingml/2006/main" noGrp="1"/>
          </p:cNvSpPr>
          <p:nvPr/>
        </p:nvSpPr>
        <p:spPr>
          <a:xfrm xmlns:a="http://schemas.openxmlformats.org/drawingml/2006/main">
            <a:off x="6648450" y="4876800"/>
            <a:ext cx="4476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작은 변경 단위 · 독립 저장 · 교체 가능한 실험</a:t>
            </a:r>
          </a:p>
        </p:txBody>
      </p:sp>
      <p:sp>
        <p:nvSpPr>
          <p:cNvPr id="38" name="">
            <a:extLst xmlns:a="http://schemas.openxmlformats.org/drawingml/2006/main">
              <a:ext uri="{FF2B5EF4-FFF2-40B4-BE49-F238E27FC236}">
                <a16:creationId xmlns:a16="http://schemas.microsoft.com/office/drawing/2014/main" id="{69EBF534-DB90-47B5-8CBB-54C3E9EE2257}"/>
              </a:ext>
            </a:extLst>
          </p:cNvPr>
          <p:cNvSpPr>
            <a:spLocks xmlns:a="http://schemas.openxmlformats.org/drawingml/2006/main" noGrp="1"/>
          </p:cNvSpPr>
          <p:nvPr/>
        </p:nvSpPr>
        <p:spPr>
          <a:xfrm xmlns:a="http://schemas.openxmlformats.org/drawingml/2006/main">
            <a:off x="609600" y="5695950"/>
            <a:ext cx="10972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Low-Rank Adaptation (LoRA) · Parameter-Efficient Fine-Tuning (PEFT)</a:t>
            </a:r>
          </a:p>
        </p:txBody>
      </p:sp>
    </p:spTree>
    <p:extLst>
      <p:ext uri="{BB962C8B-B14F-4D97-AF65-F5344CB8AC3E}">
        <p14:creationId xmlns:p14="http://schemas.microsoft.com/office/powerpoint/2010/main" val="19291428"/>
      </p:ext>
    </p:extLst>
  </p:cSld>
</p:sld>
</file>

<file path=ppt/slides/slide45.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D870E767-0CEA-4FB1-86EB-53FDBB98A648}"/>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POST-TRAINING</a:t>
            </a:r>
          </a:p>
        </p:txBody>
      </p:sp>
      <p:sp>
        <p:nvSpPr>
          <p:cNvPr id="2" name="">
            <a:extLst xmlns:a="http://schemas.openxmlformats.org/drawingml/2006/main">
              <a:ext uri="{FF2B5EF4-FFF2-40B4-BE49-F238E27FC236}">
                <a16:creationId xmlns:a16="http://schemas.microsoft.com/office/drawing/2014/main" id="{776096D7-EBF7-4404-A7F6-EA5DCF6B99E6}"/>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45</a:t>
            </a:r>
          </a:p>
        </p:txBody>
      </p:sp>
      <p:sp>
        <p:nvSpPr>
          <p:cNvPr id="3" name="">
            <a:extLst xmlns:a="http://schemas.openxmlformats.org/drawingml/2006/main">
              <a:ext uri="{FF2B5EF4-FFF2-40B4-BE49-F238E27FC236}">
                <a16:creationId xmlns:a16="http://schemas.microsoft.com/office/drawing/2014/main" id="{F75D9E23-437D-4C94-BB6B-9E1E68C477DD}"/>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9881BAAD-BA23-4211-A860-1547C283334F}"/>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9A51B1C0-F7D2-4681-8E24-6D2F20CA0A33}"/>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87656DBE-AF99-4374-BD94-CA446323E25B}"/>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개입 순서의 기본 휴리스틱</a:t>
            </a:r>
          </a:p>
        </p:txBody>
      </p:sp>
      <p:sp>
        <p:nvSpPr>
          <p:cNvPr id="7" name="">
            <a:extLst xmlns:a="http://schemas.openxmlformats.org/drawingml/2006/main">
              <a:ext uri="{FF2B5EF4-FFF2-40B4-BE49-F238E27FC236}">
                <a16:creationId xmlns:a16="http://schemas.microsoft.com/office/drawing/2014/main" id="{99955F43-8003-4FDA-8989-F96F1FB612FA}"/>
              </a:ext>
            </a:extLst>
          </p:cNvPr>
          <p:cNvSpPr>
            <a:spLocks xmlns:a="http://schemas.openxmlformats.org/drawingml/2006/main" noGrp="1"/>
          </p:cNvSpPr>
          <p:nvPr/>
        </p:nvSpPr>
        <p:spPr>
          <a:xfrm xmlns:a="http://schemas.openxmlformats.org/drawingml/2006/main">
            <a:off x="609600" y="1504950"/>
            <a:ext cx="10972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00" b="1">
                <a:solidFill>
                  <a:srgbClr val="191919"/>
                </a:solidFill>
                <a:latin typeface="AppleGothic"/>
                <a:ea typeface="AppleGothic"/>
                <a:cs typeface="AppleGothic"/>
              </a:defRPr>
            </a:pPr>
            <a:r>
              <a:rPr sz="1500" b="1">
                <a:solidFill>
                  <a:srgbClr val="191919"/>
                </a:solidFill>
                <a:latin typeface="AppleGothic"/>
                <a:ea typeface="AppleGothic"/>
                <a:cs typeface="AppleGothic"/>
              </a:rPr>
              <a:t>가장 낮은 비용의 검증에서 시작해 근거가 쌓일 때 다음 변경으로 이동</a:t>
            </a:r>
          </a:p>
        </p:txBody>
      </p:sp>
      <p:sp>
        <p:nvSpPr>
          <p:cNvPr id="8" name="">
            <a:extLst xmlns:a="http://schemas.openxmlformats.org/drawingml/2006/main">
              <a:ext uri="{FF2B5EF4-FFF2-40B4-BE49-F238E27FC236}">
                <a16:creationId xmlns:a16="http://schemas.microsoft.com/office/drawing/2014/main" id="{ADBE431F-8B84-4B56-AE0C-DAA63C2D6CBF}"/>
              </a:ext>
            </a:extLst>
          </p:cNvPr>
          <p:cNvSpPr>
            <a:spLocks xmlns:a="http://schemas.openxmlformats.org/drawingml/2006/main" noGrp="1"/>
          </p:cNvSpPr>
          <p:nvPr/>
        </p:nvSpPr>
        <p:spPr>
          <a:xfrm xmlns:a="http://schemas.openxmlformats.org/drawingml/2006/main">
            <a:off x="609600" y="2095500"/>
            <a:ext cx="514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2563EB"/>
                </a:solidFill>
                <a:latin typeface="Menlo"/>
                <a:ea typeface="Menlo"/>
                <a:cs typeface="Menlo"/>
              </a:defRPr>
            </a:pPr>
            <a:r>
              <a:rPr sz="1350" b="1">
                <a:solidFill>
                  <a:srgbClr val="2563EB"/>
                </a:solidFill>
                <a:latin typeface="Menlo"/>
                <a:ea typeface="Menlo"/>
                <a:cs typeface="Menlo"/>
              </a:rPr>
              <a:t>01</a:t>
            </a:r>
          </a:p>
        </p:txBody>
      </p:sp>
      <p:sp>
        <p:nvSpPr>
          <p:cNvPr id="9" name="">
            <a:extLst xmlns:a="http://schemas.openxmlformats.org/drawingml/2006/main">
              <a:ext uri="{FF2B5EF4-FFF2-40B4-BE49-F238E27FC236}">
                <a16:creationId xmlns:a16="http://schemas.microsoft.com/office/drawing/2014/main" id="{105E687A-6740-4519-916C-77A07B3E0C7B}"/>
              </a:ext>
            </a:extLst>
          </p:cNvPr>
          <p:cNvSpPr>
            <a:spLocks xmlns:a="http://schemas.openxmlformats.org/drawingml/2006/main" noGrp="1"/>
          </p:cNvSpPr>
          <p:nvPr/>
        </p:nvSpPr>
        <p:spPr>
          <a:xfrm xmlns:a="http://schemas.openxmlformats.org/drawingml/2006/main">
            <a:off x="1352550" y="2076450"/>
            <a:ext cx="23622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191919"/>
                </a:solidFill>
                <a:latin typeface="AppleGothic"/>
                <a:ea typeface="AppleGothic"/>
                <a:cs typeface="AppleGothic"/>
              </a:defRPr>
            </a:pPr>
            <a:r>
              <a:rPr sz="1650" b="1">
                <a:solidFill>
                  <a:srgbClr val="191919"/>
                </a:solidFill>
                <a:latin typeface="AppleGothic"/>
                <a:ea typeface="AppleGothic"/>
                <a:cs typeface="AppleGothic"/>
              </a:rPr>
              <a:t>기준선</a:t>
            </a:r>
          </a:p>
        </p:txBody>
      </p:sp>
      <p:sp>
        <p:nvSpPr>
          <p:cNvPr id="10" name="">
            <a:extLst xmlns:a="http://schemas.openxmlformats.org/drawingml/2006/main">
              <a:ext uri="{FF2B5EF4-FFF2-40B4-BE49-F238E27FC236}">
                <a16:creationId xmlns:a16="http://schemas.microsoft.com/office/drawing/2014/main" id="{791FE6A3-DC00-443E-9CB4-8706CE5C5442}"/>
              </a:ext>
            </a:extLst>
          </p:cNvPr>
          <p:cNvSpPr>
            <a:spLocks xmlns:a="http://schemas.openxmlformats.org/drawingml/2006/main" noGrp="1"/>
          </p:cNvSpPr>
          <p:nvPr/>
        </p:nvSpPr>
        <p:spPr>
          <a:xfrm xmlns:a="http://schemas.openxmlformats.org/drawingml/2006/main">
            <a:off x="4095750" y="2095500"/>
            <a:ext cx="71056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현재 품질·비용·응답 지연·실패 분포의 기록</a:t>
            </a:r>
          </a:p>
        </p:txBody>
      </p:sp>
      <p:sp>
        <p:nvSpPr>
          <p:cNvPr id="11" name="">
            <a:extLst xmlns:a="http://schemas.openxmlformats.org/drawingml/2006/main">
              <a:ext uri="{FF2B5EF4-FFF2-40B4-BE49-F238E27FC236}">
                <a16:creationId xmlns:a16="http://schemas.microsoft.com/office/drawing/2014/main" id="{EEE868AA-0B9A-4CBA-A88B-25FCD1982F1B}"/>
              </a:ext>
            </a:extLst>
          </p:cNvPr>
          <p:cNvSpPr>
            <a:spLocks xmlns:a="http://schemas.openxmlformats.org/drawingml/2006/main" noGrp="1"/>
          </p:cNvSpPr>
          <p:nvPr/>
        </p:nvSpPr>
        <p:spPr>
          <a:xfrm xmlns:a="http://schemas.openxmlformats.org/drawingml/2006/main" flipH="0" flipV="0">
            <a:off x="1352550" y="2552700"/>
            <a:ext cx="9848850" cy="0"/>
          </a:xfrm>
          <a:prstGeom xmlns:a="http://schemas.openxmlformats.org/drawingml/2006/main" prst="line">
            <a:avLst/>
          </a:prstGeom>
          <a:noFill xmlns:a="http://schemas.openxmlformats.org/drawingml/2006/main"/>
          <a:ln xmlns:a="http://schemas.openxmlformats.org/drawingml/2006/main" w="28575">
            <a:solidFill>
              <a:srgbClr val="2563EB"/>
            </a:solidFill>
            <a:prstDash val="solid"/>
          </a:ln>
        </p:spPr>
      </p:sp>
      <p:sp>
        <p:nvSpPr>
          <p:cNvPr id="12" name="">
            <a:extLst xmlns:a="http://schemas.openxmlformats.org/drawingml/2006/main">
              <a:ext uri="{FF2B5EF4-FFF2-40B4-BE49-F238E27FC236}">
                <a16:creationId xmlns:a16="http://schemas.microsoft.com/office/drawing/2014/main" id="{F3984EB7-E03E-43D6-B27C-DAD26E8E5049}"/>
              </a:ext>
            </a:extLst>
          </p:cNvPr>
          <p:cNvSpPr>
            <a:spLocks xmlns:a="http://schemas.openxmlformats.org/drawingml/2006/main" noGrp="1"/>
          </p:cNvSpPr>
          <p:nvPr/>
        </p:nvSpPr>
        <p:spPr>
          <a:xfrm xmlns:a="http://schemas.openxmlformats.org/drawingml/2006/main">
            <a:off x="609600" y="2762250"/>
            <a:ext cx="514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667085"/>
                </a:solidFill>
                <a:latin typeface="Menlo"/>
                <a:ea typeface="Menlo"/>
                <a:cs typeface="Menlo"/>
              </a:defRPr>
            </a:pPr>
            <a:r>
              <a:rPr sz="1350" b="1">
                <a:solidFill>
                  <a:srgbClr val="667085"/>
                </a:solidFill>
                <a:latin typeface="Menlo"/>
                <a:ea typeface="Menlo"/>
                <a:cs typeface="Menlo"/>
              </a:rPr>
              <a:t>02</a:t>
            </a:r>
          </a:p>
        </p:txBody>
      </p:sp>
      <p:sp>
        <p:nvSpPr>
          <p:cNvPr id="13" name="">
            <a:extLst xmlns:a="http://schemas.openxmlformats.org/drawingml/2006/main">
              <a:ext uri="{FF2B5EF4-FFF2-40B4-BE49-F238E27FC236}">
                <a16:creationId xmlns:a16="http://schemas.microsoft.com/office/drawing/2014/main" id="{9DC1EC95-20FD-4D4C-A1F2-294DD3732FC4}"/>
              </a:ext>
            </a:extLst>
          </p:cNvPr>
          <p:cNvSpPr>
            <a:spLocks xmlns:a="http://schemas.openxmlformats.org/drawingml/2006/main" noGrp="1"/>
          </p:cNvSpPr>
          <p:nvPr/>
        </p:nvSpPr>
        <p:spPr>
          <a:xfrm xmlns:a="http://schemas.openxmlformats.org/drawingml/2006/main">
            <a:off x="1352550" y="2743200"/>
            <a:ext cx="23622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191919"/>
                </a:solidFill>
                <a:latin typeface="AppleGothic"/>
                <a:ea typeface="AppleGothic"/>
                <a:cs typeface="AppleGothic"/>
              </a:defRPr>
            </a:pPr>
            <a:r>
              <a:rPr sz="1650" b="1">
                <a:solidFill>
                  <a:srgbClr val="191919"/>
                </a:solidFill>
                <a:latin typeface="AppleGothic"/>
                <a:ea typeface="AppleGothic"/>
                <a:cs typeface="AppleGothic"/>
              </a:rPr>
              <a:t>프롬프트</a:t>
            </a:r>
          </a:p>
        </p:txBody>
      </p:sp>
      <p:sp>
        <p:nvSpPr>
          <p:cNvPr id="14" name="">
            <a:extLst xmlns:a="http://schemas.openxmlformats.org/drawingml/2006/main">
              <a:ext uri="{FF2B5EF4-FFF2-40B4-BE49-F238E27FC236}">
                <a16:creationId xmlns:a16="http://schemas.microsoft.com/office/drawing/2014/main" id="{A23B14E0-2CE9-424B-A4F5-DBCE7D9675F8}"/>
              </a:ext>
            </a:extLst>
          </p:cNvPr>
          <p:cNvSpPr>
            <a:spLocks xmlns:a="http://schemas.openxmlformats.org/drawingml/2006/main" noGrp="1"/>
          </p:cNvSpPr>
          <p:nvPr/>
        </p:nvSpPr>
        <p:spPr>
          <a:xfrm xmlns:a="http://schemas.openxmlformats.org/drawingml/2006/main">
            <a:off x="4095750" y="2762250"/>
            <a:ext cx="71056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모델 가중치 밖의 지시·예시·출력 형식 변경</a:t>
            </a:r>
          </a:p>
        </p:txBody>
      </p:sp>
      <p:sp>
        <p:nvSpPr>
          <p:cNvPr id="15" name="">
            <a:extLst xmlns:a="http://schemas.openxmlformats.org/drawingml/2006/main">
              <a:ext uri="{FF2B5EF4-FFF2-40B4-BE49-F238E27FC236}">
                <a16:creationId xmlns:a16="http://schemas.microsoft.com/office/drawing/2014/main" id="{0580B369-D376-455C-A026-C01CC32700C8}"/>
              </a:ext>
            </a:extLst>
          </p:cNvPr>
          <p:cNvSpPr>
            <a:spLocks xmlns:a="http://schemas.openxmlformats.org/drawingml/2006/main" noGrp="1"/>
          </p:cNvSpPr>
          <p:nvPr/>
        </p:nvSpPr>
        <p:spPr>
          <a:xfrm xmlns:a="http://schemas.openxmlformats.org/drawingml/2006/main" flipH="0" flipV="0">
            <a:off x="1352550" y="3219450"/>
            <a:ext cx="984885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16" name="">
            <a:extLst xmlns:a="http://schemas.openxmlformats.org/drawingml/2006/main">
              <a:ext uri="{FF2B5EF4-FFF2-40B4-BE49-F238E27FC236}">
                <a16:creationId xmlns:a16="http://schemas.microsoft.com/office/drawing/2014/main" id="{77686ADC-19AA-4290-A584-B7F5899B79E3}"/>
              </a:ext>
            </a:extLst>
          </p:cNvPr>
          <p:cNvSpPr>
            <a:spLocks xmlns:a="http://schemas.openxmlformats.org/drawingml/2006/main" noGrp="1"/>
          </p:cNvSpPr>
          <p:nvPr/>
        </p:nvSpPr>
        <p:spPr>
          <a:xfrm xmlns:a="http://schemas.openxmlformats.org/drawingml/2006/main">
            <a:off x="609600" y="3429000"/>
            <a:ext cx="514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667085"/>
                </a:solidFill>
                <a:latin typeface="Menlo"/>
                <a:ea typeface="Menlo"/>
                <a:cs typeface="Menlo"/>
              </a:defRPr>
            </a:pPr>
            <a:r>
              <a:rPr sz="1350" b="1">
                <a:solidFill>
                  <a:srgbClr val="667085"/>
                </a:solidFill>
                <a:latin typeface="Menlo"/>
                <a:ea typeface="Menlo"/>
                <a:cs typeface="Menlo"/>
              </a:rPr>
              <a:t>03</a:t>
            </a:r>
          </a:p>
        </p:txBody>
      </p:sp>
      <p:sp>
        <p:nvSpPr>
          <p:cNvPr id="17" name="">
            <a:extLst xmlns:a="http://schemas.openxmlformats.org/drawingml/2006/main">
              <a:ext uri="{FF2B5EF4-FFF2-40B4-BE49-F238E27FC236}">
                <a16:creationId xmlns:a16="http://schemas.microsoft.com/office/drawing/2014/main" id="{4F2E2B9E-D551-4897-88C6-4B601708291E}"/>
              </a:ext>
            </a:extLst>
          </p:cNvPr>
          <p:cNvSpPr>
            <a:spLocks xmlns:a="http://schemas.openxmlformats.org/drawingml/2006/main" noGrp="1"/>
          </p:cNvSpPr>
          <p:nvPr/>
        </p:nvSpPr>
        <p:spPr>
          <a:xfrm xmlns:a="http://schemas.openxmlformats.org/drawingml/2006/main">
            <a:off x="1352550" y="3409950"/>
            <a:ext cx="23622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191919"/>
                </a:solidFill>
                <a:latin typeface="AppleGothic"/>
                <a:ea typeface="AppleGothic"/>
                <a:cs typeface="AppleGothic"/>
              </a:defRPr>
            </a:pPr>
            <a:r>
              <a:rPr sz="1650" b="1">
                <a:solidFill>
                  <a:srgbClr val="191919"/>
                </a:solidFill>
                <a:latin typeface="AppleGothic"/>
                <a:ea typeface="AppleGothic"/>
                <a:cs typeface="AppleGothic"/>
              </a:rPr>
              <a:t>검색·도구</a:t>
            </a:r>
          </a:p>
        </p:txBody>
      </p:sp>
      <p:sp>
        <p:nvSpPr>
          <p:cNvPr id="18" name="">
            <a:extLst xmlns:a="http://schemas.openxmlformats.org/drawingml/2006/main">
              <a:ext uri="{FF2B5EF4-FFF2-40B4-BE49-F238E27FC236}">
                <a16:creationId xmlns:a16="http://schemas.microsoft.com/office/drawing/2014/main" id="{CEB59785-C884-4A7C-8877-0526F3D0E49A}"/>
              </a:ext>
            </a:extLst>
          </p:cNvPr>
          <p:cNvSpPr>
            <a:spLocks xmlns:a="http://schemas.openxmlformats.org/drawingml/2006/main" noGrp="1"/>
          </p:cNvSpPr>
          <p:nvPr/>
        </p:nvSpPr>
        <p:spPr>
          <a:xfrm xmlns:a="http://schemas.openxmlformats.org/drawingml/2006/main">
            <a:off x="4095750" y="3429000"/>
            <a:ext cx="71056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외부 사실 근거와 실제 행동의 연결</a:t>
            </a:r>
          </a:p>
        </p:txBody>
      </p:sp>
      <p:sp>
        <p:nvSpPr>
          <p:cNvPr id="19" name="">
            <a:extLst xmlns:a="http://schemas.openxmlformats.org/drawingml/2006/main">
              <a:ext uri="{FF2B5EF4-FFF2-40B4-BE49-F238E27FC236}">
                <a16:creationId xmlns:a16="http://schemas.microsoft.com/office/drawing/2014/main" id="{3D1F764C-24FB-4382-B337-A6DADE33AC20}"/>
              </a:ext>
            </a:extLst>
          </p:cNvPr>
          <p:cNvSpPr>
            <a:spLocks xmlns:a="http://schemas.openxmlformats.org/drawingml/2006/main" noGrp="1"/>
          </p:cNvSpPr>
          <p:nvPr/>
        </p:nvSpPr>
        <p:spPr>
          <a:xfrm xmlns:a="http://schemas.openxmlformats.org/drawingml/2006/main" flipH="0" flipV="0">
            <a:off x="1352550" y="3886200"/>
            <a:ext cx="984885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20" name="">
            <a:extLst xmlns:a="http://schemas.openxmlformats.org/drawingml/2006/main">
              <a:ext uri="{FF2B5EF4-FFF2-40B4-BE49-F238E27FC236}">
                <a16:creationId xmlns:a16="http://schemas.microsoft.com/office/drawing/2014/main" id="{F5D104F7-F00F-49C2-8383-7D6C3B1A6EFB}"/>
              </a:ext>
            </a:extLst>
          </p:cNvPr>
          <p:cNvSpPr>
            <a:spLocks xmlns:a="http://schemas.openxmlformats.org/drawingml/2006/main" noGrp="1"/>
          </p:cNvSpPr>
          <p:nvPr/>
        </p:nvSpPr>
        <p:spPr>
          <a:xfrm xmlns:a="http://schemas.openxmlformats.org/drawingml/2006/main">
            <a:off x="609600" y="4095750"/>
            <a:ext cx="514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667085"/>
                </a:solidFill>
                <a:latin typeface="Menlo"/>
                <a:ea typeface="Menlo"/>
                <a:cs typeface="Menlo"/>
              </a:defRPr>
            </a:pPr>
            <a:r>
              <a:rPr sz="1350" b="1">
                <a:solidFill>
                  <a:srgbClr val="667085"/>
                </a:solidFill>
                <a:latin typeface="Menlo"/>
                <a:ea typeface="Menlo"/>
                <a:cs typeface="Menlo"/>
              </a:rPr>
              <a:t>04</a:t>
            </a:r>
          </a:p>
        </p:txBody>
      </p:sp>
      <p:sp>
        <p:nvSpPr>
          <p:cNvPr id="21" name="">
            <a:extLst xmlns:a="http://schemas.openxmlformats.org/drawingml/2006/main">
              <a:ext uri="{FF2B5EF4-FFF2-40B4-BE49-F238E27FC236}">
                <a16:creationId xmlns:a16="http://schemas.microsoft.com/office/drawing/2014/main" id="{53796D3E-AFE9-470C-8CE3-E8ABF7C03BC1}"/>
              </a:ext>
            </a:extLst>
          </p:cNvPr>
          <p:cNvSpPr>
            <a:spLocks xmlns:a="http://schemas.openxmlformats.org/drawingml/2006/main" noGrp="1"/>
          </p:cNvSpPr>
          <p:nvPr/>
        </p:nvSpPr>
        <p:spPr>
          <a:xfrm xmlns:a="http://schemas.openxmlformats.org/drawingml/2006/main">
            <a:off x="1352550" y="4076700"/>
            <a:ext cx="23622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191919"/>
                </a:solidFill>
                <a:latin typeface="AppleGothic"/>
                <a:ea typeface="AppleGothic"/>
                <a:cs typeface="AppleGothic"/>
              </a:defRPr>
            </a:pPr>
            <a:r>
              <a:rPr sz="1650" b="1">
                <a:solidFill>
                  <a:srgbClr val="191919"/>
                </a:solidFill>
                <a:latin typeface="AppleGothic"/>
                <a:ea typeface="AppleGothic"/>
                <a:cs typeface="AppleGothic"/>
              </a:rPr>
              <a:t>모델 선택</a:t>
            </a:r>
          </a:p>
        </p:txBody>
      </p:sp>
      <p:sp>
        <p:nvSpPr>
          <p:cNvPr id="22" name="">
            <a:extLst xmlns:a="http://schemas.openxmlformats.org/drawingml/2006/main">
              <a:ext uri="{FF2B5EF4-FFF2-40B4-BE49-F238E27FC236}">
                <a16:creationId xmlns:a16="http://schemas.microsoft.com/office/drawing/2014/main" id="{421673C7-6767-4B34-954E-1285B1AE0278}"/>
              </a:ext>
            </a:extLst>
          </p:cNvPr>
          <p:cNvSpPr>
            <a:spLocks xmlns:a="http://schemas.openxmlformats.org/drawingml/2006/main" noGrp="1"/>
          </p:cNvSpPr>
          <p:nvPr/>
        </p:nvSpPr>
        <p:spPr>
          <a:xfrm xmlns:a="http://schemas.openxmlformats.org/drawingml/2006/main">
            <a:off x="4095750" y="4095750"/>
            <a:ext cx="71056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능력·비용·지연·배포 제약의 교체 검증</a:t>
            </a:r>
          </a:p>
        </p:txBody>
      </p:sp>
      <p:sp>
        <p:nvSpPr>
          <p:cNvPr id="23" name="">
            <a:extLst xmlns:a="http://schemas.openxmlformats.org/drawingml/2006/main">
              <a:ext uri="{FF2B5EF4-FFF2-40B4-BE49-F238E27FC236}">
                <a16:creationId xmlns:a16="http://schemas.microsoft.com/office/drawing/2014/main" id="{7522F4C6-04E3-429A-8A65-67E39CD9D587}"/>
              </a:ext>
            </a:extLst>
          </p:cNvPr>
          <p:cNvSpPr>
            <a:spLocks xmlns:a="http://schemas.openxmlformats.org/drawingml/2006/main" noGrp="1"/>
          </p:cNvSpPr>
          <p:nvPr/>
        </p:nvSpPr>
        <p:spPr>
          <a:xfrm xmlns:a="http://schemas.openxmlformats.org/drawingml/2006/main" flipH="0" flipV="0">
            <a:off x="1352550" y="4552950"/>
            <a:ext cx="984885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24" name="">
            <a:extLst xmlns:a="http://schemas.openxmlformats.org/drawingml/2006/main">
              <a:ext uri="{FF2B5EF4-FFF2-40B4-BE49-F238E27FC236}">
                <a16:creationId xmlns:a16="http://schemas.microsoft.com/office/drawing/2014/main" id="{73836189-15A2-484A-B07A-21471541804B}"/>
              </a:ext>
            </a:extLst>
          </p:cNvPr>
          <p:cNvSpPr>
            <a:spLocks xmlns:a="http://schemas.openxmlformats.org/drawingml/2006/main" noGrp="1"/>
          </p:cNvSpPr>
          <p:nvPr/>
        </p:nvSpPr>
        <p:spPr>
          <a:xfrm xmlns:a="http://schemas.openxmlformats.org/drawingml/2006/main">
            <a:off x="609600" y="4762500"/>
            <a:ext cx="514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667085"/>
                </a:solidFill>
                <a:latin typeface="Menlo"/>
                <a:ea typeface="Menlo"/>
                <a:cs typeface="Menlo"/>
              </a:defRPr>
            </a:pPr>
            <a:r>
              <a:rPr sz="1350" b="1">
                <a:solidFill>
                  <a:srgbClr val="667085"/>
                </a:solidFill>
                <a:latin typeface="Menlo"/>
                <a:ea typeface="Menlo"/>
                <a:cs typeface="Menlo"/>
              </a:rPr>
              <a:t>05</a:t>
            </a:r>
          </a:p>
        </p:txBody>
      </p:sp>
      <p:sp>
        <p:nvSpPr>
          <p:cNvPr id="25" name="">
            <a:extLst xmlns:a="http://schemas.openxmlformats.org/drawingml/2006/main">
              <a:ext uri="{FF2B5EF4-FFF2-40B4-BE49-F238E27FC236}">
                <a16:creationId xmlns:a16="http://schemas.microsoft.com/office/drawing/2014/main" id="{2A50F5C5-65FB-4CF8-9490-3EF2586512A5}"/>
              </a:ext>
            </a:extLst>
          </p:cNvPr>
          <p:cNvSpPr>
            <a:spLocks xmlns:a="http://schemas.openxmlformats.org/drawingml/2006/main" noGrp="1"/>
          </p:cNvSpPr>
          <p:nvPr/>
        </p:nvSpPr>
        <p:spPr>
          <a:xfrm xmlns:a="http://schemas.openxmlformats.org/drawingml/2006/main">
            <a:off x="1352550" y="4743450"/>
            <a:ext cx="23622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191919"/>
                </a:solidFill>
                <a:latin typeface="AppleGothic"/>
                <a:ea typeface="AppleGothic"/>
                <a:cs typeface="AppleGothic"/>
              </a:defRPr>
            </a:pPr>
            <a:r>
              <a:rPr sz="1650" b="1">
                <a:solidFill>
                  <a:srgbClr val="191919"/>
                </a:solidFill>
                <a:latin typeface="AppleGothic"/>
                <a:ea typeface="AppleGothic"/>
                <a:cs typeface="AppleGothic"/>
              </a:rPr>
              <a:t>미세조정</a:t>
            </a:r>
          </a:p>
        </p:txBody>
      </p:sp>
      <p:sp>
        <p:nvSpPr>
          <p:cNvPr id="26" name="">
            <a:extLst xmlns:a="http://schemas.openxmlformats.org/drawingml/2006/main">
              <a:ext uri="{FF2B5EF4-FFF2-40B4-BE49-F238E27FC236}">
                <a16:creationId xmlns:a16="http://schemas.microsoft.com/office/drawing/2014/main" id="{3EDBA15A-3F34-4096-996D-04D14E08405A}"/>
              </a:ext>
            </a:extLst>
          </p:cNvPr>
          <p:cNvSpPr>
            <a:spLocks xmlns:a="http://schemas.openxmlformats.org/drawingml/2006/main" noGrp="1"/>
          </p:cNvSpPr>
          <p:nvPr/>
        </p:nvSpPr>
        <p:spPr>
          <a:xfrm xmlns:a="http://schemas.openxmlformats.org/drawingml/2006/main">
            <a:off x="4095750" y="4762500"/>
            <a:ext cx="71056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반복 행동 패턴을 가중치에 반영할 근거 확인</a:t>
            </a:r>
          </a:p>
        </p:txBody>
      </p:sp>
      <p:sp>
        <p:nvSpPr>
          <p:cNvPr id="27" name="">
            <a:extLst xmlns:a="http://schemas.openxmlformats.org/drawingml/2006/main">
              <a:ext uri="{FF2B5EF4-FFF2-40B4-BE49-F238E27FC236}">
                <a16:creationId xmlns:a16="http://schemas.microsoft.com/office/drawing/2014/main" id="{56A5EBDE-D038-42F0-98A4-484D7BBE218B}"/>
              </a:ext>
            </a:extLst>
          </p:cNvPr>
          <p:cNvSpPr>
            <a:spLocks xmlns:a="http://schemas.openxmlformats.org/drawingml/2006/main" noGrp="1"/>
          </p:cNvSpPr>
          <p:nvPr/>
        </p:nvSpPr>
        <p:spPr>
          <a:xfrm xmlns:a="http://schemas.openxmlformats.org/drawingml/2006/main" flipH="0" flipV="0">
            <a:off x="1352550" y="5219700"/>
            <a:ext cx="984885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28" name="">
            <a:extLst xmlns:a="http://schemas.openxmlformats.org/drawingml/2006/main">
              <a:ext uri="{FF2B5EF4-FFF2-40B4-BE49-F238E27FC236}">
                <a16:creationId xmlns:a16="http://schemas.microsoft.com/office/drawing/2014/main" id="{A8C68D28-368F-4145-A691-A0EF2BBB85A3}"/>
              </a:ext>
            </a:extLst>
          </p:cNvPr>
          <p:cNvSpPr>
            <a:spLocks xmlns:a="http://schemas.openxmlformats.org/drawingml/2006/main" noGrp="1"/>
          </p:cNvSpPr>
          <p:nvPr/>
        </p:nvSpPr>
        <p:spPr>
          <a:xfrm xmlns:a="http://schemas.openxmlformats.org/drawingml/2006/main">
            <a:off x="609600" y="5600700"/>
            <a:ext cx="10972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191919"/>
                </a:solidFill>
                <a:latin typeface="AppleGothic"/>
                <a:ea typeface="AppleGothic"/>
                <a:cs typeface="AppleGothic"/>
              </a:defRPr>
            </a:pPr>
            <a:r>
              <a:rPr sz="1350" b="1">
                <a:solidFill>
                  <a:srgbClr val="191919"/>
                </a:solidFill>
                <a:latin typeface="AppleGothic"/>
                <a:ea typeface="AppleGothic"/>
                <a:cs typeface="AppleGothic"/>
              </a:rPr>
              <a:t>데이터·평가셋·배포 이득이 없으면 미세조정보다 앞 단계의 개선</a:t>
            </a:r>
          </a:p>
        </p:txBody>
      </p:sp>
    </p:spTree>
    <p:extLst>
      <p:ext uri="{BB962C8B-B14F-4D97-AF65-F5344CB8AC3E}">
        <p14:creationId xmlns:p14="http://schemas.microsoft.com/office/powerpoint/2010/main" val="64532070"/>
      </p:ext>
    </p:extLst>
  </p:cSld>
</p:sld>
</file>

<file path=ppt/slides/slide46.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9FDA9A4-E479-4EB2-8629-94C32142D792}"/>
              </a:ext>
            </a:extLst>
          </p:cNvPr>
          <p:cNvSpPr>
            <a:spLocks xmlns:a="http://schemas.openxmlformats.org/drawingml/2006/main" noGrp="1"/>
          </p:cNvSpPr>
          <p:nvPr/>
        </p:nvSpPr>
        <p:spPr>
          <a:xfrm xmlns:a="http://schemas.openxmlformats.org/drawingml/2006/main">
            <a:off x="609600" y="742950"/>
            <a:ext cx="200025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8850" b="1">
                <a:solidFill>
                  <a:srgbClr val="FFFFFF"/>
                </a:solidFill>
                <a:latin typeface="Menlo"/>
                <a:ea typeface="Menlo"/>
                <a:cs typeface="Menlo"/>
              </a:defRPr>
            </a:pPr>
            <a:r>
              <a:rPr sz="8850" b="1">
                <a:solidFill>
                  <a:srgbClr val="FFFFFF"/>
                </a:solidFill>
                <a:latin typeface="Menlo"/>
                <a:ea typeface="Menlo"/>
                <a:cs typeface="Menlo"/>
              </a:rPr>
              <a:t>03</a:t>
            </a:r>
          </a:p>
        </p:txBody>
      </p:sp>
      <p:sp>
        <p:nvSpPr>
          <p:cNvPr id="2" name="">
            <a:extLst xmlns:a="http://schemas.openxmlformats.org/drawingml/2006/main">
              <a:ext uri="{FF2B5EF4-FFF2-40B4-BE49-F238E27FC236}">
                <a16:creationId xmlns:a16="http://schemas.microsoft.com/office/drawing/2014/main" id="{469F3A4E-586E-4315-BFC4-3B9B080DA285}"/>
              </a:ext>
            </a:extLst>
          </p:cNvPr>
          <p:cNvSpPr>
            <a:spLocks xmlns:a="http://schemas.openxmlformats.org/drawingml/2006/main" noGrp="1"/>
          </p:cNvSpPr>
          <p:nvPr/>
        </p:nvSpPr>
        <p:spPr>
          <a:xfrm xmlns:a="http://schemas.openxmlformats.org/drawingml/2006/main">
            <a:off x="6724650" y="933450"/>
            <a:ext cx="4857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200" b="1">
                <a:solidFill>
                  <a:srgbClr val="98A2B3"/>
                </a:solidFill>
                <a:latin typeface="Menlo"/>
                <a:ea typeface="Menlo"/>
                <a:cs typeface="Menlo"/>
              </a:defRPr>
            </a:pPr>
            <a:r>
              <a:rPr sz="1200" b="1">
                <a:solidFill>
                  <a:srgbClr val="98A2B3"/>
                </a:solidFill>
                <a:latin typeface="Menlo"/>
                <a:ea typeface="Menlo"/>
                <a:cs typeface="Menlo"/>
              </a:rPr>
              <a:t>OPERATING ASSETS &amp; LOOP</a:t>
            </a:r>
          </a:p>
        </p:txBody>
      </p:sp>
      <p:sp>
        <p:nvSpPr>
          <p:cNvPr id="3" name="">
            <a:extLst xmlns:a="http://schemas.openxmlformats.org/drawingml/2006/main">
              <a:ext uri="{FF2B5EF4-FFF2-40B4-BE49-F238E27FC236}">
                <a16:creationId xmlns:a16="http://schemas.microsoft.com/office/drawing/2014/main" id="{402785F5-10A6-4478-BDD2-09D0EFC51B26}"/>
              </a:ext>
            </a:extLst>
          </p:cNvPr>
          <p:cNvSpPr>
            <a:spLocks xmlns:a="http://schemas.openxmlformats.org/drawingml/2006/main" noGrp="1"/>
          </p:cNvSpPr>
          <p:nvPr/>
        </p:nvSpPr>
        <p:spPr>
          <a:xfrm xmlns:a="http://schemas.openxmlformats.org/drawingml/2006/main" flipH="0" flipV="0">
            <a:off x="609600" y="27241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FA0BB0EF-6FC7-47AB-98F0-E019FEF1F2B9}"/>
              </a:ext>
            </a:extLst>
          </p:cNvPr>
          <p:cNvSpPr>
            <a:spLocks xmlns:a="http://schemas.openxmlformats.org/drawingml/2006/main" noGrp="1"/>
          </p:cNvSpPr>
          <p:nvPr/>
        </p:nvSpPr>
        <p:spPr>
          <a:xfrm xmlns:a="http://schemas.openxmlformats.org/drawingml/2006/main">
            <a:off x="609600" y="3162300"/>
            <a:ext cx="1066800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4000"/>
              </a:lnSpc>
              <a:buNone/>
              <a:defRPr sz="3600" b="1">
                <a:solidFill>
                  <a:srgbClr val="FFFFFF"/>
                </a:solidFill>
                <a:latin typeface="AppleGothic"/>
                <a:ea typeface="AppleGothic"/>
                <a:cs typeface="AppleGothic"/>
              </a:defRPr>
            </a:pPr>
            <a:r>
              <a:rPr sz="3600" b="1">
                <a:solidFill>
                  <a:srgbClr val="FFFFFF"/>
                </a:solidFill>
                <a:latin typeface="AppleGothic"/>
                <a:ea typeface="AppleGothic"/>
                <a:cs typeface="AppleGothic"/>
              </a:rPr>
              <a:t>운영 관심사와 관리 자산의 확장</a:t>
            </a:r>
          </a:p>
        </p:txBody>
      </p:sp>
      <p:sp>
        <p:nvSpPr>
          <p:cNvPr id="5" name="">
            <a:extLst xmlns:a="http://schemas.openxmlformats.org/drawingml/2006/main">
              <a:ext uri="{FF2B5EF4-FFF2-40B4-BE49-F238E27FC236}">
                <a16:creationId xmlns:a16="http://schemas.microsoft.com/office/drawing/2014/main" id="{02BA6C2D-C03B-47C1-A28B-19B1E3E2F699}"/>
              </a:ext>
            </a:extLst>
          </p:cNvPr>
          <p:cNvSpPr>
            <a:spLocks xmlns:a="http://schemas.openxmlformats.org/drawingml/2006/main" noGrp="1"/>
          </p:cNvSpPr>
          <p:nvPr/>
        </p:nvSpPr>
        <p:spPr>
          <a:xfrm xmlns:a="http://schemas.openxmlformats.org/drawingml/2006/main">
            <a:off x="609600" y="4762500"/>
            <a:ext cx="9906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800" b="0">
                <a:solidFill>
                  <a:srgbClr val="98A2B3"/>
                </a:solidFill>
                <a:latin typeface="AppleGothic"/>
                <a:ea typeface="AppleGothic"/>
                <a:cs typeface="AppleGothic"/>
              </a:defRPr>
            </a:pPr>
            <a:r>
              <a:rPr sz="1800" b="0">
                <a:solidFill>
                  <a:srgbClr val="98A2B3"/>
                </a:solidFill>
                <a:latin typeface="AppleGothic"/>
                <a:ea typeface="AppleGothic"/>
                <a:cs typeface="AppleGothic"/>
              </a:rPr>
              <a:t>코드 · 데이터 · 모델 · 프롬프트 · 맥락 · 실행 추적 · 평가</a:t>
            </a:r>
          </a:p>
        </p:txBody>
      </p:sp>
      <p:sp>
        <p:nvSpPr>
          <p:cNvPr id="6" name="">
            <a:extLst xmlns:a="http://schemas.openxmlformats.org/drawingml/2006/main">
              <a:ext uri="{FF2B5EF4-FFF2-40B4-BE49-F238E27FC236}">
                <a16:creationId xmlns:a16="http://schemas.microsoft.com/office/drawing/2014/main" id="{2CAA0348-859A-4FA4-8829-022265AA1AF9}"/>
              </a:ext>
            </a:extLst>
          </p:cNvPr>
          <p:cNvSpPr>
            <a:spLocks xmlns:a="http://schemas.openxmlformats.org/drawingml/2006/main" noGrp="1"/>
          </p:cNvSpPr>
          <p:nvPr/>
        </p:nvSpPr>
        <p:spPr>
          <a:xfrm xmlns:a="http://schemas.openxmlformats.org/drawingml/2006/main">
            <a:off x="609600" y="607695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W01 · 46</a:t>
            </a:r>
          </a:p>
        </p:txBody>
      </p:sp>
    </p:spTree>
    <p:extLst>
      <p:ext uri="{BB962C8B-B14F-4D97-AF65-F5344CB8AC3E}">
        <p14:creationId xmlns:p14="http://schemas.microsoft.com/office/powerpoint/2010/main" val="2046516725"/>
      </p:ext>
    </p:extLst>
  </p:cSld>
</p:sld>
</file>

<file path=ppt/slides/slide47.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0865C01A-4207-42B4-B47C-9A0155CC210F}"/>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OPS</a:t>
            </a:r>
          </a:p>
        </p:txBody>
      </p:sp>
      <p:sp>
        <p:nvSpPr>
          <p:cNvPr id="2" name="">
            <a:extLst xmlns:a="http://schemas.openxmlformats.org/drawingml/2006/main">
              <a:ext uri="{FF2B5EF4-FFF2-40B4-BE49-F238E27FC236}">
                <a16:creationId xmlns:a16="http://schemas.microsoft.com/office/drawing/2014/main" id="{F026EF67-B8BD-4051-8564-F1F2FB82EAC3}"/>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47</a:t>
            </a:r>
          </a:p>
        </p:txBody>
      </p:sp>
      <p:sp>
        <p:nvSpPr>
          <p:cNvPr id="3" name="">
            <a:extLst xmlns:a="http://schemas.openxmlformats.org/drawingml/2006/main">
              <a:ext uri="{FF2B5EF4-FFF2-40B4-BE49-F238E27FC236}">
                <a16:creationId xmlns:a16="http://schemas.microsoft.com/office/drawing/2014/main" id="{E0C9FECC-5800-431B-BDDD-4E76CAFE0A2F}"/>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B76EF0FC-838F-4626-9B9C-5946F0275088}"/>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149C2229-745F-4C86-B330-F94C76BFC445}"/>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2BF3A67F-223D-4C79-B77C-927F3239591A}"/>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세 운영 영역의 관심사 확장</a:t>
            </a:r>
          </a:p>
        </p:txBody>
      </p:sp>
      <p:sp>
        <p:nvSpPr>
          <p:cNvPr id="7" name="">
            <a:extLst xmlns:a="http://schemas.openxmlformats.org/drawingml/2006/main">
              <a:ext uri="{FF2B5EF4-FFF2-40B4-BE49-F238E27FC236}">
                <a16:creationId xmlns:a16="http://schemas.microsoft.com/office/drawing/2014/main" id="{A79723F6-35B4-4E5A-8695-E19652B6FCD3}"/>
              </a:ext>
            </a:extLst>
          </p:cNvPr>
          <p:cNvSpPr>
            <a:spLocks xmlns:a="http://schemas.openxmlformats.org/drawingml/2006/main" noGrp="1"/>
          </p:cNvSpPr>
          <p:nvPr/>
        </p:nvSpPr>
        <p:spPr>
          <a:xfrm xmlns:a="http://schemas.openxmlformats.org/drawingml/2006/main">
            <a:off x="609600" y="1676400"/>
            <a:ext cx="24384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250" b="1">
                <a:solidFill>
                  <a:srgbClr val="FFFFFF"/>
                </a:solidFill>
                <a:latin typeface="Menlo"/>
                <a:ea typeface="Menlo"/>
                <a:cs typeface="Menlo"/>
              </a:defRPr>
            </a:pPr>
            <a:r>
              <a:rPr sz="2250" b="1">
                <a:solidFill>
                  <a:srgbClr val="FFFFFF"/>
                </a:solidFill>
                <a:latin typeface="Menlo"/>
                <a:ea typeface="Menlo"/>
                <a:cs typeface="Menlo"/>
              </a:rPr>
              <a:t>DevOps</a:t>
            </a:r>
          </a:p>
        </p:txBody>
      </p:sp>
      <p:sp>
        <p:nvSpPr>
          <p:cNvPr id="8" name="">
            <a:extLst xmlns:a="http://schemas.openxmlformats.org/drawingml/2006/main">
              <a:ext uri="{FF2B5EF4-FFF2-40B4-BE49-F238E27FC236}">
                <a16:creationId xmlns:a16="http://schemas.microsoft.com/office/drawing/2014/main" id="{11D68573-576A-4F18-835D-47273E5E2F34}"/>
              </a:ext>
            </a:extLst>
          </p:cNvPr>
          <p:cNvSpPr>
            <a:spLocks xmlns:a="http://schemas.openxmlformats.org/drawingml/2006/main" noGrp="1"/>
          </p:cNvSpPr>
          <p:nvPr/>
        </p:nvSpPr>
        <p:spPr>
          <a:xfrm xmlns:a="http://schemas.openxmlformats.org/drawingml/2006/main" flipH="0" flipV="0">
            <a:off x="3219450" y="1876425"/>
            <a:ext cx="836295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9" name="">
            <a:extLst xmlns:a="http://schemas.openxmlformats.org/drawingml/2006/main">
              <a:ext uri="{FF2B5EF4-FFF2-40B4-BE49-F238E27FC236}">
                <a16:creationId xmlns:a16="http://schemas.microsoft.com/office/drawing/2014/main" id="{2F4618E6-6645-4D91-AE69-0B8501B778D9}"/>
              </a:ext>
            </a:extLst>
          </p:cNvPr>
          <p:cNvSpPr>
            <a:spLocks xmlns:a="http://schemas.openxmlformats.org/drawingml/2006/main" noGrp="1"/>
          </p:cNvSpPr>
          <p:nvPr/>
        </p:nvSpPr>
        <p:spPr>
          <a:xfrm xmlns:a="http://schemas.openxmlformats.org/drawingml/2006/main">
            <a:off x="3429000" y="1638300"/>
            <a:ext cx="796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75" b="1">
                <a:solidFill>
                  <a:srgbClr val="98A2B3"/>
                </a:solidFill>
                <a:latin typeface="Menlo"/>
                <a:ea typeface="Menlo"/>
                <a:cs typeface="Menlo"/>
              </a:defRPr>
            </a:pPr>
            <a:r>
              <a:rPr sz="1275" b="1">
                <a:solidFill>
                  <a:srgbClr val="98A2B3"/>
                </a:solidFill>
                <a:latin typeface="Menlo"/>
                <a:ea typeface="Menlo"/>
                <a:cs typeface="Menlo"/>
              </a:rPr>
              <a:t>CODE  ·  BUILD  ·  RELEASE  ·  RUNTIME</a:t>
            </a:r>
          </a:p>
        </p:txBody>
      </p:sp>
      <p:sp>
        <p:nvSpPr>
          <p:cNvPr id="10" name="">
            <a:extLst xmlns:a="http://schemas.openxmlformats.org/drawingml/2006/main">
              <a:ext uri="{FF2B5EF4-FFF2-40B4-BE49-F238E27FC236}">
                <a16:creationId xmlns:a16="http://schemas.microsoft.com/office/drawing/2014/main" id="{18B1C771-BAAC-4D09-B45C-1BF25536AD7E}"/>
              </a:ext>
            </a:extLst>
          </p:cNvPr>
          <p:cNvSpPr>
            <a:spLocks xmlns:a="http://schemas.openxmlformats.org/drawingml/2006/main" noGrp="1"/>
          </p:cNvSpPr>
          <p:nvPr/>
        </p:nvSpPr>
        <p:spPr>
          <a:xfrm xmlns:a="http://schemas.openxmlformats.org/drawingml/2006/main">
            <a:off x="3429000" y="2133600"/>
            <a:ext cx="79629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425" b="0">
                <a:solidFill>
                  <a:srgbClr val="FFFFFF"/>
                </a:solidFill>
                <a:latin typeface="AppleGothic"/>
                <a:ea typeface="AppleGothic"/>
                <a:cs typeface="AppleGothic"/>
              </a:defRPr>
            </a:pPr>
            <a:r>
              <a:rPr sz="1425" b="0">
                <a:solidFill>
                  <a:srgbClr val="FFFFFF"/>
                </a:solidFill>
                <a:latin typeface="AppleGothic"/>
                <a:ea typeface="AppleGothic"/>
                <a:cs typeface="AppleGothic"/>
              </a:rPr>
              <a:t>Development and Operations · 코드의 빌드·테스트·배포·관찰</a:t>
            </a:r>
          </a:p>
        </p:txBody>
      </p:sp>
      <p:sp>
        <p:nvSpPr>
          <p:cNvPr id="11" name="">
            <a:extLst xmlns:a="http://schemas.openxmlformats.org/drawingml/2006/main">
              <a:ext uri="{FF2B5EF4-FFF2-40B4-BE49-F238E27FC236}">
                <a16:creationId xmlns:a16="http://schemas.microsoft.com/office/drawing/2014/main" id="{2FDE02FD-0EA4-4B92-8E7E-2BE215494788}"/>
              </a:ext>
            </a:extLst>
          </p:cNvPr>
          <p:cNvSpPr>
            <a:spLocks xmlns:a="http://schemas.openxmlformats.org/drawingml/2006/main" noGrp="1"/>
          </p:cNvSpPr>
          <p:nvPr/>
        </p:nvSpPr>
        <p:spPr>
          <a:xfrm xmlns:a="http://schemas.openxmlformats.org/drawingml/2006/main">
            <a:off x="609600" y="2933700"/>
            <a:ext cx="24384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250" b="1">
                <a:solidFill>
                  <a:srgbClr val="FFFFFF"/>
                </a:solidFill>
                <a:latin typeface="Menlo"/>
                <a:ea typeface="Menlo"/>
                <a:cs typeface="Menlo"/>
              </a:defRPr>
            </a:pPr>
            <a:r>
              <a:rPr sz="2250" b="1">
                <a:solidFill>
                  <a:srgbClr val="FFFFFF"/>
                </a:solidFill>
                <a:latin typeface="Menlo"/>
                <a:ea typeface="Menlo"/>
                <a:cs typeface="Menlo"/>
              </a:rPr>
              <a:t>MLOps</a:t>
            </a:r>
          </a:p>
        </p:txBody>
      </p:sp>
      <p:sp>
        <p:nvSpPr>
          <p:cNvPr id="12" name="">
            <a:extLst xmlns:a="http://schemas.openxmlformats.org/drawingml/2006/main">
              <a:ext uri="{FF2B5EF4-FFF2-40B4-BE49-F238E27FC236}">
                <a16:creationId xmlns:a16="http://schemas.microsoft.com/office/drawing/2014/main" id="{EDC000E3-E53D-4D04-81BC-0E82C2F49CEC}"/>
              </a:ext>
            </a:extLst>
          </p:cNvPr>
          <p:cNvSpPr>
            <a:spLocks xmlns:a="http://schemas.openxmlformats.org/drawingml/2006/main" noGrp="1"/>
          </p:cNvSpPr>
          <p:nvPr/>
        </p:nvSpPr>
        <p:spPr>
          <a:xfrm xmlns:a="http://schemas.openxmlformats.org/drawingml/2006/main" flipH="0" flipV="0">
            <a:off x="3219450" y="3133725"/>
            <a:ext cx="836295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3" name="">
            <a:extLst xmlns:a="http://schemas.openxmlformats.org/drawingml/2006/main">
              <a:ext uri="{FF2B5EF4-FFF2-40B4-BE49-F238E27FC236}">
                <a16:creationId xmlns:a16="http://schemas.microsoft.com/office/drawing/2014/main" id="{1C25FED8-C090-4747-94AA-6D644C3F6440}"/>
              </a:ext>
            </a:extLst>
          </p:cNvPr>
          <p:cNvSpPr>
            <a:spLocks xmlns:a="http://schemas.openxmlformats.org/drawingml/2006/main" noGrp="1"/>
          </p:cNvSpPr>
          <p:nvPr/>
        </p:nvSpPr>
        <p:spPr>
          <a:xfrm xmlns:a="http://schemas.openxmlformats.org/drawingml/2006/main">
            <a:off x="3429000" y="2895600"/>
            <a:ext cx="796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75" b="1">
                <a:solidFill>
                  <a:srgbClr val="98A2B3"/>
                </a:solidFill>
                <a:latin typeface="Menlo"/>
                <a:ea typeface="Menlo"/>
                <a:cs typeface="Menlo"/>
              </a:defRPr>
            </a:pPr>
            <a:r>
              <a:rPr sz="1275" b="1">
                <a:solidFill>
                  <a:srgbClr val="98A2B3"/>
                </a:solidFill>
                <a:latin typeface="Menlo"/>
                <a:ea typeface="Menlo"/>
                <a:cs typeface="Menlo"/>
              </a:rPr>
              <a:t>DATA  ·  FEATURE  ·  MODEL  ·  EXPERIMENT</a:t>
            </a:r>
          </a:p>
        </p:txBody>
      </p:sp>
      <p:sp>
        <p:nvSpPr>
          <p:cNvPr id="14" name="">
            <a:extLst xmlns:a="http://schemas.openxmlformats.org/drawingml/2006/main">
              <a:ext uri="{FF2B5EF4-FFF2-40B4-BE49-F238E27FC236}">
                <a16:creationId xmlns:a16="http://schemas.microsoft.com/office/drawing/2014/main" id="{3CE9E7D8-BFC5-40F1-8B37-982E5652ED29}"/>
              </a:ext>
            </a:extLst>
          </p:cNvPr>
          <p:cNvSpPr>
            <a:spLocks xmlns:a="http://schemas.openxmlformats.org/drawingml/2006/main" noGrp="1"/>
          </p:cNvSpPr>
          <p:nvPr/>
        </p:nvSpPr>
        <p:spPr>
          <a:xfrm xmlns:a="http://schemas.openxmlformats.org/drawingml/2006/main">
            <a:off x="3429000" y="3390900"/>
            <a:ext cx="79629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425" b="0">
                <a:solidFill>
                  <a:srgbClr val="FFFFFF"/>
                </a:solidFill>
                <a:latin typeface="AppleGothic"/>
                <a:ea typeface="AppleGothic"/>
                <a:cs typeface="AppleGothic"/>
              </a:defRPr>
            </a:pPr>
            <a:r>
              <a:rPr sz="1425" b="0">
                <a:solidFill>
                  <a:srgbClr val="FFFFFF"/>
                </a:solidFill>
                <a:latin typeface="AppleGothic"/>
                <a:ea typeface="AppleGothic"/>
                <a:cs typeface="AppleGothic"/>
              </a:rPr>
              <a:t>Machine Learning Operations · 데이터·학습·모델의 버전과 품질 관문</a:t>
            </a:r>
          </a:p>
        </p:txBody>
      </p:sp>
      <p:sp>
        <p:nvSpPr>
          <p:cNvPr id="15" name="">
            <a:extLst xmlns:a="http://schemas.openxmlformats.org/drawingml/2006/main">
              <a:ext uri="{FF2B5EF4-FFF2-40B4-BE49-F238E27FC236}">
                <a16:creationId xmlns:a16="http://schemas.microsoft.com/office/drawing/2014/main" id="{6C6C872C-D460-4154-AAB2-282A6A3EE094}"/>
              </a:ext>
            </a:extLst>
          </p:cNvPr>
          <p:cNvSpPr>
            <a:spLocks xmlns:a="http://schemas.openxmlformats.org/drawingml/2006/main" noGrp="1"/>
          </p:cNvSpPr>
          <p:nvPr/>
        </p:nvSpPr>
        <p:spPr>
          <a:xfrm xmlns:a="http://schemas.openxmlformats.org/drawingml/2006/main">
            <a:off x="609600" y="4191000"/>
            <a:ext cx="24384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250" b="1">
                <a:solidFill>
                  <a:srgbClr val="2563EB"/>
                </a:solidFill>
                <a:latin typeface="Menlo"/>
                <a:ea typeface="Menlo"/>
                <a:cs typeface="Menlo"/>
              </a:defRPr>
            </a:pPr>
            <a:r>
              <a:rPr sz="2250" b="1">
                <a:solidFill>
                  <a:srgbClr val="2563EB"/>
                </a:solidFill>
                <a:latin typeface="Menlo"/>
                <a:ea typeface="Menlo"/>
                <a:cs typeface="Menlo"/>
              </a:rPr>
              <a:t>LLMOps</a:t>
            </a:r>
          </a:p>
        </p:txBody>
      </p:sp>
      <p:sp>
        <p:nvSpPr>
          <p:cNvPr id="16" name="">
            <a:extLst xmlns:a="http://schemas.openxmlformats.org/drawingml/2006/main">
              <a:ext uri="{FF2B5EF4-FFF2-40B4-BE49-F238E27FC236}">
                <a16:creationId xmlns:a16="http://schemas.microsoft.com/office/drawing/2014/main" id="{E477AEA3-AF2B-43B4-AA15-85328EFE18A2}"/>
              </a:ext>
            </a:extLst>
          </p:cNvPr>
          <p:cNvSpPr>
            <a:spLocks xmlns:a="http://schemas.openxmlformats.org/drawingml/2006/main" noGrp="1"/>
          </p:cNvSpPr>
          <p:nvPr/>
        </p:nvSpPr>
        <p:spPr>
          <a:xfrm xmlns:a="http://schemas.openxmlformats.org/drawingml/2006/main" flipH="0" flipV="0">
            <a:off x="3219450" y="4391025"/>
            <a:ext cx="8362950" cy="0"/>
          </a:xfrm>
          <a:prstGeom xmlns:a="http://schemas.openxmlformats.org/drawingml/2006/main" prst="line">
            <a:avLst/>
          </a:prstGeom>
          <a:noFill xmlns:a="http://schemas.openxmlformats.org/drawingml/2006/main"/>
          <a:ln xmlns:a="http://schemas.openxmlformats.org/drawingml/2006/main" w="38100">
            <a:solidFill>
              <a:srgbClr val="2563EB"/>
            </a:solidFill>
            <a:prstDash val="solid"/>
          </a:ln>
        </p:spPr>
      </p:sp>
      <p:sp>
        <p:nvSpPr>
          <p:cNvPr id="17" name="">
            <a:extLst xmlns:a="http://schemas.openxmlformats.org/drawingml/2006/main">
              <a:ext uri="{FF2B5EF4-FFF2-40B4-BE49-F238E27FC236}">
                <a16:creationId xmlns:a16="http://schemas.microsoft.com/office/drawing/2014/main" id="{C148DCDC-218E-4A22-B882-BF330C7FD69A}"/>
              </a:ext>
            </a:extLst>
          </p:cNvPr>
          <p:cNvSpPr>
            <a:spLocks xmlns:a="http://schemas.openxmlformats.org/drawingml/2006/main" noGrp="1"/>
          </p:cNvSpPr>
          <p:nvPr/>
        </p:nvSpPr>
        <p:spPr>
          <a:xfrm xmlns:a="http://schemas.openxmlformats.org/drawingml/2006/main">
            <a:off x="3429000" y="4152900"/>
            <a:ext cx="796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75" b="1">
                <a:solidFill>
                  <a:srgbClr val="FFFFFF"/>
                </a:solidFill>
                <a:latin typeface="Menlo"/>
                <a:ea typeface="Menlo"/>
                <a:cs typeface="Menlo"/>
              </a:defRPr>
            </a:pPr>
            <a:r>
              <a:rPr sz="1275" b="1">
                <a:solidFill>
                  <a:srgbClr val="FFFFFF"/>
                </a:solidFill>
                <a:latin typeface="Menlo"/>
                <a:ea typeface="Menlo"/>
                <a:cs typeface="Menlo"/>
              </a:rPr>
              <a:t>PROMPT  ·  CONTEXT  ·  TRACE  ·  EVALUATION</a:t>
            </a:r>
          </a:p>
        </p:txBody>
      </p:sp>
      <p:sp>
        <p:nvSpPr>
          <p:cNvPr id="18" name="">
            <a:extLst xmlns:a="http://schemas.openxmlformats.org/drawingml/2006/main">
              <a:ext uri="{FF2B5EF4-FFF2-40B4-BE49-F238E27FC236}">
                <a16:creationId xmlns:a16="http://schemas.microsoft.com/office/drawing/2014/main" id="{63EEAEF6-3831-4C2B-9312-6A154611C51E}"/>
              </a:ext>
            </a:extLst>
          </p:cNvPr>
          <p:cNvSpPr>
            <a:spLocks xmlns:a="http://schemas.openxmlformats.org/drawingml/2006/main" noGrp="1"/>
          </p:cNvSpPr>
          <p:nvPr/>
        </p:nvSpPr>
        <p:spPr>
          <a:xfrm xmlns:a="http://schemas.openxmlformats.org/drawingml/2006/main">
            <a:off x="3429000" y="4648200"/>
            <a:ext cx="79629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425" b="0">
                <a:solidFill>
                  <a:srgbClr val="FFFFFF"/>
                </a:solidFill>
                <a:latin typeface="AppleGothic"/>
                <a:ea typeface="AppleGothic"/>
                <a:cs typeface="AppleGothic"/>
              </a:defRPr>
            </a:pPr>
            <a:r>
              <a:rPr sz="1425" b="0">
                <a:solidFill>
                  <a:srgbClr val="FFFFFF"/>
                </a:solidFill>
                <a:latin typeface="AppleGothic"/>
                <a:ea typeface="AppleGothic"/>
                <a:cs typeface="AppleGothic"/>
              </a:rPr>
              <a:t>Large Language Model Operations · 맥락·응답·피드백·보호 정책</a:t>
            </a:r>
          </a:p>
        </p:txBody>
      </p:sp>
      <p:sp>
        <p:nvSpPr>
          <p:cNvPr id="19" name="">
            <a:extLst xmlns:a="http://schemas.openxmlformats.org/drawingml/2006/main">
              <a:ext uri="{FF2B5EF4-FFF2-40B4-BE49-F238E27FC236}">
                <a16:creationId xmlns:a16="http://schemas.microsoft.com/office/drawing/2014/main" id="{385481EA-AC33-422C-B641-086BCC5E9CD2}"/>
              </a:ext>
            </a:extLst>
          </p:cNvPr>
          <p:cNvSpPr>
            <a:spLocks xmlns:a="http://schemas.openxmlformats.org/drawingml/2006/main" noGrp="1"/>
          </p:cNvSpPr>
          <p:nvPr/>
        </p:nvSpPr>
        <p:spPr>
          <a:xfrm xmlns:a="http://schemas.openxmlformats.org/drawingml/2006/main">
            <a:off x="609600" y="5638800"/>
            <a:ext cx="10972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대체 관계가 아니라 운영 대상과 증거 구조의 누적</a:t>
            </a:r>
          </a:p>
        </p:txBody>
      </p:sp>
    </p:spTree>
    <p:extLst>
      <p:ext uri="{BB962C8B-B14F-4D97-AF65-F5344CB8AC3E}">
        <p14:creationId xmlns:p14="http://schemas.microsoft.com/office/powerpoint/2010/main" val="1112319856"/>
      </p:ext>
    </p:extLst>
  </p:cSld>
</p:sld>
</file>

<file path=ppt/slides/slide48.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47FE8925-D528-44F4-954B-3EFD62588E6D}"/>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OPS</a:t>
            </a:r>
          </a:p>
        </p:txBody>
      </p:sp>
      <p:sp>
        <p:nvSpPr>
          <p:cNvPr id="2" name="">
            <a:extLst xmlns:a="http://schemas.openxmlformats.org/drawingml/2006/main">
              <a:ext uri="{FF2B5EF4-FFF2-40B4-BE49-F238E27FC236}">
                <a16:creationId xmlns:a16="http://schemas.microsoft.com/office/drawing/2014/main" id="{9E46149F-17ED-44FE-B3C8-70474FE93078}"/>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48</a:t>
            </a:r>
          </a:p>
        </p:txBody>
      </p:sp>
      <p:sp>
        <p:nvSpPr>
          <p:cNvPr id="3" name="">
            <a:extLst xmlns:a="http://schemas.openxmlformats.org/drawingml/2006/main">
              <a:ext uri="{FF2B5EF4-FFF2-40B4-BE49-F238E27FC236}">
                <a16:creationId xmlns:a16="http://schemas.microsoft.com/office/drawing/2014/main" id="{F5DE3810-10DE-4B1F-8062-246A1108D8CC}"/>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C1A2B74D-2923-4E93-9098-C03A44A398F4}"/>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FCE8B8BA-D410-41CC-9C69-539D3EEA035A}"/>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2168CBC9-42F3-4CFD-9244-A67060B8868E}"/>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LLM 서비스의 추가 운영 자산</a:t>
            </a:r>
          </a:p>
        </p:txBody>
      </p:sp>
      <p:sp>
        <p:nvSpPr>
          <p:cNvPr id="7" name="">
            <a:extLst xmlns:a="http://schemas.openxmlformats.org/drawingml/2006/main">
              <a:ext uri="{FF2B5EF4-FFF2-40B4-BE49-F238E27FC236}">
                <a16:creationId xmlns:a16="http://schemas.microsoft.com/office/drawing/2014/main" id="{0BC68ED6-BB1E-4D20-A9CC-A735317BAEFB}"/>
              </a:ext>
            </a:extLst>
          </p:cNvPr>
          <p:cNvSpPr>
            <a:spLocks xmlns:a="http://schemas.openxmlformats.org/drawingml/2006/main" noGrp="1"/>
          </p:cNvSpPr>
          <p:nvPr/>
        </p:nvSpPr>
        <p:spPr>
          <a:xfrm xmlns:a="http://schemas.openxmlformats.org/drawingml/2006/main" rot="0">
            <a:off x="609600" y="1638300"/>
            <a:ext cx="2781300" cy="390525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8" name="">
            <a:extLst xmlns:a="http://schemas.openxmlformats.org/drawingml/2006/main">
              <a:ext uri="{FF2B5EF4-FFF2-40B4-BE49-F238E27FC236}">
                <a16:creationId xmlns:a16="http://schemas.microsoft.com/office/drawing/2014/main" id="{7C3C85CC-5468-4CE2-A56B-6684B63B8834}"/>
              </a:ext>
            </a:extLst>
          </p:cNvPr>
          <p:cNvSpPr>
            <a:spLocks xmlns:a="http://schemas.openxmlformats.org/drawingml/2006/main" noGrp="1"/>
          </p:cNvSpPr>
          <p:nvPr/>
        </p:nvSpPr>
        <p:spPr>
          <a:xfrm xmlns:a="http://schemas.openxmlformats.org/drawingml/2006/main">
            <a:off x="838200" y="1924050"/>
            <a:ext cx="2247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AppleGothic"/>
                <a:ea typeface="AppleGothic"/>
                <a:cs typeface="AppleGothic"/>
              </a:defRPr>
            </a:pPr>
            <a:r>
              <a:rPr sz="1050" b="1">
                <a:solidFill>
                  <a:srgbClr val="2563EB"/>
                </a:solidFill>
                <a:latin typeface="AppleGothic"/>
                <a:ea typeface="AppleGothic"/>
                <a:cs typeface="AppleGothic"/>
              </a:rPr>
              <a:t>EXECUTION KEY</a:t>
            </a:r>
          </a:p>
        </p:txBody>
      </p:sp>
      <p:sp>
        <p:nvSpPr>
          <p:cNvPr id="9" name="">
            <a:extLst xmlns:a="http://schemas.openxmlformats.org/drawingml/2006/main">
              <a:ext uri="{FF2B5EF4-FFF2-40B4-BE49-F238E27FC236}">
                <a16:creationId xmlns:a16="http://schemas.microsoft.com/office/drawing/2014/main" id="{3F9555F0-A451-4513-81B9-95C10D029C7B}"/>
              </a:ext>
            </a:extLst>
          </p:cNvPr>
          <p:cNvSpPr>
            <a:spLocks xmlns:a="http://schemas.openxmlformats.org/drawingml/2006/main" noGrp="1"/>
          </p:cNvSpPr>
          <p:nvPr/>
        </p:nvSpPr>
        <p:spPr>
          <a:xfrm xmlns:a="http://schemas.openxmlformats.org/drawingml/2006/main">
            <a:off x="838200" y="2419350"/>
            <a:ext cx="22479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950" b="1">
                <a:solidFill>
                  <a:srgbClr val="FFFFFF"/>
                </a:solidFill>
                <a:latin typeface="Menlo"/>
                <a:ea typeface="Menlo"/>
                <a:cs typeface="Menlo"/>
              </a:defRPr>
            </a:pPr>
            <a:r>
              <a:rPr sz="1950" b="1">
                <a:solidFill>
                  <a:srgbClr val="FFFFFF"/>
                </a:solidFill>
                <a:latin typeface="Menlo"/>
                <a:ea typeface="Menlo"/>
                <a:cs typeface="Menlo"/>
              </a:rPr>
              <a:t>TRACE ID</a:t>
            </a:r>
          </a:p>
        </p:txBody>
      </p:sp>
      <p:sp>
        <p:nvSpPr>
          <p:cNvPr id="10" name="">
            <a:extLst xmlns:a="http://schemas.openxmlformats.org/drawingml/2006/main">
              <a:ext uri="{FF2B5EF4-FFF2-40B4-BE49-F238E27FC236}">
                <a16:creationId xmlns:a16="http://schemas.microsoft.com/office/drawing/2014/main" id="{022B6619-DC44-4ED7-B6A4-4D6E77FE9229}"/>
              </a:ext>
            </a:extLst>
          </p:cNvPr>
          <p:cNvSpPr>
            <a:spLocks xmlns:a="http://schemas.openxmlformats.org/drawingml/2006/main" noGrp="1"/>
          </p:cNvSpPr>
          <p:nvPr/>
        </p:nvSpPr>
        <p:spPr>
          <a:xfrm xmlns:a="http://schemas.openxmlformats.org/drawingml/2006/main">
            <a:off x="838200" y="3124200"/>
            <a:ext cx="22479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28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한 번의 실행을</a:t>
            </a:r>
          </a:p>
          <a:p xmlns:a="http://schemas.openxmlformats.org/drawingml/2006/main">
            <a:pPr algn="l">
              <a:lnSpc>
                <a:spcPct val="128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다시 찾는 식별자</a:t>
            </a:r>
          </a:p>
        </p:txBody>
      </p:sp>
      <p:sp>
        <p:nvSpPr>
          <p:cNvPr id="11" name="">
            <a:extLst xmlns:a="http://schemas.openxmlformats.org/drawingml/2006/main">
              <a:ext uri="{FF2B5EF4-FFF2-40B4-BE49-F238E27FC236}">
                <a16:creationId xmlns:a16="http://schemas.microsoft.com/office/drawing/2014/main" id="{1E45A4C7-3B41-40FB-8107-96473681FF65}"/>
              </a:ext>
            </a:extLst>
          </p:cNvPr>
          <p:cNvSpPr>
            <a:spLocks xmlns:a="http://schemas.openxmlformats.org/drawingml/2006/main" noGrp="1"/>
          </p:cNvSpPr>
          <p:nvPr/>
        </p:nvSpPr>
        <p:spPr>
          <a:xfrm xmlns:a="http://schemas.openxmlformats.org/drawingml/2006/main">
            <a:off x="838200" y="4762500"/>
            <a:ext cx="2247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2563EB"/>
                </a:solidFill>
                <a:latin typeface="Menlo"/>
                <a:ea typeface="Menlo"/>
                <a:cs typeface="Menlo"/>
              </a:defRPr>
            </a:pPr>
            <a:r>
              <a:rPr sz="1350" b="1">
                <a:solidFill>
                  <a:srgbClr val="2563EB"/>
                </a:solidFill>
                <a:latin typeface="Menlo"/>
                <a:ea typeface="Menlo"/>
                <a:cs typeface="Menlo"/>
              </a:rPr>
              <a:t>ff2c901e8a16</a:t>
            </a:r>
          </a:p>
        </p:txBody>
      </p:sp>
      <p:sp>
        <p:nvSpPr>
          <p:cNvPr id="12" name="">
            <a:extLst xmlns:a="http://schemas.openxmlformats.org/drawingml/2006/main">
              <a:ext uri="{FF2B5EF4-FFF2-40B4-BE49-F238E27FC236}">
                <a16:creationId xmlns:a16="http://schemas.microsoft.com/office/drawing/2014/main" id="{057364B2-C490-4944-B63B-458E6D872F99}"/>
              </a:ext>
            </a:extLst>
          </p:cNvPr>
          <p:cNvSpPr>
            <a:spLocks xmlns:a="http://schemas.openxmlformats.org/drawingml/2006/main" noGrp="1"/>
          </p:cNvSpPr>
          <p:nvPr/>
        </p:nvSpPr>
        <p:spPr>
          <a:xfrm xmlns:a="http://schemas.openxmlformats.org/drawingml/2006/main">
            <a:off x="3905250" y="1657350"/>
            <a:ext cx="457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75" b="1">
                <a:solidFill>
                  <a:srgbClr val="667085"/>
                </a:solidFill>
                <a:latin typeface="Menlo"/>
                <a:ea typeface="Menlo"/>
                <a:cs typeface="Menlo"/>
              </a:defRPr>
            </a:pPr>
            <a:r>
              <a:rPr sz="1275" b="1">
                <a:solidFill>
                  <a:srgbClr val="667085"/>
                </a:solidFill>
                <a:latin typeface="Menlo"/>
                <a:ea typeface="Menlo"/>
                <a:cs typeface="Menlo"/>
              </a:rPr>
              <a:t>01</a:t>
            </a:r>
          </a:p>
        </p:txBody>
      </p:sp>
      <p:sp>
        <p:nvSpPr>
          <p:cNvPr id="13" name="">
            <a:extLst xmlns:a="http://schemas.openxmlformats.org/drawingml/2006/main">
              <a:ext uri="{FF2B5EF4-FFF2-40B4-BE49-F238E27FC236}">
                <a16:creationId xmlns:a16="http://schemas.microsoft.com/office/drawing/2014/main" id="{A8620B0C-C2AF-4D0E-A345-0D7CBA9CC9C6}"/>
              </a:ext>
            </a:extLst>
          </p:cNvPr>
          <p:cNvSpPr>
            <a:spLocks xmlns:a="http://schemas.openxmlformats.org/drawingml/2006/main" noGrp="1"/>
          </p:cNvSpPr>
          <p:nvPr/>
        </p:nvSpPr>
        <p:spPr>
          <a:xfrm xmlns:a="http://schemas.openxmlformats.org/drawingml/2006/main">
            <a:off x="4591050" y="161925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800" b="1">
                <a:solidFill>
                  <a:srgbClr val="191919"/>
                </a:solidFill>
                <a:latin typeface="AppleGothic"/>
                <a:ea typeface="AppleGothic"/>
                <a:cs typeface="AppleGothic"/>
              </a:defRPr>
            </a:pPr>
            <a:r>
              <a:rPr sz="1800" b="1">
                <a:solidFill>
                  <a:srgbClr val="191919"/>
                </a:solidFill>
                <a:latin typeface="AppleGothic"/>
                <a:ea typeface="AppleGothic"/>
                <a:cs typeface="AppleGothic"/>
              </a:rPr>
              <a:t>프롬프트 버전</a:t>
            </a:r>
          </a:p>
        </p:txBody>
      </p:sp>
      <p:sp>
        <p:nvSpPr>
          <p:cNvPr id="14" name="">
            <a:extLst xmlns:a="http://schemas.openxmlformats.org/drawingml/2006/main">
              <a:ext uri="{FF2B5EF4-FFF2-40B4-BE49-F238E27FC236}">
                <a16:creationId xmlns:a16="http://schemas.microsoft.com/office/drawing/2014/main" id="{9A342A1E-CD8B-432F-A718-A0BE691A01BA}"/>
              </a:ext>
            </a:extLst>
          </p:cNvPr>
          <p:cNvSpPr>
            <a:spLocks xmlns:a="http://schemas.openxmlformats.org/drawingml/2006/main" noGrp="1"/>
          </p:cNvSpPr>
          <p:nvPr/>
        </p:nvSpPr>
        <p:spPr>
          <a:xfrm xmlns:a="http://schemas.openxmlformats.org/drawingml/2006/main">
            <a:off x="7734300" y="1657350"/>
            <a:ext cx="34671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2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템플릿 · 예시 · 정책</a:t>
            </a:r>
          </a:p>
        </p:txBody>
      </p:sp>
      <p:sp>
        <p:nvSpPr>
          <p:cNvPr id="15" name="">
            <a:extLst xmlns:a="http://schemas.openxmlformats.org/drawingml/2006/main">
              <a:ext uri="{FF2B5EF4-FFF2-40B4-BE49-F238E27FC236}">
                <a16:creationId xmlns:a16="http://schemas.microsoft.com/office/drawing/2014/main" id="{CDF92417-1820-49A9-9321-973C3B8A6AC1}"/>
              </a:ext>
            </a:extLst>
          </p:cNvPr>
          <p:cNvSpPr>
            <a:spLocks xmlns:a="http://schemas.openxmlformats.org/drawingml/2006/main" noGrp="1"/>
          </p:cNvSpPr>
          <p:nvPr/>
        </p:nvSpPr>
        <p:spPr>
          <a:xfrm xmlns:a="http://schemas.openxmlformats.org/drawingml/2006/main" flipH="0" flipV="0">
            <a:off x="4591050" y="2247900"/>
            <a:ext cx="661035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16" name="">
            <a:extLst xmlns:a="http://schemas.openxmlformats.org/drawingml/2006/main">
              <a:ext uri="{FF2B5EF4-FFF2-40B4-BE49-F238E27FC236}">
                <a16:creationId xmlns:a16="http://schemas.microsoft.com/office/drawing/2014/main" id="{D7382100-DA00-430E-B4C4-746C4E0D3EC4}"/>
              </a:ext>
            </a:extLst>
          </p:cNvPr>
          <p:cNvSpPr>
            <a:spLocks xmlns:a="http://schemas.openxmlformats.org/drawingml/2006/main" noGrp="1"/>
          </p:cNvSpPr>
          <p:nvPr/>
        </p:nvSpPr>
        <p:spPr>
          <a:xfrm xmlns:a="http://schemas.openxmlformats.org/drawingml/2006/main">
            <a:off x="3905250" y="2609850"/>
            <a:ext cx="457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75" b="1">
                <a:solidFill>
                  <a:srgbClr val="667085"/>
                </a:solidFill>
                <a:latin typeface="Menlo"/>
                <a:ea typeface="Menlo"/>
                <a:cs typeface="Menlo"/>
              </a:defRPr>
            </a:pPr>
            <a:r>
              <a:rPr sz="1275" b="1">
                <a:solidFill>
                  <a:srgbClr val="667085"/>
                </a:solidFill>
                <a:latin typeface="Menlo"/>
                <a:ea typeface="Menlo"/>
                <a:cs typeface="Menlo"/>
              </a:rPr>
              <a:t>02</a:t>
            </a:r>
          </a:p>
        </p:txBody>
      </p:sp>
      <p:sp>
        <p:nvSpPr>
          <p:cNvPr id="17" name="">
            <a:extLst xmlns:a="http://schemas.openxmlformats.org/drawingml/2006/main">
              <a:ext uri="{FF2B5EF4-FFF2-40B4-BE49-F238E27FC236}">
                <a16:creationId xmlns:a16="http://schemas.microsoft.com/office/drawing/2014/main" id="{87F7D1C1-66A6-4455-B736-20E88E90FBFA}"/>
              </a:ext>
            </a:extLst>
          </p:cNvPr>
          <p:cNvSpPr>
            <a:spLocks xmlns:a="http://schemas.openxmlformats.org/drawingml/2006/main" noGrp="1"/>
          </p:cNvSpPr>
          <p:nvPr/>
        </p:nvSpPr>
        <p:spPr>
          <a:xfrm xmlns:a="http://schemas.openxmlformats.org/drawingml/2006/main">
            <a:off x="4591050" y="257175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800" b="1">
                <a:solidFill>
                  <a:srgbClr val="191919"/>
                </a:solidFill>
                <a:latin typeface="AppleGothic"/>
                <a:ea typeface="AppleGothic"/>
                <a:cs typeface="AppleGothic"/>
              </a:defRPr>
            </a:pPr>
            <a:r>
              <a:rPr sz="1800" b="1">
                <a:solidFill>
                  <a:srgbClr val="191919"/>
                </a:solidFill>
                <a:latin typeface="AppleGothic"/>
                <a:ea typeface="AppleGothic"/>
                <a:cs typeface="AppleGothic"/>
              </a:rPr>
              <a:t>외부 맥락 참조</a:t>
            </a:r>
          </a:p>
        </p:txBody>
      </p:sp>
      <p:sp>
        <p:nvSpPr>
          <p:cNvPr id="18" name="">
            <a:extLst xmlns:a="http://schemas.openxmlformats.org/drawingml/2006/main">
              <a:ext uri="{FF2B5EF4-FFF2-40B4-BE49-F238E27FC236}">
                <a16:creationId xmlns:a16="http://schemas.microsoft.com/office/drawing/2014/main" id="{C9DDFCCF-A05F-49AE-BF7E-F643DE270729}"/>
              </a:ext>
            </a:extLst>
          </p:cNvPr>
          <p:cNvSpPr>
            <a:spLocks xmlns:a="http://schemas.openxmlformats.org/drawingml/2006/main" noGrp="1"/>
          </p:cNvSpPr>
          <p:nvPr/>
        </p:nvSpPr>
        <p:spPr>
          <a:xfrm xmlns:a="http://schemas.openxmlformats.org/drawingml/2006/main">
            <a:off x="7734300" y="2609850"/>
            <a:ext cx="34671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2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검색 문서 · 도구 반환값</a:t>
            </a:r>
          </a:p>
        </p:txBody>
      </p:sp>
      <p:sp>
        <p:nvSpPr>
          <p:cNvPr id="19" name="">
            <a:extLst xmlns:a="http://schemas.openxmlformats.org/drawingml/2006/main">
              <a:ext uri="{FF2B5EF4-FFF2-40B4-BE49-F238E27FC236}">
                <a16:creationId xmlns:a16="http://schemas.microsoft.com/office/drawing/2014/main" id="{36D8BA21-2765-418C-B9B5-D33EFA000497}"/>
              </a:ext>
            </a:extLst>
          </p:cNvPr>
          <p:cNvSpPr>
            <a:spLocks xmlns:a="http://schemas.openxmlformats.org/drawingml/2006/main" noGrp="1"/>
          </p:cNvSpPr>
          <p:nvPr/>
        </p:nvSpPr>
        <p:spPr>
          <a:xfrm xmlns:a="http://schemas.openxmlformats.org/drawingml/2006/main" flipH="0" flipV="0">
            <a:off x="4591050" y="3200400"/>
            <a:ext cx="661035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20" name="">
            <a:extLst xmlns:a="http://schemas.openxmlformats.org/drawingml/2006/main">
              <a:ext uri="{FF2B5EF4-FFF2-40B4-BE49-F238E27FC236}">
                <a16:creationId xmlns:a16="http://schemas.microsoft.com/office/drawing/2014/main" id="{161F0DF3-FC96-4656-BACC-3C1E1EE945A0}"/>
              </a:ext>
            </a:extLst>
          </p:cNvPr>
          <p:cNvSpPr>
            <a:spLocks xmlns:a="http://schemas.openxmlformats.org/drawingml/2006/main" noGrp="1"/>
          </p:cNvSpPr>
          <p:nvPr/>
        </p:nvSpPr>
        <p:spPr>
          <a:xfrm xmlns:a="http://schemas.openxmlformats.org/drawingml/2006/main">
            <a:off x="3905250" y="3562350"/>
            <a:ext cx="457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75" b="1">
                <a:solidFill>
                  <a:srgbClr val="667085"/>
                </a:solidFill>
                <a:latin typeface="Menlo"/>
                <a:ea typeface="Menlo"/>
                <a:cs typeface="Menlo"/>
              </a:defRPr>
            </a:pPr>
            <a:r>
              <a:rPr sz="1275" b="1">
                <a:solidFill>
                  <a:srgbClr val="667085"/>
                </a:solidFill>
                <a:latin typeface="Menlo"/>
                <a:ea typeface="Menlo"/>
                <a:cs typeface="Menlo"/>
              </a:rPr>
              <a:t>03</a:t>
            </a:r>
          </a:p>
        </p:txBody>
      </p:sp>
      <p:sp>
        <p:nvSpPr>
          <p:cNvPr id="21" name="">
            <a:extLst xmlns:a="http://schemas.openxmlformats.org/drawingml/2006/main">
              <a:ext uri="{FF2B5EF4-FFF2-40B4-BE49-F238E27FC236}">
                <a16:creationId xmlns:a16="http://schemas.microsoft.com/office/drawing/2014/main" id="{7957CE3F-46E2-433D-824F-322B4234C70C}"/>
              </a:ext>
            </a:extLst>
          </p:cNvPr>
          <p:cNvSpPr>
            <a:spLocks xmlns:a="http://schemas.openxmlformats.org/drawingml/2006/main" noGrp="1"/>
          </p:cNvSpPr>
          <p:nvPr/>
        </p:nvSpPr>
        <p:spPr>
          <a:xfrm xmlns:a="http://schemas.openxmlformats.org/drawingml/2006/main">
            <a:off x="4591050" y="352425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800" b="1">
                <a:solidFill>
                  <a:srgbClr val="191919"/>
                </a:solidFill>
                <a:latin typeface="AppleGothic"/>
                <a:ea typeface="AppleGothic"/>
                <a:cs typeface="AppleGothic"/>
              </a:defRPr>
            </a:pPr>
            <a:r>
              <a:rPr sz="1800" b="1">
                <a:solidFill>
                  <a:srgbClr val="191919"/>
                </a:solidFill>
                <a:latin typeface="AppleGothic"/>
                <a:ea typeface="AppleGothic"/>
                <a:cs typeface="AppleGothic"/>
              </a:rPr>
              <a:t>응답과 운영 값</a:t>
            </a:r>
          </a:p>
        </p:txBody>
      </p:sp>
      <p:sp>
        <p:nvSpPr>
          <p:cNvPr id="22" name="">
            <a:extLst xmlns:a="http://schemas.openxmlformats.org/drawingml/2006/main">
              <a:ext uri="{FF2B5EF4-FFF2-40B4-BE49-F238E27FC236}">
                <a16:creationId xmlns:a16="http://schemas.microsoft.com/office/drawing/2014/main" id="{B0CF2510-7621-4E8D-9654-2391CE466140}"/>
              </a:ext>
            </a:extLst>
          </p:cNvPr>
          <p:cNvSpPr>
            <a:spLocks xmlns:a="http://schemas.openxmlformats.org/drawingml/2006/main" noGrp="1"/>
          </p:cNvSpPr>
          <p:nvPr/>
        </p:nvSpPr>
        <p:spPr>
          <a:xfrm xmlns:a="http://schemas.openxmlformats.org/drawingml/2006/main">
            <a:off x="7734300" y="3562350"/>
            <a:ext cx="34671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2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출력 · 상태 · 응답 지연</a:t>
            </a:r>
          </a:p>
        </p:txBody>
      </p:sp>
      <p:sp>
        <p:nvSpPr>
          <p:cNvPr id="23" name="">
            <a:extLst xmlns:a="http://schemas.openxmlformats.org/drawingml/2006/main">
              <a:ext uri="{FF2B5EF4-FFF2-40B4-BE49-F238E27FC236}">
                <a16:creationId xmlns:a16="http://schemas.microsoft.com/office/drawing/2014/main" id="{7BF54CB1-6513-413D-AF60-09F5386FA13E}"/>
              </a:ext>
            </a:extLst>
          </p:cNvPr>
          <p:cNvSpPr>
            <a:spLocks xmlns:a="http://schemas.openxmlformats.org/drawingml/2006/main" noGrp="1"/>
          </p:cNvSpPr>
          <p:nvPr/>
        </p:nvSpPr>
        <p:spPr>
          <a:xfrm xmlns:a="http://schemas.openxmlformats.org/drawingml/2006/main" flipH="0" flipV="0">
            <a:off x="4591050" y="4152900"/>
            <a:ext cx="661035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24" name="">
            <a:extLst xmlns:a="http://schemas.openxmlformats.org/drawingml/2006/main">
              <a:ext uri="{FF2B5EF4-FFF2-40B4-BE49-F238E27FC236}">
                <a16:creationId xmlns:a16="http://schemas.microsoft.com/office/drawing/2014/main" id="{5012081D-FE6C-45F9-BA84-62438E8A9778}"/>
              </a:ext>
            </a:extLst>
          </p:cNvPr>
          <p:cNvSpPr>
            <a:spLocks xmlns:a="http://schemas.openxmlformats.org/drawingml/2006/main" noGrp="1"/>
          </p:cNvSpPr>
          <p:nvPr/>
        </p:nvSpPr>
        <p:spPr>
          <a:xfrm xmlns:a="http://schemas.openxmlformats.org/drawingml/2006/main">
            <a:off x="3905250" y="4514850"/>
            <a:ext cx="457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75" b="1">
                <a:solidFill>
                  <a:srgbClr val="667085"/>
                </a:solidFill>
                <a:latin typeface="Menlo"/>
                <a:ea typeface="Menlo"/>
                <a:cs typeface="Menlo"/>
              </a:defRPr>
            </a:pPr>
            <a:r>
              <a:rPr sz="1275" b="1">
                <a:solidFill>
                  <a:srgbClr val="667085"/>
                </a:solidFill>
                <a:latin typeface="Menlo"/>
                <a:ea typeface="Menlo"/>
                <a:cs typeface="Menlo"/>
              </a:rPr>
              <a:t>04</a:t>
            </a:r>
          </a:p>
        </p:txBody>
      </p:sp>
      <p:sp>
        <p:nvSpPr>
          <p:cNvPr id="25" name="">
            <a:extLst xmlns:a="http://schemas.openxmlformats.org/drawingml/2006/main">
              <a:ext uri="{FF2B5EF4-FFF2-40B4-BE49-F238E27FC236}">
                <a16:creationId xmlns:a16="http://schemas.microsoft.com/office/drawing/2014/main" id="{1729D2D0-0312-4D07-9886-5549C17EEE48}"/>
              </a:ext>
            </a:extLst>
          </p:cNvPr>
          <p:cNvSpPr>
            <a:spLocks xmlns:a="http://schemas.openxmlformats.org/drawingml/2006/main" noGrp="1"/>
          </p:cNvSpPr>
          <p:nvPr/>
        </p:nvSpPr>
        <p:spPr>
          <a:xfrm xmlns:a="http://schemas.openxmlformats.org/drawingml/2006/main">
            <a:off x="4591050" y="447675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800" b="1">
                <a:solidFill>
                  <a:srgbClr val="191919"/>
                </a:solidFill>
                <a:latin typeface="AppleGothic"/>
                <a:ea typeface="AppleGothic"/>
                <a:cs typeface="AppleGothic"/>
              </a:defRPr>
            </a:pPr>
            <a:r>
              <a:rPr sz="1800" b="1">
                <a:solidFill>
                  <a:srgbClr val="191919"/>
                </a:solidFill>
                <a:latin typeface="AppleGothic"/>
                <a:ea typeface="AppleGothic"/>
                <a:cs typeface="AppleGothic"/>
              </a:rPr>
              <a:t>평가와 피드백</a:t>
            </a:r>
          </a:p>
        </p:txBody>
      </p:sp>
      <p:sp>
        <p:nvSpPr>
          <p:cNvPr id="26" name="">
            <a:extLst xmlns:a="http://schemas.openxmlformats.org/drawingml/2006/main">
              <a:ext uri="{FF2B5EF4-FFF2-40B4-BE49-F238E27FC236}">
                <a16:creationId xmlns:a16="http://schemas.microsoft.com/office/drawing/2014/main" id="{E7200733-81BB-4246-89D5-D01CD94F4C73}"/>
              </a:ext>
            </a:extLst>
          </p:cNvPr>
          <p:cNvSpPr>
            <a:spLocks xmlns:a="http://schemas.openxmlformats.org/drawingml/2006/main" noGrp="1"/>
          </p:cNvSpPr>
          <p:nvPr/>
        </p:nvSpPr>
        <p:spPr>
          <a:xfrm xmlns:a="http://schemas.openxmlformats.org/drawingml/2006/main">
            <a:off x="7734300" y="4514850"/>
            <a:ext cx="34671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2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점수 · 오류 유형 · 판정</a:t>
            </a:r>
          </a:p>
        </p:txBody>
      </p:sp>
      <p:sp>
        <p:nvSpPr>
          <p:cNvPr id="27" name="">
            <a:extLst xmlns:a="http://schemas.openxmlformats.org/drawingml/2006/main">
              <a:ext uri="{FF2B5EF4-FFF2-40B4-BE49-F238E27FC236}">
                <a16:creationId xmlns:a16="http://schemas.microsoft.com/office/drawing/2014/main" id="{889D75D2-4776-4EFF-A5FA-B0F6247879F3}"/>
              </a:ext>
            </a:extLst>
          </p:cNvPr>
          <p:cNvSpPr>
            <a:spLocks xmlns:a="http://schemas.openxmlformats.org/drawingml/2006/main" noGrp="1"/>
          </p:cNvSpPr>
          <p:nvPr/>
        </p:nvSpPr>
        <p:spPr>
          <a:xfrm xmlns:a="http://schemas.openxmlformats.org/drawingml/2006/main" flipH="0" flipV="0">
            <a:off x="4591050" y="5105400"/>
            <a:ext cx="661035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Tree>
    <p:extLst>
      <p:ext uri="{BB962C8B-B14F-4D97-AF65-F5344CB8AC3E}">
        <p14:creationId xmlns:p14="http://schemas.microsoft.com/office/powerpoint/2010/main" val="1324943081"/>
      </p:ext>
    </p:extLst>
  </p:cSld>
</p:sld>
</file>

<file path=ppt/slides/slide49.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1E2C42A-F6D4-406C-B29D-FC950C82268B}"/>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OPS</a:t>
            </a:r>
          </a:p>
        </p:txBody>
      </p:sp>
      <p:sp>
        <p:nvSpPr>
          <p:cNvPr id="2" name="">
            <a:extLst xmlns:a="http://schemas.openxmlformats.org/drawingml/2006/main">
              <a:ext uri="{FF2B5EF4-FFF2-40B4-BE49-F238E27FC236}">
                <a16:creationId xmlns:a16="http://schemas.microsoft.com/office/drawing/2014/main" id="{6705B026-54A1-4882-87CC-019522EE7375}"/>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49</a:t>
            </a:r>
          </a:p>
        </p:txBody>
      </p:sp>
      <p:sp>
        <p:nvSpPr>
          <p:cNvPr id="3" name="">
            <a:extLst xmlns:a="http://schemas.openxmlformats.org/drawingml/2006/main">
              <a:ext uri="{FF2B5EF4-FFF2-40B4-BE49-F238E27FC236}">
                <a16:creationId xmlns:a16="http://schemas.microsoft.com/office/drawing/2014/main" id="{F409D4A6-834F-4920-8F80-F7C674742A4F}"/>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00B48879-F257-43EC-BF7E-71D5544172EA}"/>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124B13B5-5E53-4059-8C14-BAECE82C2312}"/>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CB2032F9-EF5A-4010-9A4D-F58175526B94}"/>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동일 코드의 서로 다른 동작</a:t>
            </a:r>
          </a:p>
        </p:txBody>
      </p:sp>
      <p:sp>
        <p:nvSpPr>
          <p:cNvPr id="7" name="">
            <a:extLst xmlns:a="http://schemas.openxmlformats.org/drawingml/2006/main">
              <a:ext uri="{FF2B5EF4-FFF2-40B4-BE49-F238E27FC236}">
                <a16:creationId xmlns:a16="http://schemas.microsoft.com/office/drawing/2014/main" id="{31470E9D-878F-4BB1-9A5A-4DC794587558}"/>
              </a:ext>
            </a:extLst>
          </p:cNvPr>
          <p:cNvSpPr>
            <a:spLocks xmlns:a="http://schemas.openxmlformats.org/drawingml/2006/main" noGrp="1"/>
          </p:cNvSpPr>
          <p:nvPr/>
        </p:nvSpPr>
        <p:spPr>
          <a:xfrm xmlns:a="http://schemas.openxmlformats.org/drawingml/2006/main">
            <a:off x="609600" y="1657350"/>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같은 코드 · SAME CODE</a:t>
            </a:r>
          </a:p>
        </p:txBody>
      </p:sp>
      <p:sp>
        <p:nvSpPr>
          <p:cNvPr id="8" name="">
            <a:extLst xmlns:a="http://schemas.openxmlformats.org/drawingml/2006/main">
              <a:ext uri="{FF2B5EF4-FFF2-40B4-BE49-F238E27FC236}">
                <a16:creationId xmlns:a16="http://schemas.microsoft.com/office/drawing/2014/main" id="{3CB299CA-EB21-4320-96A8-3F0F8CD92E43}"/>
              </a:ext>
            </a:extLst>
          </p:cNvPr>
          <p:cNvSpPr>
            <a:spLocks xmlns:a="http://schemas.openxmlformats.org/drawingml/2006/main" noGrp="1"/>
          </p:cNvSpPr>
          <p:nvPr/>
        </p:nvSpPr>
        <p:spPr>
          <a:xfrm xmlns:a="http://schemas.openxmlformats.org/drawingml/2006/main">
            <a:off x="609600" y="2038350"/>
            <a:ext cx="49530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250" b="1">
                <a:solidFill>
                  <a:srgbClr val="FFFFFF"/>
                </a:solidFill>
                <a:latin typeface="AppleGothic"/>
                <a:ea typeface="AppleGothic"/>
                <a:cs typeface="AppleGothic"/>
              </a:defRPr>
            </a:pPr>
            <a:r>
              <a:rPr sz="2250" b="1">
                <a:solidFill>
                  <a:srgbClr val="FFFFFF"/>
                </a:solidFill>
                <a:latin typeface="AppleGothic"/>
                <a:ea typeface="AppleGothic"/>
                <a:cs typeface="AppleGothic"/>
              </a:rPr>
              <a:t>커밋 a1b2c3</a:t>
            </a:r>
          </a:p>
        </p:txBody>
      </p:sp>
      <p:sp>
        <p:nvSpPr>
          <p:cNvPr id="9" name="">
            <a:extLst xmlns:a="http://schemas.openxmlformats.org/drawingml/2006/main">
              <a:ext uri="{FF2B5EF4-FFF2-40B4-BE49-F238E27FC236}">
                <a16:creationId xmlns:a16="http://schemas.microsoft.com/office/drawing/2014/main" id="{0E799709-97E6-433A-AAE7-829BFA265CC5}"/>
              </a:ext>
            </a:extLst>
          </p:cNvPr>
          <p:cNvSpPr>
            <a:spLocks xmlns:a="http://schemas.openxmlformats.org/drawingml/2006/main" noGrp="1"/>
          </p:cNvSpPr>
          <p:nvPr/>
        </p:nvSpPr>
        <p:spPr>
          <a:xfrm xmlns:a="http://schemas.openxmlformats.org/drawingml/2006/main" flipH="0" flipV="0">
            <a:off x="609600" y="3048000"/>
            <a:ext cx="49530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0" name="">
            <a:extLst xmlns:a="http://schemas.openxmlformats.org/drawingml/2006/main">
              <a:ext uri="{FF2B5EF4-FFF2-40B4-BE49-F238E27FC236}">
                <a16:creationId xmlns:a16="http://schemas.microsoft.com/office/drawing/2014/main" id="{D93AD9B3-6E17-42F9-9870-2BE3A14297D9}"/>
              </a:ext>
            </a:extLst>
          </p:cNvPr>
          <p:cNvSpPr>
            <a:spLocks xmlns:a="http://schemas.openxmlformats.org/drawingml/2006/main" noGrp="1"/>
          </p:cNvSpPr>
          <p:nvPr/>
        </p:nvSpPr>
        <p:spPr>
          <a:xfrm xmlns:a="http://schemas.openxmlformats.org/drawingml/2006/main">
            <a:off x="609600" y="3333750"/>
            <a:ext cx="4953000" cy="1866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5000"/>
              </a:lnSpc>
              <a:buNone/>
              <a:defRPr sz="1500" b="0">
                <a:solidFill>
                  <a:srgbClr val="98A2B3"/>
                </a:solidFill>
                <a:latin typeface="AppleGothic"/>
                <a:ea typeface="AppleGothic"/>
                <a:cs typeface="AppleGothic"/>
              </a:defRPr>
            </a:pPr>
            <a:r>
              <a:rPr sz="1500" b="0">
                <a:solidFill>
                  <a:srgbClr val="98A2B3"/>
                </a:solidFill>
                <a:latin typeface="AppleGothic"/>
                <a:ea typeface="AppleGothic"/>
                <a:cs typeface="AppleGothic"/>
              </a:rPr>
              <a:t>동일 접근 경로</a:t>
            </a:r>
          </a:p>
          <a:p xmlns:a="http://schemas.openxmlformats.org/drawingml/2006/main">
            <a:pPr algn="l">
              <a:lnSpc>
                <a:spcPct val="135000"/>
              </a:lnSpc>
              <a:buNone/>
              <a:defRPr sz="1500" b="0">
                <a:solidFill>
                  <a:srgbClr val="98A2B3"/>
                </a:solidFill>
                <a:latin typeface="AppleGothic"/>
                <a:ea typeface="AppleGothic"/>
                <a:cs typeface="AppleGothic"/>
              </a:defRPr>
            </a:pPr>
            <a:r>
              <a:rPr sz="1500" b="0">
                <a:solidFill>
                  <a:srgbClr val="98A2B3"/>
                </a:solidFill>
                <a:latin typeface="AppleGothic"/>
                <a:ea typeface="AppleGothic"/>
                <a:cs typeface="AppleGothic"/>
              </a:rPr>
              <a:t>동일 요청 스키마</a:t>
            </a:r>
          </a:p>
          <a:p xmlns:a="http://schemas.openxmlformats.org/drawingml/2006/main">
            <a:pPr algn="l">
              <a:lnSpc>
                <a:spcPct val="135000"/>
              </a:lnSpc>
              <a:buNone/>
              <a:defRPr sz="1500" b="0">
                <a:solidFill>
                  <a:srgbClr val="98A2B3"/>
                </a:solidFill>
                <a:latin typeface="AppleGothic"/>
                <a:ea typeface="AppleGothic"/>
                <a:cs typeface="AppleGothic"/>
              </a:defRPr>
            </a:pPr>
            <a:r>
              <a:rPr sz="1500" b="0">
                <a:solidFill>
                  <a:srgbClr val="98A2B3"/>
                </a:solidFill>
                <a:latin typeface="AppleGothic"/>
                <a:ea typeface="AppleGothic"/>
                <a:cs typeface="AppleGothic"/>
              </a:rPr>
              <a:t>동일 애플리케이션 코드</a:t>
            </a:r>
          </a:p>
        </p:txBody>
      </p:sp>
      <p:sp>
        <p:nvSpPr>
          <p:cNvPr id="11" name="">
            <a:extLst xmlns:a="http://schemas.openxmlformats.org/drawingml/2006/main">
              <a:ext uri="{FF2B5EF4-FFF2-40B4-BE49-F238E27FC236}">
                <a16:creationId xmlns:a16="http://schemas.microsoft.com/office/drawing/2014/main" id="{3D646EE2-650B-427F-ACCD-D088F1D13A93}"/>
              </a:ext>
            </a:extLst>
          </p:cNvPr>
          <p:cNvSpPr>
            <a:spLocks xmlns:a="http://schemas.openxmlformats.org/drawingml/2006/main" noGrp="1"/>
          </p:cNvSpPr>
          <p:nvPr/>
        </p:nvSpPr>
        <p:spPr>
          <a:xfrm xmlns:a="http://schemas.openxmlformats.org/drawingml/2006/main">
            <a:off x="6267450" y="1657350"/>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AppleGothic"/>
                <a:ea typeface="AppleGothic"/>
                <a:cs typeface="AppleGothic"/>
              </a:defRPr>
            </a:pPr>
            <a:r>
              <a:rPr sz="1050" b="1">
                <a:solidFill>
                  <a:srgbClr val="2563EB"/>
                </a:solidFill>
                <a:latin typeface="AppleGothic"/>
                <a:ea typeface="AppleGothic"/>
                <a:cs typeface="AppleGothic"/>
              </a:rPr>
              <a:t>다른 실행 · DIFFERENT RUN</a:t>
            </a:r>
          </a:p>
        </p:txBody>
      </p:sp>
      <p:sp>
        <p:nvSpPr>
          <p:cNvPr id="12" name="">
            <a:extLst xmlns:a="http://schemas.openxmlformats.org/drawingml/2006/main">
              <a:ext uri="{FF2B5EF4-FFF2-40B4-BE49-F238E27FC236}">
                <a16:creationId xmlns:a16="http://schemas.microsoft.com/office/drawing/2014/main" id="{EE2992CA-6C13-45C7-843E-A0F2ED997E49}"/>
              </a:ext>
            </a:extLst>
          </p:cNvPr>
          <p:cNvSpPr>
            <a:spLocks xmlns:a="http://schemas.openxmlformats.org/drawingml/2006/main" noGrp="1"/>
          </p:cNvSpPr>
          <p:nvPr/>
        </p:nvSpPr>
        <p:spPr>
          <a:xfrm xmlns:a="http://schemas.openxmlformats.org/drawingml/2006/main">
            <a:off x="6267450" y="2038350"/>
            <a:ext cx="49530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250" b="1">
                <a:solidFill>
                  <a:srgbClr val="2563EB"/>
                </a:solidFill>
                <a:latin typeface="AppleGothic"/>
                <a:ea typeface="AppleGothic"/>
                <a:cs typeface="AppleGothic"/>
              </a:defRPr>
            </a:pPr>
            <a:r>
              <a:rPr sz="2250" b="1">
                <a:solidFill>
                  <a:srgbClr val="2563EB"/>
                </a:solidFill>
                <a:latin typeface="AppleGothic"/>
                <a:ea typeface="AppleGothic"/>
                <a:cs typeface="AppleGothic"/>
              </a:rPr>
              <a:t>프롬프트 · 맥락 · 모델 · 설정</a:t>
            </a:r>
          </a:p>
        </p:txBody>
      </p:sp>
      <p:sp>
        <p:nvSpPr>
          <p:cNvPr id="13" name="">
            <a:extLst xmlns:a="http://schemas.openxmlformats.org/drawingml/2006/main">
              <a:ext uri="{FF2B5EF4-FFF2-40B4-BE49-F238E27FC236}">
                <a16:creationId xmlns:a16="http://schemas.microsoft.com/office/drawing/2014/main" id="{9E27614C-B44F-4A2A-B6D0-D957B75D16F2}"/>
              </a:ext>
            </a:extLst>
          </p:cNvPr>
          <p:cNvSpPr>
            <a:spLocks xmlns:a="http://schemas.openxmlformats.org/drawingml/2006/main" noGrp="1"/>
          </p:cNvSpPr>
          <p:nvPr/>
        </p:nvSpPr>
        <p:spPr>
          <a:xfrm xmlns:a="http://schemas.openxmlformats.org/drawingml/2006/main" flipH="0" flipV="0">
            <a:off x="6267450" y="3048000"/>
            <a:ext cx="4953000" cy="0"/>
          </a:xfrm>
          <a:prstGeom xmlns:a="http://schemas.openxmlformats.org/drawingml/2006/main" prst="line">
            <a:avLst/>
          </a:prstGeom>
          <a:noFill xmlns:a="http://schemas.openxmlformats.org/drawingml/2006/main"/>
          <a:ln xmlns:a="http://schemas.openxmlformats.org/drawingml/2006/main" w="38100">
            <a:solidFill>
              <a:srgbClr val="2563EB"/>
            </a:solidFill>
            <a:prstDash val="solid"/>
          </a:ln>
        </p:spPr>
      </p:sp>
      <p:sp>
        <p:nvSpPr>
          <p:cNvPr id="14" name="">
            <a:extLst xmlns:a="http://schemas.openxmlformats.org/drawingml/2006/main">
              <a:ext uri="{FF2B5EF4-FFF2-40B4-BE49-F238E27FC236}">
                <a16:creationId xmlns:a16="http://schemas.microsoft.com/office/drawing/2014/main" id="{D12DBF13-A9D1-424D-B1D7-1EE07E6A29D8}"/>
              </a:ext>
            </a:extLst>
          </p:cNvPr>
          <p:cNvSpPr>
            <a:spLocks xmlns:a="http://schemas.openxmlformats.org/drawingml/2006/main" noGrp="1"/>
          </p:cNvSpPr>
          <p:nvPr/>
        </p:nvSpPr>
        <p:spPr>
          <a:xfrm xmlns:a="http://schemas.openxmlformats.org/drawingml/2006/main">
            <a:off x="6267450" y="3333750"/>
            <a:ext cx="4953000" cy="1866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5000"/>
              </a:lnSpc>
              <a:buNone/>
              <a:defRPr sz="1500" b="0">
                <a:solidFill>
                  <a:srgbClr val="98A2B3"/>
                </a:solidFill>
                <a:latin typeface="AppleGothic"/>
                <a:ea typeface="AppleGothic"/>
                <a:cs typeface="AppleGothic"/>
              </a:defRPr>
            </a:pPr>
            <a:r>
              <a:rPr sz="1500" b="0">
                <a:solidFill>
                  <a:srgbClr val="98A2B3"/>
                </a:solidFill>
                <a:latin typeface="AppleGothic"/>
                <a:ea typeface="AppleGothic"/>
                <a:cs typeface="AppleGothic"/>
              </a:rPr>
              <a:t>서로 다른 출력</a:t>
            </a:r>
          </a:p>
          <a:p xmlns:a="http://schemas.openxmlformats.org/drawingml/2006/main">
            <a:pPr algn="l">
              <a:lnSpc>
                <a:spcPct val="135000"/>
              </a:lnSpc>
              <a:buNone/>
              <a:defRPr sz="1500" b="0">
                <a:solidFill>
                  <a:srgbClr val="98A2B3"/>
                </a:solidFill>
                <a:latin typeface="AppleGothic"/>
                <a:ea typeface="AppleGothic"/>
                <a:cs typeface="AppleGothic"/>
              </a:defRPr>
            </a:pPr>
            <a:r>
              <a:rPr sz="1500" b="0">
                <a:solidFill>
                  <a:srgbClr val="98A2B3"/>
                </a:solidFill>
                <a:latin typeface="AppleGothic"/>
                <a:ea typeface="AppleGothic"/>
                <a:cs typeface="AppleGothic"/>
              </a:rPr>
              <a:t>서로 다른 응답 지연·토큰·상태</a:t>
            </a:r>
          </a:p>
          <a:p xmlns:a="http://schemas.openxmlformats.org/drawingml/2006/main">
            <a:pPr algn="l">
              <a:lnSpc>
                <a:spcPct val="135000"/>
              </a:lnSpc>
              <a:buNone/>
              <a:defRPr sz="1500" b="0">
                <a:solidFill>
                  <a:srgbClr val="98A2B3"/>
                </a:solidFill>
                <a:latin typeface="AppleGothic"/>
                <a:ea typeface="AppleGothic"/>
                <a:cs typeface="AppleGothic"/>
              </a:defRPr>
            </a:pPr>
            <a:r>
              <a:rPr sz="1500" b="0">
                <a:solidFill>
                  <a:srgbClr val="98A2B3"/>
                </a:solidFill>
                <a:latin typeface="AppleGothic"/>
                <a:ea typeface="AppleGothic"/>
                <a:cs typeface="AppleGothic"/>
              </a:rPr>
              <a:t>서로 다른 품질 판정</a:t>
            </a:r>
          </a:p>
        </p:txBody>
      </p:sp>
      <p:sp>
        <p:nvSpPr>
          <p:cNvPr id="15" name="">
            <a:extLst xmlns:a="http://schemas.openxmlformats.org/drawingml/2006/main">
              <a:ext uri="{FF2B5EF4-FFF2-40B4-BE49-F238E27FC236}">
                <a16:creationId xmlns:a16="http://schemas.microsoft.com/office/drawing/2014/main" id="{B1625103-2FF0-41E4-A585-6D904CC2E4D8}"/>
              </a:ext>
            </a:extLst>
          </p:cNvPr>
          <p:cNvSpPr>
            <a:spLocks xmlns:a="http://schemas.openxmlformats.org/drawingml/2006/main" noGrp="1"/>
          </p:cNvSpPr>
          <p:nvPr/>
        </p:nvSpPr>
        <p:spPr>
          <a:xfrm xmlns:a="http://schemas.openxmlformats.org/drawingml/2006/main" flipH="0" flipV="0">
            <a:off x="5924550" y="1657350"/>
            <a:ext cx="0" cy="417195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Tree>
    <p:extLst>
      <p:ext uri="{BB962C8B-B14F-4D97-AF65-F5344CB8AC3E}">
        <p14:creationId xmlns:p14="http://schemas.microsoft.com/office/powerpoint/2010/main" val="1257020300"/>
      </p:ext>
    </p:extLst>
  </p:cSld>
</p:sld>
</file>

<file path=ppt/slides/slide50.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4C637F74-1B34-42F8-85FF-FCF5C3082EE5}"/>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OPS</a:t>
            </a:r>
          </a:p>
        </p:txBody>
      </p:sp>
      <p:sp>
        <p:nvSpPr>
          <p:cNvPr id="2" name="">
            <a:extLst xmlns:a="http://schemas.openxmlformats.org/drawingml/2006/main">
              <a:ext uri="{FF2B5EF4-FFF2-40B4-BE49-F238E27FC236}">
                <a16:creationId xmlns:a16="http://schemas.microsoft.com/office/drawing/2014/main" id="{D23D0703-82A9-4C77-9C4E-2D18B353C953}"/>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50</a:t>
            </a:r>
          </a:p>
        </p:txBody>
      </p:sp>
      <p:sp>
        <p:nvSpPr>
          <p:cNvPr id="3" name="">
            <a:extLst xmlns:a="http://schemas.openxmlformats.org/drawingml/2006/main">
              <a:ext uri="{FF2B5EF4-FFF2-40B4-BE49-F238E27FC236}">
                <a16:creationId xmlns:a16="http://schemas.microsoft.com/office/drawing/2014/main" id="{AE45F8E9-BF1C-4849-B16D-52A284EBA068}"/>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641C8073-73A7-4D20-9EF2-258D33568906}"/>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248065D1-3F87-460F-A6FC-119319F5555D}"/>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C1C2D068-F09C-414C-AAAD-9D0D8127C1C2}"/>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버전 조합의 실행 단위</a:t>
            </a:r>
          </a:p>
        </p:txBody>
      </p:sp>
      <p:sp>
        <p:nvSpPr>
          <p:cNvPr id="7" name="">
            <a:extLst xmlns:a="http://schemas.openxmlformats.org/drawingml/2006/main">
              <a:ext uri="{FF2B5EF4-FFF2-40B4-BE49-F238E27FC236}">
                <a16:creationId xmlns:a16="http://schemas.microsoft.com/office/drawing/2014/main" id="{E04E61A0-EF42-4946-8134-1D19B07BA554}"/>
              </a:ext>
            </a:extLst>
          </p:cNvPr>
          <p:cNvSpPr>
            <a:spLocks xmlns:a="http://schemas.openxmlformats.org/drawingml/2006/main" noGrp="1"/>
          </p:cNvSpPr>
          <p:nvPr/>
        </p:nvSpPr>
        <p:spPr>
          <a:xfrm xmlns:a="http://schemas.openxmlformats.org/drawingml/2006/main">
            <a:off x="609600" y="1752600"/>
            <a:ext cx="323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AppleGothic"/>
                <a:ea typeface="AppleGothic"/>
                <a:cs typeface="AppleGothic"/>
              </a:defRPr>
            </a:pPr>
            <a:r>
              <a:rPr sz="1050" b="1">
                <a:solidFill>
                  <a:srgbClr val="2563EB"/>
                </a:solidFill>
                <a:latin typeface="AppleGothic"/>
                <a:ea typeface="AppleGothic"/>
                <a:cs typeface="AppleGothic"/>
              </a:rPr>
              <a:t>추적 식별자 · TRACE ID</a:t>
            </a:r>
          </a:p>
        </p:txBody>
      </p:sp>
      <p:sp>
        <p:nvSpPr>
          <p:cNvPr id="8" name="">
            <a:extLst xmlns:a="http://schemas.openxmlformats.org/drawingml/2006/main">
              <a:ext uri="{FF2B5EF4-FFF2-40B4-BE49-F238E27FC236}">
                <a16:creationId xmlns:a16="http://schemas.microsoft.com/office/drawing/2014/main" id="{FB55B035-C8CF-4DA5-A613-4471576CA306}"/>
              </a:ext>
            </a:extLst>
          </p:cNvPr>
          <p:cNvSpPr>
            <a:spLocks xmlns:a="http://schemas.openxmlformats.org/drawingml/2006/main" noGrp="1"/>
          </p:cNvSpPr>
          <p:nvPr/>
        </p:nvSpPr>
        <p:spPr>
          <a:xfrm xmlns:a="http://schemas.openxmlformats.org/drawingml/2006/main">
            <a:off x="609600" y="2095500"/>
            <a:ext cx="3238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75" b="1">
                <a:solidFill>
                  <a:srgbClr val="FFFFFF"/>
                </a:solidFill>
                <a:latin typeface="Menlo"/>
                <a:ea typeface="Menlo"/>
                <a:cs typeface="Menlo"/>
              </a:defRPr>
            </a:pPr>
            <a:r>
              <a:rPr sz="1575" b="1">
                <a:solidFill>
                  <a:srgbClr val="FFFFFF"/>
                </a:solidFill>
                <a:latin typeface="Menlo"/>
                <a:ea typeface="Menlo"/>
                <a:cs typeface="Menlo"/>
              </a:rPr>
              <a:t>ff2c901e8a16</a:t>
            </a:r>
          </a:p>
        </p:txBody>
      </p:sp>
      <p:sp>
        <p:nvSpPr>
          <p:cNvPr id="9" name="">
            <a:extLst xmlns:a="http://schemas.openxmlformats.org/drawingml/2006/main">
              <a:ext uri="{FF2B5EF4-FFF2-40B4-BE49-F238E27FC236}">
                <a16:creationId xmlns:a16="http://schemas.microsoft.com/office/drawing/2014/main" id="{B6155CAD-9DDA-4F75-A8CF-167F4DEBF535}"/>
              </a:ext>
            </a:extLst>
          </p:cNvPr>
          <p:cNvSpPr>
            <a:spLocks xmlns:a="http://schemas.openxmlformats.org/drawingml/2006/main" noGrp="1"/>
          </p:cNvSpPr>
          <p:nvPr/>
        </p:nvSpPr>
        <p:spPr>
          <a:xfrm xmlns:a="http://schemas.openxmlformats.org/drawingml/2006/main" flipH="0" flipV="0">
            <a:off x="609600" y="2590800"/>
            <a:ext cx="3238500" cy="0"/>
          </a:xfrm>
          <a:prstGeom xmlns:a="http://schemas.openxmlformats.org/drawingml/2006/main" prst="line">
            <a:avLst/>
          </a:prstGeom>
          <a:noFill xmlns:a="http://schemas.openxmlformats.org/drawingml/2006/main"/>
          <a:ln xmlns:a="http://schemas.openxmlformats.org/drawingml/2006/main" w="28575">
            <a:solidFill>
              <a:srgbClr val="2563EB"/>
            </a:solidFill>
            <a:prstDash val="solid"/>
          </a:ln>
        </p:spPr>
      </p:sp>
      <p:sp>
        <p:nvSpPr>
          <p:cNvPr id="10" name="">
            <a:extLst xmlns:a="http://schemas.openxmlformats.org/drawingml/2006/main">
              <a:ext uri="{FF2B5EF4-FFF2-40B4-BE49-F238E27FC236}">
                <a16:creationId xmlns:a16="http://schemas.microsoft.com/office/drawing/2014/main" id="{54E8A21B-42B6-48D6-9AF2-1DEA52613D99}"/>
              </a:ext>
            </a:extLst>
          </p:cNvPr>
          <p:cNvSpPr>
            <a:spLocks xmlns:a="http://schemas.openxmlformats.org/drawingml/2006/main" noGrp="1"/>
          </p:cNvSpPr>
          <p:nvPr/>
        </p:nvSpPr>
        <p:spPr>
          <a:xfrm xmlns:a="http://schemas.openxmlformats.org/drawingml/2006/main">
            <a:off x="4419600" y="1752600"/>
            <a:ext cx="323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프롬프트 버전</a:t>
            </a:r>
          </a:p>
        </p:txBody>
      </p:sp>
      <p:sp>
        <p:nvSpPr>
          <p:cNvPr id="11" name="">
            <a:extLst xmlns:a="http://schemas.openxmlformats.org/drawingml/2006/main">
              <a:ext uri="{FF2B5EF4-FFF2-40B4-BE49-F238E27FC236}">
                <a16:creationId xmlns:a16="http://schemas.microsoft.com/office/drawing/2014/main" id="{B03578FC-14A8-42A5-9B98-1B6BAC49951C}"/>
              </a:ext>
            </a:extLst>
          </p:cNvPr>
          <p:cNvSpPr>
            <a:spLocks xmlns:a="http://schemas.openxmlformats.org/drawingml/2006/main" noGrp="1"/>
          </p:cNvSpPr>
          <p:nvPr/>
        </p:nvSpPr>
        <p:spPr>
          <a:xfrm xmlns:a="http://schemas.openxmlformats.org/drawingml/2006/main">
            <a:off x="4419600" y="2095500"/>
            <a:ext cx="3238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75" b="1">
                <a:solidFill>
                  <a:srgbClr val="FFFFFF"/>
                </a:solidFill>
                <a:latin typeface="Menlo"/>
                <a:ea typeface="Menlo"/>
                <a:cs typeface="Menlo"/>
              </a:defRPr>
            </a:pPr>
            <a:r>
              <a:rPr sz="1575" b="1">
                <a:solidFill>
                  <a:srgbClr val="FFFFFF"/>
                </a:solidFill>
                <a:latin typeface="Menlo"/>
                <a:ea typeface="Menlo"/>
                <a:cs typeface="Menlo"/>
              </a:rPr>
              <a:t>w01.signal.v1</a:t>
            </a:r>
          </a:p>
        </p:txBody>
      </p:sp>
      <p:sp>
        <p:nvSpPr>
          <p:cNvPr id="12" name="">
            <a:extLst xmlns:a="http://schemas.openxmlformats.org/drawingml/2006/main">
              <a:ext uri="{FF2B5EF4-FFF2-40B4-BE49-F238E27FC236}">
                <a16:creationId xmlns:a16="http://schemas.microsoft.com/office/drawing/2014/main" id="{45DF40EA-64DB-4E4D-9D70-A527BC8712D7}"/>
              </a:ext>
            </a:extLst>
          </p:cNvPr>
          <p:cNvSpPr>
            <a:spLocks xmlns:a="http://schemas.openxmlformats.org/drawingml/2006/main" noGrp="1"/>
          </p:cNvSpPr>
          <p:nvPr/>
        </p:nvSpPr>
        <p:spPr>
          <a:xfrm xmlns:a="http://schemas.openxmlformats.org/drawingml/2006/main" flipH="0" flipV="0">
            <a:off x="4419600" y="2590800"/>
            <a:ext cx="32385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3" name="">
            <a:extLst xmlns:a="http://schemas.openxmlformats.org/drawingml/2006/main">
              <a:ext uri="{FF2B5EF4-FFF2-40B4-BE49-F238E27FC236}">
                <a16:creationId xmlns:a16="http://schemas.microsoft.com/office/drawing/2014/main" id="{980326A5-C940-4EAC-A2C0-F069CF2EFF16}"/>
              </a:ext>
            </a:extLst>
          </p:cNvPr>
          <p:cNvSpPr>
            <a:spLocks xmlns:a="http://schemas.openxmlformats.org/drawingml/2006/main" noGrp="1"/>
          </p:cNvSpPr>
          <p:nvPr/>
        </p:nvSpPr>
        <p:spPr>
          <a:xfrm xmlns:a="http://schemas.openxmlformats.org/drawingml/2006/main">
            <a:off x="8229600" y="1752600"/>
            <a:ext cx="323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제공자 · 모델</a:t>
            </a:r>
          </a:p>
        </p:txBody>
      </p:sp>
      <p:sp>
        <p:nvSpPr>
          <p:cNvPr id="14" name="">
            <a:extLst xmlns:a="http://schemas.openxmlformats.org/drawingml/2006/main">
              <a:ext uri="{FF2B5EF4-FFF2-40B4-BE49-F238E27FC236}">
                <a16:creationId xmlns:a16="http://schemas.microsoft.com/office/drawing/2014/main" id="{9196F41E-F0F4-4B29-8BB2-823861EB8CB4}"/>
              </a:ext>
            </a:extLst>
          </p:cNvPr>
          <p:cNvSpPr>
            <a:spLocks xmlns:a="http://schemas.openxmlformats.org/drawingml/2006/main" noGrp="1"/>
          </p:cNvSpPr>
          <p:nvPr/>
        </p:nvSpPr>
        <p:spPr>
          <a:xfrm xmlns:a="http://schemas.openxmlformats.org/drawingml/2006/main">
            <a:off x="8229600" y="2095500"/>
            <a:ext cx="3238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75" b="1">
                <a:solidFill>
                  <a:srgbClr val="FFFFFF"/>
                </a:solidFill>
                <a:latin typeface="Menlo"/>
                <a:ea typeface="Menlo"/>
                <a:cs typeface="Menlo"/>
              </a:defRPr>
            </a:pPr>
            <a:r>
              <a:rPr sz="1575" b="1">
                <a:solidFill>
                  <a:srgbClr val="FFFFFF"/>
                </a:solidFill>
                <a:latin typeface="Menlo"/>
                <a:ea typeface="Menlo"/>
                <a:cs typeface="Menlo"/>
              </a:rPr>
              <a:t>demo / trace-demo-1</a:t>
            </a:r>
          </a:p>
        </p:txBody>
      </p:sp>
      <p:sp>
        <p:nvSpPr>
          <p:cNvPr id="15" name="">
            <a:extLst xmlns:a="http://schemas.openxmlformats.org/drawingml/2006/main">
              <a:ext uri="{FF2B5EF4-FFF2-40B4-BE49-F238E27FC236}">
                <a16:creationId xmlns:a16="http://schemas.microsoft.com/office/drawing/2014/main" id="{3C908141-10C2-4BC5-94F4-9A0D7371C892}"/>
              </a:ext>
            </a:extLst>
          </p:cNvPr>
          <p:cNvSpPr>
            <a:spLocks xmlns:a="http://schemas.openxmlformats.org/drawingml/2006/main" noGrp="1"/>
          </p:cNvSpPr>
          <p:nvPr/>
        </p:nvSpPr>
        <p:spPr>
          <a:xfrm xmlns:a="http://schemas.openxmlformats.org/drawingml/2006/main" flipH="0" flipV="0">
            <a:off x="8229600" y="2590800"/>
            <a:ext cx="32385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6" name="">
            <a:extLst xmlns:a="http://schemas.openxmlformats.org/drawingml/2006/main">
              <a:ext uri="{FF2B5EF4-FFF2-40B4-BE49-F238E27FC236}">
                <a16:creationId xmlns:a16="http://schemas.microsoft.com/office/drawing/2014/main" id="{8D70055B-A6D8-4D68-BB3D-F7C36D08FF06}"/>
              </a:ext>
            </a:extLst>
          </p:cNvPr>
          <p:cNvSpPr>
            <a:spLocks xmlns:a="http://schemas.openxmlformats.org/drawingml/2006/main" noGrp="1"/>
          </p:cNvSpPr>
          <p:nvPr/>
        </p:nvSpPr>
        <p:spPr>
          <a:xfrm xmlns:a="http://schemas.openxmlformats.org/drawingml/2006/main">
            <a:off x="609600" y="2857500"/>
            <a:ext cx="323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과업 · 설정</a:t>
            </a:r>
          </a:p>
        </p:txBody>
      </p:sp>
      <p:sp>
        <p:nvSpPr>
          <p:cNvPr id="17" name="">
            <a:extLst xmlns:a="http://schemas.openxmlformats.org/drawingml/2006/main">
              <a:ext uri="{FF2B5EF4-FFF2-40B4-BE49-F238E27FC236}">
                <a16:creationId xmlns:a16="http://schemas.microsoft.com/office/drawing/2014/main" id="{70A93B0C-F044-4927-A98C-B84DE042A8E6}"/>
              </a:ext>
            </a:extLst>
          </p:cNvPr>
          <p:cNvSpPr>
            <a:spLocks xmlns:a="http://schemas.openxmlformats.org/drawingml/2006/main" noGrp="1"/>
          </p:cNvSpPr>
          <p:nvPr/>
        </p:nvSpPr>
        <p:spPr>
          <a:xfrm xmlns:a="http://schemas.openxmlformats.org/drawingml/2006/main">
            <a:off x="609600" y="3200400"/>
            <a:ext cx="3238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75" b="1">
                <a:solidFill>
                  <a:srgbClr val="FFFFFF"/>
                </a:solidFill>
                <a:latin typeface="Menlo"/>
                <a:ea typeface="Menlo"/>
                <a:cs typeface="Menlo"/>
              </a:defRPr>
            </a:pPr>
            <a:r>
              <a:rPr sz="1575" b="1">
                <a:solidFill>
                  <a:srgbClr val="FFFFFF"/>
                </a:solidFill>
                <a:latin typeface="Menlo"/>
                <a:ea typeface="Menlo"/>
                <a:cs typeface="Menlo"/>
              </a:rPr>
              <a:t>extract / t=0.2</a:t>
            </a:r>
          </a:p>
        </p:txBody>
      </p:sp>
      <p:sp>
        <p:nvSpPr>
          <p:cNvPr id="18" name="">
            <a:extLst xmlns:a="http://schemas.openxmlformats.org/drawingml/2006/main">
              <a:ext uri="{FF2B5EF4-FFF2-40B4-BE49-F238E27FC236}">
                <a16:creationId xmlns:a16="http://schemas.microsoft.com/office/drawing/2014/main" id="{A15D315C-1103-48A5-BDCD-F666E8B73826}"/>
              </a:ext>
            </a:extLst>
          </p:cNvPr>
          <p:cNvSpPr>
            <a:spLocks xmlns:a="http://schemas.openxmlformats.org/drawingml/2006/main" noGrp="1"/>
          </p:cNvSpPr>
          <p:nvPr/>
        </p:nvSpPr>
        <p:spPr>
          <a:xfrm xmlns:a="http://schemas.openxmlformats.org/drawingml/2006/main" flipH="0" flipV="0">
            <a:off x="609600" y="3695700"/>
            <a:ext cx="32385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9" name="">
            <a:extLst xmlns:a="http://schemas.openxmlformats.org/drawingml/2006/main">
              <a:ext uri="{FF2B5EF4-FFF2-40B4-BE49-F238E27FC236}">
                <a16:creationId xmlns:a16="http://schemas.microsoft.com/office/drawing/2014/main" id="{557C09E5-6E34-4776-96AF-BFC2E75AFE90}"/>
              </a:ext>
            </a:extLst>
          </p:cNvPr>
          <p:cNvSpPr>
            <a:spLocks xmlns:a="http://schemas.openxmlformats.org/drawingml/2006/main" noGrp="1"/>
          </p:cNvSpPr>
          <p:nvPr/>
        </p:nvSpPr>
        <p:spPr>
          <a:xfrm xmlns:a="http://schemas.openxmlformats.org/drawingml/2006/main">
            <a:off x="4419600" y="2857500"/>
            <a:ext cx="323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상태 · 응답 지연</a:t>
            </a:r>
          </a:p>
        </p:txBody>
      </p:sp>
      <p:sp>
        <p:nvSpPr>
          <p:cNvPr id="20" name="">
            <a:extLst xmlns:a="http://schemas.openxmlformats.org/drawingml/2006/main">
              <a:ext uri="{FF2B5EF4-FFF2-40B4-BE49-F238E27FC236}">
                <a16:creationId xmlns:a16="http://schemas.microsoft.com/office/drawing/2014/main" id="{3843CDD9-F32D-4669-BB04-AF7734368A9E}"/>
              </a:ext>
            </a:extLst>
          </p:cNvPr>
          <p:cNvSpPr>
            <a:spLocks xmlns:a="http://schemas.openxmlformats.org/drawingml/2006/main" noGrp="1"/>
          </p:cNvSpPr>
          <p:nvPr/>
        </p:nvSpPr>
        <p:spPr>
          <a:xfrm xmlns:a="http://schemas.openxmlformats.org/drawingml/2006/main">
            <a:off x="4419600" y="3200400"/>
            <a:ext cx="3238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75" b="1">
                <a:solidFill>
                  <a:srgbClr val="FFFFFF"/>
                </a:solidFill>
                <a:latin typeface="Menlo"/>
                <a:ea typeface="Menlo"/>
                <a:cs typeface="Menlo"/>
              </a:defRPr>
            </a:pPr>
            <a:r>
              <a:rPr sz="1575" b="1">
                <a:solidFill>
                  <a:srgbClr val="FFFFFF"/>
                </a:solidFill>
                <a:latin typeface="Menlo"/>
                <a:ea typeface="Menlo"/>
                <a:cs typeface="Menlo"/>
              </a:rPr>
              <a:t>ok / 0.12 ms</a:t>
            </a:r>
          </a:p>
        </p:txBody>
      </p:sp>
      <p:sp>
        <p:nvSpPr>
          <p:cNvPr id="21" name="">
            <a:extLst xmlns:a="http://schemas.openxmlformats.org/drawingml/2006/main">
              <a:ext uri="{FF2B5EF4-FFF2-40B4-BE49-F238E27FC236}">
                <a16:creationId xmlns:a16="http://schemas.microsoft.com/office/drawing/2014/main" id="{B0AEC406-441D-443E-B4A7-A6DAC27450C8}"/>
              </a:ext>
            </a:extLst>
          </p:cNvPr>
          <p:cNvSpPr>
            <a:spLocks xmlns:a="http://schemas.openxmlformats.org/drawingml/2006/main" noGrp="1"/>
          </p:cNvSpPr>
          <p:nvPr/>
        </p:nvSpPr>
        <p:spPr>
          <a:xfrm xmlns:a="http://schemas.openxmlformats.org/drawingml/2006/main" flipH="0" flipV="0">
            <a:off x="4419600" y="3695700"/>
            <a:ext cx="32385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22" name="">
            <a:extLst xmlns:a="http://schemas.openxmlformats.org/drawingml/2006/main">
              <a:ext uri="{FF2B5EF4-FFF2-40B4-BE49-F238E27FC236}">
                <a16:creationId xmlns:a16="http://schemas.microsoft.com/office/drawing/2014/main" id="{5A9186A4-20BF-4207-A8BC-4925F2D1BBD5}"/>
              </a:ext>
            </a:extLst>
          </p:cNvPr>
          <p:cNvSpPr>
            <a:spLocks xmlns:a="http://schemas.openxmlformats.org/drawingml/2006/main" noGrp="1"/>
          </p:cNvSpPr>
          <p:nvPr/>
        </p:nvSpPr>
        <p:spPr>
          <a:xfrm xmlns:a="http://schemas.openxmlformats.org/drawingml/2006/main">
            <a:off x="8229600" y="2857500"/>
            <a:ext cx="323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콘텐츠 참조</a:t>
            </a:r>
          </a:p>
        </p:txBody>
      </p:sp>
      <p:sp>
        <p:nvSpPr>
          <p:cNvPr id="23" name="">
            <a:extLst xmlns:a="http://schemas.openxmlformats.org/drawingml/2006/main">
              <a:ext uri="{FF2B5EF4-FFF2-40B4-BE49-F238E27FC236}">
                <a16:creationId xmlns:a16="http://schemas.microsoft.com/office/drawing/2014/main" id="{F7795A8A-998D-4BBC-854F-D704A53E22BF}"/>
              </a:ext>
            </a:extLst>
          </p:cNvPr>
          <p:cNvSpPr>
            <a:spLocks xmlns:a="http://schemas.openxmlformats.org/drawingml/2006/main" noGrp="1"/>
          </p:cNvSpPr>
          <p:nvPr/>
        </p:nvSpPr>
        <p:spPr>
          <a:xfrm xmlns:a="http://schemas.openxmlformats.org/drawingml/2006/main">
            <a:off x="8229600" y="3200400"/>
            <a:ext cx="3238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75" b="1">
                <a:solidFill>
                  <a:srgbClr val="FFFFFF"/>
                </a:solidFill>
                <a:latin typeface="Menlo"/>
                <a:ea typeface="Menlo"/>
                <a:cs typeface="Menlo"/>
              </a:defRPr>
            </a:pPr>
            <a:r>
              <a:rPr sz="1575" b="1">
                <a:solidFill>
                  <a:srgbClr val="FFFFFF"/>
                </a:solidFill>
                <a:latin typeface="Menlo"/>
                <a:ea typeface="Menlo"/>
                <a:cs typeface="Menlo"/>
              </a:rPr>
              <a:t>sha256:ffdf…fe72</a:t>
            </a:r>
          </a:p>
        </p:txBody>
      </p:sp>
      <p:sp>
        <p:nvSpPr>
          <p:cNvPr id="24" name="">
            <a:extLst xmlns:a="http://schemas.openxmlformats.org/drawingml/2006/main">
              <a:ext uri="{FF2B5EF4-FFF2-40B4-BE49-F238E27FC236}">
                <a16:creationId xmlns:a16="http://schemas.microsoft.com/office/drawing/2014/main" id="{9B5CA60C-B73E-41C7-B857-743E4F567235}"/>
              </a:ext>
            </a:extLst>
          </p:cNvPr>
          <p:cNvSpPr>
            <a:spLocks xmlns:a="http://schemas.openxmlformats.org/drawingml/2006/main" noGrp="1"/>
          </p:cNvSpPr>
          <p:nvPr/>
        </p:nvSpPr>
        <p:spPr>
          <a:xfrm xmlns:a="http://schemas.openxmlformats.org/drawingml/2006/main" flipH="0" flipV="0">
            <a:off x="8229600" y="3695700"/>
            <a:ext cx="32385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25" name="">
            <a:extLst xmlns:a="http://schemas.openxmlformats.org/drawingml/2006/main">
              <a:ext uri="{FF2B5EF4-FFF2-40B4-BE49-F238E27FC236}">
                <a16:creationId xmlns:a16="http://schemas.microsoft.com/office/drawing/2014/main" id="{3097531B-52AA-4411-A8DD-4E79A5E2B9D1}"/>
              </a:ext>
            </a:extLst>
          </p:cNvPr>
          <p:cNvSpPr>
            <a:spLocks xmlns:a="http://schemas.openxmlformats.org/drawingml/2006/main" noGrp="1"/>
          </p:cNvSpPr>
          <p:nvPr/>
        </p:nvSpPr>
        <p:spPr>
          <a:xfrm xmlns:a="http://schemas.openxmlformats.org/drawingml/2006/main">
            <a:off x="609600" y="3962400"/>
            <a:ext cx="323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출력</a:t>
            </a:r>
          </a:p>
        </p:txBody>
      </p:sp>
      <p:sp>
        <p:nvSpPr>
          <p:cNvPr id="26" name="">
            <a:extLst xmlns:a="http://schemas.openxmlformats.org/drawingml/2006/main">
              <a:ext uri="{FF2B5EF4-FFF2-40B4-BE49-F238E27FC236}">
                <a16:creationId xmlns:a16="http://schemas.microsoft.com/office/drawing/2014/main" id="{277756B0-5116-4A39-B63A-9F534D861898}"/>
              </a:ext>
            </a:extLst>
          </p:cNvPr>
          <p:cNvSpPr>
            <a:spLocks xmlns:a="http://schemas.openxmlformats.org/drawingml/2006/main" noGrp="1"/>
          </p:cNvSpPr>
          <p:nvPr/>
        </p:nvSpPr>
        <p:spPr>
          <a:xfrm xmlns:a="http://schemas.openxmlformats.org/drawingml/2006/main">
            <a:off x="609600" y="4305300"/>
            <a:ext cx="3238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75" b="1">
                <a:solidFill>
                  <a:srgbClr val="FFFFFF"/>
                </a:solidFill>
                <a:latin typeface="Menlo"/>
                <a:ea typeface="Menlo"/>
                <a:cs typeface="Menlo"/>
              </a:defRPr>
            </a:pPr>
            <a:r>
              <a:rPr sz="1575" b="1">
                <a:solidFill>
                  <a:srgbClr val="FFFFFF"/>
                </a:solidFill>
                <a:latin typeface="Menlo"/>
                <a:ea typeface="Menlo"/>
                <a:cs typeface="Menlo"/>
              </a:rPr>
              <a:t>execution evidence</a:t>
            </a:r>
          </a:p>
        </p:txBody>
      </p:sp>
      <p:sp>
        <p:nvSpPr>
          <p:cNvPr id="27" name="">
            <a:extLst xmlns:a="http://schemas.openxmlformats.org/drawingml/2006/main">
              <a:ext uri="{FF2B5EF4-FFF2-40B4-BE49-F238E27FC236}">
                <a16:creationId xmlns:a16="http://schemas.microsoft.com/office/drawing/2014/main" id="{741684F2-A39B-4076-8354-24E68A558D26}"/>
              </a:ext>
            </a:extLst>
          </p:cNvPr>
          <p:cNvSpPr>
            <a:spLocks xmlns:a="http://schemas.openxmlformats.org/drawingml/2006/main" noGrp="1"/>
          </p:cNvSpPr>
          <p:nvPr/>
        </p:nvSpPr>
        <p:spPr>
          <a:xfrm xmlns:a="http://schemas.openxmlformats.org/drawingml/2006/main" flipH="0" flipV="0">
            <a:off x="609600" y="4800600"/>
            <a:ext cx="32385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28" name="">
            <a:extLst xmlns:a="http://schemas.openxmlformats.org/drawingml/2006/main">
              <a:ext uri="{FF2B5EF4-FFF2-40B4-BE49-F238E27FC236}">
                <a16:creationId xmlns:a16="http://schemas.microsoft.com/office/drawing/2014/main" id="{29CE2FB7-65A5-4FBB-9E53-2DC962C25768}"/>
              </a:ext>
            </a:extLst>
          </p:cNvPr>
          <p:cNvSpPr>
            <a:spLocks xmlns:a="http://schemas.openxmlformats.org/drawingml/2006/main" noGrp="1"/>
          </p:cNvSpPr>
          <p:nvPr/>
        </p:nvSpPr>
        <p:spPr>
          <a:xfrm xmlns:a="http://schemas.openxmlformats.org/drawingml/2006/main">
            <a:off x="4419600" y="3962400"/>
            <a:ext cx="323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추정 토큰</a:t>
            </a:r>
          </a:p>
        </p:txBody>
      </p:sp>
      <p:sp>
        <p:nvSpPr>
          <p:cNvPr id="29" name="">
            <a:extLst xmlns:a="http://schemas.openxmlformats.org/drawingml/2006/main">
              <a:ext uri="{FF2B5EF4-FFF2-40B4-BE49-F238E27FC236}">
                <a16:creationId xmlns:a16="http://schemas.microsoft.com/office/drawing/2014/main" id="{42EE22AD-3EDF-4590-A933-977D10E68078}"/>
              </a:ext>
            </a:extLst>
          </p:cNvPr>
          <p:cNvSpPr>
            <a:spLocks xmlns:a="http://schemas.openxmlformats.org/drawingml/2006/main" noGrp="1"/>
          </p:cNvSpPr>
          <p:nvPr/>
        </p:nvSpPr>
        <p:spPr>
          <a:xfrm xmlns:a="http://schemas.openxmlformats.org/drawingml/2006/main">
            <a:off x="4419600" y="4305300"/>
            <a:ext cx="3238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75" b="1">
                <a:solidFill>
                  <a:srgbClr val="FFFFFF"/>
                </a:solidFill>
                <a:latin typeface="Menlo"/>
                <a:ea typeface="Menlo"/>
                <a:cs typeface="Menlo"/>
              </a:defRPr>
            </a:pPr>
            <a:r>
              <a:rPr sz="1575" b="1">
                <a:solidFill>
                  <a:srgbClr val="FFFFFF"/>
                </a:solidFill>
                <a:latin typeface="Menlo"/>
                <a:ea typeface="Menlo"/>
                <a:cs typeface="Menlo"/>
              </a:rPr>
              <a:t>estimate: 63</a:t>
            </a:r>
          </a:p>
        </p:txBody>
      </p:sp>
      <p:sp>
        <p:nvSpPr>
          <p:cNvPr id="30" name="">
            <a:extLst xmlns:a="http://schemas.openxmlformats.org/drawingml/2006/main">
              <a:ext uri="{FF2B5EF4-FFF2-40B4-BE49-F238E27FC236}">
                <a16:creationId xmlns:a16="http://schemas.microsoft.com/office/drawing/2014/main" id="{3D6ACECB-3B28-4D01-9E39-EDE4DCF571A6}"/>
              </a:ext>
            </a:extLst>
          </p:cNvPr>
          <p:cNvSpPr>
            <a:spLocks xmlns:a="http://schemas.openxmlformats.org/drawingml/2006/main" noGrp="1"/>
          </p:cNvSpPr>
          <p:nvPr/>
        </p:nvSpPr>
        <p:spPr>
          <a:xfrm xmlns:a="http://schemas.openxmlformats.org/drawingml/2006/main" flipH="0" flipV="0">
            <a:off x="4419600" y="4800600"/>
            <a:ext cx="32385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31" name="">
            <a:extLst xmlns:a="http://schemas.openxmlformats.org/drawingml/2006/main">
              <a:ext uri="{FF2B5EF4-FFF2-40B4-BE49-F238E27FC236}">
                <a16:creationId xmlns:a16="http://schemas.microsoft.com/office/drawing/2014/main" id="{2083B056-C0FF-44E8-BBA0-43903BDBEDA0}"/>
              </a:ext>
            </a:extLst>
          </p:cNvPr>
          <p:cNvSpPr>
            <a:spLocks xmlns:a="http://schemas.openxmlformats.org/drawingml/2006/main" noGrp="1"/>
          </p:cNvSpPr>
          <p:nvPr/>
        </p:nvSpPr>
        <p:spPr>
          <a:xfrm xmlns:a="http://schemas.openxmlformats.org/drawingml/2006/main">
            <a:off x="8229600" y="3962400"/>
            <a:ext cx="323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생성 시각</a:t>
            </a:r>
          </a:p>
        </p:txBody>
      </p:sp>
      <p:sp>
        <p:nvSpPr>
          <p:cNvPr id="32" name="">
            <a:extLst xmlns:a="http://schemas.openxmlformats.org/drawingml/2006/main">
              <a:ext uri="{FF2B5EF4-FFF2-40B4-BE49-F238E27FC236}">
                <a16:creationId xmlns:a16="http://schemas.microsoft.com/office/drawing/2014/main" id="{6825A50F-E98E-4653-8C5A-C39EB9CE26C2}"/>
              </a:ext>
            </a:extLst>
          </p:cNvPr>
          <p:cNvSpPr>
            <a:spLocks xmlns:a="http://schemas.openxmlformats.org/drawingml/2006/main" noGrp="1"/>
          </p:cNvSpPr>
          <p:nvPr/>
        </p:nvSpPr>
        <p:spPr>
          <a:xfrm xmlns:a="http://schemas.openxmlformats.org/drawingml/2006/main">
            <a:off x="8229600" y="4305300"/>
            <a:ext cx="3238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75" b="1">
                <a:solidFill>
                  <a:srgbClr val="FFFFFF"/>
                </a:solidFill>
                <a:latin typeface="Menlo"/>
                <a:ea typeface="Menlo"/>
                <a:cs typeface="Menlo"/>
              </a:defRPr>
            </a:pPr>
            <a:r>
              <a:rPr sz="1575" b="1">
                <a:solidFill>
                  <a:srgbClr val="FFFFFF"/>
                </a:solidFill>
                <a:latin typeface="Menlo"/>
                <a:ea typeface="Menlo"/>
                <a:cs typeface="Menlo"/>
              </a:rPr>
              <a:t>UTC timestamp</a:t>
            </a:r>
          </a:p>
        </p:txBody>
      </p:sp>
      <p:sp>
        <p:nvSpPr>
          <p:cNvPr id="33" name="">
            <a:extLst xmlns:a="http://schemas.openxmlformats.org/drawingml/2006/main">
              <a:ext uri="{FF2B5EF4-FFF2-40B4-BE49-F238E27FC236}">
                <a16:creationId xmlns:a16="http://schemas.microsoft.com/office/drawing/2014/main" id="{923799FC-E6C5-4121-9B4C-244B54D71C46}"/>
              </a:ext>
            </a:extLst>
          </p:cNvPr>
          <p:cNvSpPr>
            <a:spLocks xmlns:a="http://schemas.openxmlformats.org/drawingml/2006/main" noGrp="1"/>
          </p:cNvSpPr>
          <p:nvPr/>
        </p:nvSpPr>
        <p:spPr>
          <a:xfrm xmlns:a="http://schemas.openxmlformats.org/drawingml/2006/main" flipH="0" flipV="0">
            <a:off x="8229600" y="4800600"/>
            <a:ext cx="32385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34" name="">
            <a:extLst xmlns:a="http://schemas.openxmlformats.org/drawingml/2006/main">
              <a:ext uri="{FF2B5EF4-FFF2-40B4-BE49-F238E27FC236}">
                <a16:creationId xmlns:a16="http://schemas.microsoft.com/office/drawing/2014/main" id="{867561AF-CFDC-4D9F-B4BE-C614FEB8A4A8}"/>
              </a:ext>
            </a:extLst>
          </p:cNvPr>
          <p:cNvSpPr>
            <a:spLocks xmlns:a="http://schemas.openxmlformats.org/drawingml/2006/main" noGrp="1"/>
          </p:cNvSpPr>
          <p:nvPr/>
        </p:nvSpPr>
        <p:spPr>
          <a:xfrm xmlns:a="http://schemas.openxmlformats.org/drawingml/2006/main" flipH="0" flipV="0">
            <a:off x="609600" y="5505450"/>
            <a:ext cx="10972800" cy="0"/>
          </a:xfrm>
          <a:prstGeom xmlns:a="http://schemas.openxmlformats.org/drawingml/2006/main" prst="line">
            <a:avLst/>
          </a:prstGeom>
          <a:noFill xmlns:a="http://schemas.openxmlformats.org/drawingml/2006/main"/>
          <a:ln xmlns:a="http://schemas.openxmlformats.org/drawingml/2006/main" w="28575">
            <a:solidFill>
              <a:srgbClr val="2563EB"/>
            </a:solidFill>
            <a:prstDash val="solid"/>
          </a:ln>
        </p:spPr>
      </p:sp>
      <p:sp>
        <p:nvSpPr>
          <p:cNvPr id="35" name="">
            <a:extLst xmlns:a="http://schemas.openxmlformats.org/drawingml/2006/main">
              <a:ext uri="{FF2B5EF4-FFF2-40B4-BE49-F238E27FC236}">
                <a16:creationId xmlns:a16="http://schemas.microsoft.com/office/drawing/2014/main" id="{A5A16ADF-22AA-4D85-B1DF-10132B291A08}"/>
              </a:ext>
            </a:extLst>
          </p:cNvPr>
          <p:cNvSpPr>
            <a:spLocks xmlns:a="http://schemas.openxmlformats.org/drawingml/2006/main" noGrp="1"/>
          </p:cNvSpPr>
          <p:nvPr/>
        </p:nvSpPr>
        <p:spPr>
          <a:xfrm xmlns:a="http://schemas.openxmlformats.org/drawingml/2006/main">
            <a:off x="609600" y="5676900"/>
            <a:ext cx="10972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75" b="1">
                <a:solidFill>
                  <a:srgbClr val="FFFFFF"/>
                </a:solidFill>
                <a:latin typeface="AppleGothic"/>
                <a:ea typeface="AppleGothic"/>
                <a:cs typeface="AppleGothic"/>
              </a:defRPr>
            </a:pPr>
            <a:r>
              <a:rPr sz="1275" b="1">
                <a:solidFill>
                  <a:srgbClr val="FFFFFF"/>
                </a:solidFill>
                <a:latin typeface="AppleGothic"/>
                <a:ea typeface="AppleGothic"/>
                <a:cs typeface="AppleGothic"/>
              </a:rPr>
              <a:t>Trace ID = 버전 자산과 실행 증거를 연결하는 결합 키 · UTC = Coordinated Universal Time</a:t>
            </a:r>
          </a:p>
        </p:txBody>
      </p:sp>
    </p:spTree>
    <p:extLst>
      <p:ext uri="{BB962C8B-B14F-4D97-AF65-F5344CB8AC3E}">
        <p14:creationId xmlns:p14="http://schemas.microsoft.com/office/powerpoint/2010/main" val="885878369"/>
      </p:ext>
    </p:extLst>
  </p:cSld>
</p:sld>
</file>

<file path=ppt/slides/slide51.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E30FF8F3-37F5-401A-ADDC-49411F6907F8}"/>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OPS</a:t>
            </a:r>
          </a:p>
        </p:txBody>
      </p:sp>
      <p:sp>
        <p:nvSpPr>
          <p:cNvPr id="2" name="">
            <a:extLst xmlns:a="http://schemas.openxmlformats.org/drawingml/2006/main">
              <a:ext uri="{FF2B5EF4-FFF2-40B4-BE49-F238E27FC236}">
                <a16:creationId xmlns:a16="http://schemas.microsoft.com/office/drawing/2014/main" id="{CA4DEBD1-EED1-4F2A-980B-CE074768B189}"/>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51</a:t>
            </a:r>
          </a:p>
        </p:txBody>
      </p:sp>
      <p:sp>
        <p:nvSpPr>
          <p:cNvPr id="3" name="">
            <a:extLst xmlns:a="http://schemas.openxmlformats.org/drawingml/2006/main">
              <a:ext uri="{FF2B5EF4-FFF2-40B4-BE49-F238E27FC236}">
                <a16:creationId xmlns:a16="http://schemas.microsoft.com/office/drawing/2014/main" id="{F506C4EA-8001-4E39-86AA-E9B9FFF5370E}"/>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B1F29FD4-E6EC-4727-A74D-3A87CC299974}"/>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CBE429DD-2903-4A1C-8E6F-9E9EED342D6A}"/>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E2335106-28AB-4EFE-98CE-39EAD9EA4CD4}"/>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이 과목의 다섯 공통 판단 축</a:t>
            </a:r>
          </a:p>
        </p:txBody>
      </p:sp>
      <p:sp>
        <p:nvSpPr>
          <p:cNvPr id="7" name="">
            <a:extLst xmlns:a="http://schemas.openxmlformats.org/drawingml/2006/main">
              <a:ext uri="{FF2B5EF4-FFF2-40B4-BE49-F238E27FC236}">
                <a16:creationId xmlns:a16="http://schemas.microsoft.com/office/drawing/2014/main" id="{57CAB880-E6A9-401C-854B-5F93204F15A4}"/>
              </a:ext>
            </a:extLst>
          </p:cNvPr>
          <p:cNvSpPr>
            <a:spLocks xmlns:a="http://schemas.openxmlformats.org/drawingml/2006/main" noGrp="1"/>
          </p:cNvSpPr>
          <p:nvPr/>
        </p:nvSpPr>
        <p:spPr>
          <a:xfrm xmlns:a="http://schemas.openxmlformats.org/drawingml/2006/main">
            <a:off x="609600" y="1581150"/>
            <a:ext cx="514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98A2B3"/>
                </a:solidFill>
                <a:latin typeface="Menlo"/>
                <a:ea typeface="Menlo"/>
                <a:cs typeface="Menlo"/>
              </a:defRPr>
            </a:pPr>
            <a:r>
              <a:rPr sz="1350" b="1">
                <a:solidFill>
                  <a:srgbClr val="98A2B3"/>
                </a:solidFill>
                <a:latin typeface="Menlo"/>
                <a:ea typeface="Menlo"/>
                <a:cs typeface="Menlo"/>
              </a:rPr>
              <a:t>01</a:t>
            </a:r>
          </a:p>
        </p:txBody>
      </p:sp>
      <p:sp>
        <p:nvSpPr>
          <p:cNvPr id="8" name="">
            <a:extLst xmlns:a="http://schemas.openxmlformats.org/drawingml/2006/main">
              <a:ext uri="{FF2B5EF4-FFF2-40B4-BE49-F238E27FC236}">
                <a16:creationId xmlns:a16="http://schemas.microsoft.com/office/drawing/2014/main" id="{51816D84-7DA4-481D-BD73-5CE67BEE1FD2}"/>
              </a:ext>
            </a:extLst>
          </p:cNvPr>
          <p:cNvSpPr>
            <a:spLocks xmlns:a="http://schemas.openxmlformats.org/drawingml/2006/main" noGrp="1"/>
          </p:cNvSpPr>
          <p:nvPr/>
        </p:nvSpPr>
        <p:spPr>
          <a:xfrm xmlns:a="http://schemas.openxmlformats.org/drawingml/2006/main">
            <a:off x="1333500" y="1504950"/>
            <a:ext cx="3714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325" b="1">
                <a:solidFill>
                  <a:srgbClr val="FFFFFF"/>
                </a:solidFill>
                <a:latin typeface="Menlo"/>
                <a:ea typeface="Menlo"/>
                <a:cs typeface="Menlo"/>
              </a:defRPr>
            </a:pPr>
            <a:r>
              <a:rPr sz="2325" b="1">
                <a:solidFill>
                  <a:srgbClr val="FFFFFF"/>
                </a:solidFill>
                <a:latin typeface="Menlo"/>
                <a:ea typeface="Menlo"/>
                <a:cs typeface="Menlo"/>
              </a:rPr>
              <a:t>품질</a:t>
            </a:r>
          </a:p>
        </p:txBody>
      </p:sp>
      <p:sp>
        <p:nvSpPr>
          <p:cNvPr id="9" name="">
            <a:extLst xmlns:a="http://schemas.openxmlformats.org/drawingml/2006/main">
              <a:ext uri="{FF2B5EF4-FFF2-40B4-BE49-F238E27FC236}">
                <a16:creationId xmlns:a16="http://schemas.microsoft.com/office/drawing/2014/main" id="{7ED005A1-9329-49C0-938C-A2697599F855}"/>
              </a:ext>
            </a:extLst>
          </p:cNvPr>
          <p:cNvSpPr>
            <a:spLocks xmlns:a="http://schemas.openxmlformats.org/drawingml/2006/main" noGrp="1"/>
          </p:cNvSpPr>
          <p:nvPr/>
        </p:nvSpPr>
        <p:spPr>
          <a:xfrm xmlns:a="http://schemas.openxmlformats.org/drawingml/2006/main">
            <a:off x="5219700" y="1581150"/>
            <a:ext cx="63627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FFFFFF"/>
                </a:solidFill>
                <a:latin typeface="AppleGothic"/>
                <a:ea typeface="AppleGothic"/>
                <a:cs typeface="AppleGothic"/>
              </a:defRPr>
            </a:pPr>
            <a:r>
              <a:rPr sz="1350" b="0">
                <a:solidFill>
                  <a:srgbClr val="FFFFFF"/>
                </a:solidFill>
                <a:latin typeface="AppleGothic"/>
                <a:ea typeface="AppleGothic"/>
                <a:cs typeface="AppleGothic"/>
              </a:rPr>
              <a:t>업무 정답 · 근거 · 형식 · 유용성</a:t>
            </a:r>
          </a:p>
        </p:txBody>
      </p:sp>
      <p:sp>
        <p:nvSpPr>
          <p:cNvPr id="10" name="">
            <a:extLst xmlns:a="http://schemas.openxmlformats.org/drawingml/2006/main">
              <a:ext uri="{FF2B5EF4-FFF2-40B4-BE49-F238E27FC236}">
                <a16:creationId xmlns:a16="http://schemas.microsoft.com/office/drawing/2014/main" id="{EEE8DBCB-C45A-4B03-AAAF-F7E7DB18C8CF}"/>
              </a:ext>
            </a:extLst>
          </p:cNvPr>
          <p:cNvSpPr>
            <a:spLocks xmlns:a="http://schemas.openxmlformats.org/drawingml/2006/main" noGrp="1"/>
          </p:cNvSpPr>
          <p:nvPr/>
        </p:nvSpPr>
        <p:spPr>
          <a:xfrm xmlns:a="http://schemas.openxmlformats.org/drawingml/2006/main" flipH="0" flipV="0">
            <a:off x="1333500" y="2095500"/>
            <a:ext cx="102489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1" name="">
            <a:extLst xmlns:a="http://schemas.openxmlformats.org/drawingml/2006/main">
              <a:ext uri="{FF2B5EF4-FFF2-40B4-BE49-F238E27FC236}">
                <a16:creationId xmlns:a16="http://schemas.microsoft.com/office/drawing/2014/main" id="{585CF57B-62DD-45DB-996A-53F1B21352A8}"/>
              </a:ext>
            </a:extLst>
          </p:cNvPr>
          <p:cNvSpPr>
            <a:spLocks xmlns:a="http://schemas.openxmlformats.org/drawingml/2006/main" noGrp="1"/>
          </p:cNvSpPr>
          <p:nvPr/>
        </p:nvSpPr>
        <p:spPr>
          <a:xfrm xmlns:a="http://schemas.openxmlformats.org/drawingml/2006/main">
            <a:off x="609600" y="2457450"/>
            <a:ext cx="514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98A2B3"/>
                </a:solidFill>
                <a:latin typeface="Menlo"/>
                <a:ea typeface="Menlo"/>
                <a:cs typeface="Menlo"/>
              </a:defRPr>
            </a:pPr>
            <a:r>
              <a:rPr sz="1350" b="1">
                <a:solidFill>
                  <a:srgbClr val="98A2B3"/>
                </a:solidFill>
                <a:latin typeface="Menlo"/>
                <a:ea typeface="Menlo"/>
                <a:cs typeface="Menlo"/>
              </a:rPr>
              <a:t>02</a:t>
            </a:r>
          </a:p>
        </p:txBody>
      </p:sp>
      <p:sp>
        <p:nvSpPr>
          <p:cNvPr id="12" name="">
            <a:extLst xmlns:a="http://schemas.openxmlformats.org/drawingml/2006/main">
              <a:ext uri="{FF2B5EF4-FFF2-40B4-BE49-F238E27FC236}">
                <a16:creationId xmlns:a16="http://schemas.microsoft.com/office/drawing/2014/main" id="{B73CA5A3-6EAD-4437-8588-646656FE3046}"/>
              </a:ext>
            </a:extLst>
          </p:cNvPr>
          <p:cNvSpPr>
            <a:spLocks xmlns:a="http://schemas.openxmlformats.org/drawingml/2006/main" noGrp="1"/>
          </p:cNvSpPr>
          <p:nvPr/>
        </p:nvSpPr>
        <p:spPr>
          <a:xfrm xmlns:a="http://schemas.openxmlformats.org/drawingml/2006/main">
            <a:off x="1333500" y="2381250"/>
            <a:ext cx="3714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325" b="1">
                <a:solidFill>
                  <a:srgbClr val="FFFFFF"/>
                </a:solidFill>
                <a:latin typeface="Menlo"/>
                <a:ea typeface="Menlo"/>
                <a:cs typeface="Menlo"/>
              </a:defRPr>
            </a:pPr>
            <a:r>
              <a:rPr sz="2325" b="1">
                <a:solidFill>
                  <a:srgbClr val="FFFFFF"/>
                </a:solidFill>
                <a:latin typeface="Menlo"/>
                <a:ea typeface="Menlo"/>
                <a:cs typeface="Menlo"/>
              </a:rPr>
              <a:t>응답 지연</a:t>
            </a:r>
          </a:p>
        </p:txBody>
      </p:sp>
      <p:sp>
        <p:nvSpPr>
          <p:cNvPr id="13" name="">
            <a:extLst xmlns:a="http://schemas.openxmlformats.org/drawingml/2006/main">
              <a:ext uri="{FF2B5EF4-FFF2-40B4-BE49-F238E27FC236}">
                <a16:creationId xmlns:a16="http://schemas.microsoft.com/office/drawing/2014/main" id="{062BC267-FEA0-4EBB-9D88-A85C05D92C52}"/>
              </a:ext>
            </a:extLst>
          </p:cNvPr>
          <p:cNvSpPr>
            <a:spLocks xmlns:a="http://schemas.openxmlformats.org/drawingml/2006/main" noGrp="1"/>
          </p:cNvSpPr>
          <p:nvPr/>
        </p:nvSpPr>
        <p:spPr>
          <a:xfrm xmlns:a="http://schemas.openxmlformats.org/drawingml/2006/main">
            <a:off x="5219700" y="2457450"/>
            <a:ext cx="63627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FFFFFF"/>
                </a:solidFill>
                <a:latin typeface="AppleGothic"/>
                <a:ea typeface="AppleGothic"/>
                <a:cs typeface="AppleGothic"/>
              </a:defRPr>
            </a:pPr>
            <a:r>
              <a:rPr sz="1350" b="0">
                <a:solidFill>
                  <a:srgbClr val="FFFFFF"/>
                </a:solidFill>
                <a:latin typeface="AppleGothic"/>
                <a:ea typeface="AppleGothic"/>
                <a:cs typeface="AppleGothic"/>
              </a:rPr>
              <a:t>평균 · 50번째 백분위 · 95번째 백분위 · 시간 초과</a:t>
            </a:r>
          </a:p>
        </p:txBody>
      </p:sp>
      <p:sp>
        <p:nvSpPr>
          <p:cNvPr id="14" name="">
            <a:extLst xmlns:a="http://schemas.openxmlformats.org/drawingml/2006/main">
              <a:ext uri="{FF2B5EF4-FFF2-40B4-BE49-F238E27FC236}">
                <a16:creationId xmlns:a16="http://schemas.microsoft.com/office/drawing/2014/main" id="{5431001C-0A0A-4A8C-AE6E-C8BCF5817195}"/>
              </a:ext>
            </a:extLst>
          </p:cNvPr>
          <p:cNvSpPr>
            <a:spLocks xmlns:a="http://schemas.openxmlformats.org/drawingml/2006/main" noGrp="1"/>
          </p:cNvSpPr>
          <p:nvPr/>
        </p:nvSpPr>
        <p:spPr>
          <a:xfrm xmlns:a="http://schemas.openxmlformats.org/drawingml/2006/main" flipH="0" flipV="0">
            <a:off x="1333500" y="2971800"/>
            <a:ext cx="102489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5" name="">
            <a:extLst xmlns:a="http://schemas.openxmlformats.org/drawingml/2006/main">
              <a:ext uri="{FF2B5EF4-FFF2-40B4-BE49-F238E27FC236}">
                <a16:creationId xmlns:a16="http://schemas.microsoft.com/office/drawing/2014/main" id="{AE58BA1B-EDBA-4466-B5E9-5878A8A7468E}"/>
              </a:ext>
            </a:extLst>
          </p:cNvPr>
          <p:cNvSpPr>
            <a:spLocks xmlns:a="http://schemas.openxmlformats.org/drawingml/2006/main" noGrp="1"/>
          </p:cNvSpPr>
          <p:nvPr/>
        </p:nvSpPr>
        <p:spPr>
          <a:xfrm xmlns:a="http://schemas.openxmlformats.org/drawingml/2006/main">
            <a:off x="609600" y="3333750"/>
            <a:ext cx="514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98A2B3"/>
                </a:solidFill>
                <a:latin typeface="Menlo"/>
                <a:ea typeface="Menlo"/>
                <a:cs typeface="Menlo"/>
              </a:defRPr>
            </a:pPr>
            <a:r>
              <a:rPr sz="1350" b="1">
                <a:solidFill>
                  <a:srgbClr val="98A2B3"/>
                </a:solidFill>
                <a:latin typeface="Menlo"/>
                <a:ea typeface="Menlo"/>
                <a:cs typeface="Menlo"/>
              </a:rPr>
              <a:t>03</a:t>
            </a:r>
          </a:p>
        </p:txBody>
      </p:sp>
      <p:sp>
        <p:nvSpPr>
          <p:cNvPr id="16" name="">
            <a:extLst xmlns:a="http://schemas.openxmlformats.org/drawingml/2006/main">
              <a:ext uri="{FF2B5EF4-FFF2-40B4-BE49-F238E27FC236}">
                <a16:creationId xmlns:a16="http://schemas.microsoft.com/office/drawing/2014/main" id="{F5135921-A0CA-49A6-9917-B74EDEC2CF98}"/>
              </a:ext>
            </a:extLst>
          </p:cNvPr>
          <p:cNvSpPr>
            <a:spLocks xmlns:a="http://schemas.openxmlformats.org/drawingml/2006/main" noGrp="1"/>
          </p:cNvSpPr>
          <p:nvPr/>
        </p:nvSpPr>
        <p:spPr>
          <a:xfrm xmlns:a="http://schemas.openxmlformats.org/drawingml/2006/main">
            <a:off x="1333500" y="3257550"/>
            <a:ext cx="3714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325" b="1">
                <a:solidFill>
                  <a:srgbClr val="FFFFFF"/>
                </a:solidFill>
                <a:latin typeface="Menlo"/>
                <a:ea typeface="Menlo"/>
                <a:cs typeface="Menlo"/>
              </a:defRPr>
            </a:pPr>
            <a:r>
              <a:rPr sz="2325" b="1">
                <a:solidFill>
                  <a:srgbClr val="FFFFFF"/>
                </a:solidFill>
                <a:latin typeface="Menlo"/>
                <a:ea typeface="Menlo"/>
                <a:cs typeface="Menlo"/>
              </a:rPr>
              <a:t>비용</a:t>
            </a:r>
          </a:p>
        </p:txBody>
      </p:sp>
      <p:sp>
        <p:nvSpPr>
          <p:cNvPr id="17" name="">
            <a:extLst xmlns:a="http://schemas.openxmlformats.org/drawingml/2006/main">
              <a:ext uri="{FF2B5EF4-FFF2-40B4-BE49-F238E27FC236}">
                <a16:creationId xmlns:a16="http://schemas.microsoft.com/office/drawing/2014/main" id="{3E88BEDD-6B61-40AF-97C6-707C0E83A4ED}"/>
              </a:ext>
            </a:extLst>
          </p:cNvPr>
          <p:cNvSpPr>
            <a:spLocks xmlns:a="http://schemas.openxmlformats.org/drawingml/2006/main" noGrp="1"/>
          </p:cNvSpPr>
          <p:nvPr/>
        </p:nvSpPr>
        <p:spPr>
          <a:xfrm xmlns:a="http://schemas.openxmlformats.org/drawingml/2006/main">
            <a:off x="5219700" y="3333750"/>
            <a:ext cx="63627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FFFFFF"/>
                </a:solidFill>
                <a:latin typeface="AppleGothic"/>
                <a:ea typeface="AppleGothic"/>
                <a:cs typeface="AppleGothic"/>
              </a:defRPr>
            </a:pPr>
            <a:r>
              <a:rPr sz="1350" b="0">
                <a:solidFill>
                  <a:srgbClr val="FFFFFF"/>
                </a:solidFill>
                <a:latin typeface="AppleGothic"/>
                <a:ea typeface="AppleGothic"/>
                <a:cs typeface="AppleGothic"/>
              </a:rPr>
              <a:t>토큰 · 모델 · 도구 · 캐시</a:t>
            </a:r>
          </a:p>
        </p:txBody>
      </p:sp>
      <p:sp>
        <p:nvSpPr>
          <p:cNvPr id="18" name="">
            <a:extLst xmlns:a="http://schemas.openxmlformats.org/drawingml/2006/main">
              <a:ext uri="{FF2B5EF4-FFF2-40B4-BE49-F238E27FC236}">
                <a16:creationId xmlns:a16="http://schemas.microsoft.com/office/drawing/2014/main" id="{783958D3-3EDA-4A12-82FA-99830531A300}"/>
              </a:ext>
            </a:extLst>
          </p:cNvPr>
          <p:cNvSpPr>
            <a:spLocks xmlns:a="http://schemas.openxmlformats.org/drawingml/2006/main" noGrp="1"/>
          </p:cNvSpPr>
          <p:nvPr/>
        </p:nvSpPr>
        <p:spPr>
          <a:xfrm xmlns:a="http://schemas.openxmlformats.org/drawingml/2006/main" flipH="0" flipV="0">
            <a:off x="1333500" y="3848100"/>
            <a:ext cx="102489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9" name="">
            <a:extLst xmlns:a="http://schemas.openxmlformats.org/drawingml/2006/main">
              <a:ext uri="{FF2B5EF4-FFF2-40B4-BE49-F238E27FC236}">
                <a16:creationId xmlns:a16="http://schemas.microsoft.com/office/drawing/2014/main" id="{62CAA8B8-9847-4941-97C8-1DC6951CD15C}"/>
              </a:ext>
            </a:extLst>
          </p:cNvPr>
          <p:cNvSpPr>
            <a:spLocks xmlns:a="http://schemas.openxmlformats.org/drawingml/2006/main" noGrp="1"/>
          </p:cNvSpPr>
          <p:nvPr/>
        </p:nvSpPr>
        <p:spPr>
          <a:xfrm xmlns:a="http://schemas.openxmlformats.org/drawingml/2006/main">
            <a:off x="609600" y="4210050"/>
            <a:ext cx="514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98A2B3"/>
                </a:solidFill>
                <a:latin typeface="Menlo"/>
                <a:ea typeface="Menlo"/>
                <a:cs typeface="Menlo"/>
              </a:defRPr>
            </a:pPr>
            <a:r>
              <a:rPr sz="1350" b="1">
                <a:solidFill>
                  <a:srgbClr val="98A2B3"/>
                </a:solidFill>
                <a:latin typeface="Menlo"/>
                <a:ea typeface="Menlo"/>
                <a:cs typeface="Menlo"/>
              </a:rPr>
              <a:t>04</a:t>
            </a:r>
          </a:p>
        </p:txBody>
      </p:sp>
      <p:sp>
        <p:nvSpPr>
          <p:cNvPr id="20" name="">
            <a:extLst xmlns:a="http://schemas.openxmlformats.org/drawingml/2006/main">
              <a:ext uri="{FF2B5EF4-FFF2-40B4-BE49-F238E27FC236}">
                <a16:creationId xmlns:a16="http://schemas.microsoft.com/office/drawing/2014/main" id="{32E0D67F-8DEA-4620-BE76-0C0B875DC43F}"/>
              </a:ext>
            </a:extLst>
          </p:cNvPr>
          <p:cNvSpPr>
            <a:spLocks xmlns:a="http://schemas.openxmlformats.org/drawingml/2006/main" noGrp="1"/>
          </p:cNvSpPr>
          <p:nvPr/>
        </p:nvSpPr>
        <p:spPr>
          <a:xfrm xmlns:a="http://schemas.openxmlformats.org/drawingml/2006/main">
            <a:off x="1333500" y="4133850"/>
            <a:ext cx="3714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325" b="1">
                <a:solidFill>
                  <a:srgbClr val="FFFFFF"/>
                </a:solidFill>
                <a:latin typeface="Menlo"/>
                <a:ea typeface="Menlo"/>
                <a:cs typeface="Menlo"/>
              </a:defRPr>
            </a:pPr>
            <a:r>
              <a:rPr sz="2325" b="1">
                <a:solidFill>
                  <a:srgbClr val="FFFFFF"/>
                </a:solidFill>
                <a:latin typeface="Menlo"/>
                <a:ea typeface="Menlo"/>
                <a:cs typeface="Menlo"/>
              </a:rPr>
              <a:t>안전성</a:t>
            </a:r>
          </a:p>
        </p:txBody>
      </p:sp>
      <p:sp>
        <p:nvSpPr>
          <p:cNvPr id="21" name="">
            <a:extLst xmlns:a="http://schemas.openxmlformats.org/drawingml/2006/main">
              <a:ext uri="{FF2B5EF4-FFF2-40B4-BE49-F238E27FC236}">
                <a16:creationId xmlns:a16="http://schemas.microsoft.com/office/drawing/2014/main" id="{F1542F0A-99C2-4F58-B766-4E042E6E6E16}"/>
              </a:ext>
            </a:extLst>
          </p:cNvPr>
          <p:cNvSpPr>
            <a:spLocks xmlns:a="http://schemas.openxmlformats.org/drawingml/2006/main" noGrp="1"/>
          </p:cNvSpPr>
          <p:nvPr/>
        </p:nvSpPr>
        <p:spPr>
          <a:xfrm xmlns:a="http://schemas.openxmlformats.org/drawingml/2006/main">
            <a:off x="5219700" y="4210050"/>
            <a:ext cx="6362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개인 식별 정보(Personally Identifiable Information, PII)</a:t>
            </a:r>
          </a:p>
          <a:p xmlns:a="http://schemas.openxmlformats.org/drawingml/2006/main">
            <a:pPr algn="l">
              <a:lnSpc>
                <a:spcPct val="108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프롬프트 주입 · 권한 · 감사</a:t>
            </a:r>
          </a:p>
        </p:txBody>
      </p:sp>
      <p:sp>
        <p:nvSpPr>
          <p:cNvPr id="22" name="">
            <a:extLst xmlns:a="http://schemas.openxmlformats.org/drawingml/2006/main">
              <a:ext uri="{FF2B5EF4-FFF2-40B4-BE49-F238E27FC236}">
                <a16:creationId xmlns:a16="http://schemas.microsoft.com/office/drawing/2014/main" id="{41F6F7DF-C5A2-4EEB-8E7A-2A723CAD1481}"/>
              </a:ext>
            </a:extLst>
          </p:cNvPr>
          <p:cNvSpPr>
            <a:spLocks xmlns:a="http://schemas.openxmlformats.org/drawingml/2006/main" noGrp="1"/>
          </p:cNvSpPr>
          <p:nvPr/>
        </p:nvSpPr>
        <p:spPr>
          <a:xfrm xmlns:a="http://schemas.openxmlformats.org/drawingml/2006/main" flipH="0" flipV="0">
            <a:off x="1333500" y="4724400"/>
            <a:ext cx="102489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23" name="">
            <a:extLst xmlns:a="http://schemas.openxmlformats.org/drawingml/2006/main">
              <a:ext uri="{FF2B5EF4-FFF2-40B4-BE49-F238E27FC236}">
                <a16:creationId xmlns:a16="http://schemas.microsoft.com/office/drawing/2014/main" id="{DDC62D7B-CEF4-4FFF-A34F-AA8984F73623}"/>
              </a:ext>
            </a:extLst>
          </p:cNvPr>
          <p:cNvSpPr>
            <a:spLocks xmlns:a="http://schemas.openxmlformats.org/drawingml/2006/main" noGrp="1"/>
          </p:cNvSpPr>
          <p:nvPr/>
        </p:nvSpPr>
        <p:spPr>
          <a:xfrm xmlns:a="http://schemas.openxmlformats.org/drawingml/2006/main">
            <a:off x="609600" y="5086350"/>
            <a:ext cx="514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98A2B3"/>
                </a:solidFill>
                <a:latin typeface="Menlo"/>
                <a:ea typeface="Menlo"/>
                <a:cs typeface="Menlo"/>
              </a:defRPr>
            </a:pPr>
            <a:r>
              <a:rPr sz="1350" b="1">
                <a:solidFill>
                  <a:srgbClr val="98A2B3"/>
                </a:solidFill>
                <a:latin typeface="Menlo"/>
                <a:ea typeface="Menlo"/>
                <a:cs typeface="Menlo"/>
              </a:rPr>
              <a:t>05</a:t>
            </a:r>
          </a:p>
        </p:txBody>
      </p:sp>
      <p:sp>
        <p:nvSpPr>
          <p:cNvPr id="24" name="">
            <a:extLst xmlns:a="http://schemas.openxmlformats.org/drawingml/2006/main">
              <a:ext uri="{FF2B5EF4-FFF2-40B4-BE49-F238E27FC236}">
                <a16:creationId xmlns:a16="http://schemas.microsoft.com/office/drawing/2014/main" id="{42F44A00-FBA9-466D-9F43-A7DD26F6A9D1}"/>
              </a:ext>
            </a:extLst>
          </p:cNvPr>
          <p:cNvSpPr>
            <a:spLocks xmlns:a="http://schemas.openxmlformats.org/drawingml/2006/main" noGrp="1"/>
          </p:cNvSpPr>
          <p:nvPr/>
        </p:nvSpPr>
        <p:spPr>
          <a:xfrm xmlns:a="http://schemas.openxmlformats.org/drawingml/2006/main">
            <a:off x="1333500" y="5010150"/>
            <a:ext cx="3714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325" b="1">
                <a:solidFill>
                  <a:srgbClr val="FFFFFF"/>
                </a:solidFill>
                <a:latin typeface="Menlo"/>
                <a:ea typeface="Menlo"/>
                <a:cs typeface="Menlo"/>
              </a:defRPr>
            </a:pPr>
            <a:r>
              <a:rPr sz="2325" b="1">
                <a:solidFill>
                  <a:srgbClr val="FFFFFF"/>
                </a:solidFill>
                <a:latin typeface="Menlo"/>
                <a:ea typeface="Menlo"/>
                <a:cs typeface="Menlo"/>
              </a:rPr>
              <a:t>재현성</a:t>
            </a:r>
          </a:p>
        </p:txBody>
      </p:sp>
      <p:sp>
        <p:nvSpPr>
          <p:cNvPr id="25" name="">
            <a:extLst xmlns:a="http://schemas.openxmlformats.org/drawingml/2006/main">
              <a:ext uri="{FF2B5EF4-FFF2-40B4-BE49-F238E27FC236}">
                <a16:creationId xmlns:a16="http://schemas.microsoft.com/office/drawing/2014/main" id="{6770A4ED-AE94-4647-9CC1-B357658D2078}"/>
              </a:ext>
            </a:extLst>
          </p:cNvPr>
          <p:cNvSpPr>
            <a:spLocks xmlns:a="http://schemas.openxmlformats.org/drawingml/2006/main" noGrp="1"/>
          </p:cNvSpPr>
          <p:nvPr/>
        </p:nvSpPr>
        <p:spPr>
          <a:xfrm xmlns:a="http://schemas.openxmlformats.org/drawingml/2006/main">
            <a:off x="5219700" y="5086350"/>
            <a:ext cx="63627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FFFFFF"/>
                </a:solidFill>
                <a:latin typeface="AppleGothic"/>
                <a:ea typeface="AppleGothic"/>
                <a:cs typeface="AppleGothic"/>
              </a:defRPr>
            </a:pPr>
            <a:r>
              <a:rPr sz="1350" b="0">
                <a:solidFill>
                  <a:srgbClr val="FFFFFF"/>
                </a:solidFill>
                <a:latin typeface="AppleGothic"/>
                <a:ea typeface="AppleGothic"/>
                <a:cs typeface="AppleGothic"/>
              </a:rPr>
              <a:t>환경 · 버전 · 실행 추적 · 커밋</a:t>
            </a:r>
          </a:p>
        </p:txBody>
      </p:sp>
      <p:sp>
        <p:nvSpPr>
          <p:cNvPr id="26" name="">
            <a:extLst xmlns:a="http://schemas.openxmlformats.org/drawingml/2006/main">
              <a:ext uri="{FF2B5EF4-FFF2-40B4-BE49-F238E27FC236}">
                <a16:creationId xmlns:a16="http://schemas.microsoft.com/office/drawing/2014/main" id="{A59F7B49-0D3D-4F5B-A8B8-0D8CD51833CE}"/>
              </a:ext>
            </a:extLst>
          </p:cNvPr>
          <p:cNvSpPr>
            <a:spLocks xmlns:a="http://schemas.openxmlformats.org/drawingml/2006/main" noGrp="1"/>
          </p:cNvSpPr>
          <p:nvPr/>
        </p:nvSpPr>
        <p:spPr>
          <a:xfrm xmlns:a="http://schemas.openxmlformats.org/drawingml/2006/main" flipH="0" flipV="0">
            <a:off x="1333500" y="5600700"/>
            <a:ext cx="102489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Tree>
    <p:extLst>
      <p:ext uri="{BB962C8B-B14F-4D97-AF65-F5344CB8AC3E}">
        <p14:creationId xmlns:p14="http://schemas.microsoft.com/office/powerpoint/2010/main" val="1524381257"/>
      </p:ext>
    </p:extLst>
  </p:cSld>
</p:sld>
</file>

<file path=ppt/slides/slide52.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E740C959-0CFD-4819-B4E4-054771FA49EF}"/>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OPS</a:t>
            </a:r>
          </a:p>
        </p:txBody>
      </p:sp>
      <p:sp>
        <p:nvSpPr>
          <p:cNvPr id="2" name="">
            <a:extLst xmlns:a="http://schemas.openxmlformats.org/drawingml/2006/main">
              <a:ext uri="{FF2B5EF4-FFF2-40B4-BE49-F238E27FC236}">
                <a16:creationId xmlns:a16="http://schemas.microsoft.com/office/drawing/2014/main" id="{CE23ED07-8604-435E-B997-1F10075ACB91}"/>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52</a:t>
            </a:r>
          </a:p>
        </p:txBody>
      </p:sp>
      <p:sp>
        <p:nvSpPr>
          <p:cNvPr id="3" name="">
            <a:extLst xmlns:a="http://schemas.openxmlformats.org/drawingml/2006/main">
              <a:ext uri="{FF2B5EF4-FFF2-40B4-BE49-F238E27FC236}">
                <a16:creationId xmlns:a16="http://schemas.microsoft.com/office/drawing/2014/main" id="{41285356-E0B1-4E4C-9A62-EB2FC8A765F9}"/>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5C875670-12B4-4E40-A500-0763028C30D3}"/>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F82E7057-FF33-4AFD-9E18-39BF1DDEF187}"/>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D708DF9B-F3FB-442E-9516-55D0A4E832E7}"/>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운영 지표의 상충 관계</a:t>
            </a:r>
          </a:p>
        </p:txBody>
      </p:sp>
      <p:sp>
        <p:nvSpPr>
          <p:cNvPr id="7" name="">
            <a:extLst xmlns:a="http://schemas.openxmlformats.org/drawingml/2006/main">
              <a:ext uri="{FF2B5EF4-FFF2-40B4-BE49-F238E27FC236}">
                <a16:creationId xmlns:a16="http://schemas.microsoft.com/office/drawing/2014/main" id="{A845A05B-742D-41E1-AF19-774A391E7794}"/>
              </a:ext>
            </a:extLst>
          </p:cNvPr>
          <p:cNvSpPr>
            <a:spLocks xmlns:a="http://schemas.openxmlformats.org/drawingml/2006/main" noGrp="1"/>
          </p:cNvSpPr>
          <p:nvPr/>
        </p:nvSpPr>
        <p:spPr>
          <a:xfrm xmlns:a="http://schemas.openxmlformats.org/drawingml/2006/main">
            <a:off x="609600" y="1447800"/>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75" b="1">
                <a:solidFill>
                  <a:srgbClr val="191919"/>
                </a:solidFill>
                <a:latin typeface="AppleGothic"/>
                <a:ea typeface="AppleGothic"/>
                <a:cs typeface="AppleGothic"/>
              </a:defRPr>
            </a:pPr>
            <a:r>
              <a:rPr sz="1575" b="1">
                <a:solidFill>
                  <a:srgbClr val="191919"/>
                </a:solidFill>
                <a:latin typeface="AppleGothic"/>
                <a:ea typeface="AppleGothic"/>
                <a:cs typeface="AppleGothic"/>
              </a:rPr>
              <a:t>한 지표의 개선은 다른 지표의 비용을 함께 확인할 때만 운영 판단으로 완성</a:t>
            </a:r>
          </a:p>
        </p:txBody>
      </p:sp>
      <p:sp>
        <p:nvSpPr>
          <p:cNvPr id="8" name="">
            <a:extLst xmlns:a="http://schemas.openxmlformats.org/drawingml/2006/main">
              <a:ext uri="{FF2B5EF4-FFF2-40B4-BE49-F238E27FC236}">
                <a16:creationId xmlns:a16="http://schemas.microsoft.com/office/drawing/2014/main" id="{B25FA554-5D4D-4E00-BC4A-A28D97BA07CB}"/>
              </a:ext>
            </a:extLst>
          </p:cNvPr>
          <p:cNvSpPr>
            <a:spLocks xmlns:a="http://schemas.openxmlformats.org/drawingml/2006/main" noGrp="1"/>
          </p:cNvSpPr>
          <p:nvPr/>
        </p:nvSpPr>
        <p:spPr>
          <a:xfrm xmlns:a="http://schemas.openxmlformats.org/drawingml/2006/main">
            <a:off x="609600" y="2038350"/>
            <a:ext cx="285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125" b="1">
                <a:solidFill>
                  <a:srgbClr val="667085"/>
                </a:solidFill>
                <a:latin typeface="AppleGothic"/>
                <a:ea typeface="AppleGothic"/>
                <a:cs typeface="AppleGothic"/>
              </a:defRPr>
            </a:pPr>
            <a:r>
              <a:rPr sz="1125" b="1">
                <a:solidFill>
                  <a:srgbClr val="667085"/>
                </a:solidFill>
                <a:latin typeface="AppleGothic"/>
                <a:ea typeface="AppleGothic"/>
                <a:cs typeface="AppleGothic"/>
              </a:rPr>
              <a:t>판단 축</a:t>
            </a:r>
          </a:p>
        </p:txBody>
      </p:sp>
      <p:sp>
        <p:nvSpPr>
          <p:cNvPr id="9" name="">
            <a:extLst xmlns:a="http://schemas.openxmlformats.org/drawingml/2006/main">
              <a:ext uri="{FF2B5EF4-FFF2-40B4-BE49-F238E27FC236}">
                <a16:creationId xmlns:a16="http://schemas.microsoft.com/office/drawing/2014/main" id="{2B80B25D-0FA6-496D-B73A-69FCE01D8A58}"/>
              </a:ext>
            </a:extLst>
          </p:cNvPr>
          <p:cNvSpPr>
            <a:spLocks xmlns:a="http://schemas.openxmlformats.org/drawingml/2006/main" noGrp="1"/>
          </p:cNvSpPr>
          <p:nvPr/>
        </p:nvSpPr>
        <p:spPr>
          <a:xfrm xmlns:a="http://schemas.openxmlformats.org/drawingml/2006/main">
            <a:off x="3733800" y="2038350"/>
            <a:ext cx="3333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125" b="1">
                <a:solidFill>
                  <a:srgbClr val="667085"/>
                </a:solidFill>
                <a:latin typeface="AppleGothic"/>
                <a:ea typeface="AppleGothic"/>
                <a:cs typeface="AppleGothic"/>
              </a:defRPr>
            </a:pPr>
            <a:r>
              <a:rPr sz="1125" b="1">
                <a:solidFill>
                  <a:srgbClr val="667085"/>
                </a:solidFill>
                <a:latin typeface="AppleGothic"/>
                <a:ea typeface="AppleGothic"/>
                <a:cs typeface="AppleGothic"/>
              </a:rPr>
              <a:t>변경 레버</a:t>
            </a:r>
          </a:p>
        </p:txBody>
      </p:sp>
      <p:sp>
        <p:nvSpPr>
          <p:cNvPr id="10" name="">
            <a:extLst xmlns:a="http://schemas.openxmlformats.org/drawingml/2006/main">
              <a:ext uri="{FF2B5EF4-FFF2-40B4-BE49-F238E27FC236}">
                <a16:creationId xmlns:a16="http://schemas.microsoft.com/office/drawing/2014/main" id="{A270F22E-6E84-4A09-8F8E-FE7506A9EF0D}"/>
              </a:ext>
            </a:extLst>
          </p:cNvPr>
          <p:cNvSpPr>
            <a:spLocks xmlns:a="http://schemas.openxmlformats.org/drawingml/2006/main" noGrp="1"/>
          </p:cNvSpPr>
          <p:nvPr/>
        </p:nvSpPr>
        <p:spPr>
          <a:xfrm xmlns:a="http://schemas.openxmlformats.org/drawingml/2006/main">
            <a:off x="7505700" y="2038350"/>
            <a:ext cx="3695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125" b="1">
                <a:solidFill>
                  <a:srgbClr val="667085"/>
                </a:solidFill>
                <a:latin typeface="AppleGothic"/>
                <a:ea typeface="AppleGothic"/>
                <a:cs typeface="AppleGothic"/>
              </a:defRPr>
            </a:pPr>
            <a:r>
              <a:rPr sz="1125" b="1">
                <a:solidFill>
                  <a:srgbClr val="667085"/>
                </a:solidFill>
                <a:latin typeface="AppleGothic"/>
                <a:ea typeface="AppleGothic"/>
                <a:cs typeface="AppleGothic"/>
              </a:rPr>
              <a:t>함께 확인할 손실</a:t>
            </a:r>
          </a:p>
        </p:txBody>
      </p:sp>
      <p:sp>
        <p:nvSpPr>
          <p:cNvPr id="11" name="">
            <a:extLst xmlns:a="http://schemas.openxmlformats.org/drawingml/2006/main">
              <a:ext uri="{FF2B5EF4-FFF2-40B4-BE49-F238E27FC236}">
                <a16:creationId xmlns:a16="http://schemas.microsoft.com/office/drawing/2014/main" id="{98C2DEE3-9541-4473-9865-DC2C225EFF18}"/>
              </a:ext>
            </a:extLst>
          </p:cNvPr>
          <p:cNvSpPr>
            <a:spLocks xmlns:a="http://schemas.openxmlformats.org/drawingml/2006/main" noGrp="1"/>
          </p:cNvSpPr>
          <p:nvPr/>
        </p:nvSpPr>
        <p:spPr>
          <a:xfrm xmlns:a="http://schemas.openxmlformats.org/drawingml/2006/main" flipH="0" flipV="0">
            <a:off x="609600" y="2400300"/>
            <a:ext cx="10972800" cy="0"/>
          </a:xfrm>
          <a:prstGeom xmlns:a="http://schemas.openxmlformats.org/drawingml/2006/main" prst="line">
            <a:avLst/>
          </a:prstGeom>
          <a:noFill xmlns:a="http://schemas.openxmlformats.org/drawingml/2006/main"/>
          <a:ln xmlns:a="http://schemas.openxmlformats.org/drawingml/2006/main" w="28575">
            <a:solidFill>
              <a:srgbClr val="0B1F3A"/>
            </a:solidFill>
            <a:prstDash val="solid"/>
          </a:ln>
        </p:spPr>
      </p:sp>
      <p:sp>
        <p:nvSpPr>
          <p:cNvPr id="12" name="">
            <a:extLst xmlns:a="http://schemas.openxmlformats.org/drawingml/2006/main">
              <a:ext uri="{FF2B5EF4-FFF2-40B4-BE49-F238E27FC236}">
                <a16:creationId xmlns:a16="http://schemas.microsoft.com/office/drawing/2014/main" id="{5D25029B-683D-450D-86D3-777ECA6799A1}"/>
              </a:ext>
            </a:extLst>
          </p:cNvPr>
          <p:cNvSpPr>
            <a:spLocks xmlns:a="http://schemas.openxmlformats.org/drawingml/2006/main" noGrp="1"/>
          </p:cNvSpPr>
          <p:nvPr/>
        </p:nvSpPr>
        <p:spPr>
          <a:xfrm xmlns:a="http://schemas.openxmlformats.org/drawingml/2006/main">
            <a:off x="609600" y="2571750"/>
            <a:ext cx="2857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725" b="1">
                <a:solidFill>
                  <a:srgbClr val="191919"/>
                </a:solidFill>
                <a:latin typeface="AppleGothic"/>
                <a:ea typeface="AppleGothic"/>
                <a:cs typeface="AppleGothic"/>
              </a:defRPr>
            </a:pPr>
            <a:r>
              <a:rPr sz="1725" b="1">
                <a:solidFill>
                  <a:srgbClr val="191919"/>
                </a:solidFill>
                <a:latin typeface="AppleGothic"/>
                <a:ea typeface="AppleGothic"/>
                <a:cs typeface="AppleGothic"/>
              </a:rPr>
              <a:t>품질 ↔ 비용</a:t>
            </a:r>
          </a:p>
        </p:txBody>
      </p:sp>
      <p:sp>
        <p:nvSpPr>
          <p:cNvPr id="13" name="">
            <a:extLst xmlns:a="http://schemas.openxmlformats.org/drawingml/2006/main">
              <a:ext uri="{FF2B5EF4-FFF2-40B4-BE49-F238E27FC236}">
                <a16:creationId xmlns:a16="http://schemas.microsoft.com/office/drawing/2014/main" id="{19F12C9F-7BA4-4F7A-A649-B7E2997FE2EC}"/>
              </a:ext>
            </a:extLst>
          </p:cNvPr>
          <p:cNvSpPr>
            <a:spLocks xmlns:a="http://schemas.openxmlformats.org/drawingml/2006/main" noGrp="1"/>
          </p:cNvSpPr>
          <p:nvPr/>
        </p:nvSpPr>
        <p:spPr>
          <a:xfrm xmlns:a="http://schemas.openxmlformats.org/drawingml/2006/main">
            <a:off x="3733800" y="2571750"/>
            <a:ext cx="3333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상위 모델 · 긴 맥락</a:t>
            </a:r>
          </a:p>
        </p:txBody>
      </p:sp>
      <p:sp>
        <p:nvSpPr>
          <p:cNvPr id="14" name="">
            <a:extLst xmlns:a="http://schemas.openxmlformats.org/drawingml/2006/main">
              <a:ext uri="{FF2B5EF4-FFF2-40B4-BE49-F238E27FC236}">
                <a16:creationId xmlns:a16="http://schemas.microsoft.com/office/drawing/2014/main" id="{5D54A545-29AB-4763-8AB4-CE93B3F6B80F}"/>
              </a:ext>
            </a:extLst>
          </p:cNvPr>
          <p:cNvSpPr>
            <a:spLocks xmlns:a="http://schemas.openxmlformats.org/drawingml/2006/main" noGrp="1"/>
          </p:cNvSpPr>
          <p:nvPr/>
        </p:nvSpPr>
        <p:spPr>
          <a:xfrm xmlns:a="http://schemas.openxmlformats.org/drawingml/2006/main">
            <a:off x="7505700" y="2571750"/>
            <a:ext cx="36957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요청당 비용 · 처리량</a:t>
            </a:r>
          </a:p>
        </p:txBody>
      </p:sp>
      <p:sp>
        <p:nvSpPr>
          <p:cNvPr id="15" name="">
            <a:extLst xmlns:a="http://schemas.openxmlformats.org/drawingml/2006/main">
              <a:ext uri="{FF2B5EF4-FFF2-40B4-BE49-F238E27FC236}">
                <a16:creationId xmlns:a16="http://schemas.microsoft.com/office/drawing/2014/main" id="{4C34385E-DB9B-4A02-8BE7-F9114C4D060C}"/>
              </a:ext>
            </a:extLst>
          </p:cNvPr>
          <p:cNvSpPr>
            <a:spLocks xmlns:a="http://schemas.openxmlformats.org/drawingml/2006/main" noGrp="1"/>
          </p:cNvSpPr>
          <p:nvPr/>
        </p:nvSpPr>
        <p:spPr>
          <a:xfrm xmlns:a="http://schemas.openxmlformats.org/drawingml/2006/main" flipH="0" flipV="0">
            <a:off x="609600" y="312420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16" name="">
            <a:extLst xmlns:a="http://schemas.openxmlformats.org/drawingml/2006/main">
              <a:ext uri="{FF2B5EF4-FFF2-40B4-BE49-F238E27FC236}">
                <a16:creationId xmlns:a16="http://schemas.microsoft.com/office/drawing/2014/main" id="{1A952D43-39D7-4C9D-8BD8-EA25BA67E17C}"/>
              </a:ext>
            </a:extLst>
          </p:cNvPr>
          <p:cNvSpPr>
            <a:spLocks xmlns:a="http://schemas.openxmlformats.org/drawingml/2006/main" noGrp="1"/>
          </p:cNvSpPr>
          <p:nvPr/>
        </p:nvSpPr>
        <p:spPr>
          <a:xfrm xmlns:a="http://schemas.openxmlformats.org/drawingml/2006/main">
            <a:off x="609600" y="3352800"/>
            <a:ext cx="2857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725" b="1">
                <a:solidFill>
                  <a:srgbClr val="191919"/>
                </a:solidFill>
                <a:latin typeface="AppleGothic"/>
                <a:ea typeface="AppleGothic"/>
                <a:cs typeface="AppleGothic"/>
              </a:defRPr>
            </a:pPr>
            <a:r>
              <a:rPr sz="1725" b="1">
                <a:solidFill>
                  <a:srgbClr val="191919"/>
                </a:solidFill>
                <a:latin typeface="AppleGothic"/>
                <a:ea typeface="AppleGothic"/>
                <a:cs typeface="AppleGothic"/>
              </a:rPr>
              <a:t>품질 ↔ 응답 시간</a:t>
            </a:r>
          </a:p>
        </p:txBody>
      </p:sp>
      <p:sp>
        <p:nvSpPr>
          <p:cNvPr id="17" name="">
            <a:extLst xmlns:a="http://schemas.openxmlformats.org/drawingml/2006/main">
              <a:ext uri="{FF2B5EF4-FFF2-40B4-BE49-F238E27FC236}">
                <a16:creationId xmlns:a16="http://schemas.microsoft.com/office/drawing/2014/main" id="{33B387AB-544A-4EB1-8C06-59C508979C4B}"/>
              </a:ext>
            </a:extLst>
          </p:cNvPr>
          <p:cNvSpPr>
            <a:spLocks xmlns:a="http://schemas.openxmlformats.org/drawingml/2006/main" noGrp="1"/>
          </p:cNvSpPr>
          <p:nvPr/>
        </p:nvSpPr>
        <p:spPr>
          <a:xfrm xmlns:a="http://schemas.openxmlformats.org/drawingml/2006/main">
            <a:off x="3733800" y="3352800"/>
            <a:ext cx="3333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검색 · 도구 · 판정 단계</a:t>
            </a:r>
          </a:p>
        </p:txBody>
      </p:sp>
      <p:sp>
        <p:nvSpPr>
          <p:cNvPr id="18" name="">
            <a:extLst xmlns:a="http://schemas.openxmlformats.org/drawingml/2006/main">
              <a:ext uri="{FF2B5EF4-FFF2-40B4-BE49-F238E27FC236}">
                <a16:creationId xmlns:a16="http://schemas.microsoft.com/office/drawing/2014/main" id="{C5073169-7CE6-4AED-8579-036A7775AFA4}"/>
              </a:ext>
            </a:extLst>
          </p:cNvPr>
          <p:cNvSpPr>
            <a:spLocks xmlns:a="http://schemas.openxmlformats.org/drawingml/2006/main" noGrp="1"/>
          </p:cNvSpPr>
          <p:nvPr/>
        </p:nvSpPr>
        <p:spPr>
          <a:xfrm xmlns:a="http://schemas.openxmlformats.org/drawingml/2006/main">
            <a:off x="7505700" y="3352800"/>
            <a:ext cx="36957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대기시간 · 시간 초과</a:t>
            </a:r>
          </a:p>
        </p:txBody>
      </p:sp>
      <p:sp>
        <p:nvSpPr>
          <p:cNvPr id="19" name="">
            <a:extLst xmlns:a="http://schemas.openxmlformats.org/drawingml/2006/main">
              <a:ext uri="{FF2B5EF4-FFF2-40B4-BE49-F238E27FC236}">
                <a16:creationId xmlns:a16="http://schemas.microsoft.com/office/drawing/2014/main" id="{5A56DF98-3E50-4E23-9E8F-DEBCF477763D}"/>
              </a:ext>
            </a:extLst>
          </p:cNvPr>
          <p:cNvSpPr>
            <a:spLocks xmlns:a="http://schemas.openxmlformats.org/drawingml/2006/main" noGrp="1"/>
          </p:cNvSpPr>
          <p:nvPr/>
        </p:nvSpPr>
        <p:spPr>
          <a:xfrm xmlns:a="http://schemas.openxmlformats.org/drawingml/2006/main" flipH="0" flipV="0">
            <a:off x="609600" y="39052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20" name="">
            <a:extLst xmlns:a="http://schemas.openxmlformats.org/drawingml/2006/main">
              <a:ext uri="{FF2B5EF4-FFF2-40B4-BE49-F238E27FC236}">
                <a16:creationId xmlns:a16="http://schemas.microsoft.com/office/drawing/2014/main" id="{21E12586-819D-4D96-AD37-13FC68482516}"/>
              </a:ext>
            </a:extLst>
          </p:cNvPr>
          <p:cNvSpPr>
            <a:spLocks xmlns:a="http://schemas.openxmlformats.org/drawingml/2006/main" noGrp="1"/>
          </p:cNvSpPr>
          <p:nvPr/>
        </p:nvSpPr>
        <p:spPr>
          <a:xfrm xmlns:a="http://schemas.openxmlformats.org/drawingml/2006/main">
            <a:off x="609600" y="4133850"/>
            <a:ext cx="2857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725" b="1">
                <a:solidFill>
                  <a:srgbClr val="191919"/>
                </a:solidFill>
                <a:latin typeface="AppleGothic"/>
                <a:ea typeface="AppleGothic"/>
                <a:cs typeface="AppleGothic"/>
              </a:defRPr>
            </a:pPr>
            <a:r>
              <a:rPr sz="1725" b="1">
                <a:solidFill>
                  <a:srgbClr val="191919"/>
                </a:solidFill>
                <a:latin typeface="AppleGothic"/>
                <a:ea typeface="AppleGothic"/>
                <a:cs typeface="AppleGothic"/>
              </a:rPr>
              <a:t>안전 ↔ 처리 범위</a:t>
            </a:r>
          </a:p>
        </p:txBody>
      </p:sp>
      <p:sp>
        <p:nvSpPr>
          <p:cNvPr id="21" name="">
            <a:extLst xmlns:a="http://schemas.openxmlformats.org/drawingml/2006/main">
              <a:ext uri="{FF2B5EF4-FFF2-40B4-BE49-F238E27FC236}">
                <a16:creationId xmlns:a16="http://schemas.microsoft.com/office/drawing/2014/main" id="{09C50E49-9E35-4AC7-BFCB-144F037339E7}"/>
              </a:ext>
            </a:extLst>
          </p:cNvPr>
          <p:cNvSpPr>
            <a:spLocks xmlns:a="http://schemas.openxmlformats.org/drawingml/2006/main" noGrp="1"/>
          </p:cNvSpPr>
          <p:nvPr/>
        </p:nvSpPr>
        <p:spPr>
          <a:xfrm xmlns:a="http://schemas.openxmlformats.org/drawingml/2006/main">
            <a:off x="3733800" y="4133850"/>
            <a:ext cx="3333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차단 강도 · 사람 검토</a:t>
            </a:r>
          </a:p>
        </p:txBody>
      </p:sp>
      <p:sp>
        <p:nvSpPr>
          <p:cNvPr id="22" name="">
            <a:extLst xmlns:a="http://schemas.openxmlformats.org/drawingml/2006/main">
              <a:ext uri="{FF2B5EF4-FFF2-40B4-BE49-F238E27FC236}">
                <a16:creationId xmlns:a16="http://schemas.microsoft.com/office/drawing/2014/main" id="{3967C418-87DE-4DED-B542-19704B1FA2E2}"/>
              </a:ext>
            </a:extLst>
          </p:cNvPr>
          <p:cNvSpPr>
            <a:spLocks xmlns:a="http://schemas.openxmlformats.org/drawingml/2006/main" noGrp="1"/>
          </p:cNvSpPr>
          <p:nvPr/>
        </p:nvSpPr>
        <p:spPr>
          <a:xfrm xmlns:a="http://schemas.openxmlformats.org/drawingml/2006/main">
            <a:off x="7505700" y="4133850"/>
            <a:ext cx="36957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정상 요청 누락</a:t>
            </a:r>
          </a:p>
        </p:txBody>
      </p:sp>
      <p:sp>
        <p:nvSpPr>
          <p:cNvPr id="23" name="">
            <a:extLst xmlns:a="http://schemas.openxmlformats.org/drawingml/2006/main">
              <a:ext uri="{FF2B5EF4-FFF2-40B4-BE49-F238E27FC236}">
                <a16:creationId xmlns:a16="http://schemas.microsoft.com/office/drawing/2014/main" id="{C01F559C-2834-467B-8726-D7958E7C9F32}"/>
              </a:ext>
            </a:extLst>
          </p:cNvPr>
          <p:cNvSpPr>
            <a:spLocks xmlns:a="http://schemas.openxmlformats.org/drawingml/2006/main" noGrp="1"/>
          </p:cNvSpPr>
          <p:nvPr/>
        </p:nvSpPr>
        <p:spPr>
          <a:xfrm xmlns:a="http://schemas.openxmlformats.org/drawingml/2006/main" flipH="0" flipV="0">
            <a:off x="609600" y="468630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24" name="">
            <a:extLst xmlns:a="http://schemas.openxmlformats.org/drawingml/2006/main">
              <a:ext uri="{FF2B5EF4-FFF2-40B4-BE49-F238E27FC236}">
                <a16:creationId xmlns:a16="http://schemas.microsoft.com/office/drawing/2014/main" id="{D379023C-B2E8-41D5-A223-45A0AFA0BF52}"/>
              </a:ext>
            </a:extLst>
          </p:cNvPr>
          <p:cNvSpPr>
            <a:spLocks xmlns:a="http://schemas.openxmlformats.org/drawingml/2006/main" noGrp="1"/>
          </p:cNvSpPr>
          <p:nvPr/>
        </p:nvSpPr>
        <p:spPr>
          <a:xfrm xmlns:a="http://schemas.openxmlformats.org/drawingml/2006/main">
            <a:off x="609600" y="4914900"/>
            <a:ext cx="2857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725" b="1">
                <a:solidFill>
                  <a:srgbClr val="191919"/>
                </a:solidFill>
                <a:latin typeface="AppleGothic"/>
                <a:ea typeface="AppleGothic"/>
                <a:cs typeface="AppleGothic"/>
              </a:defRPr>
            </a:pPr>
            <a:r>
              <a:rPr sz="1725" b="1">
                <a:solidFill>
                  <a:srgbClr val="191919"/>
                </a:solidFill>
                <a:latin typeface="AppleGothic"/>
                <a:ea typeface="AppleGothic"/>
                <a:cs typeface="AppleGothic"/>
              </a:rPr>
              <a:t>재사용 ↔ 최신성</a:t>
            </a:r>
          </a:p>
        </p:txBody>
      </p:sp>
      <p:sp>
        <p:nvSpPr>
          <p:cNvPr id="25" name="">
            <a:extLst xmlns:a="http://schemas.openxmlformats.org/drawingml/2006/main">
              <a:ext uri="{FF2B5EF4-FFF2-40B4-BE49-F238E27FC236}">
                <a16:creationId xmlns:a16="http://schemas.microsoft.com/office/drawing/2014/main" id="{54A64BB6-8DC4-4949-83DD-C5A2F4524C35}"/>
              </a:ext>
            </a:extLst>
          </p:cNvPr>
          <p:cNvSpPr>
            <a:spLocks xmlns:a="http://schemas.openxmlformats.org/drawingml/2006/main" noGrp="1"/>
          </p:cNvSpPr>
          <p:nvPr/>
        </p:nvSpPr>
        <p:spPr>
          <a:xfrm xmlns:a="http://schemas.openxmlformats.org/drawingml/2006/main">
            <a:off x="3733800" y="4914900"/>
            <a:ext cx="3333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캐시 적중 · 응답 재사용</a:t>
            </a:r>
          </a:p>
        </p:txBody>
      </p:sp>
      <p:sp>
        <p:nvSpPr>
          <p:cNvPr id="26" name="">
            <a:extLst xmlns:a="http://schemas.openxmlformats.org/drawingml/2006/main">
              <a:ext uri="{FF2B5EF4-FFF2-40B4-BE49-F238E27FC236}">
                <a16:creationId xmlns:a16="http://schemas.microsoft.com/office/drawing/2014/main" id="{ABA07089-C680-4285-A96D-619B5088AA88}"/>
              </a:ext>
            </a:extLst>
          </p:cNvPr>
          <p:cNvSpPr>
            <a:spLocks xmlns:a="http://schemas.openxmlformats.org/drawingml/2006/main" noGrp="1"/>
          </p:cNvSpPr>
          <p:nvPr/>
        </p:nvSpPr>
        <p:spPr>
          <a:xfrm xmlns:a="http://schemas.openxmlformats.org/drawingml/2006/main">
            <a:off x="7505700" y="4914900"/>
            <a:ext cx="36957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정보 노후화</a:t>
            </a:r>
          </a:p>
        </p:txBody>
      </p:sp>
      <p:sp>
        <p:nvSpPr>
          <p:cNvPr id="27" name="">
            <a:extLst xmlns:a="http://schemas.openxmlformats.org/drawingml/2006/main">
              <a:ext uri="{FF2B5EF4-FFF2-40B4-BE49-F238E27FC236}">
                <a16:creationId xmlns:a16="http://schemas.microsoft.com/office/drawing/2014/main" id="{AF806601-CDBB-44D2-B412-EDB0D1A000A0}"/>
              </a:ext>
            </a:extLst>
          </p:cNvPr>
          <p:cNvSpPr>
            <a:spLocks xmlns:a="http://schemas.openxmlformats.org/drawingml/2006/main" noGrp="1"/>
          </p:cNvSpPr>
          <p:nvPr/>
        </p:nvSpPr>
        <p:spPr>
          <a:xfrm xmlns:a="http://schemas.openxmlformats.org/drawingml/2006/main" flipH="0" flipV="0">
            <a:off x="609600" y="54673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28" name="">
            <a:extLst xmlns:a="http://schemas.openxmlformats.org/drawingml/2006/main">
              <a:ext uri="{FF2B5EF4-FFF2-40B4-BE49-F238E27FC236}">
                <a16:creationId xmlns:a16="http://schemas.microsoft.com/office/drawing/2014/main" id="{726DC065-3D91-485C-B042-FCCF4CE4250E}"/>
              </a:ext>
            </a:extLst>
          </p:cNvPr>
          <p:cNvSpPr>
            <a:spLocks xmlns:a="http://schemas.openxmlformats.org/drawingml/2006/main" noGrp="1"/>
          </p:cNvSpPr>
          <p:nvPr/>
        </p:nvSpPr>
        <p:spPr>
          <a:xfrm xmlns:a="http://schemas.openxmlformats.org/drawingml/2006/main">
            <a:off x="609600" y="5772150"/>
            <a:ext cx="109728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75" b="1">
                <a:solidFill>
                  <a:srgbClr val="191919"/>
                </a:solidFill>
                <a:latin typeface="AppleGothic"/>
                <a:ea typeface="AppleGothic"/>
                <a:cs typeface="AppleGothic"/>
              </a:defRPr>
            </a:pPr>
            <a:r>
              <a:rPr sz="1275" b="1">
                <a:solidFill>
                  <a:srgbClr val="191919"/>
                </a:solidFill>
                <a:latin typeface="AppleGothic"/>
                <a:ea typeface="AppleGothic"/>
                <a:cs typeface="AppleGothic"/>
              </a:rPr>
              <a:t>네 관계는 고정 법칙이 아니라 실험 전에 함께 관찰할 위험 가설</a:t>
            </a:r>
          </a:p>
        </p:txBody>
      </p:sp>
    </p:spTree>
    <p:extLst>
      <p:ext uri="{BB962C8B-B14F-4D97-AF65-F5344CB8AC3E}">
        <p14:creationId xmlns:p14="http://schemas.microsoft.com/office/powerpoint/2010/main" val="194537930"/>
      </p:ext>
    </p:extLst>
  </p:cSld>
</p:sld>
</file>

<file path=ppt/slides/slide53.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37" name="">
            <a:extLst xmlns:a="http://schemas.openxmlformats.org/drawingml/2006/main">
              <a:ext uri="{FF2B5EF4-FFF2-40B4-BE49-F238E27FC236}">
                <a16:creationId xmlns:a16="http://schemas.microsoft.com/office/drawing/2014/main" id="{AE3B4978-14B5-4769-BB94-16C0A214AAF3}"/>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OPS</a:t>
            </a:r>
          </a:p>
        </p:txBody>
      </p:sp>
      <p:sp>
        <p:nvSpPr>
          <p:cNvPr id="2" name="">
            <a:extLst xmlns:a="http://schemas.openxmlformats.org/drawingml/2006/main">
              <a:ext uri="{FF2B5EF4-FFF2-40B4-BE49-F238E27FC236}">
                <a16:creationId xmlns:a16="http://schemas.microsoft.com/office/drawing/2014/main" id="{FB3F4781-564D-4F61-A649-F70866FF4D07}"/>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53</a:t>
            </a:r>
          </a:p>
        </p:txBody>
      </p:sp>
      <p:sp>
        <p:nvSpPr>
          <p:cNvPr id="3" name="">
            <a:extLst xmlns:a="http://schemas.openxmlformats.org/drawingml/2006/main">
              <a:ext uri="{FF2B5EF4-FFF2-40B4-BE49-F238E27FC236}">
                <a16:creationId xmlns:a16="http://schemas.microsoft.com/office/drawing/2014/main" id="{F56ACF50-B171-407B-9218-F96669B77C7B}"/>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DA585103-5ABD-46F4-A08A-F4A71214F219}"/>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91D324C9-47DA-46B6-A303-A49A76A4A854}"/>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5DD20C8B-D339-44D7-8E81-97B8D4E47EB6}"/>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품질 지표의 업무 의존성</a:t>
            </a:r>
          </a:p>
        </p:txBody>
      </p:sp>
      <p:sp>
        <p:nvSpPr>
          <p:cNvPr id="7" name="">
            <a:extLst xmlns:a="http://schemas.openxmlformats.org/drawingml/2006/main">
              <a:ext uri="{FF2B5EF4-FFF2-40B4-BE49-F238E27FC236}">
                <a16:creationId xmlns:a16="http://schemas.microsoft.com/office/drawing/2014/main" id="{B12F3E99-DAD7-4ABE-AF65-0F5BF2709C60}"/>
              </a:ext>
            </a:extLst>
          </p:cNvPr>
          <p:cNvSpPr>
            <a:spLocks xmlns:a="http://schemas.openxmlformats.org/drawingml/2006/main" noGrp="1"/>
          </p:cNvSpPr>
          <p:nvPr/>
        </p:nvSpPr>
        <p:spPr>
          <a:xfrm xmlns:a="http://schemas.openxmlformats.org/drawingml/2006/main" rot="0">
            <a:off x="609600" y="1847850"/>
            <a:ext cx="2667000" cy="51435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8" name="">
            <a:extLst xmlns:a="http://schemas.openxmlformats.org/drawingml/2006/main">
              <a:ext uri="{FF2B5EF4-FFF2-40B4-BE49-F238E27FC236}">
                <a16:creationId xmlns:a16="http://schemas.microsoft.com/office/drawing/2014/main" id="{91B4F177-A132-43B3-92E9-88A3F476DC3B}"/>
              </a:ext>
            </a:extLst>
          </p:cNvPr>
          <p:cNvSpPr>
            <a:spLocks xmlns:a="http://schemas.openxmlformats.org/drawingml/2006/main" noGrp="1"/>
          </p:cNvSpPr>
          <p:nvPr/>
        </p:nvSpPr>
        <p:spPr>
          <a:xfrm xmlns:a="http://schemas.openxmlformats.org/drawingml/2006/main">
            <a:off x="742950" y="1847850"/>
            <a:ext cx="2400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75" b="1">
                <a:solidFill>
                  <a:srgbClr val="FFFFFF"/>
                </a:solidFill>
                <a:latin typeface="AppleGothic"/>
                <a:ea typeface="AppleGothic"/>
                <a:cs typeface="AppleGothic"/>
              </a:defRPr>
            </a:pPr>
            <a:r>
              <a:rPr sz="1275" b="1">
                <a:solidFill>
                  <a:srgbClr val="FFFFFF"/>
                </a:solidFill>
                <a:latin typeface="AppleGothic"/>
                <a:ea typeface="AppleGothic"/>
                <a:cs typeface="AppleGothic"/>
              </a:rPr>
              <a:t>업무</a:t>
            </a:r>
          </a:p>
        </p:txBody>
      </p:sp>
      <p:sp>
        <p:nvSpPr>
          <p:cNvPr id="9" name="">
            <a:extLst xmlns:a="http://schemas.openxmlformats.org/drawingml/2006/main">
              <a:ext uri="{FF2B5EF4-FFF2-40B4-BE49-F238E27FC236}">
                <a16:creationId xmlns:a16="http://schemas.microsoft.com/office/drawing/2014/main" id="{CE3464AC-49AB-47F9-9A6F-6B71E2548F47}"/>
              </a:ext>
            </a:extLst>
          </p:cNvPr>
          <p:cNvSpPr>
            <a:spLocks xmlns:a="http://schemas.openxmlformats.org/drawingml/2006/main" noGrp="1"/>
          </p:cNvSpPr>
          <p:nvPr/>
        </p:nvSpPr>
        <p:spPr>
          <a:xfrm xmlns:a="http://schemas.openxmlformats.org/drawingml/2006/main" rot="0">
            <a:off x="3276600" y="1847850"/>
            <a:ext cx="4095750" cy="51435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0" name="">
            <a:extLst xmlns:a="http://schemas.openxmlformats.org/drawingml/2006/main">
              <a:ext uri="{FF2B5EF4-FFF2-40B4-BE49-F238E27FC236}">
                <a16:creationId xmlns:a16="http://schemas.microsoft.com/office/drawing/2014/main" id="{A75DB939-AF63-408A-8D47-52E6C63213BF}"/>
              </a:ext>
            </a:extLst>
          </p:cNvPr>
          <p:cNvSpPr>
            <a:spLocks xmlns:a="http://schemas.openxmlformats.org/drawingml/2006/main" noGrp="1"/>
          </p:cNvSpPr>
          <p:nvPr/>
        </p:nvSpPr>
        <p:spPr>
          <a:xfrm xmlns:a="http://schemas.openxmlformats.org/drawingml/2006/main">
            <a:off x="3409950" y="1847850"/>
            <a:ext cx="3829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75" b="1">
                <a:solidFill>
                  <a:srgbClr val="FFFFFF"/>
                </a:solidFill>
                <a:latin typeface="AppleGothic"/>
                <a:ea typeface="AppleGothic"/>
                <a:cs typeface="AppleGothic"/>
              </a:defRPr>
            </a:pPr>
            <a:r>
              <a:rPr sz="1275" b="1">
                <a:solidFill>
                  <a:srgbClr val="FFFFFF"/>
                </a:solidFill>
                <a:latin typeface="AppleGothic"/>
                <a:ea typeface="AppleGothic"/>
                <a:cs typeface="AppleGothic"/>
              </a:rPr>
              <a:t>우선 품질 축</a:t>
            </a:r>
          </a:p>
        </p:txBody>
      </p:sp>
      <p:sp>
        <p:nvSpPr>
          <p:cNvPr id="11" name="">
            <a:extLst xmlns:a="http://schemas.openxmlformats.org/drawingml/2006/main">
              <a:ext uri="{FF2B5EF4-FFF2-40B4-BE49-F238E27FC236}">
                <a16:creationId xmlns:a16="http://schemas.microsoft.com/office/drawing/2014/main" id="{64AD841D-8935-4C8C-BFAF-ED8459AB68F0}"/>
              </a:ext>
            </a:extLst>
          </p:cNvPr>
          <p:cNvSpPr>
            <a:spLocks xmlns:a="http://schemas.openxmlformats.org/drawingml/2006/main" noGrp="1"/>
          </p:cNvSpPr>
          <p:nvPr/>
        </p:nvSpPr>
        <p:spPr>
          <a:xfrm xmlns:a="http://schemas.openxmlformats.org/drawingml/2006/main" rot="0">
            <a:off x="7372350" y="1847850"/>
            <a:ext cx="4210050" cy="51435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2" name="">
            <a:extLst xmlns:a="http://schemas.openxmlformats.org/drawingml/2006/main">
              <a:ext uri="{FF2B5EF4-FFF2-40B4-BE49-F238E27FC236}">
                <a16:creationId xmlns:a16="http://schemas.microsoft.com/office/drawing/2014/main" id="{3B049775-EA15-4E0F-BDBF-9B4D0ECB63A4}"/>
              </a:ext>
            </a:extLst>
          </p:cNvPr>
          <p:cNvSpPr>
            <a:spLocks xmlns:a="http://schemas.openxmlformats.org/drawingml/2006/main" noGrp="1"/>
          </p:cNvSpPr>
          <p:nvPr/>
        </p:nvSpPr>
        <p:spPr>
          <a:xfrm xmlns:a="http://schemas.openxmlformats.org/drawingml/2006/main">
            <a:off x="7505700" y="1847850"/>
            <a:ext cx="39433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75" b="1">
                <a:solidFill>
                  <a:srgbClr val="FFFFFF"/>
                </a:solidFill>
                <a:latin typeface="AppleGothic"/>
                <a:ea typeface="AppleGothic"/>
                <a:cs typeface="AppleGothic"/>
              </a:defRPr>
            </a:pPr>
            <a:r>
              <a:rPr sz="1275" b="1">
                <a:solidFill>
                  <a:srgbClr val="FFFFFF"/>
                </a:solidFill>
                <a:latin typeface="AppleGothic"/>
                <a:ea typeface="AppleGothic"/>
                <a:cs typeface="AppleGothic"/>
              </a:rPr>
              <a:t>대표 실패</a:t>
            </a:r>
          </a:p>
        </p:txBody>
      </p:sp>
      <p:sp>
        <p:nvSpPr>
          <p:cNvPr id="13" name="">
            <a:extLst xmlns:a="http://schemas.openxmlformats.org/drawingml/2006/main">
              <a:ext uri="{FF2B5EF4-FFF2-40B4-BE49-F238E27FC236}">
                <a16:creationId xmlns:a16="http://schemas.microsoft.com/office/drawing/2014/main" id="{43045B15-694C-4997-9D54-899EA7C31C65}"/>
              </a:ext>
            </a:extLst>
          </p:cNvPr>
          <p:cNvSpPr>
            <a:spLocks xmlns:a="http://schemas.openxmlformats.org/drawingml/2006/main" noGrp="1"/>
          </p:cNvSpPr>
          <p:nvPr/>
        </p:nvSpPr>
        <p:spPr>
          <a:xfrm xmlns:a="http://schemas.openxmlformats.org/drawingml/2006/main" rot="0">
            <a:off x="609600" y="2362200"/>
            <a:ext cx="2667000" cy="8382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4" name="">
            <a:extLst xmlns:a="http://schemas.openxmlformats.org/drawingml/2006/main">
              <a:ext uri="{FF2B5EF4-FFF2-40B4-BE49-F238E27FC236}">
                <a16:creationId xmlns:a16="http://schemas.microsoft.com/office/drawing/2014/main" id="{BD9902CA-F7A5-4D6C-AF5A-F5CC383CD56D}"/>
              </a:ext>
            </a:extLst>
          </p:cNvPr>
          <p:cNvSpPr>
            <a:spLocks xmlns:a="http://schemas.openxmlformats.org/drawingml/2006/main" noGrp="1"/>
          </p:cNvSpPr>
          <p:nvPr/>
        </p:nvSpPr>
        <p:spPr>
          <a:xfrm xmlns:a="http://schemas.openxmlformats.org/drawingml/2006/main">
            <a:off x="742950" y="2362200"/>
            <a:ext cx="24003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350" b="1">
                <a:solidFill>
                  <a:srgbClr val="191919"/>
                </a:solidFill>
                <a:latin typeface="AppleGothic"/>
                <a:ea typeface="AppleGothic"/>
                <a:cs typeface="AppleGothic"/>
              </a:defRPr>
            </a:pPr>
            <a:r>
              <a:rPr sz="1350" b="1">
                <a:solidFill>
                  <a:srgbClr val="191919"/>
                </a:solidFill>
                <a:latin typeface="AppleGothic"/>
                <a:ea typeface="AppleGothic"/>
                <a:cs typeface="AppleGothic"/>
              </a:rPr>
              <a:t>요약</a:t>
            </a:r>
          </a:p>
        </p:txBody>
      </p:sp>
      <p:sp>
        <p:nvSpPr>
          <p:cNvPr id="15" name="">
            <a:extLst xmlns:a="http://schemas.openxmlformats.org/drawingml/2006/main">
              <a:ext uri="{FF2B5EF4-FFF2-40B4-BE49-F238E27FC236}">
                <a16:creationId xmlns:a16="http://schemas.microsoft.com/office/drawing/2014/main" id="{36DC696F-62EA-4509-8B5B-1362C4CC3A98}"/>
              </a:ext>
            </a:extLst>
          </p:cNvPr>
          <p:cNvSpPr>
            <a:spLocks xmlns:a="http://schemas.openxmlformats.org/drawingml/2006/main" noGrp="1"/>
          </p:cNvSpPr>
          <p:nvPr/>
        </p:nvSpPr>
        <p:spPr>
          <a:xfrm xmlns:a="http://schemas.openxmlformats.org/drawingml/2006/main" rot="0">
            <a:off x="3276600" y="2362200"/>
            <a:ext cx="4095750" cy="8382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6" name="">
            <a:extLst xmlns:a="http://schemas.openxmlformats.org/drawingml/2006/main">
              <a:ext uri="{FF2B5EF4-FFF2-40B4-BE49-F238E27FC236}">
                <a16:creationId xmlns:a16="http://schemas.microsoft.com/office/drawing/2014/main" id="{A9FFCB18-300C-47DE-B3F4-961F16C85B17}"/>
              </a:ext>
            </a:extLst>
          </p:cNvPr>
          <p:cNvSpPr>
            <a:spLocks xmlns:a="http://schemas.openxmlformats.org/drawingml/2006/main" noGrp="1"/>
          </p:cNvSpPr>
          <p:nvPr/>
        </p:nvSpPr>
        <p:spPr>
          <a:xfrm xmlns:a="http://schemas.openxmlformats.org/drawingml/2006/main">
            <a:off x="3409950" y="2362200"/>
            <a:ext cx="38290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350" b="0">
                <a:solidFill>
                  <a:srgbClr val="191919"/>
                </a:solidFill>
                <a:latin typeface="AppleGothic"/>
                <a:ea typeface="AppleGothic"/>
                <a:cs typeface="AppleGothic"/>
              </a:defRPr>
            </a:pPr>
            <a:r>
              <a:rPr sz="1350" b="0">
                <a:solidFill>
                  <a:srgbClr val="191919"/>
                </a:solidFill>
                <a:latin typeface="AppleGothic"/>
                <a:ea typeface="AppleGothic"/>
                <a:cs typeface="AppleGothic"/>
              </a:rPr>
              <a:t>충실성 · 압축률 · 핵심 보존</a:t>
            </a:r>
          </a:p>
        </p:txBody>
      </p:sp>
      <p:sp>
        <p:nvSpPr>
          <p:cNvPr id="17" name="">
            <a:extLst xmlns:a="http://schemas.openxmlformats.org/drawingml/2006/main">
              <a:ext uri="{FF2B5EF4-FFF2-40B4-BE49-F238E27FC236}">
                <a16:creationId xmlns:a16="http://schemas.microsoft.com/office/drawing/2014/main" id="{60F0E6A7-C17E-442F-A22E-ED31627CA4B5}"/>
              </a:ext>
            </a:extLst>
          </p:cNvPr>
          <p:cNvSpPr>
            <a:spLocks xmlns:a="http://schemas.openxmlformats.org/drawingml/2006/main" noGrp="1"/>
          </p:cNvSpPr>
          <p:nvPr/>
        </p:nvSpPr>
        <p:spPr>
          <a:xfrm xmlns:a="http://schemas.openxmlformats.org/drawingml/2006/main" rot="0">
            <a:off x="7372350" y="2362200"/>
            <a:ext cx="4210050" cy="8382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8" name="">
            <a:extLst xmlns:a="http://schemas.openxmlformats.org/drawingml/2006/main">
              <a:ext uri="{FF2B5EF4-FFF2-40B4-BE49-F238E27FC236}">
                <a16:creationId xmlns:a16="http://schemas.microsoft.com/office/drawing/2014/main" id="{87D6A2EB-45D3-4907-B419-9843B7E3A3C6}"/>
              </a:ext>
            </a:extLst>
          </p:cNvPr>
          <p:cNvSpPr>
            <a:spLocks xmlns:a="http://schemas.openxmlformats.org/drawingml/2006/main" noGrp="1"/>
          </p:cNvSpPr>
          <p:nvPr/>
        </p:nvSpPr>
        <p:spPr>
          <a:xfrm xmlns:a="http://schemas.openxmlformats.org/drawingml/2006/main">
            <a:off x="7505700" y="2362200"/>
            <a:ext cx="39433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350" b="0">
                <a:solidFill>
                  <a:srgbClr val="191919"/>
                </a:solidFill>
                <a:latin typeface="AppleGothic"/>
                <a:ea typeface="AppleGothic"/>
                <a:cs typeface="AppleGothic"/>
              </a:defRPr>
            </a:pPr>
            <a:r>
              <a:rPr sz="1350" b="0">
                <a:solidFill>
                  <a:srgbClr val="191919"/>
                </a:solidFill>
                <a:latin typeface="AppleGothic"/>
                <a:ea typeface="AppleGothic"/>
                <a:cs typeface="AppleGothic"/>
              </a:rPr>
              <a:t>새 사실 추가 · 중요 정보 누락</a:t>
            </a:r>
          </a:p>
        </p:txBody>
      </p:sp>
      <p:sp>
        <p:nvSpPr>
          <p:cNvPr id="19" name="">
            <a:extLst xmlns:a="http://schemas.openxmlformats.org/drawingml/2006/main">
              <a:ext uri="{FF2B5EF4-FFF2-40B4-BE49-F238E27FC236}">
                <a16:creationId xmlns:a16="http://schemas.microsoft.com/office/drawing/2014/main" id="{D9C0CB38-1025-4C3C-A8CB-7C6EFD859A42}"/>
              </a:ext>
            </a:extLst>
          </p:cNvPr>
          <p:cNvSpPr>
            <a:spLocks xmlns:a="http://schemas.openxmlformats.org/drawingml/2006/main" noGrp="1"/>
          </p:cNvSpPr>
          <p:nvPr/>
        </p:nvSpPr>
        <p:spPr>
          <a:xfrm xmlns:a="http://schemas.openxmlformats.org/drawingml/2006/main" rot="0">
            <a:off x="609600" y="3200400"/>
            <a:ext cx="2667000" cy="838200"/>
          </a:xfrm>
          <a:prstGeom xmlns:a="http://schemas.openxmlformats.org/drawingml/2006/main" prst="rect">
            <a:avLst/>
          </a:prstGeom>
          <a:solidFill xmlns:a="http://schemas.openxmlformats.org/drawingml/2006/main">
            <a:srgbClr val="F7F8FA"/>
          </a:solidFill>
          <a:ln xmlns:a="http://schemas.openxmlformats.org/drawingml/2006/main" w="9525">
            <a:solidFill>
              <a:srgbClr val="D0D5DD"/>
            </a:solidFill>
            <a:prstDash val="solid"/>
          </a:ln>
        </p:spPr>
      </p:sp>
      <p:sp>
        <p:nvSpPr>
          <p:cNvPr id="20" name="">
            <a:extLst xmlns:a="http://schemas.openxmlformats.org/drawingml/2006/main">
              <a:ext uri="{FF2B5EF4-FFF2-40B4-BE49-F238E27FC236}">
                <a16:creationId xmlns:a16="http://schemas.microsoft.com/office/drawing/2014/main" id="{D14D7257-7AA7-4994-98E9-50EE535C652F}"/>
              </a:ext>
            </a:extLst>
          </p:cNvPr>
          <p:cNvSpPr>
            <a:spLocks xmlns:a="http://schemas.openxmlformats.org/drawingml/2006/main" noGrp="1"/>
          </p:cNvSpPr>
          <p:nvPr/>
        </p:nvSpPr>
        <p:spPr>
          <a:xfrm xmlns:a="http://schemas.openxmlformats.org/drawingml/2006/main">
            <a:off x="742950" y="3200400"/>
            <a:ext cx="24003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350" b="1">
                <a:solidFill>
                  <a:srgbClr val="191919"/>
                </a:solidFill>
                <a:latin typeface="AppleGothic"/>
                <a:ea typeface="AppleGothic"/>
                <a:cs typeface="AppleGothic"/>
              </a:defRPr>
            </a:pPr>
            <a:r>
              <a:rPr sz="1350" b="1">
                <a:solidFill>
                  <a:srgbClr val="191919"/>
                </a:solidFill>
                <a:latin typeface="AppleGothic"/>
                <a:ea typeface="AppleGothic"/>
                <a:cs typeface="AppleGothic"/>
              </a:rPr>
              <a:t>정보 추출</a:t>
            </a:r>
          </a:p>
        </p:txBody>
      </p:sp>
      <p:sp>
        <p:nvSpPr>
          <p:cNvPr id="21" name="">
            <a:extLst xmlns:a="http://schemas.openxmlformats.org/drawingml/2006/main">
              <a:ext uri="{FF2B5EF4-FFF2-40B4-BE49-F238E27FC236}">
                <a16:creationId xmlns:a16="http://schemas.microsoft.com/office/drawing/2014/main" id="{FD9AAC92-12CE-4922-8666-5E81F52885C0}"/>
              </a:ext>
            </a:extLst>
          </p:cNvPr>
          <p:cNvSpPr>
            <a:spLocks xmlns:a="http://schemas.openxmlformats.org/drawingml/2006/main" noGrp="1"/>
          </p:cNvSpPr>
          <p:nvPr/>
        </p:nvSpPr>
        <p:spPr>
          <a:xfrm xmlns:a="http://schemas.openxmlformats.org/drawingml/2006/main" rot="0">
            <a:off x="3276600" y="3200400"/>
            <a:ext cx="4095750" cy="838200"/>
          </a:xfrm>
          <a:prstGeom xmlns:a="http://schemas.openxmlformats.org/drawingml/2006/main" prst="rect">
            <a:avLst/>
          </a:prstGeom>
          <a:solidFill xmlns:a="http://schemas.openxmlformats.org/drawingml/2006/main">
            <a:srgbClr val="F7F8FA"/>
          </a:solidFill>
          <a:ln xmlns:a="http://schemas.openxmlformats.org/drawingml/2006/main" w="9525">
            <a:solidFill>
              <a:srgbClr val="D0D5DD"/>
            </a:solidFill>
            <a:prstDash val="solid"/>
          </a:ln>
        </p:spPr>
      </p:sp>
      <p:sp>
        <p:nvSpPr>
          <p:cNvPr id="22" name="">
            <a:extLst xmlns:a="http://schemas.openxmlformats.org/drawingml/2006/main">
              <a:ext uri="{FF2B5EF4-FFF2-40B4-BE49-F238E27FC236}">
                <a16:creationId xmlns:a16="http://schemas.microsoft.com/office/drawing/2014/main" id="{C52B9A0B-6918-4F14-981D-444575BAD8D8}"/>
              </a:ext>
            </a:extLst>
          </p:cNvPr>
          <p:cNvSpPr>
            <a:spLocks xmlns:a="http://schemas.openxmlformats.org/drawingml/2006/main" noGrp="1"/>
          </p:cNvSpPr>
          <p:nvPr/>
        </p:nvSpPr>
        <p:spPr>
          <a:xfrm xmlns:a="http://schemas.openxmlformats.org/drawingml/2006/main">
            <a:off x="3409950" y="3200400"/>
            <a:ext cx="38290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350" b="0">
                <a:solidFill>
                  <a:srgbClr val="191919"/>
                </a:solidFill>
                <a:latin typeface="AppleGothic"/>
                <a:ea typeface="AppleGothic"/>
                <a:cs typeface="AppleGothic"/>
              </a:defRPr>
            </a:pPr>
            <a:r>
              <a:rPr sz="1350" b="0">
                <a:solidFill>
                  <a:srgbClr val="191919"/>
                </a:solidFill>
                <a:latin typeface="AppleGothic"/>
                <a:ea typeface="AppleGothic"/>
                <a:cs typeface="AppleGothic"/>
              </a:rPr>
              <a:t>스키마 준수 · 필드 정확성</a:t>
            </a:r>
          </a:p>
        </p:txBody>
      </p:sp>
      <p:sp>
        <p:nvSpPr>
          <p:cNvPr id="23" name="">
            <a:extLst xmlns:a="http://schemas.openxmlformats.org/drawingml/2006/main">
              <a:ext uri="{FF2B5EF4-FFF2-40B4-BE49-F238E27FC236}">
                <a16:creationId xmlns:a16="http://schemas.microsoft.com/office/drawing/2014/main" id="{1C85BCC4-FE18-4197-B2E2-A545A9DE5F58}"/>
              </a:ext>
            </a:extLst>
          </p:cNvPr>
          <p:cNvSpPr>
            <a:spLocks xmlns:a="http://schemas.openxmlformats.org/drawingml/2006/main" noGrp="1"/>
          </p:cNvSpPr>
          <p:nvPr/>
        </p:nvSpPr>
        <p:spPr>
          <a:xfrm xmlns:a="http://schemas.openxmlformats.org/drawingml/2006/main" rot="0">
            <a:off x="7372350" y="3200400"/>
            <a:ext cx="4210050" cy="838200"/>
          </a:xfrm>
          <a:prstGeom xmlns:a="http://schemas.openxmlformats.org/drawingml/2006/main" prst="rect">
            <a:avLst/>
          </a:prstGeom>
          <a:solidFill xmlns:a="http://schemas.openxmlformats.org/drawingml/2006/main">
            <a:srgbClr val="F7F8FA"/>
          </a:solidFill>
          <a:ln xmlns:a="http://schemas.openxmlformats.org/drawingml/2006/main" w="9525">
            <a:solidFill>
              <a:srgbClr val="D0D5DD"/>
            </a:solidFill>
            <a:prstDash val="solid"/>
          </a:ln>
        </p:spPr>
      </p:sp>
      <p:sp>
        <p:nvSpPr>
          <p:cNvPr id="24" name="">
            <a:extLst xmlns:a="http://schemas.openxmlformats.org/drawingml/2006/main">
              <a:ext uri="{FF2B5EF4-FFF2-40B4-BE49-F238E27FC236}">
                <a16:creationId xmlns:a16="http://schemas.microsoft.com/office/drawing/2014/main" id="{00088C8A-BB95-414F-BBD9-FE138E409D0A}"/>
              </a:ext>
            </a:extLst>
          </p:cNvPr>
          <p:cNvSpPr>
            <a:spLocks xmlns:a="http://schemas.openxmlformats.org/drawingml/2006/main" noGrp="1"/>
          </p:cNvSpPr>
          <p:nvPr/>
        </p:nvSpPr>
        <p:spPr>
          <a:xfrm xmlns:a="http://schemas.openxmlformats.org/drawingml/2006/main">
            <a:off x="7505700" y="3200400"/>
            <a:ext cx="39433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350" b="0">
                <a:solidFill>
                  <a:srgbClr val="191919"/>
                </a:solidFill>
                <a:latin typeface="AppleGothic"/>
                <a:ea typeface="AppleGothic"/>
                <a:cs typeface="AppleGothic"/>
              </a:defRPr>
            </a:pPr>
            <a:r>
              <a:rPr sz="1350" b="0">
                <a:solidFill>
                  <a:srgbClr val="191919"/>
                </a:solidFill>
                <a:latin typeface="AppleGothic"/>
                <a:ea typeface="AppleGothic"/>
                <a:cs typeface="AppleGothic"/>
              </a:rPr>
              <a:t>필드 누락 · 근거 없는 값</a:t>
            </a:r>
          </a:p>
        </p:txBody>
      </p:sp>
      <p:sp>
        <p:nvSpPr>
          <p:cNvPr id="25" name="">
            <a:extLst xmlns:a="http://schemas.openxmlformats.org/drawingml/2006/main">
              <a:ext uri="{FF2B5EF4-FFF2-40B4-BE49-F238E27FC236}">
                <a16:creationId xmlns:a16="http://schemas.microsoft.com/office/drawing/2014/main" id="{707E1873-1009-4345-8AD7-93C1C8B66554}"/>
              </a:ext>
            </a:extLst>
          </p:cNvPr>
          <p:cNvSpPr>
            <a:spLocks xmlns:a="http://schemas.openxmlformats.org/drawingml/2006/main" noGrp="1"/>
          </p:cNvSpPr>
          <p:nvPr/>
        </p:nvSpPr>
        <p:spPr>
          <a:xfrm xmlns:a="http://schemas.openxmlformats.org/drawingml/2006/main" rot="0">
            <a:off x="609600" y="4038600"/>
            <a:ext cx="2667000" cy="8382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26" name="">
            <a:extLst xmlns:a="http://schemas.openxmlformats.org/drawingml/2006/main">
              <a:ext uri="{FF2B5EF4-FFF2-40B4-BE49-F238E27FC236}">
                <a16:creationId xmlns:a16="http://schemas.microsoft.com/office/drawing/2014/main" id="{00D9CFE6-1236-422C-B1A1-DEF4A4A466C1}"/>
              </a:ext>
            </a:extLst>
          </p:cNvPr>
          <p:cNvSpPr>
            <a:spLocks xmlns:a="http://schemas.openxmlformats.org/drawingml/2006/main" noGrp="1"/>
          </p:cNvSpPr>
          <p:nvPr/>
        </p:nvSpPr>
        <p:spPr>
          <a:xfrm xmlns:a="http://schemas.openxmlformats.org/drawingml/2006/main">
            <a:off x="742950" y="4038600"/>
            <a:ext cx="24003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350" b="1">
                <a:solidFill>
                  <a:srgbClr val="191919"/>
                </a:solidFill>
                <a:latin typeface="AppleGothic"/>
                <a:ea typeface="AppleGothic"/>
                <a:cs typeface="AppleGothic"/>
              </a:defRPr>
            </a:pPr>
            <a:r>
              <a:rPr sz="1350" b="1">
                <a:solidFill>
                  <a:srgbClr val="191919"/>
                </a:solidFill>
                <a:latin typeface="AppleGothic"/>
                <a:ea typeface="AppleGothic"/>
                <a:cs typeface="AppleGothic"/>
              </a:rPr>
              <a:t>검색 증강 답변</a:t>
            </a:r>
          </a:p>
        </p:txBody>
      </p:sp>
      <p:sp>
        <p:nvSpPr>
          <p:cNvPr id="27" name="">
            <a:extLst xmlns:a="http://schemas.openxmlformats.org/drawingml/2006/main">
              <a:ext uri="{FF2B5EF4-FFF2-40B4-BE49-F238E27FC236}">
                <a16:creationId xmlns:a16="http://schemas.microsoft.com/office/drawing/2014/main" id="{DC329A89-D7AA-4FD7-812E-87C2182166BB}"/>
              </a:ext>
            </a:extLst>
          </p:cNvPr>
          <p:cNvSpPr>
            <a:spLocks xmlns:a="http://schemas.openxmlformats.org/drawingml/2006/main" noGrp="1"/>
          </p:cNvSpPr>
          <p:nvPr/>
        </p:nvSpPr>
        <p:spPr>
          <a:xfrm xmlns:a="http://schemas.openxmlformats.org/drawingml/2006/main" rot="0">
            <a:off x="3276600" y="4038600"/>
            <a:ext cx="4095750" cy="8382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28" name="">
            <a:extLst xmlns:a="http://schemas.openxmlformats.org/drawingml/2006/main">
              <a:ext uri="{FF2B5EF4-FFF2-40B4-BE49-F238E27FC236}">
                <a16:creationId xmlns:a16="http://schemas.microsoft.com/office/drawing/2014/main" id="{3702AB3E-0ABE-4C9F-AE64-CB08227DBDC0}"/>
              </a:ext>
            </a:extLst>
          </p:cNvPr>
          <p:cNvSpPr>
            <a:spLocks xmlns:a="http://schemas.openxmlformats.org/drawingml/2006/main" noGrp="1"/>
          </p:cNvSpPr>
          <p:nvPr/>
        </p:nvSpPr>
        <p:spPr>
          <a:xfrm xmlns:a="http://schemas.openxmlformats.org/drawingml/2006/main">
            <a:off x="3409950" y="4038600"/>
            <a:ext cx="38290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350" b="0">
                <a:solidFill>
                  <a:srgbClr val="191919"/>
                </a:solidFill>
                <a:latin typeface="AppleGothic"/>
                <a:ea typeface="AppleGothic"/>
                <a:cs typeface="AppleGothic"/>
              </a:defRPr>
            </a:pPr>
            <a:r>
              <a:rPr sz="1350" b="0">
                <a:solidFill>
                  <a:srgbClr val="191919"/>
                </a:solidFill>
                <a:latin typeface="AppleGothic"/>
                <a:ea typeface="AppleGothic"/>
                <a:cs typeface="AppleGothic"/>
              </a:rPr>
              <a:t>근거성 · 인용 정확도</a:t>
            </a:r>
          </a:p>
        </p:txBody>
      </p:sp>
      <p:sp>
        <p:nvSpPr>
          <p:cNvPr id="29" name="">
            <a:extLst xmlns:a="http://schemas.openxmlformats.org/drawingml/2006/main">
              <a:ext uri="{FF2B5EF4-FFF2-40B4-BE49-F238E27FC236}">
                <a16:creationId xmlns:a16="http://schemas.microsoft.com/office/drawing/2014/main" id="{DD04593A-077E-41F8-AB1A-DC047ADFD55E}"/>
              </a:ext>
            </a:extLst>
          </p:cNvPr>
          <p:cNvSpPr>
            <a:spLocks xmlns:a="http://schemas.openxmlformats.org/drawingml/2006/main" noGrp="1"/>
          </p:cNvSpPr>
          <p:nvPr/>
        </p:nvSpPr>
        <p:spPr>
          <a:xfrm xmlns:a="http://schemas.openxmlformats.org/drawingml/2006/main" rot="0">
            <a:off x="7372350" y="4038600"/>
            <a:ext cx="4210050" cy="8382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30" name="">
            <a:extLst xmlns:a="http://schemas.openxmlformats.org/drawingml/2006/main">
              <a:ext uri="{FF2B5EF4-FFF2-40B4-BE49-F238E27FC236}">
                <a16:creationId xmlns:a16="http://schemas.microsoft.com/office/drawing/2014/main" id="{D3D0DD88-F4E1-4D1B-AC9E-211FA2DF7A5D}"/>
              </a:ext>
            </a:extLst>
          </p:cNvPr>
          <p:cNvSpPr>
            <a:spLocks xmlns:a="http://schemas.openxmlformats.org/drawingml/2006/main" noGrp="1"/>
          </p:cNvSpPr>
          <p:nvPr/>
        </p:nvSpPr>
        <p:spPr>
          <a:xfrm xmlns:a="http://schemas.openxmlformats.org/drawingml/2006/main">
            <a:off x="7505700" y="4038600"/>
            <a:ext cx="39433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350" b="0">
                <a:solidFill>
                  <a:srgbClr val="191919"/>
                </a:solidFill>
                <a:latin typeface="AppleGothic"/>
                <a:ea typeface="AppleGothic"/>
                <a:cs typeface="AppleGothic"/>
              </a:defRPr>
            </a:pPr>
            <a:r>
              <a:rPr sz="1350" b="0">
                <a:solidFill>
                  <a:srgbClr val="191919"/>
                </a:solidFill>
                <a:latin typeface="AppleGothic"/>
                <a:ea typeface="AppleGothic"/>
                <a:cs typeface="AppleGothic"/>
              </a:rPr>
              <a:t>근거 미검색 · 잘못된 인용</a:t>
            </a:r>
          </a:p>
        </p:txBody>
      </p:sp>
      <p:sp>
        <p:nvSpPr>
          <p:cNvPr id="31" name="">
            <a:extLst xmlns:a="http://schemas.openxmlformats.org/drawingml/2006/main">
              <a:ext uri="{FF2B5EF4-FFF2-40B4-BE49-F238E27FC236}">
                <a16:creationId xmlns:a16="http://schemas.microsoft.com/office/drawing/2014/main" id="{BA8C9D58-F891-43AA-9139-5B48E57AF067}"/>
              </a:ext>
            </a:extLst>
          </p:cNvPr>
          <p:cNvSpPr>
            <a:spLocks xmlns:a="http://schemas.openxmlformats.org/drawingml/2006/main" noGrp="1"/>
          </p:cNvSpPr>
          <p:nvPr/>
        </p:nvSpPr>
        <p:spPr>
          <a:xfrm xmlns:a="http://schemas.openxmlformats.org/drawingml/2006/main" rot="0">
            <a:off x="609600" y="4876800"/>
            <a:ext cx="2667000" cy="838200"/>
          </a:xfrm>
          <a:prstGeom xmlns:a="http://schemas.openxmlformats.org/drawingml/2006/main" prst="rect">
            <a:avLst/>
          </a:prstGeom>
          <a:solidFill xmlns:a="http://schemas.openxmlformats.org/drawingml/2006/main">
            <a:srgbClr val="F7F8FA"/>
          </a:solidFill>
          <a:ln xmlns:a="http://schemas.openxmlformats.org/drawingml/2006/main" w="9525">
            <a:solidFill>
              <a:srgbClr val="D0D5DD"/>
            </a:solidFill>
            <a:prstDash val="solid"/>
          </a:ln>
        </p:spPr>
      </p:sp>
      <p:sp>
        <p:nvSpPr>
          <p:cNvPr id="32" name="">
            <a:extLst xmlns:a="http://schemas.openxmlformats.org/drawingml/2006/main">
              <a:ext uri="{FF2B5EF4-FFF2-40B4-BE49-F238E27FC236}">
                <a16:creationId xmlns:a16="http://schemas.microsoft.com/office/drawing/2014/main" id="{F3DE8043-2AC1-4549-9E3D-11F10E59C13C}"/>
              </a:ext>
            </a:extLst>
          </p:cNvPr>
          <p:cNvSpPr>
            <a:spLocks xmlns:a="http://schemas.openxmlformats.org/drawingml/2006/main" noGrp="1"/>
          </p:cNvSpPr>
          <p:nvPr/>
        </p:nvSpPr>
        <p:spPr>
          <a:xfrm xmlns:a="http://schemas.openxmlformats.org/drawingml/2006/main">
            <a:off x="742950" y="4876800"/>
            <a:ext cx="24003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350" b="1">
                <a:solidFill>
                  <a:srgbClr val="191919"/>
                </a:solidFill>
                <a:latin typeface="AppleGothic"/>
                <a:ea typeface="AppleGothic"/>
                <a:cs typeface="AppleGothic"/>
              </a:defRPr>
            </a:pPr>
            <a:r>
              <a:rPr sz="1350" b="1">
                <a:solidFill>
                  <a:srgbClr val="191919"/>
                </a:solidFill>
                <a:latin typeface="AppleGothic"/>
                <a:ea typeface="AppleGothic"/>
                <a:cs typeface="AppleGothic"/>
              </a:rPr>
              <a:t>에이전트 행동</a:t>
            </a:r>
          </a:p>
        </p:txBody>
      </p:sp>
      <p:sp>
        <p:nvSpPr>
          <p:cNvPr id="33" name="">
            <a:extLst xmlns:a="http://schemas.openxmlformats.org/drawingml/2006/main">
              <a:ext uri="{FF2B5EF4-FFF2-40B4-BE49-F238E27FC236}">
                <a16:creationId xmlns:a16="http://schemas.microsoft.com/office/drawing/2014/main" id="{6CB3B6C7-9A09-410C-AC25-4AA2BB0D73F5}"/>
              </a:ext>
            </a:extLst>
          </p:cNvPr>
          <p:cNvSpPr>
            <a:spLocks xmlns:a="http://schemas.openxmlformats.org/drawingml/2006/main" noGrp="1"/>
          </p:cNvSpPr>
          <p:nvPr/>
        </p:nvSpPr>
        <p:spPr>
          <a:xfrm xmlns:a="http://schemas.openxmlformats.org/drawingml/2006/main" rot="0">
            <a:off x="3276600" y="4876800"/>
            <a:ext cx="4095750" cy="838200"/>
          </a:xfrm>
          <a:prstGeom xmlns:a="http://schemas.openxmlformats.org/drawingml/2006/main" prst="rect">
            <a:avLst/>
          </a:prstGeom>
          <a:solidFill xmlns:a="http://schemas.openxmlformats.org/drawingml/2006/main">
            <a:srgbClr val="F7F8FA"/>
          </a:solidFill>
          <a:ln xmlns:a="http://schemas.openxmlformats.org/drawingml/2006/main" w="9525">
            <a:solidFill>
              <a:srgbClr val="D0D5DD"/>
            </a:solidFill>
            <a:prstDash val="solid"/>
          </a:ln>
        </p:spPr>
      </p:sp>
      <p:sp>
        <p:nvSpPr>
          <p:cNvPr id="34" name="">
            <a:extLst xmlns:a="http://schemas.openxmlformats.org/drawingml/2006/main">
              <a:ext uri="{FF2B5EF4-FFF2-40B4-BE49-F238E27FC236}">
                <a16:creationId xmlns:a16="http://schemas.microsoft.com/office/drawing/2014/main" id="{BF791326-A135-42F2-A277-18ADE6C0E1E4}"/>
              </a:ext>
            </a:extLst>
          </p:cNvPr>
          <p:cNvSpPr>
            <a:spLocks xmlns:a="http://schemas.openxmlformats.org/drawingml/2006/main" noGrp="1"/>
          </p:cNvSpPr>
          <p:nvPr/>
        </p:nvSpPr>
        <p:spPr>
          <a:xfrm xmlns:a="http://schemas.openxmlformats.org/drawingml/2006/main">
            <a:off x="3409950" y="4876800"/>
            <a:ext cx="38290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350" b="0">
                <a:solidFill>
                  <a:srgbClr val="191919"/>
                </a:solidFill>
                <a:latin typeface="AppleGothic"/>
                <a:ea typeface="AppleGothic"/>
                <a:cs typeface="AppleGothic"/>
              </a:defRPr>
            </a:pPr>
            <a:r>
              <a:rPr sz="1350" b="0">
                <a:solidFill>
                  <a:srgbClr val="191919"/>
                </a:solidFill>
                <a:latin typeface="AppleGothic"/>
                <a:ea typeface="AppleGothic"/>
                <a:cs typeface="AppleGothic"/>
              </a:rPr>
              <a:t>과업 성공 · 정책 준수</a:t>
            </a:r>
          </a:p>
        </p:txBody>
      </p:sp>
      <p:sp>
        <p:nvSpPr>
          <p:cNvPr id="35" name="">
            <a:extLst xmlns:a="http://schemas.openxmlformats.org/drawingml/2006/main">
              <a:ext uri="{FF2B5EF4-FFF2-40B4-BE49-F238E27FC236}">
                <a16:creationId xmlns:a16="http://schemas.microsoft.com/office/drawing/2014/main" id="{A925454E-35AC-4C8D-8C62-21998409D5AA}"/>
              </a:ext>
            </a:extLst>
          </p:cNvPr>
          <p:cNvSpPr>
            <a:spLocks xmlns:a="http://schemas.openxmlformats.org/drawingml/2006/main" noGrp="1"/>
          </p:cNvSpPr>
          <p:nvPr/>
        </p:nvSpPr>
        <p:spPr>
          <a:xfrm xmlns:a="http://schemas.openxmlformats.org/drawingml/2006/main" rot="0">
            <a:off x="7372350" y="4876800"/>
            <a:ext cx="4210050" cy="838200"/>
          </a:xfrm>
          <a:prstGeom xmlns:a="http://schemas.openxmlformats.org/drawingml/2006/main" prst="rect">
            <a:avLst/>
          </a:prstGeom>
          <a:solidFill xmlns:a="http://schemas.openxmlformats.org/drawingml/2006/main">
            <a:srgbClr val="F7F8FA"/>
          </a:solidFill>
          <a:ln xmlns:a="http://schemas.openxmlformats.org/drawingml/2006/main" w="9525">
            <a:solidFill>
              <a:srgbClr val="D0D5DD"/>
            </a:solidFill>
            <a:prstDash val="solid"/>
          </a:ln>
        </p:spPr>
      </p:sp>
      <p:sp>
        <p:nvSpPr>
          <p:cNvPr id="36" name="">
            <a:extLst xmlns:a="http://schemas.openxmlformats.org/drawingml/2006/main">
              <a:ext uri="{FF2B5EF4-FFF2-40B4-BE49-F238E27FC236}">
                <a16:creationId xmlns:a16="http://schemas.microsoft.com/office/drawing/2014/main" id="{8C3572F9-6EC4-47C9-A8D3-30F784FFA4E0}"/>
              </a:ext>
            </a:extLst>
          </p:cNvPr>
          <p:cNvSpPr>
            <a:spLocks xmlns:a="http://schemas.openxmlformats.org/drawingml/2006/main" noGrp="1"/>
          </p:cNvSpPr>
          <p:nvPr/>
        </p:nvSpPr>
        <p:spPr>
          <a:xfrm xmlns:a="http://schemas.openxmlformats.org/drawingml/2006/main">
            <a:off x="7505700" y="4876800"/>
            <a:ext cx="39433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350" b="0">
                <a:solidFill>
                  <a:srgbClr val="191919"/>
                </a:solidFill>
                <a:latin typeface="AppleGothic"/>
                <a:ea typeface="AppleGothic"/>
                <a:cs typeface="AppleGothic"/>
              </a:defRPr>
            </a:pPr>
            <a:r>
              <a:rPr sz="1350" b="0">
                <a:solidFill>
                  <a:srgbClr val="191919"/>
                </a:solidFill>
                <a:latin typeface="AppleGothic"/>
                <a:ea typeface="AppleGothic"/>
                <a:cs typeface="AppleGothic"/>
              </a:rPr>
              <a:t>권한 없는 실행 · 중복 행동</a:t>
            </a:r>
          </a:p>
        </p:txBody>
      </p:sp>
    </p:spTree>
    <p:extLst>
      <p:ext uri="{BB962C8B-B14F-4D97-AF65-F5344CB8AC3E}">
        <p14:creationId xmlns:p14="http://schemas.microsoft.com/office/powerpoint/2010/main" val="945547473"/>
      </p:ext>
    </p:extLst>
  </p:cSld>
</p:sld>
</file>

<file path=ppt/slides/slide54.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2F1374A9-6A48-4594-8A6D-54B8C86F0E74}"/>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OPS</a:t>
            </a:r>
          </a:p>
        </p:txBody>
      </p:sp>
      <p:sp>
        <p:nvSpPr>
          <p:cNvPr id="2" name="">
            <a:extLst xmlns:a="http://schemas.openxmlformats.org/drawingml/2006/main">
              <a:ext uri="{FF2B5EF4-FFF2-40B4-BE49-F238E27FC236}">
                <a16:creationId xmlns:a16="http://schemas.microsoft.com/office/drawing/2014/main" id="{0AADE8A7-C3BB-49A5-99A4-20FEC41E50D3}"/>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54</a:t>
            </a:r>
          </a:p>
        </p:txBody>
      </p:sp>
      <p:sp>
        <p:nvSpPr>
          <p:cNvPr id="3" name="">
            <a:extLst xmlns:a="http://schemas.openxmlformats.org/drawingml/2006/main">
              <a:ext uri="{FF2B5EF4-FFF2-40B4-BE49-F238E27FC236}">
                <a16:creationId xmlns:a16="http://schemas.microsoft.com/office/drawing/2014/main" id="{8BA1FCB3-4D73-4718-BA78-8B797689C240}"/>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CABF49B8-D5AF-42E9-AFE1-CDB6ED821596}"/>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DF0CD457-AAF7-48A7-833D-E8C12333D5DE}"/>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A7108273-4118-4674-B005-55CD3DA78D2A}"/>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지연시간의 분포 관점</a:t>
            </a:r>
          </a:p>
        </p:txBody>
      </p:sp>
      <p:sp>
        <p:nvSpPr>
          <p:cNvPr id="7" name="">
            <a:extLst xmlns:a="http://schemas.openxmlformats.org/drawingml/2006/main">
              <a:ext uri="{FF2B5EF4-FFF2-40B4-BE49-F238E27FC236}">
                <a16:creationId xmlns:a16="http://schemas.microsoft.com/office/drawing/2014/main" id="{7F68653E-7E4E-4936-A6C8-766F8105E703}"/>
              </a:ext>
            </a:extLst>
          </p:cNvPr>
          <p:cNvSpPr>
            <a:spLocks xmlns:a="http://schemas.openxmlformats.org/drawingml/2006/main" noGrp="1"/>
          </p:cNvSpPr>
          <p:nvPr/>
        </p:nvSpPr>
        <p:spPr>
          <a:xfrm xmlns:a="http://schemas.openxmlformats.org/drawingml/2006/main" flipH="0" flipV="0">
            <a:off x="1066800" y="5086350"/>
            <a:ext cx="9525000" cy="0"/>
          </a:xfrm>
          <a:prstGeom xmlns:a="http://schemas.openxmlformats.org/drawingml/2006/main" prst="line">
            <a:avLst/>
          </a:prstGeom>
          <a:noFill xmlns:a="http://schemas.openxmlformats.org/drawingml/2006/main"/>
          <a:ln xmlns:a="http://schemas.openxmlformats.org/drawingml/2006/main" w="19050">
            <a:solidFill>
              <a:srgbClr val="191919"/>
            </a:solidFill>
            <a:prstDash val="solid"/>
          </a:ln>
        </p:spPr>
      </p:sp>
      <p:sp>
        <p:nvSpPr>
          <p:cNvPr id="8" name="">
            <a:extLst xmlns:a="http://schemas.openxmlformats.org/drawingml/2006/main">
              <a:ext uri="{FF2B5EF4-FFF2-40B4-BE49-F238E27FC236}">
                <a16:creationId xmlns:a16="http://schemas.microsoft.com/office/drawing/2014/main" id="{A579F46D-99DB-409C-82E2-0E56D32E70EA}"/>
              </a:ext>
            </a:extLst>
          </p:cNvPr>
          <p:cNvSpPr>
            <a:spLocks xmlns:a="http://schemas.openxmlformats.org/drawingml/2006/main" noGrp="1"/>
          </p:cNvSpPr>
          <p:nvPr/>
        </p:nvSpPr>
        <p:spPr>
          <a:xfrm xmlns:a="http://schemas.openxmlformats.org/drawingml/2006/main" flipH="0" flipV="1">
            <a:off x="1066800" y="2038350"/>
            <a:ext cx="0" cy="3048000"/>
          </a:xfrm>
          <a:prstGeom xmlns:a="http://schemas.openxmlformats.org/drawingml/2006/main" prst="line">
            <a:avLst/>
          </a:prstGeom>
          <a:noFill xmlns:a="http://schemas.openxmlformats.org/drawingml/2006/main"/>
          <a:ln xmlns:a="http://schemas.openxmlformats.org/drawingml/2006/main" w="19050">
            <a:solidFill>
              <a:srgbClr val="191919"/>
            </a:solidFill>
            <a:prstDash val="solid"/>
          </a:ln>
        </p:spPr>
      </p:sp>
      <p:sp>
        <p:nvSpPr>
          <p:cNvPr id="9" name="">
            <a:extLst xmlns:a="http://schemas.openxmlformats.org/drawingml/2006/main">
              <a:ext uri="{FF2B5EF4-FFF2-40B4-BE49-F238E27FC236}">
                <a16:creationId xmlns:a16="http://schemas.microsoft.com/office/drawing/2014/main" id="{EF32DA0D-FEF3-4655-AC19-6F0AD16BBCC7}"/>
              </a:ext>
            </a:extLst>
          </p:cNvPr>
          <p:cNvSpPr>
            <a:spLocks xmlns:a="http://schemas.openxmlformats.org/drawingml/2006/main" noGrp="1"/>
          </p:cNvSpPr>
          <p:nvPr/>
        </p:nvSpPr>
        <p:spPr>
          <a:xfrm xmlns:a="http://schemas.openxmlformats.org/drawingml/2006/main" rot="0">
            <a:off x="1352550" y="4743450"/>
            <a:ext cx="457200" cy="34290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0" name="">
            <a:extLst xmlns:a="http://schemas.openxmlformats.org/drawingml/2006/main">
              <a:ext uri="{FF2B5EF4-FFF2-40B4-BE49-F238E27FC236}">
                <a16:creationId xmlns:a16="http://schemas.microsoft.com/office/drawing/2014/main" id="{6CE8B665-C436-4D0D-8124-21002B9A3A6A}"/>
              </a:ext>
            </a:extLst>
          </p:cNvPr>
          <p:cNvSpPr>
            <a:spLocks xmlns:a="http://schemas.openxmlformats.org/drawingml/2006/main" noGrp="1"/>
          </p:cNvSpPr>
          <p:nvPr/>
        </p:nvSpPr>
        <p:spPr>
          <a:xfrm xmlns:a="http://schemas.openxmlformats.org/drawingml/2006/main" rot="0">
            <a:off x="2019300" y="4343400"/>
            <a:ext cx="457200" cy="74295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1" name="">
            <a:extLst xmlns:a="http://schemas.openxmlformats.org/drawingml/2006/main">
              <a:ext uri="{FF2B5EF4-FFF2-40B4-BE49-F238E27FC236}">
                <a16:creationId xmlns:a16="http://schemas.microsoft.com/office/drawing/2014/main" id="{C5C089BF-0FDD-40E1-BB4F-9667030BD3C6}"/>
              </a:ext>
            </a:extLst>
          </p:cNvPr>
          <p:cNvSpPr>
            <a:spLocks xmlns:a="http://schemas.openxmlformats.org/drawingml/2006/main" noGrp="1"/>
          </p:cNvSpPr>
          <p:nvPr/>
        </p:nvSpPr>
        <p:spPr>
          <a:xfrm xmlns:a="http://schemas.openxmlformats.org/drawingml/2006/main" rot="0">
            <a:off x="2686050" y="3733800"/>
            <a:ext cx="457200" cy="135255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2" name="">
            <a:extLst xmlns:a="http://schemas.openxmlformats.org/drawingml/2006/main">
              <a:ext uri="{FF2B5EF4-FFF2-40B4-BE49-F238E27FC236}">
                <a16:creationId xmlns:a16="http://schemas.microsoft.com/office/drawing/2014/main" id="{EB0E7460-AF19-477E-8C71-D7E17A7B6459}"/>
              </a:ext>
            </a:extLst>
          </p:cNvPr>
          <p:cNvSpPr>
            <a:spLocks xmlns:a="http://schemas.openxmlformats.org/drawingml/2006/main" noGrp="1"/>
          </p:cNvSpPr>
          <p:nvPr/>
        </p:nvSpPr>
        <p:spPr>
          <a:xfrm xmlns:a="http://schemas.openxmlformats.org/drawingml/2006/main" rot="0">
            <a:off x="3352800" y="2990850"/>
            <a:ext cx="457200" cy="209550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3" name="">
            <a:extLst xmlns:a="http://schemas.openxmlformats.org/drawingml/2006/main">
              <a:ext uri="{FF2B5EF4-FFF2-40B4-BE49-F238E27FC236}">
                <a16:creationId xmlns:a16="http://schemas.microsoft.com/office/drawing/2014/main" id="{9F8DE66B-0A70-460D-B5AE-32EE4F3A60A6}"/>
              </a:ext>
            </a:extLst>
          </p:cNvPr>
          <p:cNvSpPr>
            <a:spLocks xmlns:a="http://schemas.openxmlformats.org/drawingml/2006/main" noGrp="1"/>
          </p:cNvSpPr>
          <p:nvPr/>
        </p:nvSpPr>
        <p:spPr>
          <a:xfrm xmlns:a="http://schemas.openxmlformats.org/drawingml/2006/main" rot="0">
            <a:off x="4019550" y="2324100"/>
            <a:ext cx="457200" cy="276225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4" name="">
            <a:extLst xmlns:a="http://schemas.openxmlformats.org/drawingml/2006/main">
              <a:ext uri="{FF2B5EF4-FFF2-40B4-BE49-F238E27FC236}">
                <a16:creationId xmlns:a16="http://schemas.microsoft.com/office/drawing/2014/main" id="{2C0D74CB-4075-49AA-AE96-A967B42ACBD3}"/>
              </a:ext>
            </a:extLst>
          </p:cNvPr>
          <p:cNvSpPr>
            <a:spLocks xmlns:a="http://schemas.openxmlformats.org/drawingml/2006/main" noGrp="1"/>
          </p:cNvSpPr>
          <p:nvPr/>
        </p:nvSpPr>
        <p:spPr>
          <a:xfrm xmlns:a="http://schemas.openxmlformats.org/drawingml/2006/main" rot="0">
            <a:off x="4686300" y="2667000"/>
            <a:ext cx="457200" cy="241935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5" name="">
            <a:extLst xmlns:a="http://schemas.openxmlformats.org/drawingml/2006/main">
              <a:ext uri="{FF2B5EF4-FFF2-40B4-BE49-F238E27FC236}">
                <a16:creationId xmlns:a16="http://schemas.microsoft.com/office/drawing/2014/main" id="{0C0688EF-00BF-44E5-A0E5-813EA6AE55B4}"/>
              </a:ext>
            </a:extLst>
          </p:cNvPr>
          <p:cNvSpPr>
            <a:spLocks xmlns:a="http://schemas.openxmlformats.org/drawingml/2006/main" noGrp="1"/>
          </p:cNvSpPr>
          <p:nvPr/>
        </p:nvSpPr>
        <p:spPr>
          <a:xfrm xmlns:a="http://schemas.openxmlformats.org/drawingml/2006/main" rot="0">
            <a:off x="5353050" y="3314700"/>
            <a:ext cx="457200" cy="177165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6" name="">
            <a:extLst xmlns:a="http://schemas.openxmlformats.org/drawingml/2006/main">
              <a:ext uri="{FF2B5EF4-FFF2-40B4-BE49-F238E27FC236}">
                <a16:creationId xmlns:a16="http://schemas.microsoft.com/office/drawing/2014/main" id="{5D374B14-0C0B-4D7C-A879-5C6A63B7EE49}"/>
              </a:ext>
            </a:extLst>
          </p:cNvPr>
          <p:cNvSpPr>
            <a:spLocks xmlns:a="http://schemas.openxmlformats.org/drawingml/2006/main" noGrp="1"/>
          </p:cNvSpPr>
          <p:nvPr/>
        </p:nvSpPr>
        <p:spPr>
          <a:xfrm xmlns:a="http://schemas.openxmlformats.org/drawingml/2006/main" rot="0">
            <a:off x="6019800" y="3943350"/>
            <a:ext cx="457200" cy="114300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7" name="">
            <a:extLst xmlns:a="http://schemas.openxmlformats.org/drawingml/2006/main">
              <a:ext uri="{FF2B5EF4-FFF2-40B4-BE49-F238E27FC236}">
                <a16:creationId xmlns:a16="http://schemas.microsoft.com/office/drawing/2014/main" id="{0DB556D1-BEFA-4A0F-B4B5-01BA72B9EFE4}"/>
              </a:ext>
            </a:extLst>
          </p:cNvPr>
          <p:cNvSpPr>
            <a:spLocks xmlns:a="http://schemas.openxmlformats.org/drawingml/2006/main" noGrp="1"/>
          </p:cNvSpPr>
          <p:nvPr/>
        </p:nvSpPr>
        <p:spPr>
          <a:xfrm xmlns:a="http://schemas.openxmlformats.org/drawingml/2006/main" rot="0">
            <a:off x="6686550" y="4343400"/>
            <a:ext cx="457200" cy="74295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8" name="">
            <a:extLst xmlns:a="http://schemas.openxmlformats.org/drawingml/2006/main">
              <a:ext uri="{FF2B5EF4-FFF2-40B4-BE49-F238E27FC236}">
                <a16:creationId xmlns:a16="http://schemas.microsoft.com/office/drawing/2014/main" id="{D036ED90-397A-4B54-99E9-EBFAB114A988}"/>
              </a:ext>
            </a:extLst>
          </p:cNvPr>
          <p:cNvSpPr>
            <a:spLocks xmlns:a="http://schemas.openxmlformats.org/drawingml/2006/main" noGrp="1"/>
          </p:cNvSpPr>
          <p:nvPr/>
        </p:nvSpPr>
        <p:spPr>
          <a:xfrm xmlns:a="http://schemas.openxmlformats.org/drawingml/2006/main" rot="0">
            <a:off x="7353300" y="4572000"/>
            <a:ext cx="457200" cy="514350"/>
          </a:xfrm>
          <a:prstGeom xmlns:a="http://schemas.openxmlformats.org/drawingml/2006/main" prst="rect">
            <a:avLst/>
          </a:prstGeom>
          <a:solidFill xmlns:a="http://schemas.openxmlformats.org/drawingml/2006/main">
            <a:srgbClr val="2563EB"/>
          </a:solidFill>
          <a:ln xmlns:a="http://schemas.openxmlformats.org/drawingml/2006/main" w="0">
            <a:solidFill>
              <a:srgbClr val="2563EB"/>
            </a:solidFill>
            <a:prstDash val="solid"/>
          </a:ln>
        </p:spPr>
      </p:sp>
      <p:sp>
        <p:nvSpPr>
          <p:cNvPr id="19" name="">
            <a:extLst xmlns:a="http://schemas.openxmlformats.org/drawingml/2006/main">
              <a:ext uri="{FF2B5EF4-FFF2-40B4-BE49-F238E27FC236}">
                <a16:creationId xmlns:a16="http://schemas.microsoft.com/office/drawing/2014/main" id="{A80BDAEC-3D92-4CFA-B293-966A89883B74}"/>
              </a:ext>
            </a:extLst>
          </p:cNvPr>
          <p:cNvSpPr>
            <a:spLocks xmlns:a="http://schemas.openxmlformats.org/drawingml/2006/main" noGrp="1"/>
          </p:cNvSpPr>
          <p:nvPr/>
        </p:nvSpPr>
        <p:spPr>
          <a:xfrm xmlns:a="http://schemas.openxmlformats.org/drawingml/2006/main" rot="0">
            <a:off x="8020050" y="4705350"/>
            <a:ext cx="457200" cy="381000"/>
          </a:xfrm>
          <a:prstGeom xmlns:a="http://schemas.openxmlformats.org/drawingml/2006/main" prst="rect">
            <a:avLst/>
          </a:prstGeom>
          <a:solidFill xmlns:a="http://schemas.openxmlformats.org/drawingml/2006/main">
            <a:srgbClr val="2563EB"/>
          </a:solidFill>
          <a:ln xmlns:a="http://schemas.openxmlformats.org/drawingml/2006/main" w="0">
            <a:solidFill>
              <a:srgbClr val="2563EB"/>
            </a:solidFill>
            <a:prstDash val="solid"/>
          </a:ln>
        </p:spPr>
      </p:sp>
      <p:sp>
        <p:nvSpPr>
          <p:cNvPr id="20" name="">
            <a:extLst xmlns:a="http://schemas.openxmlformats.org/drawingml/2006/main">
              <a:ext uri="{FF2B5EF4-FFF2-40B4-BE49-F238E27FC236}">
                <a16:creationId xmlns:a16="http://schemas.microsoft.com/office/drawing/2014/main" id="{66A67196-6AD7-4C8A-ABFC-EA642984FD0A}"/>
              </a:ext>
            </a:extLst>
          </p:cNvPr>
          <p:cNvSpPr>
            <a:spLocks xmlns:a="http://schemas.openxmlformats.org/drawingml/2006/main" noGrp="1"/>
          </p:cNvSpPr>
          <p:nvPr/>
        </p:nvSpPr>
        <p:spPr>
          <a:xfrm xmlns:a="http://schemas.openxmlformats.org/drawingml/2006/main" rot="0">
            <a:off x="8686800" y="4819650"/>
            <a:ext cx="457200" cy="266700"/>
          </a:xfrm>
          <a:prstGeom xmlns:a="http://schemas.openxmlformats.org/drawingml/2006/main" prst="rect">
            <a:avLst/>
          </a:prstGeom>
          <a:solidFill xmlns:a="http://schemas.openxmlformats.org/drawingml/2006/main">
            <a:srgbClr val="2563EB"/>
          </a:solidFill>
          <a:ln xmlns:a="http://schemas.openxmlformats.org/drawingml/2006/main" w="0">
            <a:solidFill>
              <a:srgbClr val="2563EB"/>
            </a:solidFill>
            <a:prstDash val="solid"/>
          </a:ln>
        </p:spPr>
      </p:sp>
      <p:sp>
        <p:nvSpPr>
          <p:cNvPr id="21" name="">
            <a:extLst xmlns:a="http://schemas.openxmlformats.org/drawingml/2006/main">
              <a:ext uri="{FF2B5EF4-FFF2-40B4-BE49-F238E27FC236}">
                <a16:creationId xmlns:a16="http://schemas.microsoft.com/office/drawing/2014/main" id="{94DEE71F-51CD-40D9-8604-EF87E0BB254C}"/>
              </a:ext>
            </a:extLst>
          </p:cNvPr>
          <p:cNvSpPr>
            <a:spLocks xmlns:a="http://schemas.openxmlformats.org/drawingml/2006/main" noGrp="1"/>
          </p:cNvSpPr>
          <p:nvPr/>
        </p:nvSpPr>
        <p:spPr>
          <a:xfrm xmlns:a="http://schemas.openxmlformats.org/drawingml/2006/main">
            <a:off x="3638550" y="5295900"/>
            <a:ext cx="666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1">
                <a:solidFill>
                  <a:srgbClr val="667085"/>
                </a:solidFill>
                <a:latin typeface="Menlo"/>
                <a:ea typeface="Menlo"/>
                <a:cs typeface="Menlo"/>
              </a:defRPr>
            </a:pPr>
            <a:r>
              <a:rPr sz="1200" b="1">
                <a:solidFill>
                  <a:srgbClr val="667085"/>
                </a:solidFill>
                <a:latin typeface="Menlo"/>
                <a:ea typeface="Menlo"/>
                <a:cs typeface="Menlo"/>
              </a:rPr>
              <a:t>p50</a:t>
            </a:r>
          </a:p>
        </p:txBody>
      </p:sp>
      <p:sp>
        <p:nvSpPr>
          <p:cNvPr id="22" name="">
            <a:extLst xmlns:a="http://schemas.openxmlformats.org/drawingml/2006/main">
              <a:ext uri="{FF2B5EF4-FFF2-40B4-BE49-F238E27FC236}">
                <a16:creationId xmlns:a16="http://schemas.microsoft.com/office/drawing/2014/main" id="{68AE04F7-B410-4A3E-8294-282983F8F676}"/>
              </a:ext>
            </a:extLst>
          </p:cNvPr>
          <p:cNvSpPr>
            <a:spLocks xmlns:a="http://schemas.openxmlformats.org/drawingml/2006/main" noGrp="1"/>
          </p:cNvSpPr>
          <p:nvPr/>
        </p:nvSpPr>
        <p:spPr>
          <a:xfrm xmlns:a="http://schemas.openxmlformats.org/drawingml/2006/main">
            <a:off x="7639050" y="5295900"/>
            <a:ext cx="666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1">
                <a:solidFill>
                  <a:srgbClr val="2563EB"/>
                </a:solidFill>
                <a:latin typeface="Menlo"/>
                <a:ea typeface="Menlo"/>
                <a:cs typeface="Menlo"/>
              </a:defRPr>
            </a:pPr>
            <a:r>
              <a:rPr sz="1200" b="1">
                <a:solidFill>
                  <a:srgbClr val="2563EB"/>
                </a:solidFill>
                <a:latin typeface="Menlo"/>
                <a:ea typeface="Menlo"/>
                <a:cs typeface="Menlo"/>
              </a:rPr>
              <a:t>p95</a:t>
            </a:r>
          </a:p>
        </p:txBody>
      </p:sp>
      <p:sp>
        <p:nvSpPr>
          <p:cNvPr id="23" name="">
            <a:extLst xmlns:a="http://schemas.openxmlformats.org/drawingml/2006/main">
              <a:ext uri="{FF2B5EF4-FFF2-40B4-BE49-F238E27FC236}">
                <a16:creationId xmlns:a16="http://schemas.microsoft.com/office/drawing/2014/main" id="{6436D3C2-440D-453F-99EF-CB67286506E9}"/>
              </a:ext>
            </a:extLst>
          </p:cNvPr>
          <p:cNvSpPr>
            <a:spLocks xmlns:a="http://schemas.openxmlformats.org/drawingml/2006/main" noGrp="1"/>
          </p:cNvSpPr>
          <p:nvPr/>
        </p:nvSpPr>
        <p:spPr>
          <a:xfrm xmlns:a="http://schemas.openxmlformats.org/drawingml/2006/main">
            <a:off x="9639300" y="5295900"/>
            <a:ext cx="666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1">
                <a:solidFill>
                  <a:srgbClr val="2563EB"/>
                </a:solidFill>
                <a:latin typeface="Menlo"/>
                <a:ea typeface="Menlo"/>
                <a:cs typeface="Menlo"/>
              </a:defRPr>
            </a:pPr>
            <a:r>
              <a:rPr sz="1200" b="1">
                <a:solidFill>
                  <a:srgbClr val="2563EB"/>
                </a:solidFill>
                <a:latin typeface="Menlo"/>
                <a:ea typeface="Menlo"/>
                <a:cs typeface="Menlo"/>
              </a:rPr>
              <a:t>p99</a:t>
            </a:r>
          </a:p>
        </p:txBody>
      </p:sp>
      <p:sp>
        <p:nvSpPr>
          <p:cNvPr id="24" name="">
            <a:extLst xmlns:a="http://schemas.openxmlformats.org/drawingml/2006/main">
              <a:ext uri="{FF2B5EF4-FFF2-40B4-BE49-F238E27FC236}">
                <a16:creationId xmlns:a16="http://schemas.microsoft.com/office/drawing/2014/main" id="{18AC833B-CB7B-434E-9505-9457B566D9CF}"/>
              </a:ext>
            </a:extLst>
          </p:cNvPr>
          <p:cNvSpPr>
            <a:spLocks xmlns:a="http://schemas.openxmlformats.org/drawingml/2006/main" noGrp="1"/>
          </p:cNvSpPr>
          <p:nvPr/>
        </p:nvSpPr>
        <p:spPr>
          <a:xfrm xmlns:a="http://schemas.openxmlformats.org/drawingml/2006/main">
            <a:off x="5905500" y="1638300"/>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설명용 분포 · 실제 측정값 아님</a:t>
            </a:r>
          </a:p>
        </p:txBody>
      </p:sp>
      <p:sp>
        <p:nvSpPr>
          <p:cNvPr id="25" name="">
            <a:extLst xmlns:a="http://schemas.openxmlformats.org/drawingml/2006/main">
              <a:ext uri="{FF2B5EF4-FFF2-40B4-BE49-F238E27FC236}">
                <a16:creationId xmlns:a16="http://schemas.microsoft.com/office/drawing/2014/main" id="{03A19D1A-FE95-4602-8F2A-2B45D80474E8}"/>
              </a:ext>
            </a:extLst>
          </p:cNvPr>
          <p:cNvSpPr>
            <a:spLocks xmlns:a="http://schemas.openxmlformats.org/drawingml/2006/main" noGrp="1"/>
          </p:cNvSpPr>
          <p:nvPr/>
        </p:nvSpPr>
        <p:spPr>
          <a:xfrm xmlns:a="http://schemas.openxmlformats.org/drawingml/2006/main">
            <a:off x="5905500" y="2095500"/>
            <a:ext cx="49530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800" b="1">
                <a:solidFill>
                  <a:srgbClr val="191919"/>
                </a:solidFill>
                <a:latin typeface="AppleGothic"/>
                <a:ea typeface="AppleGothic"/>
                <a:cs typeface="AppleGothic"/>
              </a:defRPr>
            </a:pPr>
            <a:r>
              <a:rPr sz="1800" b="1">
                <a:solidFill>
                  <a:srgbClr val="191919"/>
                </a:solidFill>
                <a:latin typeface="AppleGothic"/>
                <a:ea typeface="AppleGothic"/>
                <a:cs typeface="AppleGothic"/>
              </a:rPr>
              <a:t>평균만으로는</a:t>
            </a:r>
          </a:p>
          <a:p xmlns:a="http://schemas.openxmlformats.org/drawingml/2006/main">
            <a:pPr algn="r">
              <a:lnSpc>
                <a:spcPct val="100000"/>
              </a:lnSpc>
              <a:buNone/>
              <a:defRPr sz="1800" b="1">
                <a:solidFill>
                  <a:srgbClr val="191919"/>
                </a:solidFill>
                <a:latin typeface="AppleGothic"/>
                <a:ea typeface="AppleGothic"/>
                <a:cs typeface="AppleGothic"/>
              </a:defRPr>
            </a:pPr>
            <a:r>
              <a:rPr sz="1800" b="1">
                <a:solidFill>
                  <a:srgbClr val="191919"/>
                </a:solidFill>
                <a:latin typeface="AppleGothic"/>
                <a:ea typeface="AppleGothic"/>
                <a:cs typeface="AppleGothic"/>
              </a:rPr>
              <a:t>느린 꼬리 구간의 사용자 경험을 설명할 수 없음</a:t>
            </a:r>
          </a:p>
        </p:txBody>
      </p:sp>
      <p:sp>
        <p:nvSpPr>
          <p:cNvPr id="26" name="">
            <a:extLst xmlns:a="http://schemas.openxmlformats.org/drawingml/2006/main">
              <a:ext uri="{FF2B5EF4-FFF2-40B4-BE49-F238E27FC236}">
                <a16:creationId xmlns:a16="http://schemas.microsoft.com/office/drawing/2014/main" id="{524DDE05-37E8-483F-B691-361D2C5201A2}"/>
              </a:ext>
            </a:extLst>
          </p:cNvPr>
          <p:cNvSpPr>
            <a:spLocks xmlns:a="http://schemas.openxmlformats.org/drawingml/2006/main" noGrp="1"/>
          </p:cNvSpPr>
          <p:nvPr/>
        </p:nvSpPr>
        <p:spPr>
          <a:xfrm xmlns:a="http://schemas.openxmlformats.org/drawingml/2006/main">
            <a:off x="5905500" y="2762250"/>
            <a:ext cx="4953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3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50번째 백분위 = 일반 경험 · 95/99번째 백분위 = 느린 꼬리 · 시간 초과 = 명시적 실패</a:t>
            </a:r>
          </a:p>
        </p:txBody>
      </p:sp>
    </p:spTree>
    <p:extLst>
      <p:ext uri="{BB962C8B-B14F-4D97-AF65-F5344CB8AC3E}">
        <p14:creationId xmlns:p14="http://schemas.microsoft.com/office/powerpoint/2010/main" val="499392859"/>
      </p:ext>
    </p:extLst>
  </p:cSld>
</p:sld>
</file>

<file path=ppt/slides/slide55.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ADC5F46A-40B4-4886-B68C-36121D7173FD}"/>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OPS</a:t>
            </a:r>
          </a:p>
        </p:txBody>
      </p:sp>
      <p:sp>
        <p:nvSpPr>
          <p:cNvPr id="2" name="">
            <a:extLst xmlns:a="http://schemas.openxmlformats.org/drawingml/2006/main">
              <a:ext uri="{FF2B5EF4-FFF2-40B4-BE49-F238E27FC236}">
                <a16:creationId xmlns:a16="http://schemas.microsoft.com/office/drawing/2014/main" id="{98A87FBC-E2C5-4EEF-B8AA-1A56DC8679C8}"/>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55</a:t>
            </a:r>
          </a:p>
        </p:txBody>
      </p:sp>
      <p:sp>
        <p:nvSpPr>
          <p:cNvPr id="3" name="">
            <a:extLst xmlns:a="http://schemas.openxmlformats.org/drawingml/2006/main">
              <a:ext uri="{FF2B5EF4-FFF2-40B4-BE49-F238E27FC236}">
                <a16:creationId xmlns:a16="http://schemas.microsoft.com/office/drawing/2014/main" id="{83F84486-7CA9-4558-A45D-7B2FC7A47E7D}"/>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4230C331-64A3-4C4D-AAF1-4C4718AE87F6}"/>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A1AB28FD-BC97-423B-8FC3-29D24AC31358}"/>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39630BF4-C95D-4873-BCB2-91C47BB14667}"/>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요청 단위 비용의 구조</a:t>
            </a:r>
          </a:p>
        </p:txBody>
      </p:sp>
      <p:sp>
        <p:nvSpPr>
          <p:cNvPr id="7" name="">
            <a:extLst xmlns:a="http://schemas.openxmlformats.org/drawingml/2006/main">
              <a:ext uri="{FF2B5EF4-FFF2-40B4-BE49-F238E27FC236}">
                <a16:creationId xmlns:a16="http://schemas.microsoft.com/office/drawing/2014/main" id="{195607D6-5F1E-4A50-9C3F-6151342CB121}"/>
              </a:ext>
            </a:extLst>
          </p:cNvPr>
          <p:cNvSpPr>
            <a:spLocks xmlns:a="http://schemas.openxmlformats.org/drawingml/2006/main" noGrp="1"/>
          </p:cNvSpPr>
          <p:nvPr/>
        </p:nvSpPr>
        <p:spPr>
          <a:xfrm xmlns:a="http://schemas.openxmlformats.org/drawingml/2006/main">
            <a:off x="609600" y="1962150"/>
            <a:ext cx="109728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2700" b="1">
                <a:solidFill>
                  <a:srgbClr val="2563EB"/>
                </a:solidFill>
                <a:latin typeface="Menlo"/>
                <a:ea typeface="Menlo"/>
                <a:cs typeface="Menlo"/>
              </a:defRPr>
            </a:pPr>
            <a:r>
              <a:rPr sz="2700" b="1">
                <a:solidFill>
                  <a:srgbClr val="2563EB"/>
                </a:solidFill>
                <a:latin typeface="Menlo"/>
                <a:ea typeface="Menlo"/>
                <a:cs typeface="Menlo"/>
              </a:rPr>
              <a:t>요청 비용 = 생성 + 워크플로 + 실패 − 재사용</a:t>
            </a:r>
          </a:p>
        </p:txBody>
      </p:sp>
      <p:sp>
        <p:nvSpPr>
          <p:cNvPr id="8" name="">
            <a:extLst xmlns:a="http://schemas.openxmlformats.org/drawingml/2006/main">
              <a:ext uri="{FF2B5EF4-FFF2-40B4-BE49-F238E27FC236}">
                <a16:creationId xmlns:a16="http://schemas.microsoft.com/office/drawing/2014/main" id="{3EA04B50-32FF-4578-B182-6F6B998CB31C}"/>
              </a:ext>
            </a:extLst>
          </p:cNvPr>
          <p:cNvSpPr>
            <a:spLocks xmlns:a="http://schemas.openxmlformats.org/drawingml/2006/main" noGrp="1"/>
          </p:cNvSpPr>
          <p:nvPr/>
        </p:nvSpPr>
        <p:spPr>
          <a:xfrm xmlns:a="http://schemas.openxmlformats.org/drawingml/2006/main" flipH="0" flipV="0">
            <a:off x="1733550" y="3371850"/>
            <a:ext cx="87249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9" name="">
            <a:extLst xmlns:a="http://schemas.openxmlformats.org/drawingml/2006/main">
              <a:ext uri="{FF2B5EF4-FFF2-40B4-BE49-F238E27FC236}">
                <a16:creationId xmlns:a16="http://schemas.microsoft.com/office/drawing/2014/main" id="{451DF11D-7E04-4826-A25B-CFD13426AB00}"/>
              </a:ext>
            </a:extLst>
          </p:cNvPr>
          <p:cNvSpPr>
            <a:spLocks xmlns:a="http://schemas.openxmlformats.org/drawingml/2006/main" noGrp="1"/>
          </p:cNvSpPr>
          <p:nvPr/>
        </p:nvSpPr>
        <p:spPr>
          <a:xfrm xmlns:a="http://schemas.openxmlformats.org/drawingml/2006/main">
            <a:off x="1733550" y="3733800"/>
            <a:ext cx="1866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FFFFFF"/>
                </a:solidFill>
                <a:latin typeface="AppleGothic"/>
                <a:ea typeface="AppleGothic"/>
                <a:cs typeface="AppleGothic"/>
              </a:defRPr>
            </a:pPr>
            <a:r>
              <a:rPr sz="1500" b="1">
                <a:solidFill>
                  <a:srgbClr val="FFFFFF"/>
                </a:solidFill>
                <a:latin typeface="AppleGothic"/>
                <a:ea typeface="AppleGothic"/>
                <a:cs typeface="AppleGothic"/>
              </a:rPr>
              <a:t>생성</a:t>
            </a:r>
          </a:p>
        </p:txBody>
      </p:sp>
      <p:sp>
        <p:nvSpPr>
          <p:cNvPr id="10" name="">
            <a:extLst xmlns:a="http://schemas.openxmlformats.org/drawingml/2006/main">
              <a:ext uri="{FF2B5EF4-FFF2-40B4-BE49-F238E27FC236}">
                <a16:creationId xmlns:a16="http://schemas.microsoft.com/office/drawing/2014/main" id="{B66153AA-4B6E-41AA-A7B0-2C108C2014DF}"/>
              </a:ext>
            </a:extLst>
          </p:cNvPr>
          <p:cNvSpPr>
            <a:spLocks xmlns:a="http://schemas.openxmlformats.org/drawingml/2006/main" noGrp="1"/>
          </p:cNvSpPr>
          <p:nvPr/>
        </p:nvSpPr>
        <p:spPr>
          <a:xfrm xmlns:a="http://schemas.openxmlformats.org/drawingml/2006/main">
            <a:off x="1733550" y="4248150"/>
            <a:ext cx="18669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20000"/>
              </a:lnSpc>
              <a:buNone/>
              <a:defRPr sz="1275" b="0">
                <a:solidFill>
                  <a:srgbClr val="98A2B3"/>
                </a:solidFill>
                <a:latin typeface="AppleGothic"/>
                <a:ea typeface="AppleGothic"/>
                <a:cs typeface="AppleGothic"/>
              </a:defRPr>
            </a:pPr>
            <a:r>
              <a:rPr sz="1275" b="0">
                <a:solidFill>
                  <a:srgbClr val="98A2B3"/>
                </a:solidFill>
                <a:latin typeface="AppleGothic"/>
                <a:ea typeface="AppleGothic"/>
                <a:cs typeface="AppleGothic"/>
              </a:rPr>
              <a:t>입력·맥락·출력 토큰</a:t>
            </a:r>
          </a:p>
        </p:txBody>
      </p:sp>
      <p:sp>
        <p:nvSpPr>
          <p:cNvPr id="11" name="">
            <a:extLst xmlns:a="http://schemas.openxmlformats.org/drawingml/2006/main">
              <a:ext uri="{FF2B5EF4-FFF2-40B4-BE49-F238E27FC236}">
                <a16:creationId xmlns:a16="http://schemas.microsoft.com/office/drawing/2014/main" id="{E012D602-ACD5-42B8-ABB9-608561245763}"/>
              </a:ext>
            </a:extLst>
          </p:cNvPr>
          <p:cNvSpPr>
            <a:spLocks xmlns:a="http://schemas.openxmlformats.org/drawingml/2006/main" noGrp="1"/>
          </p:cNvSpPr>
          <p:nvPr/>
        </p:nvSpPr>
        <p:spPr>
          <a:xfrm xmlns:a="http://schemas.openxmlformats.org/drawingml/2006/main">
            <a:off x="4019550" y="3733800"/>
            <a:ext cx="1866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FFFFFF"/>
                </a:solidFill>
                <a:latin typeface="AppleGothic"/>
                <a:ea typeface="AppleGothic"/>
                <a:cs typeface="AppleGothic"/>
              </a:defRPr>
            </a:pPr>
            <a:r>
              <a:rPr sz="1500" b="1">
                <a:solidFill>
                  <a:srgbClr val="FFFFFF"/>
                </a:solidFill>
                <a:latin typeface="AppleGothic"/>
                <a:ea typeface="AppleGothic"/>
                <a:cs typeface="AppleGothic"/>
              </a:rPr>
              <a:t>워크플로</a:t>
            </a:r>
          </a:p>
        </p:txBody>
      </p:sp>
      <p:sp>
        <p:nvSpPr>
          <p:cNvPr id="12" name="">
            <a:extLst xmlns:a="http://schemas.openxmlformats.org/drawingml/2006/main">
              <a:ext uri="{FF2B5EF4-FFF2-40B4-BE49-F238E27FC236}">
                <a16:creationId xmlns:a16="http://schemas.microsoft.com/office/drawing/2014/main" id="{9AAF5EEA-70C1-43FB-AEDA-03431A19636A}"/>
              </a:ext>
            </a:extLst>
          </p:cNvPr>
          <p:cNvSpPr>
            <a:spLocks xmlns:a="http://schemas.openxmlformats.org/drawingml/2006/main" noGrp="1"/>
          </p:cNvSpPr>
          <p:nvPr/>
        </p:nvSpPr>
        <p:spPr>
          <a:xfrm xmlns:a="http://schemas.openxmlformats.org/drawingml/2006/main">
            <a:off x="4019550" y="4248150"/>
            <a:ext cx="18669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20000"/>
              </a:lnSpc>
              <a:buNone/>
              <a:defRPr sz="1275" b="0">
                <a:solidFill>
                  <a:srgbClr val="98A2B3"/>
                </a:solidFill>
                <a:latin typeface="AppleGothic"/>
                <a:ea typeface="AppleGothic"/>
                <a:cs typeface="AppleGothic"/>
              </a:defRPr>
            </a:pPr>
            <a:r>
              <a:rPr sz="1275" b="0">
                <a:solidFill>
                  <a:srgbClr val="98A2B3"/>
                </a:solidFill>
                <a:latin typeface="AppleGothic"/>
                <a:ea typeface="AppleGothic"/>
                <a:cs typeface="AppleGothic"/>
              </a:rPr>
              <a:t>검색·재순위·판정·도구</a:t>
            </a:r>
          </a:p>
        </p:txBody>
      </p:sp>
      <p:sp>
        <p:nvSpPr>
          <p:cNvPr id="13" name="">
            <a:extLst xmlns:a="http://schemas.openxmlformats.org/drawingml/2006/main">
              <a:ext uri="{FF2B5EF4-FFF2-40B4-BE49-F238E27FC236}">
                <a16:creationId xmlns:a16="http://schemas.microsoft.com/office/drawing/2014/main" id="{BDC03FEE-CCF9-4802-8CE6-113F1D6EF7EC}"/>
              </a:ext>
            </a:extLst>
          </p:cNvPr>
          <p:cNvSpPr>
            <a:spLocks xmlns:a="http://schemas.openxmlformats.org/drawingml/2006/main" noGrp="1"/>
          </p:cNvSpPr>
          <p:nvPr/>
        </p:nvSpPr>
        <p:spPr>
          <a:xfrm xmlns:a="http://schemas.openxmlformats.org/drawingml/2006/main">
            <a:off x="6305550" y="3733800"/>
            <a:ext cx="1866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FFFFFF"/>
                </a:solidFill>
                <a:latin typeface="AppleGothic"/>
                <a:ea typeface="AppleGothic"/>
                <a:cs typeface="AppleGothic"/>
              </a:defRPr>
            </a:pPr>
            <a:r>
              <a:rPr sz="1500" b="1">
                <a:solidFill>
                  <a:srgbClr val="FFFFFF"/>
                </a:solidFill>
                <a:latin typeface="AppleGothic"/>
                <a:ea typeface="AppleGothic"/>
                <a:cs typeface="AppleGothic"/>
              </a:rPr>
              <a:t>실패</a:t>
            </a:r>
          </a:p>
        </p:txBody>
      </p:sp>
      <p:sp>
        <p:nvSpPr>
          <p:cNvPr id="14" name="">
            <a:extLst xmlns:a="http://schemas.openxmlformats.org/drawingml/2006/main">
              <a:ext uri="{FF2B5EF4-FFF2-40B4-BE49-F238E27FC236}">
                <a16:creationId xmlns:a16="http://schemas.microsoft.com/office/drawing/2014/main" id="{FB4ECA2D-7696-415A-BCAC-AE72B0E3C875}"/>
              </a:ext>
            </a:extLst>
          </p:cNvPr>
          <p:cNvSpPr>
            <a:spLocks xmlns:a="http://schemas.openxmlformats.org/drawingml/2006/main" noGrp="1"/>
          </p:cNvSpPr>
          <p:nvPr/>
        </p:nvSpPr>
        <p:spPr>
          <a:xfrm xmlns:a="http://schemas.openxmlformats.org/drawingml/2006/main">
            <a:off x="6305550" y="4248150"/>
            <a:ext cx="18669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20000"/>
              </a:lnSpc>
              <a:buNone/>
              <a:defRPr sz="1275" b="0">
                <a:solidFill>
                  <a:srgbClr val="98A2B3"/>
                </a:solidFill>
                <a:latin typeface="AppleGothic"/>
                <a:ea typeface="AppleGothic"/>
                <a:cs typeface="AppleGothic"/>
              </a:defRPr>
            </a:pPr>
            <a:r>
              <a:rPr sz="1275" b="0">
                <a:solidFill>
                  <a:srgbClr val="98A2B3"/>
                </a:solidFill>
                <a:latin typeface="AppleGothic"/>
                <a:ea typeface="AppleGothic"/>
                <a:cs typeface="AppleGothic"/>
              </a:rPr>
              <a:t>재시도·대체 경로·시간 초과</a:t>
            </a:r>
          </a:p>
        </p:txBody>
      </p:sp>
      <p:sp>
        <p:nvSpPr>
          <p:cNvPr id="15" name="">
            <a:extLst xmlns:a="http://schemas.openxmlformats.org/drawingml/2006/main">
              <a:ext uri="{FF2B5EF4-FFF2-40B4-BE49-F238E27FC236}">
                <a16:creationId xmlns:a16="http://schemas.microsoft.com/office/drawing/2014/main" id="{94322BF9-AB76-4C3C-8E5E-BC36B73E5829}"/>
              </a:ext>
            </a:extLst>
          </p:cNvPr>
          <p:cNvSpPr>
            <a:spLocks xmlns:a="http://schemas.openxmlformats.org/drawingml/2006/main" noGrp="1"/>
          </p:cNvSpPr>
          <p:nvPr/>
        </p:nvSpPr>
        <p:spPr>
          <a:xfrm xmlns:a="http://schemas.openxmlformats.org/drawingml/2006/main">
            <a:off x="8591550" y="3733800"/>
            <a:ext cx="1866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FFFFFF"/>
                </a:solidFill>
                <a:latin typeface="AppleGothic"/>
                <a:ea typeface="AppleGothic"/>
                <a:cs typeface="AppleGothic"/>
              </a:defRPr>
            </a:pPr>
            <a:r>
              <a:rPr sz="1500" b="1">
                <a:solidFill>
                  <a:srgbClr val="FFFFFF"/>
                </a:solidFill>
                <a:latin typeface="AppleGothic"/>
                <a:ea typeface="AppleGothic"/>
                <a:cs typeface="AppleGothic"/>
              </a:rPr>
              <a:t>재사용</a:t>
            </a:r>
          </a:p>
        </p:txBody>
      </p:sp>
      <p:sp>
        <p:nvSpPr>
          <p:cNvPr id="16" name="">
            <a:extLst xmlns:a="http://schemas.openxmlformats.org/drawingml/2006/main">
              <a:ext uri="{FF2B5EF4-FFF2-40B4-BE49-F238E27FC236}">
                <a16:creationId xmlns:a16="http://schemas.microsoft.com/office/drawing/2014/main" id="{6A5712D3-151D-4259-9AE7-9DE6607E6532}"/>
              </a:ext>
            </a:extLst>
          </p:cNvPr>
          <p:cNvSpPr>
            <a:spLocks xmlns:a="http://schemas.openxmlformats.org/drawingml/2006/main" noGrp="1"/>
          </p:cNvSpPr>
          <p:nvPr/>
        </p:nvSpPr>
        <p:spPr>
          <a:xfrm xmlns:a="http://schemas.openxmlformats.org/drawingml/2006/main">
            <a:off x="8591550" y="4248150"/>
            <a:ext cx="18669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20000"/>
              </a:lnSpc>
              <a:buNone/>
              <a:defRPr sz="1275" b="0">
                <a:solidFill>
                  <a:srgbClr val="98A2B3"/>
                </a:solidFill>
                <a:latin typeface="AppleGothic"/>
                <a:ea typeface="AppleGothic"/>
                <a:cs typeface="AppleGothic"/>
              </a:defRPr>
            </a:pPr>
            <a:r>
              <a:rPr sz="1275" b="0">
                <a:solidFill>
                  <a:srgbClr val="98A2B3"/>
                </a:solidFill>
                <a:latin typeface="AppleGothic"/>
                <a:ea typeface="AppleGothic"/>
                <a:cs typeface="AppleGothic"/>
              </a:rPr>
              <a:t>캐시·일괄 처리·모델 선택</a:t>
            </a:r>
          </a:p>
        </p:txBody>
      </p:sp>
      <p:sp>
        <p:nvSpPr>
          <p:cNvPr id="17" name="">
            <a:extLst xmlns:a="http://schemas.openxmlformats.org/drawingml/2006/main">
              <a:ext uri="{FF2B5EF4-FFF2-40B4-BE49-F238E27FC236}">
                <a16:creationId xmlns:a16="http://schemas.microsoft.com/office/drawing/2014/main" id="{049CEE2A-CDF6-4697-ACD1-7492F2C0DAC6}"/>
              </a:ext>
            </a:extLst>
          </p:cNvPr>
          <p:cNvSpPr>
            <a:spLocks xmlns:a="http://schemas.openxmlformats.org/drawingml/2006/main" noGrp="1"/>
          </p:cNvSpPr>
          <p:nvPr/>
        </p:nvSpPr>
        <p:spPr>
          <a:xfrm xmlns:a="http://schemas.openxmlformats.org/drawingml/2006/main">
            <a:off x="609600" y="5581650"/>
            <a:ext cx="10972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425" b="1">
                <a:solidFill>
                  <a:srgbClr val="FFFFFF"/>
                </a:solidFill>
                <a:latin typeface="AppleGothic"/>
                <a:ea typeface="AppleGothic"/>
                <a:cs typeface="AppleGothic"/>
              </a:defRPr>
            </a:pPr>
            <a:r>
              <a:rPr sz="1425" b="1">
                <a:solidFill>
                  <a:srgbClr val="FFFFFF"/>
                </a:solidFill>
                <a:latin typeface="AppleGothic"/>
                <a:ea typeface="AppleGothic"/>
                <a:cs typeface="AppleGothic"/>
              </a:rPr>
              <a:t>모델 단가만이 아니라 한 요청이 실제로 거치는 전체 경로</a:t>
            </a:r>
          </a:p>
        </p:txBody>
      </p:sp>
    </p:spTree>
    <p:extLst>
      <p:ext uri="{BB962C8B-B14F-4D97-AF65-F5344CB8AC3E}">
        <p14:creationId xmlns:p14="http://schemas.microsoft.com/office/powerpoint/2010/main" val="1810655388"/>
      </p:ext>
    </p:extLst>
  </p:cSld>
</p:sld>
</file>

<file path=ppt/slides/slide56.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39" name="">
            <a:extLst xmlns:a="http://schemas.openxmlformats.org/drawingml/2006/main">
              <a:ext uri="{FF2B5EF4-FFF2-40B4-BE49-F238E27FC236}">
                <a16:creationId xmlns:a16="http://schemas.microsoft.com/office/drawing/2014/main" id="{E81BB3D1-B552-489B-B66E-196811F90812}"/>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OPS</a:t>
            </a:r>
          </a:p>
        </p:txBody>
      </p:sp>
      <p:sp>
        <p:nvSpPr>
          <p:cNvPr id="2" name="">
            <a:extLst xmlns:a="http://schemas.openxmlformats.org/drawingml/2006/main">
              <a:ext uri="{FF2B5EF4-FFF2-40B4-BE49-F238E27FC236}">
                <a16:creationId xmlns:a16="http://schemas.microsoft.com/office/drawing/2014/main" id="{A3174E88-9DD3-42A0-84F5-66ED8C682A41}"/>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56</a:t>
            </a:r>
          </a:p>
        </p:txBody>
      </p:sp>
      <p:sp>
        <p:nvSpPr>
          <p:cNvPr id="3" name="">
            <a:extLst xmlns:a="http://schemas.openxmlformats.org/drawingml/2006/main">
              <a:ext uri="{FF2B5EF4-FFF2-40B4-BE49-F238E27FC236}">
                <a16:creationId xmlns:a16="http://schemas.microsoft.com/office/drawing/2014/main" id="{938BAC3C-D2A1-46F5-9BB4-D9960C4964EE}"/>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15B9C0A1-B407-4235-BD7C-B20FF29A0E26}"/>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9305FB33-C91E-4621-B248-BB76D125EF2A}"/>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D0BBA4AE-FC82-4F17-BE72-5D129840C131}"/>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안전성의 권한·데이터 경계</a:t>
            </a:r>
          </a:p>
        </p:txBody>
      </p:sp>
      <p:sp>
        <p:nvSpPr>
          <p:cNvPr id="7" name="">
            <a:extLst xmlns:a="http://schemas.openxmlformats.org/drawingml/2006/main">
              <a:ext uri="{FF2B5EF4-FFF2-40B4-BE49-F238E27FC236}">
                <a16:creationId xmlns:a16="http://schemas.microsoft.com/office/drawing/2014/main" id="{5EAD9D4C-B706-42C9-BC34-A6BEAFC34542}"/>
              </a:ext>
            </a:extLst>
          </p:cNvPr>
          <p:cNvSpPr>
            <a:spLocks xmlns:a="http://schemas.openxmlformats.org/drawingml/2006/main" noGrp="1"/>
          </p:cNvSpPr>
          <p:nvPr/>
        </p:nvSpPr>
        <p:spPr>
          <a:xfrm xmlns:a="http://schemas.openxmlformats.org/drawingml/2006/main">
            <a:off x="609600" y="1962150"/>
            <a:ext cx="1809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191919"/>
                </a:solidFill>
                <a:latin typeface="AppleGothic"/>
                <a:ea typeface="AppleGothic"/>
                <a:cs typeface="AppleGothic"/>
              </a:defRPr>
            </a:pPr>
            <a:r>
              <a:rPr sz="1650" b="1">
                <a:solidFill>
                  <a:srgbClr val="191919"/>
                </a:solidFill>
                <a:latin typeface="AppleGothic"/>
                <a:ea typeface="AppleGothic"/>
                <a:cs typeface="AppleGothic"/>
              </a:rPr>
              <a:t>입력</a:t>
            </a:r>
          </a:p>
        </p:txBody>
      </p:sp>
      <p:sp>
        <p:nvSpPr>
          <p:cNvPr id="8" name="">
            <a:extLst xmlns:a="http://schemas.openxmlformats.org/drawingml/2006/main">
              <a:ext uri="{FF2B5EF4-FFF2-40B4-BE49-F238E27FC236}">
                <a16:creationId xmlns:a16="http://schemas.microsoft.com/office/drawing/2014/main" id="{6C9C5A2A-76F6-4DEB-9F2E-06DC6B7323F0}"/>
              </a:ext>
            </a:extLst>
          </p:cNvPr>
          <p:cNvSpPr>
            <a:spLocks xmlns:a="http://schemas.openxmlformats.org/drawingml/2006/main" noGrp="1"/>
          </p:cNvSpPr>
          <p:nvPr/>
        </p:nvSpPr>
        <p:spPr>
          <a:xfrm xmlns:a="http://schemas.openxmlformats.org/drawingml/2006/main" flipH="0" flipV="0">
            <a:off x="2495550" y="2190750"/>
            <a:ext cx="908685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9" name="">
            <a:extLst xmlns:a="http://schemas.openxmlformats.org/drawingml/2006/main">
              <a:ext uri="{FF2B5EF4-FFF2-40B4-BE49-F238E27FC236}">
                <a16:creationId xmlns:a16="http://schemas.microsoft.com/office/drawing/2014/main" id="{ACC78DB6-7B41-43A6-85B0-85988F9B4DCB}"/>
              </a:ext>
            </a:extLst>
          </p:cNvPr>
          <p:cNvSpPr>
            <a:spLocks xmlns:a="http://schemas.openxmlformats.org/drawingml/2006/main" noGrp="1"/>
          </p:cNvSpPr>
          <p:nvPr/>
        </p:nvSpPr>
        <p:spPr>
          <a:xfrm xmlns:a="http://schemas.openxmlformats.org/drawingml/2006/main" rot="0">
            <a:off x="2724150" y="1866900"/>
            <a:ext cx="175260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0" name="">
            <a:extLst xmlns:a="http://schemas.openxmlformats.org/drawingml/2006/main">
              <a:ext uri="{FF2B5EF4-FFF2-40B4-BE49-F238E27FC236}">
                <a16:creationId xmlns:a16="http://schemas.microsoft.com/office/drawing/2014/main" id="{19FB7F10-B54C-428B-8D7C-79FAE4A63089}"/>
              </a:ext>
            </a:extLst>
          </p:cNvPr>
          <p:cNvSpPr>
            <a:spLocks xmlns:a="http://schemas.openxmlformats.org/drawingml/2006/main" noGrp="1"/>
          </p:cNvSpPr>
          <p:nvPr/>
        </p:nvSpPr>
        <p:spPr>
          <a:xfrm xmlns:a="http://schemas.openxmlformats.org/drawingml/2006/main">
            <a:off x="2819400" y="1866900"/>
            <a:ext cx="1562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275" b="1">
                <a:solidFill>
                  <a:srgbClr val="191919"/>
                </a:solidFill>
                <a:latin typeface="AppleGothic"/>
                <a:ea typeface="AppleGothic"/>
                <a:cs typeface="AppleGothic"/>
              </a:defRPr>
            </a:pPr>
            <a:r>
              <a:rPr sz="1275" b="1">
                <a:solidFill>
                  <a:srgbClr val="191919"/>
                </a:solidFill>
                <a:latin typeface="AppleGothic"/>
                <a:ea typeface="AppleGothic"/>
                <a:cs typeface="AppleGothic"/>
              </a:rPr>
              <a:t>개인 식별 정보</a:t>
            </a:r>
          </a:p>
        </p:txBody>
      </p:sp>
      <p:sp>
        <p:nvSpPr>
          <p:cNvPr id="11" name="">
            <a:extLst xmlns:a="http://schemas.openxmlformats.org/drawingml/2006/main">
              <a:ext uri="{FF2B5EF4-FFF2-40B4-BE49-F238E27FC236}">
                <a16:creationId xmlns:a16="http://schemas.microsoft.com/office/drawing/2014/main" id="{F9750CFA-52D1-412F-A299-F9EE87B0C092}"/>
              </a:ext>
            </a:extLst>
          </p:cNvPr>
          <p:cNvSpPr>
            <a:spLocks xmlns:a="http://schemas.openxmlformats.org/drawingml/2006/main" noGrp="1"/>
          </p:cNvSpPr>
          <p:nvPr/>
        </p:nvSpPr>
        <p:spPr>
          <a:xfrm xmlns:a="http://schemas.openxmlformats.org/drawingml/2006/main" rot="0">
            <a:off x="4838700" y="1866900"/>
            <a:ext cx="175260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2" name="">
            <a:extLst xmlns:a="http://schemas.openxmlformats.org/drawingml/2006/main">
              <a:ext uri="{FF2B5EF4-FFF2-40B4-BE49-F238E27FC236}">
                <a16:creationId xmlns:a16="http://schemas.microsoft.com/office/drawing/2014/main" id="{FF3B9604-0FA1-4E91-B80A-85C55BEC0458}"/>
              </a:ext>
            </a:extLst>
          </p:cNvPr>
          <p:cNvSpPr>
            <a:spLocks xmlns:a="http://schemas.openxmlformats.org/drawingml/2006/main" noGrp="1"/>
          </p:cNvSpPr>
          <p:nvPr/>
        </p:nvSpPr>
        <p:spPr>
          <a:xfrm xmlns:a="http://schemas.openxmlformats.org/drawingml/2006/main">
            <a:off x="4933950" y="1866900"/>
            <a:ext cx="1562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275" b="1">
                <a:solidFill>
                  <a:srgbClr val="191919"/>
                </a:solidFill>
                <a:latin typeface="AppleGothic"/>
                <a:ea typeface="AppleGothic"/>
                <a:cs typeface="AppleGothic"/>
              </a:defRPr>
            </a:pPr>
            <a:r>
              <a:rPr sz="1275" b="1">
                <a:solidFill>
                  <a:srgbClr val="191919"/>
                </a:solidFill>
                <a:latin typeface="AppleGothic"/>
                <a:ea typeface="AppleGothic"/>
                <a:cs typeface="AppleGothic"/>
              </a:rPr>
              <a:t>정책 분류</a:t>
            </a:r>
          </a:p>
        </p:txBody>
      </p:sp>
      <p:sp>
        <p:nvSpPr>
          <p:cNvPr id="13" name="">
            <a:extLst xmlns:a="http://schemas.openxmlformats.org/drawingml/2006/main">
              <a:ext uri="{FF2B5EF4-FFF2-40B4-BE49-F238E27FC236}">
                <a16:creationId xmlns:a16="http://schemas.microsoft.com/office/drawing/2014/main" id="{B1E62B7A-FFAB-4C79-90A6-06E6EA00D06D}"/>
              </a:ext>
            </a:extLst>
          </p:cNvPr>
          <p:cNvSpPr>
            <a:spLocks xmlns:a="http://schemas.openxmlformats.org/drawingml/2006/main" noGrp="1"/>
          </p:cNvSpPr>
          <p:nvPr/>
        </p:nvSpPr>
        <p:spPr>
          <a:xfrm xmlns:a="http://schemas.openxmlformats.org/drawingml/2006/main" rot="0">
            <a:off x="6953250" y="1866900"/>
            <a:ext cx="175260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4" name="">
            <a:extLst xmlns:a="http://schemas.openxmlformats.org/drawingml/2006/main">
              <a:ext uri="{FF2B5EF4-FFF2-40B4-BE49-F238E27FC236}">
                <a16:creationId xmlns:a16="http://schemas.microsoft.com/office/drawing/2014/main" id="{8A996738-B91B-4621-89FA-00E2613665DC}"/>
              </a:ext>
            </a:extLst>
          </p:cNvPr>
          <p:cNvSpPr>
            <a:spLocks xmlns:a="http://schemas.openxmlformats.org/drawingml/2006/main" noGrp="1"/>
          </p:cNvSpPr>
          <p:nvPr/>
        </p:nvSpPr>
        <p:spPr>
          <a:xfrm xmlns:a="http://schemas.openxmlformats.org/drawingml/2006/main">
            <a:off x="7048500" y="1866900"/>
            <a:ext cx="1562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275" b="1">
                <a:solidFill>
                  <a:srgbClr val="191919"/>
                </a:solidFill>
                <a:latin typeface="AppleGothic"/>
                <a:ea typeface="AppleGothic"/>
                <a:cs typeface="AppleGothic"/>
              </a:defRPr>
            </a:pPr>
            <a:r>
              <a:rPr sz="1275" b="1">
                <a:solidFill>
                  <a:srgbClr val="191919"/>
                </a:solidFill>
                <a:latin typeface="AppleGothic"/>
                <a:ea typeface="AppleGothic"/>
                <a:cs typeface="AppleGothic"/>
              </a:rPr>
              <a:t>프롬프트 주입</a:t>
            </a:r>
          </a:p>
        </p:txBody>
      </p:sp>
      <p:sp>
        <p:nvSpPr>
          <p:cNvPr id="15" name="">
            <a:extLst xmlns:a="http://schemas.openxmlformats.org/drawingml/2006/main">
              <a:ext uri="{FF2B5EF4-FFF2-40B4-BE49-F238E27FC236}">
                <a16:creationId xmlns:a16="http://schemas.microsoft.com/office/drawing/2014/main" id="{682D4D90-DAB9-4AC7-A506-C5DF8369477D}"/>
              </a:ext>
            </a:extLst>
          </p:cNvPr>
          <p:cNvSpPr>
            <a:spLocks xmlns:a="http://schemas.openxmlformats.org/drawingml/2006/main" noGrp="1"/>
          </p:cNvSpPr>
          <p:nvPr/>
        </p:nvSpPr>
        <p:spPr>
          <a:xfrm xmlns:a="http://schemas.openxmlformats.org/drawingml/2006/main">
            <a:off x="609600" y="3105150"/>
            <a:ext cx="1809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191919"/>
                </a:solidFill>
                <a:latin typeface="AppleGothic"/>
                <a:ea typeface="AppleGothic"/>
                <a:cs typeface="AppleGothic"/>
              </a:defRPr>
            </a:pPr>
            <a:r>
              <a:rPr sz="1650" b="1">
                <a:solidFill>
                  <a:srgbClr val="191919"/>
                </a:solidFill>
                <a:latin typeface="AppleGothic"/>
                <a:ea typeface="AppleGothic"/>
                <a:cs typeface="AppleGothic"/>
              </a:rPr>
              <a:t>실행</a:t>
            </a:r>
          </a:p>
        </p:txBody>
      </p:sp>
      <p:sp>
        <p:nvSpPr>
          <p:cNvPr id="16" name="">
            <a:extLst xmlns:a="http://schemas.openxmlformats.org/drawingml/2006/main">
              <a:ext uri="{FF2B5EF4-FFF2-40B4-BE49-F238E27FC236}">
                <a16:creationId xmlns:a16="http://schemas.microsoft.com/office/drawing/2014/main" id="{93BFBB69-758B-4247-8AC5-5E14C240EA8C}"/>
              </a:ext>
            </a:extLst>
          </p:cNvPr>
          <p:cNvSpPr>
            <a:spLocks xmlns:a="http://schemas.openxmlformats.org/drawingml/2006/main" noGrp="1"/>
          </p:cNvSpPr>
          <p:nvPr/>
        </p:nvSpPr>
        <p:spPr>
          <a:xfrm xmlns:a="http://schemas.openxmlformats.org/drawingml/2006/main" flipH="0" flipV="0">
            <a:off x="2495550" y="3333750"/>
            <a:ext cx="908685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17" name="">
            <a:extLst xmlns:a="http://schemas.openxmlformats.org/drawingml/2006/main">
              <a:ext uri="{FF2B5EF4-FFF2-40B4-BE49-F238E27FC236}">
                <a16:creationId xmlns:a16="http://schemas.microsoft.com/office/drawing/2014/main" id="{ECD529C3-3DB1-44C5-8EA0-D3A5F7DA6707}"/>
              </a:ext>
            </a:extLst>
          </p:cNvPr>
          <p:cNvSpPr>
            <a:spLocks xmlns:a="http://schemas.openxmlformats.org/drawingml/2006/main" noGrp="1"/>
          </p:cNvSpPr>
          <p:nvPr/>
        </p:nvSpPr>
        <p:spPr>
          <a:xfrm xmlns:a="http://schemas.openxmlformats.org/drawingml/2006/main" rot="0">
            <a:off x="2724150" y="3009900"/>
            <a:ext cx="175260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8" name="">
            <a:extLst xmlns:a="http://schemas.openxmlformats.org/drawingml/2006/main">
              <a:ext uri="{FF2B5EF4-FFF2-40B4-BE49-F238E27FC236}">
                <a16:creationId xmlns:a16="http://schemas.microsoft.com/office/drawing/2014/main" id="{784E77F8-A1E6-4D74-B85C-3FA8BC6A1BC3}"/>
              </a:ext>
            </a:extLst>
          </p:cNvPr>
          <p:cNvSpPr>
            <a:spLocks xmlns:a="http://schemas.openxmlformats.org/drawingml/2006/main" noGrp="1"/>
          </p:cNvSpPr>
          <p:nvPr/>
        </p:nvSpPr>
        <p:spPr>
          <a:xfrm xmlns:a="http://schemas.openxmlformats.org/drawingml/2006/main">
            <a:off x="2819400" y="3009900"/>
            <a:ext cx="1562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275" b="1">
                <a:solidFill>
                  <a:srgbClr val="191919"/>
                </a:solidFill>
                <a:latin typeface="AppleGothic"/>
                <a:ea typeface="AppleGothic"/>
                <a:cs typeface="AppleGothic"/>
              </a:defRPr>
            </a:pPr>
            <a:r>
              <a:rPr sz="1275" b="1">
                <a:solidFill>
                  <a:srgbClr val="191919"/>
                </a:solidFill>
                <a:latin typeface="AppleGothic"/>
                <a:ea typeface="AppleGothic"/>
                <a:cs typeface="AppleGothic"/>
              </a:rPr>
              <a:t>도구 허용목록</a:t>
            </a:r>
          </a:p>
        </p:txBody>
      </p:sp>
      <p:sp>
        <p:nvSpPr>
          <p:cNvPr id="19" name="">
            <a:extLst xmlns:a="http://schemas.openxmlformats.org/drawingml/2006/main">
              <a:ext uri="{FF2B5EF4-FFF2-40B4-BE49-F238E27FC236}">
                <a16:creationId xmlns:a16="http://schemas.microsoft.com/office/drawing/2014/main" id="{602F837F-D6F9-4E3A-9288-F4368249BC9B}"/>
              </a:ext>
            </a:extLst>
          </p:cNvPr>
          <p:cNvSpPr>
            <a:spLocks xmlns:a="http://schemas.openxmlformats.org/drawingml/2006/main" noGrp="1"/>
          </p:cNvSpPr>
          <p:nvPr/>
        </p:nvSpPr>
        <p:spPr>
          <a:xfrm xmlns:a="http://schemas.openxmlformats.org/drawingml/2006/main" rot="0">
            <a:off x="4838700" y="3009900"/>
            <a:ext cx="175260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20" name="">
            <a:extLst xmlns:a="http://schemas.openxmlformats.org/drawingml/2006/main">
              <a:ext uri="{FF2B5EF4-FFF2-40B4-BE49-F238E27FC236}">
                <a16:creationId xmlns:a16="http://schemas.microsoft.com/office/drawing/2014/main" id="{165AFFA5-4466-4690-8A5D-C910FC4A4C00}"/>
              </a:ext>
            </a:extLst>
          </p:cNvPr>
          <p:cNvSpPr>
            <a:spLocks xmlns:a="http://schemas.openxmlformats.org/drawingml/2006/main" noGrp="1"/>
          </p:cNvSpPr>
          <p:nvPr/>
        </p:nvSpPr>
        <p:spPr>
          <a:xfrm xmlns:a="http://schemas.openxmlformats.org/drawingml/2006/main">
            <a:off x="4933950" y="3009900"/>
            <a:ext cx="1562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275" b="1">
                <a:solidFill>
                  <a:srgbClr val="191919"/>
                </a:solidFill>
                <a:latin typeface="AppleGothic"/>
                <a:ea typeface="AppleGothic"/>
                <a:cs typeface="AppleGothic"/>
              </a:defRPr>
            </a:pPr>
            <a:r>
              <a:rPr sz="1275" b="1">
                <a:solidFill>
                  <a:srgbClr val="191919"/>
                </a:solidFill>
                <a:latin typeface="AppleGothic"/>
                <a:ea typeface="AppleGothic"/>
                <a:cs typeface="AppleGothic"/>
              </a:rPr>
              <a:t>시간 초과</a:t>
            </a:r>
          </a:p>
        </p:txBody>
      </p:sp>
      <p:sp>
        <p:nvSpPr>
          <p:cNvPr id="21" name="">
            <a:extLst xmlns:a="http://schemas.openxmlformats.org/drawingml/2006/main">
              <a:ext uri="{FF2B5EF4-FFF2-40B4-BE49-F238E27FC236}">
                <a16:creationId xmlns:a16="http://schemas.microsoft.com/office/drawing/2014/main" id="{4CDE71B2-DA38-49EF-B55C-235A1661BCBF}"/>
              </a:ext>
            </a:extLst>
          </p:cNvPr>
          <p:cNvSpPr>
            <a:spLocks xmlns:a="http://schemas.openxmlformats.org/drawingml/2006/main" noGrp="1"/>
          </p:cNvSpPr>
          <p:nvPr/>
        </p:nvSpPr>
        <p:spPr>
          <a:xfrm xmlns:a="http://schemas.openxmlformats.org/drawingml/2006/main" rot="0">
            <a:off x="6953250" y="3009900"/>
            <a:ext cx="175260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22" name="">
            <a:extLst xmlns:a="http://schemas.openxmlformats.org/drawingml/2006/main">
              <a:ext uri="{FF2B5EF4-FFF2-40B4-BE49-F238E27FC236}">
                <a16:creationId xmlns:a16="http://schemas.microsoft.com/office/drawing/2014/main" id="{A6A4E9B0-EDE5-4B65-AF01-420B46C2B657}"/>
              </a:ext>
            </a:extLst>
          </p:cNvPr>
          <p:cNvSpPr>
            <a:spLocks xmlns:a="http://schemas.openxmlformats.org/drawingml/2006/main" noGrp="1"/>
          </p:cNvSpPr>
          <p:nvPr/>
        </p:nvSpPr>
        <p:spPr>
          <a:xfrm xmlns:a="http://schemas.openxmlformats.org/drawingml/2006/main">
            <a:off x="7048500" y="3009900"/>
            <a:ext cx="1562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275" b="1">
                <a:solidFill>
                  <a:srgbClr val="191919"/>
                </a:solidFill>
                <a:latin typeface="AppleGothic"/>
                <a:ea typeface="AppleGothic"/>
                <a:cs typeface="AppleGothic"/>
              </a:defRPr>
            </a:pPr>
            <a:r>
              <a:rPr sz="1275" b="1">
                <a:solidFill>
                  <a:srgbClr val="191919"/>
                </a:solidFill>
                <a:latin typeface="AppleGothic"/>
                <a:ea typeface="AppleGothic"/>
                <a:cs typeface="AppleGothic"/>
              </a:rPr>
              <a:t>사람 검토</a:t>
            </a:r>
          </a:p>
        </p:txBody>
      </p:sp>
      <p:sp>
        <p:nvSpPr>
          <p:cNvPr id="23" name="">
            <a:extLst xmlns:a="http://schemas.openxmlformats.org/drawingml/2006/main">
              <a:ext uri="{FF2B5EF4-FFF2-40B4-BE49-F238E27FC236}">
                <a16:creationId xmlns:a16="http://schemas.microsoft.com/office/drawing/2014/main" id="{0FCFC6F1-820E-417B-82FF-DD16098A8506}"/>
              </a:ext>
            </a:extLst>
          </p:cNvPr>
          <p:cNvSpPr>
            <a:spLocks xmlns:a="http://schemas.openxmlformats.org/drawingml/2006/main" noGrp="1"/>
          </p:cNvSpPr>
          <p:nvPr/>
        </p:nvSpPr>
        <p:spPr>
          <a:xfrm xmlns:a="http://schemas.openxmlformats.org/drawingml/2006/main">
            <a:off x="609600" y="4248150"/>
            <a:ext cx="1809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191919"/>
                </a:solidFill>
                <a:latin typeface="AppleGothic"/>
                <a:ea typeface="AppleGothic"/>
                <a:cs typeface="AppleGothic"/>
              </a:defRPr>
            </a:pPr>
            <a:r>
              <a:rPr sz="1650" b="1">
                <a:solidFill>
                  <a:srgbClr val="191919"/>
                </a:solidFill>
                <a:latin typeface="AppleGothic"/>
                <a:ea typeface="AppleGothic"/>
                <a:cs typeface="AppleGothic"/>
              </a:rPr>
              <a:t>출력</a:t>
            </a:r>
          </a:p>
        </p:txBody>
      </p:sp>
      <p:sp>
        <p:nvSpPr>
          <p:cNvPr id="24" name="">
            <a:extLst xmlns:a="http://schemas.openxmlformats.org/drawingml/2006/main">
              <a:ext uri="{FF2B5EF4-FFF2-40B4-BE49-F238E27FC236}">
                <a16:creationId xmlns:a16="http://schemas.microsoft.com/office/drawing/2014/main" id="{38187620-58A7-49F6-96CF-A33A33BBC8C4}"/>
              </a:ext>
            </a:extLst>
          </p:cNvPr>
          <p:cNvSpPr>
            <a:spLocks xmlns:a="http://schemas.openxmlformats.org/drawingml/2006/main" noGrp="1"/>
          </p:cNvSpPr>
          <p:nvPr/>
        </p:nvSpPr>
        <p:spPr>
          <a:xfrm xmlns:a="http://schemas.openxmlformats.org/drawingml/2006/main" flipH="0" flipV="0">
            <a:off x="2495550" y="4476750"/>
            <a:ext cx="908685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25" name="">
            <a:extLst xmlns:a="http://schemas.openxmlformats.org/drawingml/2006/main">
              <a:ext uri="{FF2B5EF4-FFF2-40B4-BE49-F238E27FC236}">
                <a16:creationId xmlns:a16="http://schemas.microsoft.com/office/drawing/2014/main" id="{8CF7030E-D820-40F6-AC6E-870758FA573F}"/>
              </a:ext>
            </a:extLst>
          </p:cNvPr>
          <p:cNvSpPr>
            <a:spLocks xmlns:a="http://schemas.openxmlformats.org/drawingml/2006/main" noGrp="1"/>
          </p:cNvSpPr>
          <p:nvPr/>
        </p:nvSpPr>
        <p:spPr>
          <a:xfrm xmlns:a="http://schemas.openxmlformats.org/drawingml/2006/main" rot="0">
            <a:off x="2724150" y="4152900"/>
            <a:ext cx="175260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26" name="">
            <a:extLst xmlns:a="http://schemas.openxmlformats.org/drawingml/2006/main">
              <a:ext uri="{FF2B5EF4-FFF2-40B4-BE49-F238E27FC236}">
                <a16:creationId xmlns:a16="http://schemas.microsoft.com/office/drawing/2014/main" id="{F3759065-2754-4ED1-B574-404B77E1B37B}"/>
              </a:ext>
            </a:extLst>
          </p:cNvPr>
          <p:cNvSpPr>
            <a:spLocks xmlns:a="http://schemas.openxmlformats.org/drawingml/2006/main" noGrp="1"/>
          </p:cNvSpPr>
          <p:nvPr/>
        </p:nvSpPr>
        <p:spPr>
          <a:xfrm xmlns:a="http://schemas.openxmlformats.org/drawingml/2006/main">
            <a:off x="2819400" y="4152900"/>
            <a:ext cx="1562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275" b="1">
                <a:solidFill>
                  <a:srgbClr val="191919"/>
                </a:solidFill>
                <a:latin typeface="AppleGothic"/>
                <a:ea typeface="AppleGothic"/>
                <a:cs typeface="AppleGothic"/>
              </a:defRPr>
            </a:pPr>
            <a:r>
              <a:rPr sz="1275" b="1">
                <a:solidFill>
                  <a:srgbClr val="191919"/>
                </a:solidFill>
                <a:latin typeface="AppleGothic"/>
                <a:ea typeface="AppleGothic"/>
                <a:cs typeface="AppleGothic"/>
              </a:rPr>
              <a:t>근거 연결</a:t>
            </a:r>
          </a:p>
        </p:txBody>
      </p:sp>
      <p:sp>
        <p:nvSpPr>
          <p:cNvPr id="27" name="">
            <a:extLst xmlns:a="http://schemas.openxmlformats.org/drawingml/2006/main">
              <a:ext uri="{FF2B5EF4-FFF2-40B4-BE49-F238E27FC236}">
                <a16:creationId xmlns:a16="http://schemas.microsoft.com/office/drawing/2014/main" id="{FD8CF109-D841-4429-8D01-0B895C6AD43D}"/>
              </a:ext>
            </a:extLst>
          </p:cNvPr>
          <p:cNvSpPr>
            <a:spLocks xmlns:a="http://schemas.openxmlformats.org/drawingml/2006/main" noGrp="1"/>
          </p:cNvSpPr>
          <p:nvPr/>
        </p:nvSpPr>
        <p:spPr>
          <a:xfrm xmlns:a="http://schemas.openxmlformats.org/drawingml/2006/main" rot="0">
            <a:off x="4838700" y="4152900"/>
            <a:ext cx="175260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28" name="">
            <a:extLst xmlns:a="http://schemas.openxmlformats.org/drawingml/2006/main">
              <a:ext uri="{FF2B5EF4-FFF2-40B4-BE49-F238E27FC236}">
                <a16:creationId xmlns:a16="http://schemas.microsoft.com/office/drawing/2014/main" id="{1874206C-F7F7-4AD3-84B9-9B2F08A04C10}"/>
              </a:ext>
            </a:extLst>
          </p:cNvPr>
          <p:cNvSpPr>
            <a:spLocks xmlns:a="http://schemas.openxmlformats.org/drawingml/2006/main" noGrp="1"/>
          </p:cNvSpPr>
          <p:nvPr/>
        </p:nvSpPr>
        <p:spPr>
          <a:xfrm xmlns:a="http://schemas.openxmlformats.org/drawingml/2006/main">
            <a:off x="4933950" y="4152900"/>
            <a:ext cx="1562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275" b="1">
                <a:solidFill>
                  <a:srgbClr val="191919"/>
                </a:solidFill>
                <a:latin typeface="AppleGothic"/>
                <a:ea typeface="AppleGothic"/>
                <a:cs typeface="AppleGothic"/>
              </a:defRPr>
            </a:pPr>
            <a:r>
              <a:rPr sz="1275" b="1">
                <a:solidFill>
                  <a:srgbClr val="191919"/>
                </a:solidFill>
                <a:latin typeface="AppleGothic"/>
                <a:ea typeface="AppleGothic"/>
                <a:cs typeface="AppleGothic"/>
              </a:rPr>
              <a:t>금지 표현</a:t>
            </a:r>
          </a:p>
        </p:txBody>
      </p:sp>
      <p:sp>
        <p:nvSpPr>
          <p:cNvPr id="29" name="">
            <a:extLst xmlns:a="http://schemas.openxmlformats.org/drawingml/2006/main">
              <a:ext uri="{FF2B5EF4-FFF2-40B4-BE49-F238E27FC236}">
                <a16:creationId xmlns:a16="http://schemas.microsoft.com/office/drawing/2014/main" id="{E202BFD4-2D51-46A0-8FC6-15FA4FEB7887}"/>
              </a:ext>
            </a:extLst>
          </p:cNvPr>
          <p:cNvSpPr>
            <a:spLocks xmlns:a="http://schemas.openxmlformats.org/drawingml/2006/main" noGrp="1"/>
          </p:cNvSpPr>
          <p:nvPr/>
        </p:nvSpPr>
        <p:spPr>
          <a:xfrm xmlns:a="http://schemas.openxmlformats.org/drawingml/2006/main" rot="0">
            <a:off x="6953250" y="4152900"/>
            <a:ext cx="175260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30" name="">
            <a:extLst xmlns:a="http://schemas.openxmlformats.org/drawingml/2006/main">
              <a:ext uri="{FF2B5EF4-FFF2-40B4-BE49-F238E27FC236}">
                <a16:creationId xmlns:a16="http://schemas.microsoft.com/office/drawing/2014/main" id="{B9FAD98D-A43D-444D-AB6F-BFBD6E80DCF3}"/>
              </a:ext>
            </a:extLst>
          </p:cNvPr>
          <p:cNvSpPr>
            <a:spLocks xmlns:a="http://schemas.openxmlformats.org/drawingml/2006/main" noGrp="1"/>
          </p:cNvSpPr>
          <p:nvPr/>
        </p:nvSpPr>
        <p:spPr>
          <a:xfrm xmlns:a="http://schemas.openxmlformats.org/drawingml/2006/main">
            <a:off x="7048500" y="4152900"/>
            <a:ext cx="1562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275" b="1">
                <a:solidFill>
                  <a:srgbClr val="191919"/>
                </a:solidFill>
                <a:latin typeface="AppleGothic"/>
                <a:ea typeface="AppleGothic"/>
                <a:cs typeface="AppleGothic"/>
              </a:defRPr>
            </a:pPr>
            <a:r>
              <a:rPr sz="1275" b="1">
                <a:solidFill>
                  <a:srgbClr val="191919"/>
                </a:solidFill>
                <a:latin typeface="AppleGothic"/>
                <a:ea typeface="AppleGothic"/>
                <a:cs typeface="AppleGothic"/>
              </a:rPr>
              <a:t>감사 로그</a:t>
            </a:r>
          </a:p>
        </p:txBody>
      </p:sp>
      <p:sp>
        <p:nvSpPr>
          <p:cNvPr id="31" name="">
            <a:extLst xmlns:a="http://schemas.openxmlformats.org/drawingml/2006/main">
              <a:ext uri="{FF2B5EF4-FFF2-40B4-BE49-F238E27FC236}">
                <a16:creationId xmlns:a16="http://schemas.microsoft.com/office/drawing/2014/main" id="{9B432914-D53A-4500-B02F-F3BAEB9CDEF9}"/>
              </a:ext>
            </a:extLst>
          </p:cNvPr>
          <p:cNvSpPr>
            <a:spLocks xmlns:a="http://schemas.openxmlformats.org/drawingml/2006/main" noGrp="1"/>
          </p:cNvSpPr>
          <p:nvPr/>
        </p:nvSpPr>
        <p:spPr>
          <a:xfrm xmlns:a="http://schemas.openxmlformats.org/drawingml/2006/main">
            <a:off x="609600" y="5391150"/>
            <a:ext cx="1809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191919"/>
                </a:solidFill>
                <a:latin typeface="AppleGothic"/>
                <a:ea typeface="AppleGothic"/>
                <a:cs typeface="AppleGothic"/>
              </a:defRPr>
            </a:pPr>
            <a:r>
              <a:rPr sz="1650" b="1">
                <a:solidFill>
                  <a:srgbClr val="191919"/>
                </a:solidFill>
                <a:latin typeface="AppleGothic"/>
                <a:ea typeface="AppleGothic"/>
                <a:cs typeface="AppleGothic"/>
              </a:rPr>
              <a:t>저장</a:t>
            </a:r>
          </a:p>
        </p:txBody>
      </p:sp>
      <p:sp>
        <p:nvSpPr>
          <p:cNvPr id="32" name="">
            <a:extLst xmlns:a="http://schemas.openxmlformats.org/drawingml/2006/main">
              <a:ext uri="{FF2B5EF4-FFF2-40B4-BE49-F238E27FC236}">
                <a16:creationId xmlns:a16="http://schemas.microsoft.com/office/drawing/2014/main" id="{E990C667-8BCC-479E-8911-1AAFFAF44FC0}"/>
              </a:ext>
            </a:extLst>
          </p:cNvPr>
          <p:cNvSpPr>
            <a:spLocks xmlns:a="http://schemas.openxmlformats.org/drawingml/2006/main" noGrp="1"/>
          </p:cNvSpPr>
          <p:nvPr/>
        </p:nvSpPr>
        <p:spPr>
          <a:xfrm xmlns:a="http://schemas.openxmlformats.org/drawingml/2006/main" flipH="0" flipV="0">
            <a:off x="2495550" y="5619750"/>
            <a:ext cx="908685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3" name="">
            <a:extLst xmlns:a="http://schemas.openxmlformats.org/drawingml/2006/main">
              <a:ext uri="{FF2B5EF4-FFF2-40B4-BE49-F238E27FC236}">
                <a16:creationId xmlns:a16="http://schemas.microsoft.com/office/drawing/2014/main" id="{A5F21837-43D8-4507-A51A-276728B93631}"/>
              </a:ext>
            </a:extLst>
          </p:cNvPr>
          <p:cNvSpPr>
            <a:spLocks xmlns:a="http://schemas.openxmlformats.org/drawingml/2006/main" noGrp="1"/>
          </p:cNvSpPr>
          <p:nvPr/>
        </p:nvSpPr>
        <p:spPr>
          <a:xfrm xmlns:a="http://schemas.openxmlformats.org/drawingml/2006/main" rot="0">
            <a:off x="2724150" y="5295900"/>
            <a:ext cx="175260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34" name="">
            <a:extLst xmlns:a="http://schemas.openxmlformats.org/drawingml/2006/main">
              <a:ext uri="{FF2B5EF4-FFF2-40B4-BE49-F238E27FC236}">
                <a16:creationId xmlns:a16="http://schemas.microsoft.com/office/drawing/2014/main" id="{B923E2EF-9022-4D46-B091-D6AB73EBB1E2}"/>
              </a:ext>
            </a:extLst>
          </p:cNvPr>
          <p:cNvSpPr>
            <a:spLocks xmlns:a="http://schemas.openxmlformats.org/drawingml/2006/main" noGrp="1"/>
          </p:cNvSpPr>
          <p:nvPr/>
        </p:nvSpPr>
        <p:spPr>
          <a:xfrm xmlns:a="http://schemas.openxmlformats.org/drawingml/2006/main">
            <a:off x="2819400" y="5295900"/>
            <a:ext cx="1562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275" b="1">
                <a:solidFill>
                  <a:srgbClr val="191919"/>
                </a:solidFill>
                <a:latin typeface="AppleGothic"/>
                <a:ea typeface="AppleGothic"/>
                <a:cs typeface="AppleGothic"/>
              </a:defRPr>
            </a:pPr>
            <a:r>
              <a:rPr sz="1275" b="1">
                <a:solidFill>
                  <a:srgbClr val="191919"/>
                </a:solidFill>
                <a:latin typeface="AppleGothic"/>
                <a:ea typeface="AppleGothic"/>
                <a:cs typeface="AppleGothic"/>
              </a:rPr>
              <a:t>원문 최소화</a:t>
            </a:r>
          </a:p>
        </p:txBody>
      </p:sp>
      <p:sp>
        <p:nvSpPr>
          <p:cNvPr id="35" name="">
            <a:extLst xmlns:a="http://schemas.openxmlformats.org/drawingml/2006/main">
              <a:ext uri="{FF2B5EF4-FFF2-40B4-BE49-F238E27FC236}">
                <a16:creationId xmlns:a16="http://schemas.microsoft.com/office/drawing/2014/main" id="{D3A1A693-D517-417D-8023-ED67ABAFA34E}"/>
              </a:ext>
            </a:extLst>
          </p:cNvPr>
          <p:cNvSpPr>
            <a:spLocks xmlns:a="http://schemas.openxmlformats.org/drawingml/2006/main" noGrp="1"/>
          </p:cNvSpPr>
          <p:nvPr/>
        </p:nvSpPr>
        <p:spPr>
          <a:xfrm xmlns:a="http://schemas.openxmlformats.org/drawingml/2006/main" rot="0">
            <a:off x="4838700" y="5295900"/>
            <a:ext cx="175260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36" name="">
            <a:extLst xmlns:a="http://schemas.openxmlformats.org/drawingml/2006/main">
              <a:ext uri="{FF2B5EF4-FFF2-40B4-BE49-F238E27FC236}">
                <a16:creationId xmlns:a16="http://schemas.microsoft.com/office/drawing/2014/main" id="{7DCB3621-DD0E-4AA6-A2E9-A6E3C25E8562}"/>
              </a:ext>
            </a:extLst>
          </p:cNvPr>
          <p:cNvSpPr>
            <a:spLocks xmlns:a="http://schemas.openxmlformats.org/drawingml/2006/main" noGrp="1"/>
          </p:cNvSpPr>
          <p:nvPr/>
        </p:nvSpPr>
        <p:spPr>
          <a:xfrm xmlns:a="http://schemas.openxmlformats.org/drawingml/2006/main">
            <a:off x="4933950" y="5295900"/>
            <a:ext cx="1562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275" b="1">
                <a:solidFill>
                  <a:srgbClr val="191919"/>
                </a:solidFill>
                <a:latin typeface="AppleGothic"/>
                <a:ea typeface="AppleGothic"/>
                <a:cs typeface="AppleGothic"/>
              </a:defRPr>
            </a:pPr>
            <a:r>
              <a:rPr sz="1275" b="1">
                <a:solidFill>
                  <a:srgbClr val="191919"/>
                </a:solidFill>
                <a:latin typeface="AppleGothic"/>
                <a:ea typeface="AppleGothic"/>
                <a:cs typeface="AppleGothic"/>
              </a:rPr>
              <a:t>보존 기간</a:t>
            </a:r>
          </a:p>
        </p:txBody>
      </p:sp>
      <p:sp>
        <p:nvSpPr>
          <p:cNvPr id="37" name="">
            <a:extLst xmlns:a="http://schemas.openxmlformats.org/drawingml/2006/main">
              <a:ext uri="{FF2B5EF4-FFF2-40B4-BE49-F238E27FC236}">
                <a16:creationId xmlns:a16="http://schemas.microsoft.com/office/drawing/2014/main" id="{C1D80CB2-C2DD-415B-8391-C197DDB6E4D0}"/>
              </a:ext>
            </a:extLst>
          </p:cNvPr>
          <p:cNvSpPr>
            <a:spLocks xmlns:a="http://schemas.openxmlformats.org/drawingml/2006/main" noGrp="1"/>
          </p:cNvSpPr>
          <p:nvPr/>
        </p:nvSpPr>
        <p:spPr>
          <a:xfrm xmlns:a="http://schemas.openxmlformats.org/drawingml/2006/main" rot="0">
            <a:off x="6953250" y="5295900"/>
            <a:ext cx="175260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38" name="">
            <a:extLst xmlns:a="http://schemas.openxmlformats.org/drawingml/2006/main">
              <a:ext uri="{FF2B5EF4-FFF2-40B4-BE49-F238E27FC236}">
                <a16:creationId xmlns:a16="http://schemas.microsoft.com/office/drawing/2014/main" id="{6C218BB0-0B64-4021-A931-4842055C4A69}"/>
              </a:ext>
            </a:extLst>
          </p:cNvPr>
          <p:cNvSpPr>
            <a:spLocks xmlns:a="http://schemas.openxmlformats.org/drawingml/2006/main" noGrp="1"/>
          </p:cNvSpPr>
          <p:nvPr/>
        </p:nvSpPr>
        <p:spPr>
          <a:xfrm xmlns:a="http://schemas.openxmlformats.org/drawingml/2006/main">
            <a:off x="7048500" y="5295900"/>
            <a:ext cx="1562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275" b="1">
                <a:solidFill>
                  <a:srgbClr val="191919"/>
                </a:solidFill>
                <a:latin typeface="AppleGothic"/>
                <a:ea typeface="AppleGothic"/>
                <a:cs typeface="AppleGothic"/>
              </a:defRPr>
            </a:pPr>
            <a:r>
              <a:rPr sz="1275" b="1">
                <a:solidFill>
                  <a:srgbClr val="191919"/>
                </a:solidFill>
                <a:latin typeface="AppleGothic"/>
                <a:ea typeface="AppleGothic"/>
                <a:cs typeface="AppleGothic"/>
              </a:rPr>
              <a:t>접근 통제</a:t>
            </a:r>
          </a:p>
        </p:txBody>
      </p:sp>
    </p:spTree>
    <p:extLst>
      <p:ext uri="{BB962C8B-B14F-4D97-AF65-F5344CB8AC3E}">
        <p14:creationId xmlns:p14="http://schemas.microsoft.com/office/powerpoint/2010/main" val="1709680166"/>
      </p:ext>
    </p:extLst>
  </p:cSld>
</p:sld>
</file>

<file path=ppt/slides/slide57.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4E4C710D-CB34-4BB4-BB7A-C89A56F5CE16}"/>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OPS</a:t>
            </a:r>
          </a:p>
        </p:txBody>
      </p:sp>
      <p:sp>
        <p:nvSpPr>
          <p:cNvPr id="2" name="">
            <a:extLst xmlns:a="http://schemas.openxmlformats.org/drawingml/2006/main">
              <a:ext uri="{FF2B5EF4-FFF2-40B4-BE49-F238E27FC236}">
                <a16:creationId xmlns:a16="http://schemas.microsoft.com/office/drawing/2014/main" id="{F76DC386-ED33-413F-87E6-7FD0A81C6D17}"/>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57</a:t>
            </a:r>
          </a:p>
        </p:txBody>
      </p:sp>
      <p:sp>
        <p:nvSpPr>
          <p:cNvPr id="3" name="">
            <a:extLst xmlns:a="http://schemas.openxmlformats.org/drawingml/2006/main">
              <a:ext uri="{FF2B5EF4-FFF2-40B4-BE49-F238E27FC236}">
                <a16:creationId xmlns:a16="http://schemas.microsoft.com/office/drawing/2014/main" id="{FFF2E1B2-1EEF-45C6-BA9B-298CF8E84F88}"/>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46927F0D-8A77-40E5-B2FA-BD729D3D1CBC}"/>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FE7EEDCB-0641-4792-AF76-E079412741C0}"/>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2AA01A2E-9B16-4B4F-9D98-B9CD3E0879F2}"/>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재현성의 다섯 고정값</a:t>
            </a:r>
          </a:p>
        </p:txBody>
      </p:sp>
      <p:sp>
        <p:nvSpPr>
          <p:cNvPr id="7" name="">
            <a:extLst xmlns:a="http://schemas.openxmlformats.org/drawingml/2006/main">
              <a:ext uri="{FF2B5EF4-FFF2-40B4-BE49-F238E27FC236}">
                <a16:creationId xmlns:a16="http://schemas.microsoft.com/office/drawing/2014/main" id="{8C3A76FE-9A1C-4D6D-8214-5D35B71F162A}"/>
              </a:ext>
            </a:extLst>
          </p:cNvPr>
          <p:cNvSpPr>
            <a:spLocks xmlns:a="http://schemas.openxmlformats.org/drawingml/2006/main" noGrp="1"/>
          </p:cNvSpPr>
          <p:nvPr/>
        </p:nvSpPr>
        <p:spPr>
          <a:xfrm xmlns:a="http://schemas.openxmlformats.org/drawingml/2006/main" rot="0">
            <a:off x="666750" y="1619250"/>
            <a:ext cx="361950" cy="36195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8" name="">
            <a:extLst xmlns:a="http://schemas.openxmlformats.org/drawingml/2006/main">
              <a:ext uri="{FF2B5EF4-FFF2-40B4-BE49-F238E27FC236}">
                <a16:creationId xmlns:a16="http://schemas.microsoft.com/office/drawing/2014/main" id="{3F43D952-FE2A-44D0-96B0-E7C9F3FFB387}"/>
              </a:ext>
            </a:extLst>
          </p:cNvPr>
          <p:cNvSpPr>
            <a:spLocks xmlns:a="http://schemas.openxmlformats.org/drawingml/2006/main" noGrp="1"/>
          </p:cNvSpPr>
          <p:nvPr/>
        </p:nvSpPr>
        <p:spPr>
          <a:xfrm xmlns:a="http://schemas.openxmlformats.org/drawingml/2006/main">
            <a:off x="666750" y="1619250"/>
            <a:ext cx="361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650" b="1">
                <a:solidFill>
                  <a:srgbClr val="FFFFFF"/>
                </a:solidFill>
                <a:latin typeface="Menlo"/>
                <a:ea typeface="Menlo"/>
                <a:cs typeface="Menlo"/>
              </a:defRPr>
            </a:pPr>
            <a:r>
              <a:rPr sz="1650" b="1">
                <a:solidFill>
                  <a:srgbClr val="FFFFFF"/>
                </a:solidFill>
                <a:latin typeface="Menlo"/>
                <a:ea typeface="Menlo"/>
                <a:cs typeface="Menlo"/>
              </a:rPr>
              <a:t>✓</a:t>
            </a:r>
          </a:p>
        </p:txBody>
      </p:sp>
      <p:sp>
        <p:nvSpPr>
          <p:cNvPr id="9" name="">
            <a:extLst xmlns:a="http://schemas.openxmlformats.org/drawingml/2006/main">
              <a:ext uri="{FF2B5EF4-FFF2-40B4-BE49-F238E27FC236}">
                <a16:creationId xmlns:a16="http://schemas.microsoft.com/office/drawing/2014/main" id="{05F66630-FC9D-4810-AF7D-A76D7EE56106}"/>
              </a:ext>
            </a:extLst>
          </p:cNvPr>
          <p:cNvSpPr>
            <a:spLocks xmlns:a="http://schemas.openxmlformats.org/drawingml/2006/main" noGrp="1"/>
          </p:cNvSpPr>
          <p:nvPr/>
        </p:nvSpPr>
        <p:spPr>
          <a:xfrm xmlns:a="http://schemas.openxmlformats.org/drawingml/2006/main">
            <a:off x="1295400" y="1562100"/>
            <a:ext cx="4000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950" b="1">
                <a:solidFill>
                  <a:srgbClr val="191919"/>
                </a:solidFill>
                <a:latin typeface="AppleGothic"/>
                <a:ea typeface="AppleGothic"/>
                <a:cs typeface="AppleGothic"/>
              </a:defRPr>
            </a:pPr>
            <a:r>
              <a:rPr sz="1950" b="1">
                <a:solidFill>
                  <a:srgbClr val="191919"/>
                </a:solidFill>
                <a:latin typeface="AppleGothic"/>
                <a:ea typeface="AppleGothic"/>
                <a:cs typeface="AppleGothic"/>
              </a:rPr>
              <a:t>환경</a:t>
            </a:r>
          </a:p>
        </p:txBody>
      </p:sp>
      <p:sp>
        <p:nvSpPr>
          <p:cNvPr id="10" name="">
            <a:extLst xmlns:a="http://schemas.openxmlformats.org/drawingml/2006/main">
              <a:ext uri="{FF2B5EF4-FFF2-40B4-BE49-F238E27FC236}">
                <a16:creationId xmlns:a16="http://schemas.microsoft.com/office/drawing/2014/main" id="{65FFE0BA-32A6-4D65-85AD-177CED288995}"/>
              </a:ext>
            </a:extLst>
          </p:cNvPr>
          <p:cNvSpPr>
            <a:spLocks xmlns:a="http://schemas.openxmlformats.org/drawingml/2006/main" noGrp="1"/>
          </p:cNvSpPr>
          <p:nvPr/>
        </p:nvSpPr>
        <p:spPr>
          <a:xfrm xmlns:a="http://schemas.openxmlformats.org/drawingml/2006/main">
            <a:off x="5657850" y="1600200"/>
            <a:ext cx="5581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Python · 패키지 · 운영체제 · 가속기</a:t>
            </a:r>
          </a:p>
        </p:txBody>
      </p:sp>
      <p:sp>
        <p:nvSpPr>
          <p:cNvPr id="11" name="">
            <a:extLst xmlns:a="http://schemas.openxmlformats.org/drawingml/2006/main">
              <a:ext uri="{FF2B5EF4-FFF2-40B4-BE49-F238E27FC236}">
                <a16:creationId xmlns:a16="http://schemas.microsoft.com/office/drawing/2014/main" id="{AA63B234-1CAC-419B-AD0B-D840264D99AB}"/>
              </a:ext>
            </a:extLst>
          </p:cNvPr>
          <p:cNvSpPr>
            <a:spLocks xmlns:a="http://schemas.openxmlformats.org/drawingml/2006/main" noGrp="1"/>
          </p:cNvSpPr>
          <p:nvPr/>
        </p:nvSpPr>
        <p:spPr>
          <a:xfrm xmlns:a="http://schemas.openxmlformats.org/drawingml/2006/main" flipH="0" flipV="0">
            <a:off x="1295400" y="2152650"/>
            <a:ext cx="99441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12" name="">
            <a:extLst xmlns:a="http://schemas.openxmlformats.org/drawingml/2006/main">
              <a:ext uri="{FF2B5EF4-FFF2-40B4-BE49-F238E27FC236}">
                <a16:creationId xmlns:a16="http://schemas.microsoft.com/office/drawing/2014/main" id="{73474145-C1C0-4E38-B377-05844A860E1F}"/>
              </a:ext>
            </a:extLst>
          </p:cNvPr>
          <p:cNvSpPr>
            <a:spLocks xmlns:a="http://schemas.openxmlformats.org/drawingml/2006/main" noGrp="1"/>
          </p:cNvSpPr>
          <p:nvPr/>
        </p:nvSpPr>
        <p:spPr>
          <a:xfrm xmlns:a="http://schemas.openxmlformats.org/drawingml/2006/main" rot="0">
            <a:off x="666750" y="2495550"/>
            <a:ext cx="361950" cy="36195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13" name="">
            <a:extLst xmlns:a="http://schemas.openxmlformats.org/drawingml/2006/main">
              <a:ext uri="{FF2B5EF4-FFF2-40B4-BE49-F238E27FC236}">
                <a16:creationId xmlns:a16="http://schemas.microsoft.com/office/drawing/2014/main" id="{A2865F97-70E8-483D-A1E3-F98E6BEB8E72}"/>
              </a:ext>
            </a:extLst>
          </p:cNvPr>
          <p:cNvSpPr>
            <a:spLocks xmlns:a="http://schemas.openxmlformats.org/drawingml/2006/main" noGrp="1"/>
          </p:cNvSpPr>
          <p:nvPr/>
        </p:nvSpPr>
        <p:spPr>
          <a:xfrm xmlns:a="http://schemas.openxmlformats.org/drawingml/2006/main">
            <a:off x="666750" y="2495550"/>
            <a:ext cx="361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650" b="1">
                <a:solidFill>
                  <a:srgbClr val="FFFFFF"/>
                </a:solidFill>
                <a:latin typeface="Menlo"/>
                <a:ea typeface="Menlo"/>
                <a:cs typeface="Menlo"/>
              </a:defRPr>
            </a:pPr>
            <a:r>
              <a:rPr sz="1650" b="1">
                <a:solidFill>
                  <a:srgbClr val="FFFFFF"/>
                </a:solidFill>
                <a:latin typeface="Menlo"/>
                <a:ea typeface="Menlo"/>
                <a:cs typeface="Menlo"/>
              </a:rPr>
              <a:t>✓</a:t>
            </a:r>
          </a:p>
        </p:txBody>
      </p:sp>
      <p:sp>
        <p:nvSpPr>
          <p:cNvPr id="14" name="">
            <a:extLst xmlns:a="http://schemas.openxmlformats.org/drawingml/2006/main">
              <a:ext uri="{FF2B5EF4-FFF2-40B4-BE49-F238E27FC236}">
                <a16:creationId xmlns:a16="http://schemas.microsoft.com/office/drawing/2014/main" id="{032D0F7E-9120-4A1C-B12E-D71CAB135358}"/>
              </a:ext>
            </a:extLst>
          </p:cNvPr>
          <p:cNvSpPr>
            <a:spLocks xmlns:a="http://schemas.openxmlformats.org/drawingml/2006/main" noGrp="1"/>
          </p:cNvSpPr>
          <p:nvPr/>
        </p:nvSpPr>
        <p:spPr>
          <a:xfrm xmlns:a="http://schemas.openxmlformats.org/drawingml/2006/main">
            <a:off x="1295400" y="2438400"/>
            <a:ext cx="4000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950" b="1">
                <a:solidFill>
                  <a:srgbClr val="191919"/>
                </a:solidFill>
                <a:latin typeface="AppleGothic"/>
                <a:ea typeface="AppleGothic"/>
                <a:cs typeface="AppleGothic"/>
              </a:defRPr>
            </a:pPr>
            <a:r>
              <a:rPr sz="1950" b="1">
                <a:solidFill>
                  <a:srgbClr val="191919"/>
                </a:solidFill>
                <a:latin typeface="AppleGothic"/>
                <a:ea typeface="AppleGothic"/>
                <a:cs typeface="AppleGothic"/>
              </a:rPr>
              <a:t>입력</a:t>
            </a:r>
          </a:p>
        </p:txBody>
      </p:sp>
      <p:sp>
        <p:nvSpPr>
          <p:cNvPr id="15" name="">
            <a:extLst xmlns:a="http://schemas.openxmlformats.org/drawingml/2006/main">
              <a:ext uri="{FF2B5EF4-FFF2-40B4-BE49-F238E27FC236}">
                <a16:creationId xmlns:a16="http://schemas.microsoft.com/office/drawing/2014/main" id="{1FB84E79-56BB-493A-A04F-BC6DB58A3E60}"/>
              </a:ext>
            </a:extLst>
          </p:cNvPr>
          <p:cNvSpPr>
            <a:spLocks xmlns:a="http://schemas.openxmlformats.org/drawingml/2006/main" noGrp="1"/>
          </p:cNvSpPr>
          <p:nvPr/>
        </p:nvSpPr>
        <p:spPr>
          <a:xfrm xmlns:a="http://schemas.openxmlformats.org/drawingml/2006/main">
            <a:off x="5657850" y="2476500"/>
            <a:ext cx="5581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평가 데이터 개정 · 콘텐츠 지문</a:t>
            </a:r>
          </a:p>
        </p:txBody>
      </p:sp>
      <p:sp>
        <p:nvSpPr>
          <p:cNvPr id="16" name="">
            <a:extLst xmlns:a="http://schemas.openxmlformats.org/drawingml/2006/main">
              <a:ext uri="{FF2B5EF4-FFF2-40B4-BE49-F238E27FC236}">
                <a16:creationId xmlns:a16="http://schemas.microsoft.com/office/drawing/2014/main" id="{5C33F35E-BC79-45D2-8445-2304C613858F}"/>
              </a:ext>
            </a:extLst>
          </p:cNvPr>
          <p:cNvSpPr>
            <a:spLocks xmlns:a="http://schemas.openxmlformats.org/drawingml/2006/main" noGrp="1"/>
          </p:cNvSpPr>
          <p:nvPr/>
        </p:nvSpPr>
        <p:spPr>
          <a:xfrm xmlns:a="http://schemas.openxmlformats.org/drawingml/2006/main" flipH="0" flipV="0">
            <a:off x="1295400" y="3028950"/>
            <a:ext cx="99441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17" name="">
            <a:extLst xmlns:a="http://schemas.openxmlformats.org/drawingml/2006/main">
              <a:ext uri="{FF2B5EF4-FFF2-40B4-BE49-F238E27FC236}">
                <a16:creationId xmlns:a16="http://schemas.microsoft.com/office/drawing/2014/main" id="{70858D1A-B6F4-4867-B8BD-4C93965FE919}"/>
              </a:ext>
            </a:extLst>
          </p:cNvPr>
          <p:cNvSpPr>
            <a:spLocks xmlns:a="http://schemas.openxmlformats.org/drawingml/2006/main" noGrp="1"/>
          </p:cNvSpPr>
          <p:nvPr/>
        </p:nvSpPr>
        <p:spPr>
          <a:xfrm xmlns:a="http://schemas.openxmlformats.org/drawingml/2006/main" rot="0">
            <a:off x="666750" y="3371850"/>
            <a:ext cx="361950" cy="36195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18" name="">
            <a:extLst xmlns:a="http://schemas.openxmlformats.org/drawingml/2006/main">
              <a:ext uri="{FF2B5EF4-FFF2-40B4-BE49-F238E27FC236}">
                <a16:creationId xmlns:a16="http://schemas.microsoft.com/office/drawing/2014/main" id="{47026612-21C6-484A-B796-EE736071A5D9}"/>
              </a:ext>
            </a:extLst>
          </p:cNvPr>
          <p:cNvSpPr>
            <a:spLocks xmlns:a="http://schemas.openxmlformats.org/drawingml/2006/main" noGrp="1"/>
          </p:cNvSpPr>
          <p:nvPr/>
        </p:nvSpPr>
        <p:spPr>
          <a:xfrm xmlns:a="http://schemas.openxmlformats.org/drawingml/2006/main">
            <a:off x="666750" y="3371850"/>
            <a:ext cx="361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650" b="1">
                <a:solidFill>
                  <a:srgbClr val="FFFFFF"/>
                </a:solidFill>
                <a:latin typeface="Menlo"/>
                <a:ea typeface="Menlo"/>
                <a:cs typeface="Menlo"/>
              </a:defRPr>
            </a:pPr>
            <a:r>
              <a:rPr sz="1650" b="1">
                <a:solidFill>
                  <a:srgbClr val="FFFFFF"/>
                </a:solidFill>
                <a:latin typeface="Menlo"/>
                <a:ea typeface="Menlo"/>
                <a:cs typeface="Menlo"/>
              </a:rPr>
              <a:t>✓</a:t>
            </a:r>
          </a:p>
        </p:txBody>
      </p:sp>
      <p:sp>
        <p:nvSpPr>
          <p:cNvPr id="19" name="">
            <a:extLst xmlns:a="http://schemas.openxmlformats.org/drawingml/2006/main">
              <a:ext uri="{FF2B5EF4-FFF2-40B4-BE49-F238E27FC236}">
                <a16:creationId xmlns:a16="http://schemas.microsoft.com/office/drawing/2014/main" id="{65D7A1C8-EE29-4EB1-A313-2716EFC0F14C}"/>
              </a:ext>
            </a:extLst>
          </p:cNvPr>
          <p:cNvSpPr>
            <a:spLocks xmlns:a="http://schemas.openxmlformats.org/drawingml/2006/main" noGrp="1"/>
          </p:cNvSpPr>
          <p:nvPr/>
        </p:nvSpPr>
        <p:spPr>
          <a:xfrm xmlns:a="http://schemas.openxmlformats.org/drawingml/2006/main">
            <a:off x="1295400" y="3314700"/>
            <a:ext cx="4000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950" b="1">
                <a:solidFill>
                  <a:srgbClr val="191919"/>
                </a:solidFill>
                <a:latin typeface="AppleGothic"/>
                <a:ea typeface="AppleGothic"/>
                <a:cs typeface="AppleGothic"/>
              </a:defRPr>
            </a:pPr>
            <a:r>
              <a:rPr sz="1950" b="1">
                <a:solidFill>
                  <a:srgbClr val="191919"/>
                </a:solidFill>
                <a:latin typeface="AppleGothic"/>
                <a:ea typeface="AppleGothic"/>
                <a:cs typeface="AppleGothic"/>
              </a:rPr>
              <a:t>지시</a:t>
            </a:r>
          </a:p>
        </p:txBody>
      </p:sp>
      <p:sp>
        <p:nvSpPr>
          <p:cNvPr id="20" name="">
            <a:extLst xmlns:a="http://schemas.openxmlformats.org/drawingml/2006/main">
              <a:ext uri="{FF2B5EF4-FFF2-40B4-BE49-F238E27FC236}">
                <a16:creationId xmlns:a16="http://schemas.microsoft.com/office/drawing/2014/main" id="{8553A2F9-66E7-4797-A4B0-681C2E101BEA}"/>
              </a:ext>
            </a:extLst>
          </p:cNvPr>
          <p:cNvSpPr>
            <a:spLocks xmlns:a="http://schemas.openxmlformats.org/drawingml/2006/main" noGrp="1"/>
          </p:cNvSpPr>
          <p:nvPr/>
        </p:nvSpPr>
        <p:spPr>
          <a:xfrm xmlns:a="http://schemas.openxmlformats.org/drawingml/2006/main">
            <a:off x="5657850" y="3352800"/>
            <a:ext cx="5581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프롬프트 식별자 · 버전 · 스키마</a:t>
            </a:r>
          </a:p>
        </p:txBody>
      </p:sp>
      <p:sp>
        <p:nvSpPr>
          <p:cNvPr id="21" name="">
            <a:extLst xmlns:a="http://schemas.openxmlformats.org/drawingml/2006/main">
              <a:ext uri="{FF2B5EF4-FFF2-40B4-BE49-F238E27FC236}">
                <a16:creationId xmlns:a16="http://schemas.microsoft.com/office/drawing/2014/main" id="{0DFEF265-F1A9-4E35-9954-01894519CD53}"/>
              </a:ext>
            </a:extLst>
          </p:cNvPr>
          <p:cNvSpPr>
            <a:spLocks xmlns:a="http://schemas.openxmlformats.org/drawingml/2006/main" noGrp="1"/>
          </p:cNvSpPr>
          <p:nvPr/>
        </p:nvSpPr>
        <p:spPr>
          <a:xfrm xmlns:a="http://schemas.openxmlformats.org/drawingml/2006/main" flipH="0" flipV="0">
            <a:off x="1295400" y="3905250"/>
            <a:ext cx="99441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22" name="">
            <a:extLst xmlns:a="http://schemas.openxmlformats.org/drawingml/2006/main">
              <a:ext uri="{FF2B5EF4-FFF2-40B4-BE49-F238E27FC236}">
                <a16:creationId xmlns:a16="http://schemas.microsoft.com/office/drawing/2014/main" id="{B49766FA-4AD0-4C1F-B2A8-3F720DAED6A3}"/>
              </a:ext>
            </a:extLst>
          </p:cNvPr>
          <p:cNvSpPr>
            <a:spLocks xmlns:a="http://schemas.openxmlformats.org/drawingml/2006/main" noGrp="1"/>
          </p:cNvSpPr>
          <p:nvPr/>
        </p:nvSpPr>
        <p:spPr>
          <a:xfrm xmlns:a="http://schemas.openxmlformats.org/drawingml/2006/main" rot="0">
            <a:off x="666750" y="4248150"/>
            <a:ext cx="361950" cy="36195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23" name="">
            <a:extLst xmlns:a="http://schemas.openxmlformats.org/drawingml/2006/main">
              <a:ext uri="{FF2B5EF4-FFF2-40B4-BE49-F238E27FC236}">
                <a16:creationId xmlns:a16="http://schemas.microsoft.com/office/drawing/2014/main" id="{39FE4878-F952-438F-A66F-F2BBA3616D91}"/>
              </a:ext>
            </a:extLst>
          </p:cNvPr>
          <p:cNvSpPr>
            <a:spLocks xmlns:a="http://schemas.openxmlformats.org/drawingml/2006/main" noGrp="1"/>
          </p:cNvSpPr>
          <p:nvPr/>
        </p:nvSpPr>
        <p:spPr>
          <a:xfrm xmlns:a="http://schemas.openxmlformats.org/drawingml/2006/main">
            <a:off x="666750" y="4248150"/>
            <a:ext cx="361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650" b="1">
                <a:solidFill>
                  <a:srgbClr val="FFFFFF"/>
                </a:solidFill>
                <a:latin typeface="Menlo"/>
                <a:ea typeface="Menlo"/>
                <a:cs typeface="Menlo"/>
              </a:defRPr>
            </a:pPr>
            <a:r>
              <a:rPr sz="1650" b="1">
                <a:solidFill>
                  <a:srgbClr val="FFFFFF"/>
                </a:solidFill>
                <a:latin typeface="Menlo"/>
                <a:ea typeface="Menlo"/>
                <a:cs typeface="Menlo"/>
              </a:rPr>
              <a:t>✓</a:t>
            </a:r>
          </a:p>
        </p:txBody>
      </p:sp>
      <p:sp>
        <p:nvSpPr>
          <p:cNvPr id="24" name="">
            <a:extLst xmlns:a="http://schemas.openxmlformats.org/drawingml/2006/main">
              <a:ext uri="{FF2B5EF4-FFF2-40B4-BE49-F238E27FC236}">
                <a16:creationId xmlns:a16="http://schemas.microsoft.com/office/drawing/2014/main" id="{40891AAB-08D0-4934-8470-5FFFFE1384EC}"/>
              </a:ext>
            </a:extLst>
          </p:cNvPr>
          <p:cNvSpPr>
            <a:spLocks xmlns:a="http://schemas.openxmlformats.org/drawingml/2006/main" noGrp="1"/>
          </p:cNvSpPr>
          <p:nvPr/>
        </p:nvSpPr>
        <p:spPr>
          <a:xfrm xmlns:a="http://schemas.openxmlformats.org/drawingml/2006/main">
            <a:off x="1295400" y="4191000"/>
            <a:ext cx="4000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950" b="1">
                <a:solidFill>
                  <a:srgbClr val="191919"/>
                </a:solidFill>
                <a:latin typeface="AppleGothic"/>
                <a:ea typeface="AppleGothic"/>
                <a:cs typeface="AppleGothic"/>
              </a:defRPr>
            </a:pPr>
            <a:r>
              <a:rPr sz="1950" b="1">
                <a:solidFill>
                  <a:srgbClr val="191919"/>
                </a:solidFill>
                <a:latin typeface="AppleGothic"/>
                <a:ea typeface="AppleGothic"/>
                <a:cs typeface="AppleGothic"/>
              </a:rPr>
              <a:t>실행</a:t>
            </a:r>
          </a:p>
        </p:txBody>
      </p:sp>
      <p:sp>
        <p:nvSpPr>
          <p:cNvPr id="25" name="">
            <a:extLst xmlns:a="http://schemas.openxmlformats.org/drawingml/2006/main">
              <a:ext uri="{FF2B5EF4-FFF2-40B4-BE49-F238E27FC236}">
                <a16:creationId xmlns:a16="http://schemas.microsoft.com/office/drawing/2014/main" id="{645D788E-2B5C-4560-80FD-87660E9DD261}"/>
              </a:ext>
            </a:extLst>
          </p:cNvPr>
          <p:cNvSpPr>
            <a:spLocks xmlns:a="http://schemas.openxmlformats.org/drawingml/2006/main" noGrp="1"/>
          </p:cNvSpPr>
          <p:nvPr/>
        </p:nvSpPr>
        <p:spPr>
          <a:xfrm xmlns:a="http://schemas.openxmlformats.org/drawingml/2006/main">
            <a:off x="5657850" y="4229100"/>
            <a:ext cx="5581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제공자 · 모델 · 설정</a:t>
            </a:r>
          </a:p>
        </p:txBody>
      </p:sp>
      <p:sp>
        <p:nvSpPr>
          <p:cNvPr id="26" name="">
            <a:extLst xmlns:a="http://schemas.openxmlformats.org/drawingml/2006/main">
              <a:ext uri="{FF2B5EF4-FFF2-40B4-BE49-F238E27FC236}">
                <a16:creationId xmlns:a16="http://schemas.microsoft.com/office/drawing/2014/main" id="{C62E8D4A-E447-472E-87B0-FBA9F385E922}"/>
              </a:ext>
            </a:extLst>
          </p:cNvPr>
          <p:cNvSpPr>
            <a:spLocks xmlns:a="http://schemas.openxmlformats.org/drawingml/2006/main" noGrp="1"/>
          </p:cNvSpPr>
          <p:nvPr/>
        </p:nvSpPr>
        <p:spPr>
          <a:xfrm xmlns:a="http://schemas.openxmlformats.org/drawingml/2006/main" flipH="0" flipV="0">
            <a:off x="1295400" y="4781550"/>
            <a:ext cx="99441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27" name="">
            <a:extLst xmlns:a="http://schemas.openxmlformats.org/drawingml/2006/main">
              <a:ext uri="{FF2B5EF4-FFF2-40B4-BE49-F238E27FC236}">
                <a16:creationId xmlns:a16="http://schemas.microsoft.com/office/drawing/2014/main" id="{C9BE12C6-C3AA-440A-8879-A9EDC43ACA0D}"/>
              </a:ext>
            </a:extLst>
          </p:cNvPr>
          <p:cNvSpPr>
            <a:spLocks xmlns:a="http://schemas.openxmlformats.org/drawingml/2006/main" noGrp="1"/>
          </p:cNvSpPr>
          <p:nvPr/>
        </p:nvSpPr>
        <p:spPr>
          <a:xfrm xmlns:a="http://schemas.openxmlformats.org/drawingml/2006/main" rot="0">
            <a:off x="666750" y="5124450"/>
            <a:ext cx="361950" cy="36195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28" name="">
            <a:extLst xmlns:a="http://schemas.openxmlformats.org/drawingml/2006/main">
              <a:ext uri="{FF2B5EF4-FFF2-40B4-BE49-F238E27FC236}">
                <a16:creationId xmlns:a16="http://schemas.microsoft.com/office/drawing/2014/main" id="{35322B14-7F21-40B9-AD21-027D160DB4EF}"/>
              </a:ext>
            </a:extLst>
          </p:cNvPr>
          <p:cNvSpPr>
            <a:spLocks xmlns:a="http://schemas.openxmlformats.org/drawingml/2006/main" noGrp="1"/>
          </p:cNvSpPr>
          <p:nvPr/>
        </p:nvSpPr>
        <p:spPr>
          <a:xfrm xmlns:a="http://schemas.openxmlformats.org/drawingml/2006/main">
            <a:off x="666750" y="5124450"/>
            <a:ext cx="361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650" b="1">
                <a:solidFill>
                  <a:srgbClr val="FFFFFF"/>
                </a:solidFill>
                <a:latin typeface="Menlo"/>
                <a:ea typeface="Menlo"/>
                <a:cs typeface="Menlo"/>
              </a:defRPr>
            </a:pPr>
            <a:r>
              <a:rPr sz="1650" b="1">
                <a:solidFill>
                  <a:srgbClr val="FFFFFF"/>
                </a:solidFill>
                <a:latin typeface="Menlo"/>
                <a:ea typeface="Menlo"/>
                <a:cs typeface="Menlo"/>
              </a:rPr>
              <a:t>✓</a:t>
            </a:r>
          </a:p>
        </p:txBody>
      </p:sp>
      <p:sp>
        <p:nvSpPr>
          <p:cNvPr id="29" name="">
            <a:extLst xmlns:a="http://schemas.openxmlformats.org/drawingml/2006/main">
              <a:ext uri="{FF2B5EF4-FFF2-40B4-BE49-F238E27FC236}">
                <a16:creationId xmlns:a16="http://schemas.microsoft.com/office/drawing/2014/main" id="{3DA2E15C-A9C6-415E-B6E8-33498A09423E}"/>
              </a:ext>
            </a:extLst>
          </p:cNvPr>
          <p:cNvSpPr>
            <a:spLocks xmlns:a="http://schemas.openxmlformats.org/drawingml/2006/main" noGrp="1"/>
          </p:cNvSpPr>
          <p:nvPr/>
        </p:nvSpPr>
        <p:spPr>
          <a:xfrm xmlns:a="http://schemas.openxmlformats.org/drawingml/2006/main">
            <a:off x="1295400" y="5067300"/>
            <a:ext cx="4000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950" b="1">
                <a:solidFill>
                  <a:srgbClr val="191919"/>
                </a:solidFill>
                <a:latin typeface="AppleGothic"/>
                <a:ea typeface="AppleGothic"/>
                <a:cs typeface="AppleGothic"/>
              </a:defRPr>
            </a:pPr>
            <a:r>
              <a:rPr sz="1950" b="1">
                <a:solidFill>
                  <a:srgbClr val="191919"/>
                </a:solidFill>
                <a:latin typeface="AppleGothic"/>
                <a:ea typeface="AppleGothic"/>
                <a:cs typeface="AppleGothic"/>
              </a:rPr>
              <a:t>코드</a:t>
            </a:r>
          </a:p>
        </p:txBody>
      </p:sp>
      <p:sp>
        <p:nvSpPr>
          <p:cNvPr id="30" name="">
            <a:extLst xmlns:a="http://schemas.openxmlformats.org/drawingml/2006/main">
              <a:ext uri="{FF2B5EF4-FFF2-40B4-BE49-F238E27FC236}">
                <a16:creationId xmlns:a16="http://schemas.microsoft.com/office/drawing/2014/main" id="{527A745A-7A05-4550-B0E8-CDDDBFC43B01}"/>
              </a:ext>
            </a:extLst>
          </p:cNvPr>
          <p:cNvSpPr>
            <a:spLocks xmlns:a="http://schemas.openxmlformats.org/drawingml/2006/main" noGrp="1"/>
          </p:cNvSpPr>
          <p:nvPr/>
        </p:nvSpPr>
        <p:spPr>
          <a:xfrm xmlns:a="http://schemas.openxmlformats.org/drawingml/2006/main">
            <a:off x="5657850" y="5105400"/>
            <a:ext cx="5581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커밋 · 접근 경로 · 정책</a:t>
            </a:r>
          </a:p>
        </p:txBody>
      </p:sp>
      <p:sp>
        <p:nvSpPr>
          <p:cNvPr id="31" name="">
            <a:extLst xmlns:a="http://schemas.openxmlformats.org/drawingml/2006/main">
              <a:ext uri="{FF2B5EF4-FFF2-40B4-BE49-F238E27FC236}">
                <a16:creationId xmlns:a16="http://schemas.microsoft.com/office/drawing/2014/main" id="{451A7CF8-F37A-49FD-9B41-A1E2ED0AC83C}"/>
              </a:ext>
            </a:extLst>
          </p:cNvPr>
          <p:cNvSpPr>
            <a:spLocks xmlns:a="http://schemas.openxmlformats.org/drawingml/2006/main" noGrp="1"/>
          </p:cNvSpPr>
          <p:nvPr/>
        </p:nvSpPr>
        <p:spPr>
          <a:xfrm xmlns:a="http://schemas.openxmlformats.org/drawingml/2006/main" flipH="0" flipV="0">
            <a:off x="1295400" y="5657850"/>
            <a:ext cx="99441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Tree>
    <p:extLst>
      <p:ext uri="{BB962C8B-B14F-4D97-AF65-F5344CB8AC3E}">
        <p14:creationId xmlns:p14="http://schemas.microsoft.com/office/powerpoint/2010/main" val="1522627496"/>
      </p:ext>
    </p:extLst>
  </p:cSld>
</p:sld>
</file>

<file path=ppt/slides/slide58.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ED219B2E-F885-463D-B040-AC491D9CDD16}"/>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LIFECYCLE</a:t>
            </a:r>
          </a:p>
        </p:txBody>
      </p:sp>
      <p:sp>
        <p:nvSpPr>
          <p:cNvPr id="2" name="">
            <a:extLst xmlns:a="http://schemas.openxmlformats.org/drawingml/2006/main">
              <a:ext uri="{FF2B5EF4-FFF2-40B4-BE49-F238E27FC236}">
                <a16:creationId xmlns:a16="http://schemas.microsoft.com/office/drawing/2014/main" id="{32278F0E-2D0D-4227-97EC-9FEEAB0BEAE7}"/>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58</a:t>
            </a:r>
          </a:p>
        </p:txBody>
      </p:sp>
      <p:sp>
        <p:nvSpPr>
          <p:cNvPr id="3" name="">
            <a:extLst xmlns:a="http://schemas.openxmlformats.org/drawingml/2006/main">
              <a:ext uri="{FF2B5EF4-FFF2-40B4-BE49-F238E27FC236}">
                <a16:creationId xmlns:a16="http://schemas.microsoft.com/office/drawing/2014/main" id="{AA3E68BD-FB65-4DB5-A721-C0A9718C8551}"/>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DC9BDBD8-421F-4600-B3AE-F5C450AE0A52}"/>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7203102E-534B-4BDD-80FB-4F39A4FEADFC}"/>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A2623A93-641F-4A6C-AA39-2CD79A65CAD1}"/>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서비스 개선 폐루프의 전체 구조</a:t>
            </a:r>
          </a:p>
        </p:txBody>
      </p:sp>
      <p:sp>
        <p:nvSpPr>
          <p:cNvPr id="7" name="">
            <a:extLst xmlns:a="http://schemas.openxmlformats.org/drawingml/2006/main">
              <a:ext uri="{FF2B5EF4-FFF2-40B4-BE49-F238E27FC236}">
                <a16:creationId xmlns:a16="http://schemas.microsoft.com/office/drawing/2014/main" id="{BE4F2688-1778-4001-912C-A36D7A5B831B}"/>
              </a:ext>
            </a:extLst>
          </p:cNvPr>
          <p:cNvSpPr>
            <a:spLocks xmlns:a="http://schemas.openxmlformats.org/drawingml/2006/main" noGrp="1"/>
          </p:cNvSpPr>
          <p:nvPr/>
        </p:nvSpPr>
        <p:spPr>
          <a:xfrm xmlns:a="http://schemas.openxmlformats.org/drawingml/2006/main" flipH="0" flipV="0">
            <a:off x="4283884" y="2093475"/>
            <a:ext cx="833353" cy="605466"/>
          </a:xfrm>
          <a:prstGeom xmlns:a="http://schemas.openxmlformats.org/drawingml/2006/main" prst="line">
            <a:avLst/>
          </a:prstGeom>
          <a:noFill xmlns:a="http://schemas.openxmlformats.org/drawingml/2006/main"/>
          <a:ln xmlns:a="http://schemas.openxmlformats.org/drawingml/2006/main" w="28575">
            <a:solidFill>
              <a:srgbClr val="2563EB"/>
            </a:solidFill>
            <a:prstDash val="solid"/>
          </a:ln>
        </p:spPr>
      </p:sp>
      <p:sp>
        <p:nvSpPr>
          <p:cNvPr id="8" name="">
            <a:extLst xmlns:a="http://schemas.openxmlformats.org/drawingml/2006/main">
              <a:ext uri="{FF2B5EF4-FFF2-40B4-BE49-F238E27FC236}">
                <a16:creationId xmlns:a16="http://schemas.microsoft.com/office/drawing/2014/main" id="{90A3A6C8-8BAB-49E7-8735-CFB14D065506}"/>
              </a:ext>
            </a:extLst>
          </p:cNvPr>
          <p:cNvSpPr>
            <a:spLocks xmlns:a="http://schemas.openxmlformats.org/drawingml/2006/main" noGrp="1"/>
          </p:cNvSpPr>
          <p:nvPr/>
        </p:nvSpPr>
        <p:spPr>
          <a:xfrm xmlns:a="http://schemas.openxmlformats.org/drawingml/2006/main" flipH="1" flipV="0">
            <a:off x="5056481" y="3491617"/>
            <a:ext cx="318312" cy="979665"/>
          </a:xfrm>
          <a:prstGeom xmlns:a="http://schemas.openxmlformats.org/drawingml/2006/main" prst="line">
            <a:avLst/>
          </a:prstGeom>
          <a:noFill xmlns:a="http://schemas.openxmlformats.org/drawingml/2006/main"/>
          <a:ln xmlns:a="http://schemas.openxmlformats.org/drawingml/2006/main" w="28575">
            <a:solidFill>
              <a:srgbClr val="2563EB"/>
            </a:solidFill>
            <a:prstDash val="solid"/>
          </a:ln>
        </p:spPr>
      </p:sp>
      <p:sp>
        <p:nvSpPr>
          <p:cNvPr id="9" name="">
            <a:extLst xmlns:a="http://schemas.openxmlformats.org/drawingml/2006/main">
              <a:ext uri="{FF2B5EF4-FFF2-40B4-BE49-F238E27FC236}">
                <a16:creationId xmlns:a16="http://schemas.microsoft.com/office/drawing/2014/main" id="{69C7DA86-8A3A-4C65-91BE-B5FFF662B9A1}"/>
              </a:ext>
            </a:extLst>
          </p:cNvPr>
          <p:cNvSpPr>
            <a:spLocks xmlns:a="http://schemas.openxmlformats.org/drawingml/2006/main" noGrp="1"/>
          </p:cNvSpPr>
          <p:nvPr/>
        </p:nvSpPr>
        <p:spPr>
          <a:xfrm xmlns:a="http://schemas.openxmlformats.org/drawingml/2006/main" flipH="1" flipV="0">
            <a:off x="3352110" y="4961183"/>
            <a:ext cx="1030081" cy="0"/>
          </a:xfrm>
          <a:prstGeom xmlns:a="http://schemas.openxmlformats.org/drawingml/2006/main" prst="line">
            <a:avLst/>
          </a:prstGeom>
          <a:noFill xmlns:a="http://schemas.openxmlformats.org/drawingml/2006/main"/>
          <a:ln xmlns:a="http://schemas.openxmlformats.org/drawingml/2006/main" w="28575">
            <a:solidFill>
              <a:srgbClr val="2563EB"/>
            </a:solidFill>
            <a:prstDash val="solid"/>
          </a:ln>
        </p:spPr>
      </p:sp>
      <p:sp>
        <p:nvSpPr>
          <p:cNvPr id="10" name="">
            <a:extLst xmlns:a="http://schemas.openxmlformats.org/drawingml/2006/main">
              <a:ext uri="{FF2B5EF4-FFF2-40B4-BE49-F238E27FC236}">
                <a16:creationId xmlns:a16="http://schemas.microsoft.com/office/drawing/2014/main" id="{67F7298A-36C2-41F4-AB36-4EE1F72341FC}"/>
              </a:ext>
            </a:extLst>
          </p:cNvPr>
          <p:cNvSpPr>
            <a:spLocks xmlns:a="http://schemas.openxmlformats.org/drawingml/2006/main" noGrp="1"/>
          </p:cNvSpPr>
          <p:nvPr/>
        </p:nvSpPr>
        <p:spPr>
          <a:xfrm xmlns:a="http://schemas.openxmlformats.org/drawingml/2006/main" flipH="1" flipV="1">
            <a:off x="2359507" y="3491617"/>
            <a:ext cx="318312" cy="979665"/>
          </a:xfrm>
          <a:prstGeom xmlns:a="http://schemas.openxmlformats.org/drawingml/2006/main" prst="line">
            <a:avLst/>
          </a:prstGeom>
          <a:noFill xmlns:a="http://schemas.openxmlformats.org/drawingml/2006/main"/>
          <a:ln xmlns:a="http://schemas.openxmlformats.org/drawingml/2006/main" w="28575">
            <a:solidFill>
              <a:srgbClr val="2563EB"/>
            </a:solidFill>
            <a:prstDash val="solid"/>
          </a:ln>
        </p:spPr>
      </p:sp>
      <p:sp>
        <p:nvSpPr>
          <p:cNvPr id="11" name="">
            <a:extLst xmlns:a="http://schemas.openxmlformats.org/drawingml/2006/main">
              <a:ext uri="{FF2B5EF4-FFF2-40B4-BE49-F238E27FC236}">
                <a16:creationId xmlns:a16="http://schemas.microsoft.com/office/drawing/2014/main" id="{FE483DDD-ECBE-42E1-A408-7B383BF6D3F8}"/>
              </a:ext>
            </a:extLst>
          </p:cNvPr>
          <p:cNvSpPr>
            <a:spLocks xmlns:a="http://schemas.openxmlformats.org/drawingml/2006/main" noGrp="1"/>
          </p:cNvSpPr>
          <p:nvPr/>
        </p:nvSpPr>
        <p:spPr>
          <a:xfrm xmlns:a="http://schemas.openxmlformats.org/drawingml/2006/main" flipH="0" flipV="1">
            <a:off x="2617063" y="2093475"/>
            <a:ext cx="833353" cy="605466"/>
          </a:xfrm>
          <a:prstGeom xmlns:a="http://schemas.openxmlformats.org/drawingml/2006/main" prst="line">
            <a:avLst/>
          </a:prstGeom>
          <a:noFill xmlns:a="http://schemas.openxmlformats.org/drawingml/2006/main"/>
          <a:ln xmlns:a="http://schemas.openxmlformats.org/drawingml/2006/main" w="28575">
            <a:solidFill>
              <a:srgbClr val="2563EB"/>
            </a:solidFill>
            <a:prstDash val="solid"/>
          </a:ln>
        </p:spPr>
      </p:sp>
      <p:sp>
        <p:nvSpPr>
          <p:cNvPr id="12" name="">
            <a:extLst xmlns:a="http://schemas.openxmlformats.org/drawingml/2006/main">
              <a:ext uri="{FF2B5EF4-FFF2-40B4-BE49-F238E27FC236}">
                <a16:creationId xmlns:a16="http://schemas.microsoft.com/office/drawing/2014/main" id="{5AD527E6-729D-4649-9348-B9976FF7617D}"/>
              </a:ext>
            </a:extLst>
          </p:cNvPr>
          <p:cNvSpPr>
            <a:spLocks xmlns:a="http://schemas.openxmlformats.org/drawingml/2006/main" noGrp="1"/>
          </p:cNvSpPr>
          <p:nvPr/>
        </p:nvSpPr>
        <p:spPr>
          <a:xfrm xmlns:a="http://schemas.openxmlformats.org/drawingml/2006/main" rot="0">
            <a:off x="3371850" y="1295400"/>
            <a:ext cx="990600" cy="990600"/>
          </a:xfrm>
          <a:prstGeom xmlns:a="http://schemas.openxmlformats.org/drawingml/2006/main" prst="ellipse">
            <a:avLst/>
          </a:prstGeom>
          <a:solidFill xmlns:a="http://schemas.openxmlformats.org/drawingml/2006/main">
            <a:srgbClr val="FFFFFF"/>
          </a:solidFill>
          <a:ln xmlns:a="http://schemas.openxmlformats.org/drawingml/2006/main" w="9525">
            <a:solidFill>
              <a:srgbClr val="FFFFFF"/>
            </a:solidFill>
            <a:prstDash val="solid"/>
          </a:ln>
        </p:spPr>
        <p:txBody>
          <a:bodyPr xmlns:a="http://schemas.openxmlformats.org/drawingml/2006/main" lIns="19050" tIns="57150" rIns="19050" bIns="57150" anchor="ctr">
            <a:noAutofit/>
          </a:bodyPr>
          <a:lstStyle xmlns:a="http://schemas.openxmlformats.org/drawingml/2006/main"/>
          <a:p xmlns:a="http://schemas.openxmlformats.org/drawingml/2006/main">
            <a:pPr algn="ctr">
              <a:defRPr sz="1050" b="1">
                <a:solidFill>
                  <a:srgbClr val="191919"/>
                </a:solidFill>
                <a:latin typeface="AppleGothic"/>
                <a:ea typeface="AppleGothic"/>
                <a:cs typeface="AppleGothic"/>
              </a:defRPr>
            </a:pPr>
            <a:r>
              <a:rPr sz="1050" b="1">
                <a:solidFill>
                  <a:srgbClr val="191919"/>
                </a:solidFill>
                <a:latin typeface="AppleGothic"/>
                <a:ea typeface="AppleGothic"/>
                <a:cs typeface="AppleGothic"/>
              </a:rPr>
              <a:t>1</a:t>
            </a:r>
          </a:p>
          <a:p xmlns:a="http://schemas.openxmlformats.org/drawingml/2006/main">
            <a:pPr algn="ctr">
              <a:defRPr sz="1050" b="1">
                <a:solidFill>
                  <a:srgbClr val="191919"/>
                </a:solidFill>
                <a:latin typeface="AppleGothic"/>
                <a:ea typeface="AppleGothic"/>
                <a:cs typeface="AppleGothic"/>
              </a:defRPr>
            </a:pPr>
            <a:r>
              <a:rPr sz="1050" b="1">
                <a:solidFill>
                  <a:srgbClr val="191919"/>
                </a:solidFill>
                <a:latin typeface="AppleGothic"/>
                <a:ea typeface="AppleGothic"/>
                <a:cs typeface="AppleGothic"/>
              </a:rPr>
              <a:t>기획</a:t>
            </a:r>
          </a:p>
          <a:p xmlns:a="http://schemas.openxmlformats.org/drawingml/2006/main">
            <a:pPr algn="ctr">
              <a:defRPr sz="1050" b="1">
                <a:solidFill>
                  <a:srgbClr val="191919"/>
                </a:solidFill>
                <a:latin typeface="AppleGothic"/>
                <a:ea typeface="AppleGothic"/>
                <a:cs typeface="AppleGothic"/>
              </a:defRPr>
            </a:pPr>
            <a:r>
              <a:rPr sz="1050" b="1">
                <a:solidFill>
                  <a:srgbClr val="191919"/>
                </a:solidFill>
                <a:latin typeface="AppleGothic"/>
                <a:ea typeface="AppleGothic"/>
                <a:cs typeface="AppleGothic"/>
              </a:rPr>
              <a:t>데이터</a:t>
            </a:r>
          </a:p>
        </p:txBody>
      </p:sp>
      <p:sp>
        <p:nvSpPr>
          <p:cNvPr id="13" name="">
            <a:extLst xmlns:a="http://schemas.openxmlformats.org/drawingml/2006/main">
              <a:ext uri="{FF2B5EF4-FFF2-40B4-BE49-F238E27FC236}">
                <a16:creationId xmlns:a16="http://schemas.microsoft.com/office/drawing/2014/main" id="{8A85C475-493A-46B0-BF28-8C3CCD90AA42}"/>
              </a:ext>
            </a:extLst>
          </p:cNvPr>
          <p:cNvSpPr>
            <a:spLocks xmlns:a="http://schemas.openxmlformats.org/drawingml/2006/main" noGrp="1"/>
          </p:cNvSpPr>
          <p:nvPr/>
        </p:nvSpPr>
        <p:spPr>
          <a:xfrm xmlns:a="http://schemas.openxmlformats.org/drawingml/2006/main" rot="0">
            <a:off x="5038672" y="2506417"/>
            <a:ext cx="990600" cy="990600"/>
          </a:xfrm>
          <a:prstGeom xmlns:a="http://schemas.openxmlformats.org/drawingml/2006/main" prst="ellipse">
            <a:avLst/>
          </a:prstGeom>
          <a:solidFill xmlns:a="http://schemas.openxmlformats.org/drawingml/2006/main">
            <a:srgbClr val="FFFFFF"/>
          </a:solidFill>
          <a:ln xmlns:a="http://schemas.openxmlformats.org/drawingml/2006/main" w="9525">
            <a:solidFill>
              <a:srgbClr val="FFFFFF"/>
            </a:solidFill>
            <a:prstDash val="solid"/>
          </a:ln>
        </p:spPr>
        <p:txBody>
          <a:bodyPr xmlns:a="http://schemas.openxmlformats.org/drawingml/2006/main" lIns="19050" tIns="57150" rIns="19050" bIns="57150" anchor="ctr">
            <a:noAutofit/>
          </a:bodyPr>
          <a:lstStyle xmlns:a="http://schemas.openxmlformats.org/drawingml/2006/main"/>
          <a:p xmlns:a="http://schemas.openxmlformats.org/drawingml/2006/main">
            <a:pPr algn="ctr">
              <a:defRPr sz="1050" b="1">
                <a:solidFill>
                  <a:srgbClr val="191919"/>
                </a:solidFill>
                <a:latin typeface="AppleGothic"/>
                <a:ea typeface="AppleGothic"/>
                <a:cs typeface="AppleGothic"/>
              </a:defRPr>
            </a:pPr>
            <a:r>
              <a:rPr sz="1050" b="1">
                <a:solidFill>
                  <a:srgbClr val="191919"/>
                </a:solidFill>
                <a:latin typeface="AppleGothic"/>
                <a:ea typeface="AppleGothic"/>
                <a:cs typeface="AppleGothic"/>
              </a:rPr>
              <a:t>2</a:t>
            </a:r>
          </a:p>
          <a:p xmlns:a="http://schemas.openxmlformats.org/drawingml/2006/main">
            <a:pPr algn="ctr">
              <a:defRPr sz="1050" b="1">
                <a:solidFill>
                  <a:srgbClr val="191919"/>
                </a:solidFill>
                <a:latin typeface="AppleGothic"/>
                <a:ea typeface="AppleGothic"/>
                <a:cs typeface="AppleGothic"/>
              </a:defRPr>
            </a:pPr>
            <a:r>
              <a:rPr sz="1050" b="1">
                <a:solidFill>
                  <a:srgbClr val="191919"/>
                </a:solidFill>
                <a:latin typeface="AppleGothic"/>
                <a:ea typeface="AppleGothic"/>
                <a:cs typeface="AppleGothic"/>
              </a:rPr>
              <a:t>프롬프트</a:t>
            </a:r>
          </a:p>
          <a:p xmlns:a="http://schemas.openxmlformats.org/drawingml/2006/main">
            <a:pPr algn="ctr">
              <a:defRPr sz="1050" b="1">
                <a:solidFill>
                  <a:srgbClr val="191919"/>
                </a:solidFill>
                <a:latin typeface="AppleGothic"/>
                <a:ea typeface="AppleGothic"/>
                <a:cs typeface="AppleGothic"/>
              </a:defRPr>
            </a:pPr>
            <a:r>
              <a:rPr sz="1050" b="1">
                <a:solidFill>
                  <a:srgbClr val="191919"/>
                </a:solidFill>
                <a:latin typeface="AppleGothic"/>
                <a:ea typeface="AppleGothic"/>
                <a:cs typeface="AppleGothic"/>
              </a:rPr>
              <a:t>맥락</a:t>
            </a:r>
          </a:p>
        </p:txBody>
      </p:sp>
      <p:sp>
        <p:nvSpPr>
          <p:cNvPr id="14" name="">
            <a:extLst xmlns:a="http://schemas.openxmlformats.org/drawingml/2006/main">
              <a:ext uri="{FF2B5EF4-FFF2-40B4-BE49-F238E27FC236}">
                <a16:creationId xmlns:a16="http://schemas.microsoft.com/office/drawing/2014/main" id="{383B3756-4241-42BA-9E8A-C8B401759540}"/>
              </a:ext>
            </a:extLst>
          </p:cNvPr>
          <p:cNvSpPr>
            <a:spLocks xmlns:a="http://schemas.openxmlformats.org/drawingml/2006/main" noGrp="1"/>
          </p:cNvSpPr>
          <p:nvPr/>
        </p:nvSpPr>
        <p:spPr>
          <a:xfrm xmlns:a="http://schemas.openxmlformats.org/drawingml/2006/main" rot="0">
            <a:off x="4402002" y="4465883"/>
            <a:ext cx="990600" cy="990600"/>
          </a:xfrm>
          <a:prstGeom xmlns:a="http://schemas.openxmlformats.org/drawingml/2006/main" prst="ellipse">
            <a:avLst/>
          </a:prstGeom>
          <a:solidFill xmlns:a="http://schemas.openxmlformats.org/drawingml/2006/main">
            <a:srgbClr val="FFFFFF"/>
          </a:solidFill>
          <a:ln xmlns:a="http://schemas.openxmlformats.org/drawingml/2006/main" w="9525">
            <a:solidFill>
              <a:srgbClr val="FFFFFF"/>
            </a:solidFill>
            <a:prstDash val="solid"/>
          </a:ln>
        </p:spPr>
        <p:txBody>
          <a:bodyPr xmlns:a="http://schemas.openxmlformats.org/drawingml/2006/main" lIns="19050" tIns="57150" rIns="19050" bIns="57150" anchor="ctr">
            <a:noAutofit/>
          </a:bodyPr>
          <a:lstStyle xmlns:a="http://schemas.openxmlformats.org/drawingml/2006/main"/>
          <a:p xmlns:a="http://schemas.openxmlformats.org/drawingml/2006/main">
            <a:pPr algn="ctr">
              <a:defRPr sz="1050" b="1">
                <a:solidFill>
                  <a:srgbClr val="191919"/>
                </a:solidFill>
                <a:latin typeface="AppleGothic"/>
                <a:ea typeface="AppleGothic"/>
                <a:cs typeface="AppleGothic"/>
              </a:defRPr>
            </a:pPr>
            <a:r>
              <a:rPr sz="1050" b="1">
                <a:solidFill>
                  <a:srgbClr val="191919"/>
                </a:solidFill>
                <a:latin typeface="AppleGothic"/>
                <a:ea typeface="AppleGothic"/>
                <a:cs typeface="AppleGothic"/>
              </a:rPr>
              <a:t>3</a:t>
            </a:r>
          </a:p>
          <a:p xmlns:a="http://schemas.openxmlformats.org/drawingml/2006/main">
            <a:pPr algn="ctr">
              <a:defRPr sz="1050" b="1">
                <a:solidFill>
                  <a:srgbClr val="191919"/>
                </a:solidFill>
                <a:latin typeface="AppleGothic"/>
                <a:ea typeface="AppleGothic"/>
                <a:cs typeface="AppleGothic"/>
              </a:defRPr>
            </a:pPr>
            <a:r>
              <a:rPr sz="1050" b="1">
                <a:solidFill>
                  <a:srgbClr val="191919"/>
                </a:solidFill>
                <a:latin typeface="AppleGothic"/>
                <a:ea typeface="AppleGothic"/>
                <a:cs typeface="AppleGothic"/>
              </a:rPr>
              <a:t>실행</a:t>
            </a:r>
          </a:p>
          <a:p xmlns:a="http://schemas.openxmlformats.org/drawingml/2006/main">
            <a:pPr algn="ctr">
              <a:defRPr sz="1050" b="1">
                <a:solidFill>
                  <a:srgbClr val="191919"/>
                </a:solidFill>
                <a:latin typeface="AppleGothic"/>
                <a:ea typeface="AppleGothic"/>
                <a:cs typeface="AppleGothic"/>
              </a:defRPr>
            </a:pPr>
            <a:r>
              <a:rPr sz="1050" b="1">
                <a:solidFill>
                  <a:srgbClr val="191919"/>
                </a:solidFill>
                <a:latin typeface="AppleGothic"/>
                <a:ea typeface="AppleGothic"/>
                <a:cs typeface="AppleGothic"/>
              </a:rPr>
              <a:t>배포</a:t>
            </a:r>
          </a:p>
        </p:txBody>
      </p:sp>
      <p:sp>
        <p:nvSpPr>
          <p:cNvPr id="15" name="">
            <a:extLst xmlns:a="http://schemas.openxmlformats.org/drawingml/2006/main">
              <a:ext uri="{FF2B5EF4-FFF2-40B4-BE49-F238E27FC236}">
                <a16:creationId xmlns:a16="http://schemas.microsoft.com/office/drawing/2014/main" id="{7246594B-7241-4783-BA50-B24BE5EEFE12}"/>
              </a:ext>
            </a:extLst>
          </p:cNvPr>
          <p:cNvSpPr>
            <a:spLocks xmlns:a="http://schemas.openxmlformats.org/drawingml/2006/main" noGrp="1"/>
          </p:cNvSpPr>
          <p:nvPr/>
        </p:nvSpPr>
        <p:spPr>
          <a:xfrm xmlns:a="http://schemas.openxmlformats.org/drawingml/2006/main" rot="0">
            <a:off x="2341698" y="4465883"/>
            <a:ext cx="990600" cy="990600"/>
          </a:xfrm>
          <a:prstGeom xmlns:a="http://schemas.openxmlformats.org/drawingml/2006/main" prst="ellipse">
            <a:avLst/>
          </a:prstGeom>
          <a:solidFill xmlns:a="http://schemas.openxmlformats.org/drawingml/2006/main">
            <a:srgbClr val="FFFFFF"/>
          </a:solidFill>
          <a:ln xmlns:a="http://schemas.openxmlformats.org/drawingml/2006/main" w="9525">
            <a:solidFill>
              <a:srgbClr val="FFFFFF"/>
            </a:solidFill>
            <a:prstDash val="solid"/>
          </a:ln>
        </p:spPr>
        <p:txBody>
          <a:bodyPr xmlns:a="http://schemas.openxmlformats.org/drawingml/2006/main" lIns="19050" tIns="57150" rIns="19050" bIns="57150" anchor="ctr">
            <a:noAutofit/>
          </a:bodyPr>
          <a:lstStyle xmlns:a="http://schemas.openxmlformats.org/drawingml/2006/main"/>
          <a:p xmlns:a="http://schemas.openxmlformats.org/drawingml/2006/main">
            <a:pPr algn="ctr">
              <a:defRPr sz="1050" b="1">
                <a:solidFill>
                  <a:srgbClr val="191919"/>
                </a:solidFill>
                <a:latin typeface="AppleGothic"/>
                <a:ea typeface="AppleGothic"/>
                <a:cs typeface="AppleGothic"/>
              </a:defRPr>
            </a:pPr>
            <a:r>
              <a:rPr sz="1050" b="1">
                <a:solidFill>
                  <a:srgbClr val="191919"/>
                </a:solidFill>
                <a:latin typeface="AppleGothic"/>
                <a:ea typeface="AppleGothic"/>
                <a:cs typeface="AppleGothic"/>
              </a:rPr>
              <a:t>4</a:t>
            </a:r>
          </a:p>
          <a:p xmlns:a="http://schemas.openxmlformats.org/drawingml/2006/main">
            <a:pPr algn="ctr">
              <a:defRPr sz="1050" b="1">
                <a:solidFill>
                  <a:srgbClr val="191919"/>
                </a:solidFill>
                <a:latin typeface="AppleGothic"/>
                <a:ea typeface="AppleGothic"/>
                <a:cs typeface="AppleGothic"/>
              </a:defRPr>
            </a:pPr>
            <a:r>
              <a:rPr sz="1050" b="1">
                <a:solidFill>
                  <a:srgbClr val="191919"/>
                </a:solidFill>
                <a:latin typeface="AppleGothic"/>
                <a:ea typeface="AppleGothic"/>
                <a:cs typeface="AppleGothic"/>
              </a:rPr>
              <a:t>평가</a:t>
            </a:r>
          </a:p>
          <a:p xmlns:a="http://schemas.openxmlformats.org/drawingml/2006/main">
            <a:pPr algn="ctr">
              <a:defRPr sz="1050" b="1">
                <a:solidFill>
                  <a:srgbClr val="191919"/>
                </a:solidFill>
                <a:latin typeface="AppleGothic"/>
                <a:ea typeface="AppleGothic"/>
                <a:cs typeface="AppleGothic"/>
              </a:defRPr>
            </a:pPr>
            <a:r>
              <a:rPr sz="1050" b="1">
                <a:solidFill>
                  <a:srgbClr val="191919"/>
                </a:solidFill>
                <a:latin typeface="AppleGothic"/>
                <a:ea typeface="AppleGothic"/>
                <a:cs typeface="AppleGothic"/>
              </a:rPr>
              <a:t>관찰</a:t>
            </a:r>
          </a:p>
        </p:txBody>
      </p:sp>
      <p:sp>
        <p:nvSpPr>
          <p:cNvPr id="16" name="">
            <a:extLst xmlns:a="http://schemas.openxmlformats.org/drawingml/2006/main">
              <a:ext uri="{FF2B5EF4-FFF2-40B4-BE49-F238E27FC236}">
                <a16:creationId xmlns:a16="http://schemas.microsoft.com/office/drawing/2014/main" id="{93E0DA9A-B6F4-41BE-8F6C-9597FFCB5048}"/>
              </a:ext>
            </a:extLst>
          </p:cNvPr>
          <p:cNvSpPr>
            <a:spLocks xmlns:a="http://schemas.openxmlformats.org/drawingml/2006/main" noGrp="1"/>
          </p:cNvSpPr>
          <p:nvPr/>
        </p:nvSpPr>
        <p:spPr>
          <a:xfrm xmlns:a="http://schemas.openxmlformats.org/drawingml/2006/main" rot="0">
            <a:off x="1705028" y="2506417"/>
            <a:ext cx="990600" cy="990600"/>
          </a:xfrm>
          <a:prstGeom xmlns:a="http://schemas.openxmlformats.org/drawingml/2006/main" prst="ellipse">
            <a:avLst/>
          </a:prstGeom>
          <a:solidFill xmlns:a="http://schemas.openxmlformats.org/drawingml/2006/main">
            <a:srgbClr val="FFFFFF"/>
          </a:solidFill>
          <a:ln xmlns:a="http://schemas.openxmlformats.org/drawingml/2006/main" w="9525">
            <a:solidFill>
              <a:srgbClr val="FFFFFF"/>
            </a:solidFill>
            <a:prstDash val="solid"/>
          </a:ln>
        </p:spPr>
        <p:txBody>
          <a:bodyPr xmlns:a="http://schemas.openxmlformats.org/drawingml/2006/main" lIns="19050" tIns="57150" rIns="19050" bIns="57150" anchor="ctr">
            <a:noAutofit/>
          </a:bodyPr>
          <a:lstStyle xmlns:a="http://schemas.openxmlformats.org/drawingml/2006/main"/>
          <a:p xmlns:a="http://schemas.openxmlformats.org/drawingml/2006/main">
            <a:pPr algn="ctr">
              <a:defRPr sz="1050" b="1">
                <a:solidFill>
                  <a:srgbClr val="191919"/>
                </a:solidFill>
                <a:latin typeface="AppleGothic"/>
                <a:ea typeface="AppleGothic"/>
                <a:cs typeface="AppleGothic"/>
              </a:defRPr>
            </a:pPr>
            <a:r>
              <a:rPr sz="1050" b="1">
                <a:solidFill>
                  <a:srgbClr val="191919"/>
                </a:solidFill>
                <a:latin typeface="AppleGothic"/>
                <a:ea typeface="AppleGothic"/>
                <a:cs typeface="AppleGothic"/>
              </a:rPr>
              <a:t>5</a:t>
            </a:r>
          </a:p>
          <a:p xmlns:a="http://schemas.openxmlformats.org/drawingml/2006/main">
            <a:pPr algn="ctr">
              <a:defRPr sz="1050" b="1">
                <a:solidFill>
                  <a:srgbClr val="191919"/>
                </a:solidFill>
                <a:latin typeface="AppleGothic"/>
                <a:ea typeface="AppleGothic"/>
                <a:cs typeface="AppleGothic"/>
              </a:defRPr>
            </a:pPr>
            <a:r>
              <a:rPr sz="1050" b="1">
                <a:solidFill>
                  <a:srgbClr val="191919"/>
                </a:solidFill>
                <a:latin typeface="AppleGothic"/>
                <a:ea typeface="AppleGothic"/>
                <a:cs typeface="AppleGothic"/>
              </a:rPr>
              <a:t>개선</a:t>
            </a:r>
          </a:p>
          <a:p xmlns:a="http://schemas.openxmlformats.org/drawingml/2006/main">
            <a:pPr algn="ctr">
              <a:defRPr sz="1050" b="1">
                <a:solidFill>
                  <a:srgbClr val="191919"/>
                </a:solidFill>
                <a:latin typeface="AppleGothic"/>
                <a:ea typeface="AppleGothic"/>
                <a:cs typeface="AppleGothic"/>
              </a:defRPr>
            </a:pPr>
            <a:r>
              <a:rPr sz="1050" b="1">
                <a:solidFill>
                  <a:srgbClr val="191919"/>
                </a:solidFill>
                <a:latin typeface="AppleGothic"/>
                <a:ea typeface="AppleGothic"/>
                <a:cs typeface="AppleGothic"/>
              </a:rPr>
              <a:t>버전</a:t>
            </a:r>
          </a:p>
        </p:txBody>
      </p:sp>
      <p:sp>
        <p:nvSpPr>
          <p:cNvPr id="17" name="">
            <a:extLst xmlns:a="http://schemas.openxmlformats.org/drawingml/2006/main">
              <a:ext uri="{FF2B5EF4-FFF2-40B4-BE49-F238E27FC236}">
                <a16:creationId xmlns:a16="http://schemas.microsoft.com/office/drawing/2014/main" id="{D34A3401-6FD2-42EA-AE0C-1A147C5F1E68}"/>
              </a:ext>
            </a:extLst>
          </p:cNvPr>
          <p:cNvSpPr>
            <a:spLocks xmlns:a="http://schemas.openxmlformats.org/drawingml/2006/main" noGrp="1"/>
          </p:cNvSpPr>
          <p:nvPr/>
        </p:nvSpPr>
        <p:spPr>
          <a:xfrm xmlns:a="http://schemas.openxmlformats.org/drawingml/2006/main" rot="0">
            <a:off x="3314700" y="2990850"/>
            <a:ext cx="1104900" cy="1104900"/>
          </a:xfrm>
          <a:prstGeom xmlns:a="http://schemas.openxmlformats.org/drawingml/2006/main" prst="ellipse">
            <a:avLst/>
          </a:prstGeom>
          <a:solidFill xmlns:a="http://schemas.openxmlformats.org/drawingml/2006/main">
            <a:srgbClr val="050505"/>
          </a:solidFill>
          <a:ln xmlns:a="http://schemas.openxmlformats.org/drawingml/2006/main" w="28575">
            <a:solidFill>
              <a:srgbClr val="2563EB"/>
            </a:solidFill>
            <a:prstDash val="solid"/>
          </a:ln>
        </p:spPr>
        <p:txBody>
          <a:bodyPr xmlns:a="http://schemas.openxmlformats.org/drawingml/2006/main" lIns="38100" tIns="38100" rIns="38100" bIns="38100" anchor="ctr">
            <a:noAutofit/>
          </a:bodyPr>
          <a:lstStyle xmlns:a="http://schemas.openxmlformats.org/drawingml/2006/main"/>
          <a:p xmlns:a="http://schemas.openxmlformats.org/drawingml/2006/main">
            <a:pPr algn="ctr">
              <a:defRPr sz="1200" b="1">
                <a:solidFill>
                  <a:srgbClr val="2563EB"/>
                </a:solidFill>
                <a:latin typeface="Menlo"/>
                <a:ea typeface="Menlo"/>
                <a:cs typeface="Menlo"/>
              </a:defRPr>
            </a:pPr>
            <a:r>
              <a:rPr sz="1200" b="1">
                <a:solidFill>
                  <a:srgbClr val="2563EB"/>
                </a:solidFill>
                <a:latin typeface="Menlo"/>
                <a:ea typeface="Menlo"/>
                <a:cs typeface="Menlo"/>
              </a:rPr>
              <a:t>SERVICE</a:t>
            </a:r>
          </a:p>
          <a:p xmlns:a="http://schemas.openxmlformats.org/drawingml/2006/main">
            <a:pPr algn="ctr">
              <a:defRPr sz="1200" b="1">
                <a:solidFill>
                  <a:srgbClr val="2563EB"/>
                </a:solidFill>
                <a:latin typeface="Menlo"/>
                <a:ea typeface="Menlo"/>
                <a:cs typeface="Menlo"/>
              </a:defRPr>
            </a:pPr>
            <a:r>
              <a:rPr sz="1200" b="1">
                <a:solidFill>
                  <a:srgbClr val="2563EB"/>
                </a:solidFill>
                <a:latin typeface="Menlo"/>
                <a:ea typeface="Menlo"/>
                <a:cs typeface="Menlo"/>
              </a:rPr>
              <a:t>LOOP</a:t>
            </a:r>
          </a:p>
        </p:txBody>
      </p:sp>
      <p:sp>
        <p:nvSpPr>
          <p:cNvPr id="18" name="">
            <a:extLst xmlns:a="http://schemas.openxmlformats.org/drawingml/2006/main">
              <a:ext uri="{FF2B5EF4-FFF2-40B4-BE49-F238E27FC236}">
                <a16:creationId xmlns:a16="http://schemas.microsoft.com/office/drawing/2014/main" id="{0384157F-B4BB-4B7F-86B1-F7F569C6DCCF}"/>
              </a:ext>
            </a:extLst>
          </p:cNvPr>
          <p:cNvSpPr>
            <a:spLocks xmlns:a="http://schemas.openxmlformats.org/drawingml/2006/main" noGrp="1"/>
          </p:cNvSpPr>
          <p:nvPr/>
        </p:nvSpPr>
        <p:spPr>
          <a:xfrm xmlns:a="http://schemas.openxmlformats.org/drawingml/2006/main">
            <a:off x="7486650" y="1752600"/>
            <a:ext cx="3714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AppleGothic"/>
                <a:ea typeface="AppleGothic"/>
                <a:cs typeface="AppleGothic"/>
              </a:defRPr>
            </a:pPr>
            <a:r>
              <a:rPr sz="1050" b="1">
                <a:solidFill>
                  <a:srgbClr val="2563EB"/>
                </a:solidFill>
                <a:latin typeface="AppleGothic"/>
                <a:ea typeface="AppleGothic"/>
                <a:cs typeface="AppleGothic"/>
              </a:rPr>
              <a:t>COURSE STANDARD</a:t>
            </a:r>
          </a:p>
        </p:txBody>
      </p:sp>
      <p:sp>
        <p:nvSpPr>
          <p:cNvPr id="19" name="">
            <a:extLst xmlns:a="http://schemas.openxmlformats.org/drawingml/2006/main">
              <a:ext uri="{FF2B5EF4-FFF2-40B4-BE49-F238E27FC236}">
                <a16:creationId xmlns:a16="http://schemas.microsoft.com/office/drawing/2014/main" id="{C4DB8868-28DE-4CBB-86DC-307AD4483409}"/>
              </a:ext>
            </a:extLst>
          </p:cNvPr>
          <p:cNvSpPr>
            <a:spLocks xmlns:a="http://schemas.openxmlformats.org/drawingml/2006/main" noGrp="1"/>
          </p:cNvSpPr>
          <p:nvPr/>
        </p:nvSpPr>
        <p:spPr>
          <a:xfrm xmlns:a="http://schemas.openxmlformats.org/drawingml/2006/main">
            <a:off x="7486650" y="2133600"/>
            <a:ext cx="37147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buNone/>
              <a:defRPr sz="2100" b="1">
                <a:solidFill>
                  <a:srgbClr val="FFFFFF"/>
                </a:solidFill>
                <a:latin typeface="AppleGothic"/>
                <a:ea typeface="AppleGothic"/>
                <a:cs typeface="AppleGothic"/>
              </a:defRPr>
            </a:pPr>
            <a:r>
              <a:rPr sz="2100" b="1">
                <a:solidFill>
                  <a:srgbClr val="FFFFFF"/>
                </a:solidFill>
                <a:latin typeface="AppleGothic"/>
                <a:ea typeface="AppleGothic"/>
                <a:cs typeface="AppleGothic"/>
              </a:rPr>
              <a:t>관찰 결과가 다음 기획과 변경 가설의 입력</a:t>
            </a:r>
          </a:p>
        </p:txBody>
      </p:sp>
      <p:sp>
        <p:nvSpPr>
          <p:cNvPr id="20" name="">
            <a:extLst xmlns:a="http://schemas.openxmlformats.org/drawingml/2006/main">
              <a:ext uri="{FF2B5EF4-FFF2-40B4-BE49-F238E27FC236}">
                <a16:creationId xmlns:a16="http://schemas.microsoft.com/office/drawing/2014/main" id="{11BD9D91-B457-4F30-AFF1-E0D9FD13CA2E}"/>
              </a:ext>
            </a:extLst>
          </p:cNvPr>
          <p:cNvSpPr>
            <a:spLocks xmlns:a="http://schemas.openxmlformats.org/drawingml/2006/main" noGrp="1"/>
          </p:cNvSpPr>
          <p:nvPr/>
        </p:nvSpPr>
        <p:spPr>
          <a:xfrm xmlns:a="http://schemas.openxmlformats.org/drawingml/2006/main" flipH="0" flipV="0">
            <a:off x="7486650" y="3429000"/>
            <a:ext cx="371475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21" name="">
            <a:extLst xmlns:a="http://schemas.openxmlformats.org/drawingml/2006/main">
              <a:ext uri="{FF2B5EF4-FFF2-40B4-BE49-F238E27FC236}">
                <a16:creationId xmlns:a16="http://schemas.microsoft.com/office/drawing/2014/main" id="{8A60B1CF-F4B4-4BBB-8A95-A23A1DCFCF4F}"/>
              </a:ext>
            </a:extLst>
          </p:cNvPr>
          <p:cNvSpPr>
            <a:spLocks xmlns:a="http://schemas.openxmlformats.org/drawingml/2006/main" noGrp="1"/>
          </p:cNvSpPr>
          <p:nvPr/>
        </p:nvSpPr>
        <p:spPr>
          <a:xfrm xmlns:a="http://schemas.openxmlformats.org/drawingml/2006/main">
            <a:off x="7486650" y="3733800"/>
            <a:ext cx="371475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5000"/>
              </a:lnSpc>
              <a:buNone/>
              <a:defRPr sz="1425" b="0">
                <a:solidFill>
                  <a:srgbClr val="98A2B3"/>
                </a:solidFill>
                <a:latin typeface="AppleGothic"/>
                <a:ea typeface="AppleGothic"/>
                <a:cs typeface="AppleGothic"/>
              </a:defRPr>
            </a:pPr>
            <a:r>
              <a:rPr sz="1425" b="0">
                <a:solidFill>
                  <a:srgbClr val="98A2B3"/>
                </a:solidFill>
                <a:latin typeface="AppleGothic"/>
                <a:ea typeface="AppleGothic"/>
                <a:cs typeface="AppleGothic"/>
              </a:rPr>
              <a:t>품질·지연·비용·안전·재현성은 한 단계가 아니라 전 단계를 가로지르는 판단 축이다. 특정 마지막 노드는 없다.</a:t>
            </a:r>
          </a:p>
        </p:txBody>
      </p:sp>
      <p:sp>
        <p:nvSpPr>
          <p:cNvPr id="22" name="">
            <a:extLst xmlns:a="http://schemas.openxmlformats.org/drawingml/2006/main">
              <a:ext uri="{FF2B5EF4-FFF2-40B4-BE49-F238E27FC236}">
                <a16:creationId xmlns:a16="http://schemas.microsoft.com/office/drawing/2014/main" id="{8A5AE2E3-F0C1-429E-8B71-5A99C9F5FC50}"/>
              </a:ext>
            </a:extLst>
          </p:cNvPr>
          <p:cNvSpPr>
            <a:spLocks xmlns:a="http://schemas.openxmlformats.org/drawingml/2006/main" noGrp="1"/>
          </p:cNvSpPr>
          <p:nvPr/>
        </p:nvSpPr>
        <p:spPr>
          <a:xfrm xmlns:a="http://schemas.openxmlformats.org/drawingml/2006/main">
            <a:off x="7486650" y="5391150"/>
            <a:ext cx="1047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2563EB"/>
                </a:solidFill>
                <a:latin typeface="AppleGothic"/>
                <a:ea typeface="AppleGothic"/>
                <a:cs typeface="AppleGothic"/>
              </a:defRPr>
            </a:pPr>
            <a:r>
              <a:rPr sz="1200" b="1">
                <a:solidFill>
                  <a:srgbClr val="2563EB"/>
                </a:solidFill>
                <a:latin typeface="AppleGothic"/>
                <a:ea typeface="AppleGothic"/>
                <a:cs typeface="AppleGothic"/>
              </a:rPr>
              <a:t>판정 경계</a:t>
            </a:r>
          </a:p>
        </p:txBody>
      </p:sp>
      <p:sp>
        <p:nvSpPr>
          <p:cNvPr id="23" name="">
            <a:extLst xmlns:a="http://schemas.openxmlformats.org/drawingml/2006/main">
              <a:ext uri="{FF2B5EF4-FFF2-40B4-BE49-F238E27FC236}">
                <a16:creationId xmlns:a16="http://schemas.microsoft.com/office/drawing/2014/main" id="{78E53DE2-528A-4F42-9DA9-38102A4C79C8}"/>
              </a:ext>
            </a:extLst>
          </p:cNvPr>
          <p:cNvSpPr>
            <a:spLocks xmlns:a="http://schemas.openxmlformats.org/drawingml/2006/main" noGrp="1"/>
          </p:cNvSpPr>
          <p:nvPr/>
        </p:nvSpPr>
        <p:spPr>
          <a:xfrm xmlns:a="http://schemas.openxmlformats.org/drawingml/2006/main">
            <a:off x="8667750" y="5391150"/>
            <a:ext cx="25336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75" b="1">
                <a:solidFill>
                  <a:srgbClr val="FFFFFF"/>
                </a:solidFill>
                <a:latin typeface="AppleGothic"/>
                <a:ea typeface="AppleGothic"/>
                <a:cs typeface="AppleGothic"/>
              </a:defRPr>
            </a:pPr>
            <a:r>
              <a:rPr sz="1275" b="1">
                <a:solidFill>
                  <a:srgbClr val="FFFFFF"/>
                </a:solidFill>
                <a:latin typeface="AppleGothic"/>
                <a:ea typeface="AppleGothic"/>
                <a:cs typeface="AppleGothic"/>
              </a:rPr>
              <a:t>계속 · 교체 · 종료</a:t>
            </a:r>
          </a:p>
        </p:txBody>
      </p:sp>
    </p:spTree>
    <p:extLst>
      <p:ext uri="{BB962C8B-B14F-4D97-AF65-F5344CB8AC3E}">
        <p14:creationId xmlns:p14="http://schemas.microsoft.com/office/powerpoint/2010/main" val="138569838"/>
      </p:ext>
    </p:extLst>
  </p:cSld>
</p:sld>
</file>

<file path=ppt/slides/slide59.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BCFFFC4D-D05D-4FD3-8544-5104ECA00C88}"/>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LIFECYCLE</a:t>
            </a:r>
          </a:p>
        </p:txBody>
      </p:sp>
      <p:sp>
        <p:nvSpPr>
          <p:cNvPr id="2" name="">
            <a:extLst xmlns:a="http://schemas.openxmlformats.org/drawingml/2006/main">
              <a:ext uri="{FF2B5EF4-FFF2-40B4-BE49-F238E27FC236}">
                <a16:creationId xmlns:a16="http://schemas.microsoft.com/office/drawing/2014/main" id="{025DAB93-8190-4596-91B2-942E8A31958B}"/>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59</a:t>
            </a:r>
          </a:p>
        </p:txBody>
      </p:sp>
      <p:sp>
        <p:nvSpPr>
          <p:cNvPr id="3" name="">
            <a:extLst xmlns:a="http://schemas.openxmlformats.org/drawingml/2006/main">
              <a:ext uri="{FF2B5EF4-FFF2-40B4-BE49-F238E27FC236}">
                <a16:creationId xmlns:a16="http://schemas.microsoft.com/office/drawing/2014/main" id="{0694BEC1-9F3E-4F2A-85DD-B0FD1C50E9B8}"/>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6132ECD0-5945-4232-A79A-56C34CF52007}"/>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37A9CDA3-9A00-45E3-BD9A-4ED7DCDBED17}"/>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40B430F5-68DA-4C00-8797-391BED22269A}"/>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1단계 / 기획·데이터의 성공 계약</a:t>
            </a:r>
          </a:p>
        </p:txBody>
      </p:sp>
      <p:sp>
        <p:nvSpPr>
          <p:cNvPr id="7" name="">
            <a:extLst xmlns:a="http://schemas.openxmlformats.org/drawingml/2006/main">
              <a:ext uri="{FF2B5EF4-FFF2-40B4-BE49-F238E27FC236}">
                <a16:creationId xmlns:a16="http://schemas.microsoft.com/office/drawing/2014/main" id="{D162E2C2-AB0A-4A06-A160-700A7E2E666C}"/>
              </a:ext>
            </a:extLst>
          </p:cNvPr>
          <p:cNvSpPr>
            <a:spLocks xmlns:a="http://schemas.openxmlformats.org/drawingml/2006/main" noGrp="1"/>
          </p:cNvSpPr>
          <p:nvPr/>
        </p:nvSpPr>
        <p:spPr>
          <a:xfrm xmlns:a="http://schemas.openxmlformats.org/drawingml/2006/main">
            <a:off x="609600" y="1562100"/>
            <a:ext cx="266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2563EB"/>
                </a:solidFill>
                <a:latin typeface="Menlo"/>
                <a:ea typeface="Menlo"/>
                <a:cs typeface="Menlo"/>
              </a:defRPr>
            </a:pPr>
            <a:r>
              <a:rPr sz="1200" b="1">
                <a:solidFill>
                  <a:srgbClr val="2563EB"/>
                </a:solidFill>
                <a:latin typeface="Menlo"/>
                <a:ea typeface="Menlo"/>
                <a:cs typeface="Menlo"/>
              </a:rPr>
              <a:t>PROJECT BRIEF</a:t>
            </a:r>
          </a:p>
        </p:txBody>
      </p:sp>
      <p:sp>
        <p:nvSpPr>
          <p:cNvPr id="8" name="">
            <a:extLst xmlns:a="http://schemas.openxmlformats.org/drawingml/2006/main">
              <a:ext uri="{FF2B5EF4-FFF2-40B4-BE49-F238E27FC236}">
                <a16:creationId xmlns:a16="http://schemas.microsoft.com/office/drawing/2014/main" id="{CCF42B31-94F1-4668-9DF1-5C29962783D6}"/>
              </a:ext>
            </a:extLst>
          </p:cNvPr>
          <p:cNvSpPr>
            <a:spLocks xmlns:a="http://schemas.openxmlformats.org/drawingml/2006/main" noGrp="1"/>
          </p:cNvSpPr>
          <p:nvPr/>
        </p:nvSpPr>
        <p:spPr>
          <a:xfrm xmlns:a="http://schemas.openxmlformats.org/drawingml/2006/main">
            <a:off x="609600" y="2019300"/>
            <a:ext cx="40005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buNone/>
              <a:defRPr sz="2250" b="1">
                <a:solidFill>
                  <a:srgbClr val="191919"/>
                </a:solidFill>
                <a:latin typeface="AppleGothic"/>
                <a:ea typeface="AppleGothic"/>
                <a:cs typeface="AppleGothic"/>
              </a:defRPr>
            </a:pPr>
            <a:r>
              <a:rPr sz="2250" b="1">
                <a:solidFill>
                  <a:srgbClr val="191919"/>
                </a:solidFill>
                <a:latin typeface="AppleGothic"/>
                <a:ea typeface="AppleGothic"/>
                <a:cs typeface="AppleGothic"/>
              </a:rPr>
              <a:t>누구의 어떤 결정을 돕는가?</a:t>
            </a:r>
          </a:p>
        </p:txBody>
      </p:sp>
      <p:sp>
        <p:nvSpPr>
          <p:cNvPr id="9" name="">
            <a:extLst xmlns:a="http://schemas.openxmlformats.org/drawingml/2006/main">
              <a:ext uri="{FF2B5EF4-FFF2-40B4-BE49-F238E27FC236}">
                <a16:creationId xmlns:a16="http://schemas.microsoft.com/office/drawing/2014/main" id="{3D763695-B98B-4937-A645-B9AF1B68633E}"/>
              </a:ext>
            </a:extLst>
          </p:cNvPr>
          <p:cNvSpPr>
            <a:spLocks xmlns:a="http://schemas.openxmlformats.org/drawingml/2006/main" noGrp="1"/>
          </p:cNvSpPr>
          <p:nvPr/>
        </p:nvSpPr>
        <p:spPr>
          <a:xfrm xmlns:a="http://schemas.openxmlformats.org/drawingml/2006/main">
            <a:off x="609600" y="3467100"/>
            <a:ext cx="400050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5000"/>
              </a:lnSpc>
              <a:buNone/>
              <a:defRPr sz="1425" b="0">
                <a:solidFill>
                  <a:srgbClr val="667085"/>
                </a:solidFill>
                <a:latin typeface="AppleGothic"/>
                <a:ea typeface="AppleGothic"/>
                <a:cs typeface="AppleGothic"/>
              </a:defRPr>
            </a:pPr>
            <a:r>
              <a:rPr sz="1425" b="0">
                <a:solidFill>
                  <a:srgbClr val="667085"/>
                </a:solidFill>
                <a:latin typeface="AppleGothic"/>
                <a:ea typeface="AppleGothic"/>
                <a:cs typeface="AppleGothic"/>
              </a:rPr>
              <a:t>모델 선택보다 먼저 문제·데이터·평가의 범위를 프로젝트 브리프로 고정</a:t>
            </a:r>
          </a:p>
        </p:txBody>
      </p:sp>
      <p:sp>
        <p:nvSpPr>
          <p:cNvPr id="10" name="">
            <a:extLst xmlns:a="http://schemas.openxmlformats.org/drawingml/2006/main">
              <a:ext uri="{FF2B5EF4-FFF2-40B4-BE49-F238E27FC236}">
                <a16:creationId xmlns:a16="http://schemas.microsoft.com/office/drawing/2014/main" id="{21C0C638-8B83-4712-AA9C-16DAA4158CE5}"/>
              </a:ext>
            </a:extLst>
          </p:cNvPr>
          <p:cNvSpPr>
            <a:spLocks xmlns:a="http://schemas.openxmlformats.org/drawingml/2006/main" noGrp="1"/>
          </p:cNvSpPr>
          <p:nvPr/>
        </p:nvSpPr>
        <p:spPr>
          <a:xfrm xmlns:a="http://schemas.openxmlformats.org/drawingml/2006/main">
            <a:off x="5219700" y="1619250"/>
            <a:ext cx="5143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667085"/>
                </a:solidFill>
                <a:latin typeface="Menlo"/>
                <a:ea typeface="Menlo"/>
                <a:cs typeface="Menlo"/>
              </a:defRPr>
            </a:pPr>
            <a:r>
              <a:rPr sz="1350" b="1">
                <a:solidFill>
                  <a:srgbClr val="667085"/>
                </a:solidFill>
                <a:latin typeface="Menlo"/>
                <a:ea typeface="Menlo"/>
                <a:cs typeface="Menlo"/>
              </a:rPr>
              <a:t>01</a:t>
            </a:r>
          </a:p>
        </p:txBody>
      </p:sp>
      <p:sp>
        <p:nvSpPr>
          <p:cNvPr id="11" name="">
            <a:extLst xmlns:a="http://schemas.openxmlformats.org/drawingml/2006/main">
              <a:ext uri="{FF2B5EF4-FFF2-40B4-BE49-F238E27FC236}">
                <a16:creationId xmlns:a16="http://schemas.microsoft.com/office/drawing/2014/main" id="{47D9BA92-75C6-4AE6-A778-FC4CE05C3B97}"/>
              </a:ext>
            </a:extLst>
          </p:cNvPr>
          <p:cNvSpPr>
            <a:spLocks xmlns:a="http://schemas.openxmlformats.org/drawingml/2006/main" noGrp="1"/>
          </p:cNvSpPr>
          <p:nvPr/>
        </p:nvSpPr>
        <p:spPr>
          <a:xfrm xmlns:a="http://schemas.openxmlformats.org/drawingml/2006/main" rot="0">
            <a:off x="5219700" y="2019300"/>
            <a:ext cx="2781300" cy="12954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2" name="">
            <a:extLst xmlns:a="http://schemas.openxmlformats.org/drawingml/2006/main">
              <a:ext uri="{FF2B5EF4-FFF2-40B4-BE49-F238E27FC236}">
                <a16:creationId xmlns:a16="http://schemas.microsoft.com/office/drawing/2014/main" id="{042781FE-4BB9-47D3-BC25-E5FF08DCAF5B}"/>
              </a:ext>
            </a:extLst>
          </p:cNvPr>
          <p:cNvSpPr>
            <a:spLocks xmlns:a="http://schemas.openxmlformats.org/drawingml/2006/main" noGrp="1"/>
          </p:cNvSpPr>
          <p:nvPr/>
        </p:nvSpPr>
        <p:spPr>
          <a:xfrm xmlns:a="http://schemas.openxmlformats.org/drawingml/2006/main">
            <a:off x="5391150" y="2019300"/>
            <a:ext cx="2438400" cy="1295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22000"/>
              </a:lnSpc>
              <a:buNone/>
              <a:defRPr sz="1425" b="1">
                <a:solidFill>
                  <a:srgbClr val="191919"/>
                </a:solidFill>
                <a:latin typeface="AppleGothic"/>
                <a:ea typeface="AppleGothic"/>
                <a:cs typeface="AppleGothic"/>
              </a:defRPr>
            </a:pPr>
            <a:r>
              <a:rPr sz="1425" b="1">
                <a:solidFill>
                  <a:srgbClr val="191919"/>
                </a:solidFill>
                <a:latin typeface="AppleGothic"/>
                <a:ea typeface="AppleGothic"/>
                <a:cs typeface="AppleGothic"/>
              </a:rPr>
              <a:t>대상 사용자와</a:t>
            </a:r>
          </a:p>
          <a:p xmlns:a="http://schemas.openxmlformats.org/drawingml/2006/main">
            <a:pPr algn="l">
              <a:lnSpc>
                <a:spcPct val="122000"/>
              </a:lnSpc>
              <a:buNone/>
              <a:defRPr sz="1425" b="1">
                <a:solidFill>
                  <a:srgbClr val="191919"/>
                </a:solidFill>
                <a:latin typeface="AppleGothic"/>
                <a:ea typeface="AppleGothic"/>
                <a:cs typeface="AppleGothic"/>
              </a:defRPr>
            </a:pPr>
            <a:r>
              <a:rPr sz="1425" b="1">
                <a:solidFill>
                  <a:srgbClr val="191919"/>
                </a:solidFill>
                <a:latin typeface="AppleGothic"/>
                <a:ea typeface="AppleGothic"/>
                <a:cs typeface="AppleGothic"/>
              </a:rPr>
              <a:t>지원할 의사결정</a:t>
            </a:r>
          </a:p>
        </p:txBody>
      </p:sp>
      <p:sp>
        <p:nvSpPr>
          <p:cNvPr id="13" name="">
            <a:extLst xmlns:a="http://schemas.openxmlformats.org/drawingml/2006/main">
              <a:ext uri="{FF2B5EF4-FFF2-40B4-BE49-F238E27FC236}">
                <a16:creationId xmlns:a16="http://schemas.microsoft.com/office/drawing/2014/main" id="{36D167BA-F5F9-4543-BAE4-07BBC56B273A}"/>
              </a:ext>
            </a:extLst>
          </p:cNvPr>
          <p:cNvSpPr>
            <a:spLocks xmlns:a="http://schemas.openxmlformats.org/drawingml/2006/main" noGrp="1"/>
          </p:cNvSpPr>
          <p:nvPr/>
        </p:nvSpPr>
        <p:spPr>
          <a:xfrm xmlns:a="http://schemas.openxmlformats.org/drawingml/2006/main">
            <a:off x="8458200" y="1619250"/>
            <a:ext cx="5143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667085"/>
                </a:solidFill>
                <a:latin typeface="Menlo"/>
                <a:ea typeface="Menlo"/>
                <a:cs typeface="Menlo"/>
              </a:defRPr>
            </a:pPr>
            <a:r>
              <a:rPr sz="1350" b="1">
                <a:solidFill>
                  <a:srgbClr val="667085"/>
                </a:solidFill>
                <a:latin typeface="Menlo"/>
                <a:ea typeface="Menlo"/>
                <a:cs typeface="Menlo"/>
              </a:rPr>
              <a:t>02</a:t>
            </a:r>
          </a:p>
        </p:txBody>
      </p:sp>
      <p:sp>
        <p:nvSpPr>
          <p:cNvPr id="14" name="">
            <a:extLst xmlns:a="http://schemas.openxmlformats.org/drawingml/2006/main">
              <a:ext uri="{FF2B5EF4-FFF2-40B4-BE49-F238E27FC236}">
                <a16:creationId xmlns:a16="http://schemas.microsoft.com/office/drawing/2014/main" id="{2A150215-CEDF-4B48-A277-E2C00C57B452}"/>
              </a:ext>
            </a:extLst>
          </p:cNvPr>
          <p:cNvSpPr>
            <a:spLocks xmlns:a="http://schemas.openxmlformats.org/drawingml/2006/main" noGrp="1"/>
          </p:cNvSpPr>
          <p:nvPr/>
        </p:nvSpPr>
        <p:spPr>
          <a:xfrm xmlns:a="http://schemas.openxmlformats.org/drawingml/2006/main" rot="0">
            <a:off x="8458200" y="2019300"/>
            <a:ext cx="2781300" cy="12954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5" name="">
            <a:extLst xmlns:a="http://schemas.openxmlformats.org/drawingml/2006/main">
              <a:ext uri="{FF2B5EF4-FFF2-40B4-BE49-F238E27FC236}">
                <a16:creationId xmlns:a16="http://schemas.microsoft.com/office/drawing/2014/main" id="{A6E7E3F6-8850-45F9-AC4F-066A476668B2}"/>
              </a:ext>
            </a:extLst>
          </p:cNvPr>
          <p:cNvSpPr>
            <a:spLocks xmlns:a="http://schemas.openxmlformats.org/drawingml/2006/main" noGrp="1"/>
          </p:cNvSpPr>
          <p:nvPr/>
        </p:nvSpPr>
        <p:spPr>
          <a:xfrm xmlns:a="http://schemas.openxmlformats.org/drawingml/2006/main">
            <a:off x="8629650" y="2019300"/>
            <a:ext cx="2438400" cy="1295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22000"/>
              </a:lnSpc>
              <a:buNone/>
              <a:defRPr sz="1425" b="1">
                <a:solidFill>
                  <a:srgbClr val="191919"/>
                </a:solidFill>
                <a:latin typeface="AppleGothic"/>
                <a:ea typeface="AppleGothic"/>
                <a:cs typeface="AppleGothic"/>
              </a:defRPr>
            </a:pPr>
            <a:r>
              <a:rPr sz="1425" b="1">
                <a:solidFill>
                  <a:srgbClr val="191919"/>
                </a:solidFill>
                <a:latin typeface="AppleGothic"/>
                <a:ea typeface="AppleGothic"/>
                <a:cs typeface="AppleGothic"/>
              </a:rPr>
              <a:t>대표 입력과</a:t>
            </a:r>
          </a:p>
          <a:p xmlns:a="http://schemas.openxmlformats.org/drawingml/2006/main">
            <a:pPr algn="l">
              <a:lnSpc>
                <a:spcPct val="122000"/>
              </a:lnSpc>
              <a:buNone/>
              <a:defRPr sz="1425" b="1">
                <a:solidFill>
                  <a:srgbClr val="191919"/>
                </a:solidFill>
                <a:latin typeface="AppleGothic"/>
                <a:ea typeface="AppleGothic"/>
                <a:cs typeface="AppleGothic"/>
              </a:defRPr>
            </a:pPr>
            <a:r>
              <a:rPr sz="1425" b="1">
                <a:solidFill>
                  <a:srgbClr val="191919"/>
                </a:solidFill>
                <a:latin typeface="AppleGothic"/>
                <a:ea typeface="AppleGothic"/>
                <a:cs typeface="AppleGothic"/>
              </a:rPr>
              <a:t>기대 행동</a:t>
            </a:r>
          </a:p>
        </p:txBody>
      </p:sp>
      <p:sp>
        <p:nvSpPr>
          <p:cNvPr id="16" name="">
            <a:extLst xmlns:a="http://schemas.openxmlformats.org/drawingml/2006/main">
              <a:ext uri="{FF2B5EF4-FFF2-40B4-BE49-F238E27FC236}">
                <a16:creationId xmlns:a16="http://schemas.microsoft.com/office/drawing/2014/main" id="{CD668DA4-FF2E-40A1-BA74-182E259F0FE7}"/>
              </a:ext>
            </a:extLst>
          </p:cNvPr>
          <p:cNvSpPr>
            <a:spLocks xmlns:a="http://schemas.openxmlformats.org/drawingml/2006/main" noGrp="1"/>
          </p:cNvSpPr>
          <p:nvPr/>
        </p:nvSpPr>
        <p:spPr>
          <a:xfrm xmlns:a="http://schemas.openxmlformats.org/drawingml/2006/main">
            <a:off x="5219700" y="3676650"/>
            <a:ext cx="5143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667085"/>
                </a:solidFill>
                <a:latin typeface="Menlo"/>
                <a:ea typeface="Menlo"/>
                <a:cs typeface="Menlo"/>
              </a:defRPr>
            </a:pPr>
            <a:r>
              <a:rPr sz="1350" b="1">
                <a:solidFill>
                  <a:srgbClr val="667085"/>
                </a:solidFill>
                <a:latin typeface="Menlo"/>
                <a:ea typeface="Menlo"/>
                <a:cs typeface="Menlo"/>
              </a:rPr>
              <a:t>03</a:t>
            </a:r>
          </a:p>
        </p:txBody>
      </p:sp>
      <p:sp>
        <p:nvSpPr>
          <p:cNvPr id="17" name="">
            <a:extLst xmlns:a="http://schemas.openxmlformats.org/drawingml/2006/main">
              <a:ext uri="{FF2B5EF4-FFF2-40B4-BE49-F238E27FC236}">
                <a16:creationId xmlns:a16="http://schemas.microsoft.com/office/drawing/2014/main" id="{B3CAB049-8001-4BE4-BCAF-0290A6A279FE}"/>
              </a:ext>
            </a:extLst>
          </p:cNvPr>
          <p:cNvSpPr>
            <a:spLocks xmlns:a="http://schemas.openxmlformats.org/drawingml/2006/main" noGrp="1"/>
          </p:cNvSpPr>
          <p:nvPr/>
        </p:nvSpPr>
        <p:spPr>
          <a:xfrm xmlns:a="http://schemas.openxmlformats.org/drawingml/2006/main" rot="0">
            <a:off x="5219700" y="4076700"/>
            <a:ext cx="2781300" cy="12954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8" name="">
            <a:extLst xmlns:a="http://schemas.openxmlformats.org/drawingml/2006/main">
              <a:ext uri="{FF2B5EF4-FFF2-40B4-BE49-F238E27FC236}">
                <a16:creationId xmlns:a16="http://schemas.microsoft.com/office/drawing/2014/main" id="{492CB821-FA33-4E44-A95E-481D10574FBA}"/>
              </a:ext>
            </a:extLst>
          </p:cNvPr>
          <p:cNvSpPr>
            <a:spLocks xmlns:a="http://schemas.openxmlformats.org/drawingml/2006/main" noGrp="1"/>
          </p:cNvSpPr>
          <p:nvPr/>
        </p:nvSpPr>
        <p:spPr>
          <a:xfrm xmlns:a="http://schemas.openxmlformats.org/drawingml/2006/main">
            <a:off x="5391150" y="4076700"/>
            <a:ext cx="2438400" cy="1295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22000"/>
              </a:lnSpc>
              <a:buNone/>
              <a:defRPr sz="1425" b="1">
                <a:solidFill>
                  <a:srgbClr val="191919"/>
                </a:solidFill>
                <a:latin typeface="AppleGothic"/>
                <a:ea typeface="AppleGothic"/>
                <a:cs typeface="AppleGothic"/>
              </a:defRPr>
            </a:pPr>
            <a:r>
              <a:rPr sz="1425" b="1">
                <a:solidFill>
                  <a:srgbClr val="191919"/>
                </a:solidFill>
                <a:latin typeface="AppleGothic"/>
                <a:ea typeface="AppleGothic"/>
                <a:cs typeface="AppleGothic"/>
              </a:rPr>
              <a:t>성공·금지 조건과</a:t>
            </a:r>
          </a:p>
          <a:p xmlns:a="http://schemas.openxmlformats.org/drawingml/2006/main">
            <a:pPr algn="l">
              <a:lnSpc>
                <a:spcPct val="122000"/>
              </a:lnSpc>
              <a:buNone/>
              <a:defRPr sz="1425" b="1">
                <a:solidFill>
                  <a:srgbClr val="191919"/>
                </a:solidFill>
                <a:latin typeface="AppleGothic"/>
                <a:ea typeface="AppleGothic"/>
                <a:cs typeface="AppleGothic"/>
              </a:defRPr>
            </a:pPr>
            <a:r>
              <a:rPr sz="1425" b="1">
                <a:solidFill>
                  <a:srgbClr val="191919"/>
                </a:solidFill>
                <a:latin typeface="AppleGothic"/>
                <a:ea typeface="AppleGothic"/>
                <a:cs typeface="AppleGothic"/>
              </a:rPr>
              <a:t>평가 데이터</a:t>
            </a:r>
          </a:p>
        </p:txBody>
      </p:sp>
      <p:sp>
        <p:nvSpPr>
          <p:cNvPr id="19" name="">
            <a:extLst xmlns:a="http://schemas.openxmlformats.org/drawingml/2006/main">
              <a:ext uri="{FF2B5EF4-FFF2-40B4-BE49-F238E27FC236}">
                <a16:creationId xmlns:a16="http://schemas.microsoft.com/office/drawing/2014/main" id="{991AF6B4-4D19-43D3-AD3E-3BCA2214F858}"/>
              </a:ext>
            </a:extLst>
          </p:cNvPr>
          <p:cNvSpPr>
            <a:spLocks xmlns:a="http://schemas.openxmlformats.org/drawingml/2006/main" noGrp="1"/>
          </p:cNvSpPr>
          <p:nvPr/>
        </p:nvSpPr>
        <p:spPr>
          <a:xfrm xmlns:a="http://schemas.openxmlformats.org/drawingml/2006/main">
            <a:off x="8458200" y="3676650"/>
            <a:ext cx="5143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667085"/>
                </a:solidFill>
                <a:latin typeface="Menlo"/>
                <a:ea typeface="Menlo"/>
                <a:cs typeface="Menlo"/>
              </a:defRPr>
            </a:pPr>
            <a:r>
              <a:rPr sz="1350" b="1">
                <a:solidFill>
                  <a:srgbClr val="667085"/>
                </a:solidFill>
                <a:latin typeface="Menlo"/>
                <a:ea typeface="Menlo"/>
                <a:cs typeface="Menlo"/>
              </a:rPr>
              <a:t>04</a:t>
            </a:r>
          </a:p>
        </p:txBody>
      </p:sp>
      <p:sp>
        <p:nvSpPr>
          <p:cNvPr id="20" name="">
            <a:extLst xmlns:a="http://schemas.openxmlformats.org/drawingml/2006/main">
              <a:ext uri="{FF2B5EF4-FFF2-40B4-BE49-F238E27FC236}">
                <a16:creationId xmlns:a16="http://schemas.microsoft.com/office/drawing/2014/main" id="{C60B254B-509F-46DF-9BB5-91FA8F6E49A6}"/>
              </a:ext>
            </a:extLst>
          </p:cNvPr>
          <p:cNvSpPr>
            <a:spLocks xmlns:a="http://schemas.openxmlformats.org/drawingml/2006/main" noGrp="1"/>
          </p:cNvSpPr>
          <p:nvPr/>
        </p:nvSpPr>
        <p:spPr>
          <a:xfrm xmlns:a="http://schemas.openxmlformats.org/drawingml/2006/main" rot="0">
            <a:off x="8458200" y="4076700"/>
            <a:ext cx="2781300" cy="12954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21" name="">
            <a:extLst xmlns:a="http://schemas.openxmlformats.org/drawingml/2006/main">
              <a:ext uri="{FF2B5EF4-FFF2-40B4-BE49-F238E27FC236}">
                <a16:creationId xmlns:a16="http://schemas.microsoft.com/office/drawing/2014/main" id="{72040F16-9ED3-485C-94D2-E915FB0BBDD1}"/>
              </a:ext>
            </a:extLst>
          </p:cNvPr>
          <p:cNvSpPr>
            <a:spLocks xmlns:a="http://schemas.openxmlformats.org/drawingml/2006/main" noGrp="1"/>
          </p:cNvSpPr>
          <p:nvPr/>
        </p:nvSpPr>
        <p:spPr>
          <a:xfrm xmlns:a="http://schemas.openxmlformats.org/drawingml/2006/main">
            <a:off x="8629650" y="4076700"/>
            <a:ext cx="2438400" cy="1295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22000"/>
              </a:lnSpc>
              <a:buNone/>
              <a:defRPr sz="1425" b="1">
                <a:solidFill>
                  <a:srgbClr val="191919"/>
                </a:solidFill>
                <a:latin typeface="AppleGothic"/>
                <a:ea typeface="AppleGothic"/>
                <a:cs typeface="AppleGothic"/>
              </a:defRPr>
            </a:pPr>
            <a:r>
              <a:rPr sz="1425" b="1">
                <a:solidFill>
                  <a:srgbClr val="191919"/>
                </a:solidFill>
                <a:latin typeface="AppleGothic"/>
                <a:ea typeface="AppleGothic"/>
                <a:cs typeface="AppleGothic"/>
              </a:rPr>
              <a:t>데이터 권한·개인정보·</a:t>
            </a:r>
          </a:p>
          <a:p xmlns:a="http://schemas.openxmlformats.org/drawingml/2006/main">
            <a:pPr algn="l">
              <a:lnSpc>
                <a:spcPct val="122000"/>
              </a:lnSpc>
              <a:buNone/>
              <a:defRPr sz="1425" b="1">
                <a:solidFill>
                  <a:srgbClr val="191919"/>
                </a:solidFill>
                <a:latin typeface="AppleGothic"/>
                <a:ea typeface="AppleGothic"/>
                <a:cs typeface="AppleGothic"/>
              </a:defRPr>
            </a:pPr>
            <a:r>
              <a:rPr sz="1425" b="1">
                <a:solidFill>
                  <a:srgbClr val="191919"/>
                </a:solidFill>
                <a:latin typeface="AppleGothic"/>
                <a:ea typeface="AppleGothic"/>
                <a:cs typeface="AppleGothic"/>
              </a:rPr>
              <a:t>보존 경계</a:t>
            </a:r>
          </a:p>
        </p:txBody>
      </p:sp>
    </p:spTree>
    <p:extLst>
      <p:ext uri="{BB962C8B-B14F-4D97-AF65-F5344CB8AC3E}">
        <p14:creationId xmlns:p14="http://schemas.microsoft.com/office/powerpoint/2010/main" val="957048534"/>
      </p:ext>
    </p:extLst>
  </p:cSld>
</p:sld>
</file>

<file path=ppt/slides/slide60.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289FBE67-7BA8-4829-8F97-58E8F2605A6A}"/>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LIFECYCLE</a:t>
            </a:r>
          </a:p>
        </p:txBody>
      </p:sp>
      <p:sp>
        <p:nvSpPr>
          <p:cNvPr id="2" name="">
            <a:extLst xmlns:a="http://schemas.openxmlformats.org/drawingml/2006/main">
              <a:ext uri="{FF2B5EF4-FFF2-40B4-BE49-F238E27FC236}">
                <a16:creationId xmlns:a16="http://schemas.microsoft.com/office/drawing/2014/main" id="{B6C0FCEC-0320-4CBC-B514-ECEE14570014}"/>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60</a:t>
            </a:r>
          </a:p>
        </p:txBody>
      </p:sp>
      <p:sp>
        <p:nvSpPr>
          <p:cNvPr id="3" name="">
            <a:extLst xmlns:a="http://schemas.openxmlformats.org/drawingml/2006/main">
              <a:ext uri="{FF2B5EF4-FFF2-40B4-BE49-F238E27FC236}">
                <a16:creationId xmlns:a16="http://schemas.microsoft.com/office/drawing/2014/main" id="{D163660D-ABBB-4F09-BC38-10CDC54DD911}"/>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8BE5B8C3-3D27-4D7D-AEA1-4E17E9E14331}"/>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27CF4D85-53A8-4E44-8D9A-BBE763EDF9DF}"/>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B1703C0A-1F0F-45F0-B7D5-53200C99C4F3}"/>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2단계 / 프롬프트·맥락의 버전 계약</a:t>
            </a:r>
          </a:p>
        </p:txBody>
      </p:sp>
      <p:sp>
        <p:nvSpPr>
          <p:cNvPr id="7" name="">
            <a:extLst xmlns:a="http://schemas.openxmlformats.org/drawingml/2006/main">
              <a:ext uri="{FF2B5EF4-FFF2-40B4-BE49-F238E27FC236}">
                <a16:creationId xmlns:a16="http://schemas.microsoft.com/office/drawing/2014/main" id="{394A654A-E6A9-4B71-8778-9F0F2F611D12}"/>
              </a:ext>
            </a:extLst>
          </p:cNvPr>
          <p:cNvSpPr>
            <a:spLocks xmlns:a="http://schemas.openxmlformats.org/drawingml/2006/main" noGrp="1"/>
          </p:cNvSpPr>
          <p:nvPr/>
        </p:nvSpPr>
        <p:spPr>
          <a:xfrm xmlns:a="http://schemas.openxmlformats.org/drawingml/2006/main">
            <a:off x="609600" y="1600200"/>
            <a:ext cx="200025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6900" b="1">
                <a:solidFill>
                  <a:srgbClr val="2563EB"/>
                </a:solidFill>
                <a:latin typeface="Menlo"/>
                <a:ea typeface="Menlo"/>
                <a:cs typeface="Menlo"/>
              </a:defRPr>
            </a:pPr>
            <a:r>
              <a:rPr sz="6900" b="1">
                <a:solidFill>
                  <a:srgbClr val="2563EB"/>
                </a:solidFill>
                <a:latin typeface="Menlo"/>
                <a:ea typeface="Menlo"/>
                <a:cs typeface="Menlo"/>
              </a:rPr>
              <a:t>02</a:t>
            </a:r>
          </a:p>
        </p:txBody>
      </p:sp>
      <p:sp>
        <p:nvSpPr>
          <p:cNvPr id="8" name="">
            <a:extLst xmlns:a="http://schemas.openxmlformats.org/drawingml/2006/main">
              <a:ext uri="{FF2B5EF4-FFF2-40B4-BE49-F238E27FC236}">
                <a16:creationId xmlns:a16="http://schemas.microsoft.com/office/drawing/2014/main" id="{896FF392-AEA1-4AE1-BE2D-EDD89BCF6F9A}"/>
              </a:ext>
            </a:extLst>
          </p:cNvPr>
          <p:cNvSpPr>
            <a:spLocks xmlns:a="http://schemas.openxmlformats.org/drawingml/2006/main" noGrp="1"/>
          </p:cNvSpPr>
          <p:nvPr/>
        </p:nvSpPr>
        <p:spPr>
          <a:xfrm xmlns:a="http://schemas.openxmlformats.org/drawingml/2006/main">
            <a:off x="3028950" y="17526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OPERATING QUESTION</a:t>
            </a:r>
          </a:p>
        </p:txBody>
      </p:sp>
      <p:sp>
        <p:nvSpPr>
          <p:cNvPr id="9" name="">
            <a:extLst xmlns:a="http://schemas.openxmlformats.org/drawingml/2006/main">
              <a:ext uri="{FF2B5EF4-FFF2-40B4-BE49-F238E27FC236}">
                <a16:creationId xmlns:a16="http://schemas.microsoft.com/office/drawing/2014/main" id="{BEDE30B4-C0A3-4C9F-9457-E1667E8E31B9}"/>
              </a:ext>
            </a:extLst>
          </p:cNvPr>
          <p:cNvSpPr>
            <a:spLocks xmlns:a="http://schemas.openxmlformats.org/drawingml/2006/main" noGrp="1"/>
          </p:cNvSpPr>
          <p:nvPr/>
        </p:nvSpPr>
        <p:spPr>
          <a:xfrm xmlns:a="http://schemas.openxmlformats.org/drawingml/2006/main">
            <a:off x="3028950" y="2152650"/>
            <a:ext cx="8096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250" b="1">
                <a:solidFill>
                  <a:srgbClr val="191919"/>
                </a:solidFill>
                <a:latin typeface="AppleGothic"/>
                <a:ea typeface="AppleGothic"/>
                <a:cs typeface="AppleGothic"/>
              </a:defRPr>
            </a:pPr>
            <a:r>
              <a:rPr sz="2250" b="1">
                <a:solidFill>
                  <a:srgbClr val="191919"/>
                </a:solidFill>
                <a:latin typeface="AppleGothic"/>
                <a:ea typeface="AppleGothic"/>
                <a:cs typeface="AppleGothic"/>
              </a:rPr>
              <a:t>무엇이 바뀌었고 왜 바뀌었는가?</a:t>
            </a:r>
          </a:p>
        </p:txBody>
      </p:sp>
      <p:sp>
        <p:nvSpPr>
          <p:cNvPr id="10" name="">
            <a:extLst xmlns:a="http://schemas.openxmlformats.org/drawingml/2006/main">
              <a:ext uri="{FF2B5EF4-FFF2-40B4-BE49-F238E27FC236}">
                <a16:creationId xmlns:a16="http://schemas.microsoft.com/office/drawing/2014/main" id="{4541DDF1-ED44-4769-8397-8AB3B1ED47A0}"/>
              </a:ext>
            </a:extLst>
          </p:cNvPr>
          <p:cNvSpPr>
            <a:spLocks xmlns:a="http://schemas.openxmlformats.org/drawingml/2006/main" noGrp="1"/>
          </p:cNvSpPr>
          <p:nvPr/>
        </p:nvSpPr>
        <p:spPr>
          <a:xfrm xmlns:a="http://schemas.openxmlformats.org/drawingml/2006/main">
            <a:off x="609600" y="3295650"/>
            <a:ext cx="35052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2563EB"/>
                </a:solidFill>
                <a:latin typeface="Menlo"/>
                <a:ea typeface="Menlo"/>
                <a:cs typeface="Menlo"/>
              </a:defRPr>
            </a:pPr>
            <a:r>
              <a:rPr sz="1350" b="1">
                <a:solidFill>
                  <a:srgbClr val="2563EB"/>
                </a:solidFill>
                <a:latin typeface="Menlo"/>
                <a:ea typeface="Menlo"/>
                <a:cs typeface="Menlo"/>
              </a:rPr>
              <a:t>01</a:t>
            </a:r>
          </a:p>
        </p:txBody>
      </p:sp>
      <p:sp>
        <p:nvSpPr>
          <p:cNvPr id="11" name="">
            <a:extLst xmlns:a="http://schemas.openxmlformats.org/drawingml/2006/main">
              <a:ext uri="{FF2B5EF4-FFF2-40B4-BE49-F238E27FC236}">
                <a16:creationId xmlns:a16="http://schemas.microsoft.com/office/drawing/2014/main" id="{FBF0A6C7-25E2-4616-9D35-D802B06215EE}"/>
              </a:ext>
            </a:extLst>
          </p:cNvPr>
          <p:cNvSpPr>
            <a:spLocks xmlns:a="http://schemas.openxmlformats.org/drawingml/2006/main" noGrp="1"/>
          </p:cNvSpPr>
          <p:nvPr/>
        </p:nvSpPr>
        <p:spPr>
          <a:xfrm xmlns:a="http://schemas.openxmlformats.org/drawingml/2006/main" rot="0">
            <a:off x="609600" y="3752850"/>
            <a:ext cx="3505200" cy="1200150"/>
          </a:xfrm>
          <a:prstGeom xmlns:a="http://schemas.openxmlformats.org/drawingml/2006/main" prst="rect">
            <a:avLst/>
          </a:prstGeom>
          <a:solidFill xmlns:a="http://schemas.openxmlformats.org/drawingml/2006/main">
            <a:srgbClr val="FFFFFF"/>
          </a:solidFill>
          <a:ln xmlns:a="http://schemas.openxmlformats.org/drawingml/2006/main" w="28575">
            <a:solidFill>
              <a:srgbClr val="2563EB"/>
            </a:solidFill>
            <a:prstDash val="solid"/>
          </a:ln>
        </p:spPr>
      </p:sp>
      <p:sp>
        <p:nvSpPr>
          <p:cNvPr id="12" name="">
            <a:extLst xmlns:a="http://schemas.openxmlformats.org/drawingml/2006/main">
              <a:ext uri="{FF2B5EF4-FFF2-40B4-BE49-F238E27FC236}">
                <a16:creationId xmlns:a16="http://schemas.microsoft.com/office/drawing/2014/main" id="{3D4D4305-68A5-42AF-8015-50CF606DE922}"/>
              </a:ext>
            </a:extLst>
          </p:cNvPr>
          <p:cNvSpPr>
            <a:spLocks xmlns:a="http://schemas.openxmlformats.org/drawingml/2006/main" noGrp="1"/>
          </p:cNvSpPr>
          <p:nvPr/>
        </p:nvSpPr>
        <p:spPr>
          <a:xfrm xmlns:a="http://schemas.openxmlformats.org/drawingml/2006/main">
            <a:off x="781050" y="3752850"/>
            <a:ext cx="316230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25000"/>
              </a:lnSpc>
              <a:buNone/>
              <a:defRPr sz="1425" b="1">
                <a:solidFill>
                  <a:srgbClr val="191919"/>
                </a:solidFill>
                <a:latin typeface="AppleGothic"/>
                <a:ea typeface="AppleGothic"/>
                <a:cs typeface="AppleGothic"/>
              </a:defRPr>
            </a:pPr>
            <a:r>
              <a:rPr sz="1425" b="1">
                <a:solidFill>
                  <a:srgbClr val="191919"/>
                </a:solidFill>
                <a:latin typeface="AppleGothic"/>
                <a:ea typeface="AppleGothic"/>
                <a:cs typeface="AppleGothic"/>
              </a:rPr>
              <a:t>프롬프트 식별자·버전·책임자</a:t>
            </a:r>
          </a:p>
        </p:txBody>
      </p:sp>
      <p:sp>
        <p:nvSpPr>
          <p:cNvPr id="13" name="">
            <a:extLst xmlns:a="http://schemas.openxmlformats.org/drawingml/2006/main">
              <a:ext uri="{FF2B5EF4-FFF2-40B4-BE49-F238E27FC236}">
                <a16:creationId xmlns:a16="http://schemas.microsoft.com/office/drawing/2014/main" id="{4822931A-4F66-4C2D-9542-821660DD4AB5}"/>
              </a:ext>
            </a:extLst>
          </p:cNvPr>
          <p:cNvSpPr>
            <a:spLocks xmlns:a="http://schemas.openxmlformats.org/drawingml/2006/main" noGrp="1"/>
          </p:cNvSpPr>
          <p:nvPr/>
        </p:nvSpPr>
        <p:spPr>
          <a:xfrm xmlns:a="http://schemas.openxmlformats.org/drawingml/2006/main">
            <a:off x="4343400" y="3295650"/>
            <a:ext cx="35052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667085"/>
                </a:solidFill>
                <a:latin typeface="Menlo"/>
                <a:ea typeface="Menlo"/>
                <a:cs typeface="Menlo"/>
              </a:defRPr>
            </a:pPr>
            <a:r>
              <a:rPr sz="1350" b="1">
                <a:solidFill>
                  <a:srgbClr val="667085"/>
                </a:solidFill>
                <a:latin typeface="Menlo"/>
                <a:ea typeface="Menlo"/>
                <a:cs typeface="Menlo"/>
              </a:rPr>
              <a:t>02</a:t>
            </a:r>
          </a:p>
        </p:txBody>
      </p:sp>
      <p:sp>
        <p:nvSpPr>
          <p:cNvPr id="14" name="">
            <a:extLst xmlns:a="http://schemas.openxmlformats.org/drawingml/2006/main">
              <a:ext uri="{FF2B5EF4-FFF2-40B4-BE49-F238E27FC236}">
                <a16:creationId xmlns:a16="http://schemas.microsoft.com/office/drawing/2014/main" id="{A23E621A-6718-4309-A1EC-49B1040EC039}"/>
              </a:ext>
            </a:extLst>
          </p:cNvPr>
          <p:cNvSpPr>
            <a:spLocks xmlns:a="http://schemas.openxmlformats.org/drawingml/2006/main" noGrp="1"/>
          </p:cNvSpPr>
          <p:nvPr/>
        </p:nvSpPr>
        <p:spPr>
          <a:xfrm xmlns:a="http://schemas.openxmlformats.org/drawingml/2006/main" rot="0">
            <a:off x="4343400" y="3752850"/>
            <a:ext cx="3505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5" name="">
            <a:extLst xmlns:a="http://schemas.openxmlformats.org/drawingml/2006/main">
              <a:ext uri="{FF2B5EF4-FFF2-40B4-BE49-F238E27FC236}">
                <a16:creationId xmlns:a16="http://schemas.microsoft.com/office/drawing/2014/main" id="{6DAE42D9-E374-45C7-83C5-09A09E6E3B59}"/>
              </a:ext>
            </a:extLst>
          </p:cNvPr>
          <p:cNvSpPr>
            <a:spLocks xmlns:a="http://schemas.openxmlformats.org/drawingml/2006/main" noGrp="1"/>
          </p:cNvSpPr>
          <p:nvPr/>
        </p:nvSpPr>
        <p:spPr>
          <a:xfrm xmlns:a="http://schemas.openxmlformats.org/drawingml/2006/main">
            <a:off x="4514850" y="3752850"/>
            <a:ext cx="316230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25000"/>
              </a:lnSpc>
              <a:buNone/>
              <a:defRPr sz="1425" b="1">
                <a:solidFill>
                  <a:srgbClr val="191919"/>
                </a:solidFill>
                <a:latin typeface="AppleGothic"/>
                <a:ea typeface="AppleGothic"/>
                <a:cs typeface="AppleGothic"/>
              </a:defRPr>
            </a:pPr>
            <a:r>
              <a:rPr sz="1425" b="1">
                <a:solidFill>
                  <a:srgbClr val="191919"/>
                </a:solidFill>
                <a:latin typeface="AppleGothic"/>
                <a:ea typeface="AppleGothic"/>
                <a:cs typeface="AppleGothic"/>
              </a:rPr>
              <a:t>입출력 스키마·예시</a:t>
            </a:r>
          </a:p>
        </p:txBody>
      </p:sp>
      <p:sp>
        <p:nvSpPr>
          <p:cNvPr id="16" name="">
            <a:extLst xmlns:a="http://schemas.openxmlformats.org/drawingml/2006/main">
              <a:ext uri="{FF2B5EF4-FFF2-40B4-BE49-F238E27FC236}">
                <a16:creationId xmlns:a16="http://schemas.microsoft.com/office/drawing/2014/main" id="{B743F9D4-B014-4717-B4F7-5E7245EEACB4}"/>
              </a:ext>
            </a:extLst>
          </p:cNvPr>
          <p:cNvSpPr>
            <a:spLocks xmlns:a="http://schemas.openxmlformats.org/drawingml/2006/main" noGrp="1"/>
          </p:cNvSpPr>
          <p:nvPr/>
        </p:nvSpPr>
        <p:spPr>
          <a:xfrm xmlns:a="http://schemas.openxmlformats.org/drawingml/2006/main">
            <a:off x="8077200" y="3295650"/>
            <a:ext cx="35052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667085"/>
                </a:solidFill>
                <a:latin typeface="Menlo"/>
                <a:ea typeface="Menlo"/>
                <a:cs typeface="Menlo"/>
              </a:defRPr>
            </a:pPr>
            <a:r>
              <a:rPr sz="1350" b="1">
                <a:solidFill>
                  <a:srgbClr val="667085"/>
                </a:solidFill>
                <a:latin typeface="Menlo"/>
                <a:ea typeface="Menlo"/>
                <a:cs typeface="Menlo"/>
              </a:rPr>
              <a:t>03</a:t>
            </a:r>
          </a:p>
        </p:txBody>
      </p:sp>
      <p:sp>
        <p:nvSpPr>
          <p:cNvPr id="17" name="">
            <a:extLst xmlns:a="http://schemas.openxmlformats.org/drawingml/2006/main">
              <a:ext uri="{FF2B5EF4-FFF2-40B4-BE49-F238E27FC236}">
                <a16:creationId xmlns:a16="http://schemas.microsoft.com/office/drawing/2014/main" id="{36C0E2D6-A75E-4E92-9CA2-9B77D5530581}"/>
              </a:ext>
            </a:extLst>
          </p:cNvPr>
          <p:cNvSpPr>
            <a:spLocks xmlns:a="http://schemas.openxmlformats.org/drawingml/2006/main" noGrp="1"/>
          </p:cNvSpPr>
          <p:nvPr/>
        </p:nvSpPr>
        <p:spPr>
          <a:xfrm xmlns:a="http://schemas.openxmlformats.org/drawingml/2006/main" rot="0">
            <a:off x="8077200" y="3752850"/>
            <a:ext cx="3505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8" name="">
            <a:extLst xmlns:a="http://schemas.openxmlformats.org/drawingml/2006/main">
              <a:ext uri="{FF2B5EF4-FFF2-40B4-BE49-F238E27FC236}">
                <a16:creationId xmlns:a16="http://schemas.microsoft.com/office/drawing/2014/main" id="{F562E259-5A98-4BF9-891D-28C808A9DF18}"/>
              </a:ext>
            </a:extLst>
          </p:cNvPr>
          <p:cNvSpPr>
            <a:spLocks xmlns:a="http://schemas.openxmlformats.org/drawingml/2006/main" noGrp="1"/>
          </p:cNvSpPr>
          <p:nvPr/>
        </p:nvSpPr>
        <p:spPr>
          <a:xfrm xmlns:a="http://schemas.openxmlformats.org/drawingml/2006/main">
            <a:off x="8248650" y="3752850"/>
            <a:ext cx="316230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25000"/>
              </a:lnSpc>
              <a:buNone/>
              <a:defRPr sz="1425" b="1">
                <a:solidFill>
                  <a:srgbClr val="191919"/>
                </a:solidFill>
                <a:latin typeface="AppleGothic"/>
                <a:ea typeface="AppleGothic"/>
                <a:cs typeface="AppleGothic"/>
              </a:defRPr>
            </a:pPr>
            <a:r>
              <a:rPr sz="1425" b="1">
                <a:solidFill>
                  <a:srgbClr val="191919"/>
                </a:solidFill>
                <a:latin typeface="AppleGothic"/>
                <a:ea typeface="AppleGothic"/>
                <a:cs typeface="AppleGothic"/>
              </a:rPr>
              <a:t>검색·도구 맥락 참조</a:t>
            </a:r>
          </a:p>
        </p:txBody>
      </p:sp>
      <p:sp>
        <p:nvSpPr>
          <p:cNvPr id="19" name="">
            <a:extLst xmlns:a="http://schemas.openxmlformats.org/drawingml/2006/main">
              <a:ext uri="{FF2B5EF4-FFF2-40B4-BE49-F238E27FC236}">
                <a16:creationId xmlns:a16="http://schemas.microsoft.com/office/drawing/2014/main" id="{E2FE6C54-6FFB-43A7-BAF0-33A5B51741A0}"/>
              </a:ext>
            </a:extLst>
          </p:cNvPr>
          <p:cNvSpPr>
            <a:spLocks xmlns:a="http://schemas.openxmlformats.org/drawingml/2006/main" noGrp="1"/>
          </p:cNvSpPr>
          <p:nvPr/>
        </p:nvSpPr>
        <p:spPr>
          <a:xfrm xmlns:a="http://schemas.openxmlformats.org/drawingml/2006/main">
            <a:off x="609600" y="5257800"/>
            <a:ext cx="10972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읽기 좋은 프롬프트보다 고정 평가 데이터에서 비교 가능한 프롬프트</a:t>
            </a:r>
          </a:p>
        </p:txBody>
      </p:sp>
      <p:sp>
        <p:nvSpPr>
          <p:cNvPr id="20" name="">
            <a:extLst xmlns:a="http://schemas.openxmlformats.org/drawingml/2006/main">
              <a:ext uri="{FF2B5EF4-FFF2-40B4-BE49-F238E27FC236}">
                <a16:creationId xmlns:a16="http://schemas.microsoft.com/office/drawing/2014/main" id="{F45E832F-C4C3-4181-BC9D-75F72ED858D3}"/>
              </a:ext>
            </a:extLst>
          </p:cNvPr>
          <p:cNvSpPr>
            <a:spLocks xmlns:a="http://schemas.openxmlformats.org/drawingml/2006/main" noGrp="1"/>
          </p:cNvSpPr>
          <p:nvPr/>
        </p:nvSpPr>
        <p:spPr>
          <a:xfrm xmlns:a="http://schemas.openxmlformats.org/drawingml/2006/main" flipH="0" flipV="0">
            <a:off x="1085850" y="5924550"/>
            <a:ext cx="1828800" cy="0"/>
          </a:xfrm>
          <a:prstGeom xmlns:a="http://schemas.openxmlformats.org/drawingml/2006/main" prst="line">
            <a:avLst/>
          </a:prstGeom>
          <a:noFill xmlns:a="http://schemas.openxmlformats.org/drawingml/2006/main"/>
          <a:ln xmlns:a="http://schemas.openxmlformats.org/drawingml/2006/main" w="19050">
            <a:solidFill>
              <a:srgbClr val="D0D5DD"/>
            </a:solidFill>
            <a:prstDash val="solid"/>
          </a:ln>
        </p:spPr>
      </p:sp>
      <p:sp>
        <p:nvSpPr>
          <p:cNvPr id="21" name="">
            <a:extLst xmlns:a="http://schemas.openxmlformats.org/drawingml/2006/main">
              <a:ext uri="{FF2B5EF4-FFF2-40B4-BE49-F238E27FC236}">
                <a16:creationId xmlns:a16="http://schemas.microsoft.com/office/drawing/2014/main" id="{4432624D-758E-4042-9DDC-7125751E2F79}"/>
              </a:ext>
            </a:extLst>
          </p:cNvPr>
          <p:cNvSpPr>
            <a:spLocks xmlns:a="http://schemas.openxmlformats.org/drawingml/2006/main" noGrp="1"/>
          </p:cNvSpPr>
          <p:nvPr/>
        </p:nvSpPr>
        <p:spPr>
          <a:xfrm xmlns:a="http://schemas.openxmlformats.org/drawingml/2006/main">
            <a:off x="1085850" y="6038850"/>
            <a:ext cx="1828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1 기획·데이터</a:t>
            </a:r>
          </a:p>
        </p:txBody>
      </p:sp>
      <p:sp>
        <p:nvSpPr>
          <p:cNvPr id="22" name="">
            <a:extLst xmlns:a="http://schemas.openxmlformats.org/drawingml/2006/main">
              <a:ext uri="{FF2B5EF4-FFF2-40B4-BE49-F238E27FC236}">
                <a16:creationId xmlns:a16="http://schemas.microsoft.com/office/drawing/2014/main" id="{F2E5AF9B-8662-4D44-84A8-19A7F0F3AB3A}"/>
              </a:ext>
            </a:extLst>
          </p:cNvPr>
          <p:cNvSpPr>
            <a:spLocks xmlns:a="http://schemas.openxmlformats.org/drawingml/2006/main" noGrp="1"/>
          </p:cNvSpPr>
          <p:nvPr/>
        </p:nvSpPr>
        <p:spPr>
          <a:xfrm xmlns:a="http://schemas.openxmlformats.org/drawingml/2006/main" flipH="0" flipV="0">
            <a:off x="3086100" y="5924550"/>
            <a:ext cx="1828800" cy="0"/>
          </a:xfrm>
          <a:prstGeom xmlns:a="http://schemas.openxmlformats.org/drawingml/2006/main" prst="line">
            <a:avLst/>
          </a:prstGeom>
          <a:noFill xmlns:a="http://schemas.openxmlformats.org/drawingml/2006/main"/>
          <a:ln xmlns:a="http://schemas.openxmlformats.org/drawingml/2006/main" w="47625">
            <a:solidFill>
              <a:srgbClr val="2563EB"/>
            </a:solidFill>
            <a:prstDash val="solid"/>
          </a:ln>
        </p:spPr>
      </p:sp>
      <p:sp>
        <p:nvSpPr>
          <p:cNvPr id="23" name="">
            <a:extLst xmlns:a="http://schemas.openxmlformats.org/drawingml/2006/main">
              <a:ext uri="{FF2B5EF4-FFF2-40B4-BE49-F238E27FC236}">
                <a16:creationId xmlns:a16="http://schemas.microsoft.com/office/drawing/2014/main" id="{23418542-D7CA-4497-B9CC-0524B55FB436}"/>
              </a:ext>
            </a:extLst>
          </p:cNvPr>
          <p:cNvSpPr>
            <a:spLocks xmlns:a="http://schemas.openxmlformats.org/drawingml/2006/main" noGrp="1"/>
          </p:cNvSpPr>
          <p:nvPr/>
        </p:nvSpPr>
        <p:spPr>
          <a:xfrm xmlns:a="http://schemas.openxmlformats.org/drawingml/2006/main">
            <a:off x="3086100" y="6038850"/>
            <a:ext cx="1828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050" b="1">
                <a:solidFill>
                  <a:srgbClr val="2563EB"/>
                </a:solidFill>
                <a:latin typeface="AppleGothic"/>
                <a:ea typeface="AppleGothic"/>
                <a:cs typeface="AppleGothic"/>
              </a:defRPr>
            </a:pPr>
            <a:r>
              <a:rPr sz="1050" b="1">
                <a:solidFill>
                  <a:srgbClr val="2563EB"/>
                </a:solidFill>
                <a:latin typeface="AppleGothic"/>
                <a:ea typeface="AppleGothic"/>
                <a:cs typeface="AppleGothic"/>
              </a:rPr>
              <a:t>2 프롬프트·컨텍스트</a:t>
            </a:r>
          </a:p>
        </p:txBody>
      </p:sp>
      <p:sp>
        <p:nvSpPr>
          <p:cNvPr id="24" name="">
            <a:extLst xmlns:a="http://schemas.openxmlformats.org/drawingml/2006/main">
              <a:ext uri="{FF2B5EF4-FFF2-40B4-BE49-F238E27FC236}">
                <a16:creationId xmlns:a16="http://schemas.microsoft.com/office/drawing/2014/main" id="{D1E8E143-9F3D-4A63-A1EE-4A91A9755267}"/>
              </a:ext>
            </a:extLst>
          </p:cNvPr>
          <p:cNvSpPr>
            <a:spLocks xmlns:a="http://schemas.openxmlformats.org/drawingml/2006/main" noGrp="1"/>
          </p:cNvSpPr>
          <p:nvPr/>
        </p:nvSpPr>
        <p:spPr>
          <a:xfrm xmlns:a="http://schemas.openxmlformats.org/drawingml/2006/main" flipH="0" flipV="0">
            <a:off x="5086350" y="5924550"/>
            <a:ext cx="1828800" cy="0"/>
          </a:xfrm>
          <a:prstGeom xmlns:a="http://schemas.openxmlformats.org/drawingml/2006/main" prst="line">
            <a:avLst/>
          </a:prstGeom>
          <a:noFill xmlns:a="http://schemas.openxmlformats.org/drawingml/2006/main"/>
          <a:ln xmlns:a="http://schemas.openxmlformats.org/drawingml/2006/main" w="19050">
            <a:solidFill>
              <a:srgbClr val="D0D5DD"/>
            </a:solidFill>
            <a:prstDash val="solid"/>
          </a:ln>
        </p:spPr>
      </p:sp>
      <p:sp>
        <p:nvSpPr>
          <p:cNvPr id="25" name="">
            <a:extLst xmlns:a="http://schemas.openxmlformats.org/drawingml/2006/main">
              <a:ext uri="{FF2B5EF4-FFF2-40B4-BE49-F238E27FC236}">
                <a16:creationId xmlns:a16="http://schemas.microsoft.com/office/drawing/2014/main" id="{AA78FDFF-A86E-479F-9653-82ED9C37E66C}"/>
              </a:ext>
            </a:extLst>
          </p:cNvPr>
          <p:cNvSpPr>
            <a:spLocks xmlns:a="http://schemas.openxmlformats.org/drawingml/2006/main" noGrp="1"/>
          </p:cNvSpPr>
          <p:nvPr/>
        </p:nvSpPr>
        <p:spPr>
          <a:xfrm xmlns:a="http://schemas.openxmlformats.org/drawingml/2006/main">
            <a:off x="5086350" y="6038850"/>
            <a:ext cx="1828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3 실행·배포</a:t>
            </a:r>
          </a:p>
        </p:txBody>
      </p:sp>
      <p:sp>
        <p:nvSpPr>
          <p:cNvPr id="26" name="">
            <a:extLst xmlns:a="http://schemas.openxmlformats.org/drawingml/2006/main">
              <a:ext uri="{FF2B5EF4-FFF2-40B4-BE49-F238E27FC236}">
                <a16:creationId xmlns:a16="http://schemas.microsoft.com/office/drawing/2014/main" id="{DA9E245D-1AC3-4A46-8D85-1450713BE711}"/>
              </a:ext>
            </a:extLst>
          </p:cNvPr>
          <p:cNvSpPr>
            <a:spLocks xmlns:a="http://schemas.openxmlformats.org/drawingml/2006/main" noGrp="1"/>
          </p:cNvSpPr>
          <p:nvPr/>
        </p:nvSpPr>
        <p:spPr>
          <a:xfrm xmlns:a="http://schemas.openxmlformats.org/drawingml/2006/main" flipH="0" flipV="0">
            <a:off x="7086600" y="5924550"/>
            <a:ext cx="1828800" cy="0"/>
          </a:xfrm>
          <a:prstGeom xmlns:a="http://schemas.openxmlformats.org/drawingml/2006/main" prst="line">
            <a:avLst/>
          </a:prstGeom>
          <a:noFill xmlns:a="http://schemas.openxmlformats.org/drawingml/2006/main"/>
          <a:ln xmlns:a="http://schemas.openxmlformats.org/drawingml/2006/main" w="19050">
            <a:solidFill>
              <a:srgbClr val="D0D5DD"/>
            </a:solidFill>
            <a:prstDash val="solid"/>
          </a:ln>
        </p:spPr>
      </p:sp>
      <p:sp>
        <p:nvSpPr>
          <p:cNvPr id="27" name="">
            <a:extLst xmlns:a="http://schemas.openxmlformats.org/drawingml/2006/main">
              <a:ext uri="{FF2B5EF4-FFF2-40B4-BE49-F238E27FC236}">
                <a16:creationId xmlns:a16="http://schemas.microsoft.com/office/drawing/2014/main" id="{02D0AC63-98BF-4E71-9875-5A24F32DA1CE}"/>
              </a:ext>
            </a:extLst>
          </p:cNvPr>
          <p:cNvSpPr>
            <a:spLocks xmlns:a="http://schemas.openxmlformats.org/drawingml/2006/main" noGrp="1"/>
          </p:cNvSpPr>
          <p:nvPr/>
        </p:nvSpPr>
        <p:spPr>
          <a:xfrm xmlns:a="http://schemas.openxmlformats.org/drawingml/2006/main">
            <a:off x="7086600" y="6038850"/>
            <a:ext cx="1828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4 평가·관찰</a:t>
            </a:r>
          </a:p>
        </p:txBody>
      </p:sp>
      <p:sp>
        <p:nvSpPr>
          <p:cNvPr id="28" name="">
            <a:extLst xmlns:a="http://schemas.openxmlformats.org/drawingml/2006/main">
              <a:ext uri="{FF2B5EF4-FFF2-40B4-BE49-F238E27FC236}">
                <a16:creationId xmlns:a16="http://schemas.microsoft.com/office/drawing/2014/main" id="{3043A0D6-2D8A-4267-B078-3076E0D86182}"/>
              </a:ext>
            </a:extLst>
          </p:cNvPr>
          <p:cNvSpPr>
            <a:spLocks xmlns:a="http://schemas.openxmlformats.org/drawingml/2006/main" noGrp="1"/>
          </p:cNvSpPr>
          <p:nvPr/>
        </p:nvSpPr>
        <p:spPr>
          <a:xfrm xmlns:a="http://schemas.openxmlformats.org/drawingml/2006/main" flipH="0" flipV="0">
            <a:off x="9086850" y="5924550"/>
            <a:ext cx="1828800" cy="0"/>
          </a:xfrm>
          <a:prstGeom xmlns:a="http://schemas.openxmlformats.org/drawingml/2006/main" prst="line">
            <a:avLst/>
          </a:prstGeom>
          <a:noFill xmlns:a="http://schemas.openxmlformats.org/drawingml/2006/main"/>
          <a:ln xmlns:a="http://schemas.openxmlformats.org/drawingml/2006/main" w="19050">
            <a:solidFill>
              <a:srgbClr val="D0D5DD"/>
            </a:solidFill>
            <a:prstDash val="solid"/>
          </a:ln>
        </p:spPr>
      </p:sp>
      <p:sp>
        <p:nvSpPr>
          <p:cNvPr id="29" name="">
            <a:extLst xmlns:a="http://schemas.openxmlformats.org/drawingml/2006/main">
              <a:ext uri="{FF2B5EF4-FFF2-40B4-BE49-F238E27FC236}">
                <a16:creationId xmlns:a16="http://schemas.microsoft.com/office/drawing/2014/main" id="{232B14A3-BCE9-4869-B7BC-BCA9D295D960}"/>
              </a:ext>
            </a:extLst>
          </p:cNvPr>
          <p:cNvSpPr>
            <a:spLocks xmlns:a="http://schemas.openxmlformats.org/drawingml/2006/main" noGrp="1"/>
          </p:cNvSpPr>
          <p:nvPr/>
        </p:nvSpPr>
        <p:spPr>
          <a:xfrm xmlns:a="http://schemas.openxmlformats.org/drawingml/2006/main">
            <a:off x="9086850" y="6038850"/>
            <a:ext cx="1828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5 개선·버전</a:t>
            </a:r>
          </a:p>
        </p:txBody>
      </p:sp>
    </p:spTree>
    <p:extLst>
      <p:ext uri="{BB962C8B-B14F-4D97-AF65-F5344CB8AC3E}">
        <p14:creationId xmlns:p14="http://schemas.microsoft.com/office/powerpoint/2010/main" val="752764986"/>
      </p:ext>
    </p:extLst>
  </p:cSld>
</p:sld>
</file>

<file path=ppt/slides/slide61.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286D2BB3-17F9-4F91-B922-981C735FC57F}"/>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LIFECYCLE</a:t>
            </a:r>
          </a:p>
        </p:txBody>
      </p:sp>
      <p:sp>
        <p:nvSpPr>
          <p:cNvPr id="2" name="">
            <a:extLst xmlns:a="http://schemas.openxmlformats.org/drawingml/2006/main">
              <a:ext uri="{FF2B5EF4-FFF2-40B4-BE49-F238E27FC236}">
                <a16:creationId xmlns:a16="http://schemas.microsoft.com/office/drawing/2014/main" id="{003839C2-EA24-4BBB-8F1F-38D9F5DB4740}"/>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61</a:t>
            </a:r>
          </a:p>
        </p:txBody>
      </p:sp>
      <p:sp>
        <p:nvSpPr>
          <p:cNvPr id="3" name="">
            <a:extLst xmlns:a="http://schemas.openxmlformats.org/drawingml/2006/main">
              <a:ext uri="{FF2B5EF4-FFF2-40B4-BE49-F238E27FC236}">
                <a16:creationId xmlns:a16="http://schemas.microsoft.com/office/drawing/2014/main" id="{0438CB37-DE08-44CB-99D3-F8425B3909C1}"/>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D0929964-4373-4313-A3E2-CDD3ED2217B1}"/>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335211A8-A0E3-4DF3-9E0F-1E3D64235DEB}"/>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8B435481-BE23-4939-B711-D7B08CC2DABA}"/>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3단계 / 실행·배포의 실패 경로</a:t>
            </a:r>
          </a:p>
        </p:txBody>
      </p:sp>
      <p:sp>
        <p:nvSpPr>
          <p:cNvPr id="7" name="">
            <a:extLst xmlns:a="http://schemas.openxmlformats.org/drawingml/2006/main">
              <a:ext uri="{FF2B5EF4-FFF2-40B4-BE49-F238E27FC236}">
                <a16:creationId xmlns:a16="http://schemas.microsoft.com/office/drawing/2014/main" id="{DE18A7E7-B5C3-4D3D-909C-68BE97863B48}"/>
              </a:ext>
            </a:extLst>
          </p:cNvPr>
          <p:cNvSpPr>
            <a:spLocks xmlns:a="http://schemas.openxmlformats.org/drawingml/2006/main" noGrp="1"/>
          </p:cNvSpPr>
          <p:nvPr/>
        </p:nvSpPr>
        <p:spPr>
          <a:xfrm xmlns:a="http://schemas.openxmlformats.org/drawingml/2006/main">
            <a:off x="609600" y="1466850"/>
            <a:ext cx="109728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800" b="1">
                <a:solidFill>
                  <a:srgbClr val="FFFFFF"/>
                </a:solidFill>
                <a:latin typeface="AppleGothic"/>
                <a:ea typeface="AppleGothic"/>
                <a:cs typeface="AppleGothic"/>
              </a:defRPr>
            </a:pPr>
            <a:r>
              <a:rPr sz="1800" b="1">
                <a:solidFill>
                  <a:srgbClr val="FFFFFF"/>
                </a:solidFill>
                <a:latin typeface="AppleGothic"/>
                <a:ea typeface="AppleGothic"/>
                <a:cs typeface="AppleGothic"/>
              </a:rPr>
              <a:t>실패했을 때 어디로 흐르는가?</a:t>
            </a:r>
          </a:p>
        </p:txBody>
      </p:sp>
      <p:sp>
        <p:nvSpPr>
          <p:cNvPr id="8" name="">
            <a:extLst xmlns:a="http://schemas.openxmlformats.org/drawingml/2006/main">
              <a:ext uri="{FF2B5EF4-FFF2-40B4-BE49-F238E27FC236}">
                <a16:creationId xmlns:a16="http://schemas.microsoft.com/office/drawing/2014/main" id="{5119619B-A863-4228-9D82-CF88EABBD845}"/>
              </a:ext>
            </a:extLst>
          </p:cNvPr>
          <p:cNvSpPr>
            <a:spLocks xmlns:a="http://schemas.openxmlformats.org/drawingml/2006/main" noGrp="1"/>
          </p:cNvSpPr>
          <p:nvPr/>
        </p:nvSpPr>
        <p:spPr>
          <a:xfrm xmlns:a="http://schemas.openxmlformats.org/drawingml/2006/main">
            <a:off x="609600" y="230505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정상 경로</a:t>
            </a:r>
          </a:p>
        </p:txBody>
      </p:sp>
      <p:sp>
        <p:nvSpPr>
          <p:cNvPr id="9" name="">
            <a:extLst xmlns:a="http://schemas.openxmlformats.org/drawingml/2006/main">
              <a:ext uri="{FF2B5EF4-FFF2-40B4-BE49-F238E27FC236}">
                <a16:creationId xmlns:a16="http://schemas.microsoft.com/office/drawing/2014/main" id="{3F562BDC-8A39-4428-A65E-A528536EF41B}"/>
              </a:ext>
            </a:extLst>
          </p:cNvPr>
          <p:cNvSpPr>
            <a:spLocks xmlns:a="http://schemas.openxmlformats.org/drawingml/2006/main" noGrp="1"/>
          </p:cNvSpPr>
          <p:nvPr/>
        </p:nvSpPr>
        <p:spPr>
          <a:xfrm xmlns:a="http://schemas.openxmlformats.org/drawingml/2006/main" rot="0">
            <a:off x="2724150" y="2247900"/>
            <a:ext cx="1752600" cy="66675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10" name="">
            <a:extLst xmlns:a="http://schemas.openxmlformats.org/drawingml/2006/main">
              <a:ext uri="{FF2B5EF4-FFF2-40B4-BE49-F238E27FC236}">
                <a16:creationId xmlns:a16="http://schemas.microsoft.com/office/drawing/2014/main" id="{BB5F575E-59E1-4B57-8458-DD01D494CC65}"/>
              </a:ext>
            </a:extLst>
          </p:cNvPr>
          <p:cNvSpPr>
            <a:spLocks xmlns:a="http://schemas.openxmlformats.org/drawingml/2006/main" noGrp="1"/>
          </p:cNvSpPr>
          <p:nvPr/>
        </p:nvSpPr>
        <p:spPr>
          <a:xfrm xmlns:a="http://schemas.openxmlformats.org/drawingml/2006/main">
            <a:off x="2819400" y="2247900"/>
            <a:ext cx="15621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275" b="1">
                <a:solidFill>
                  <a:srgbClr val="FFFFFF"/>
                </a:solidFill>
                <a:latin typeface="AppleGothic"/>
                <a:ea typeface="AppleGothic"/>
                <a:cs typeface="AppleGothic"/>
              </a:defRPr>
            </a:pPr>
            <a:r>
              <a:rPr sz="1275" b="1">
                <a:solidFill>
                  <a:srgbClr val="FFFFFF"/>
                </a:solidFill>
                <a:latin typeface="AppleGothic"/>
                <a:ea typeface="AppleGothic"/>
                <a:cs typeface="AppleGothic"/>
              </a:rPr>
              <a:t>요청 검증</a:t>
            </a:r>
          </a:p>
        </p:txBody>
      </p:sp>
      <p:sp>
        <p:nvSpPr>
          <p:cNvPr id="11" name="">
            <a:extLst xmlns:a="http://schemas.openxmlformats.org/drawingml/2006/main">
              <a:ext uri="{FF2B5EF4-FFF2-40B4-BE49-F238E27FC236}">
                <a16:creationId xmlns:a16="http://schemas.microsoft.com/office/drawing/2014/main" id="{94082ECF-4025-4F69-9271-489681F72A8E}"/>
              </a:ext>
            </a:extLst>
          </p:cNvPr>
          <p:cNvSpPr>
            <a:spLocks xmlns:a="http://schemas.openxmlformats.org/drawingml/2006/main" noGrp="1"/>
          </p:cNvSpPr>
          <p:nvPr/>
        </p:nvSpPr>
        <p:spPr>
          <a:xfrm xmlns:a="http://schemas.openxmlformats.org/drawingml/2006/main">
            <a:off x="4476750" y="2438400"/>
            <a:ext cx="342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350" b="1">
                <a:solidFill>
                  <a:srgbClr val="98A2B3"/>
                </a:solidFill>
                <a:latin typeface="Menlo"/>
                <a:ea typeface="Menlo"/>
                <a:cs typeface="Menlo"/>
              </a:defRPr>
            </a:pPr>
            <a:r>
              <a:rPr sz="1350" b="1">
                <a:solidFill>
                  <a:srgbClr val="98A2B3"/>
                </a:solidFill>
                <a:latin typeface="Menlo"/>
                <a:ea typeface="Menlo"/>
                <a:cs typeface="Menlo"/>
              </a:rPr>
              <a:t>→</a:t>
            </a:r>
          </a:p>
        </p:txBody>
      </p:sp>
      <p:sp>
        <p:nvSpPr>
          <p:cNvPr id="12" name="">
            <a:extLst xmlns:a="http://schemas.openxmlformats.org/drawingml/2006/main">
              <a:ext uri="{FF2B5EF4-FFF2-40B4-BE49-F238E27FC236}">
                <a16:creationId xmlns:a16="http://schemas.microsoft.com/office/drawing/2014/main" id="{DDCB5960-0375-4E3F-92F3-7CB82F9A1E63}"/>
              </a:ext>
            </a:extLst>
          </p:cNvPr>
          <p:cNvSpPr>
            <a:spLocks xmlns:a="http://schemas.openxmlformats.org/drawingml/2006/main" noGrp="1"/>
          </p:cNvSpPr>
          <p:nvPr/>
        </p:nvSpPr>
        <p:spPr>
          <a:xfrm xmlns:a="http://schemas.openxmlformats.org/drawingml/2006/main" rot="0">
            <a:off x="4819650" y="2247900"/>
            <a:ext cx="1752600" cy="66675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13" name="">
            <a:extLst xmlns:a="http://schemas.openxmlformats.org/drawingml/2006/main">
              <a:ext uri="{FF2B5EF4-FFF2-40B4-BE49-F238E27FC236}">
                <a16:creationId xmlns:a16="http://schemas.microsoft.com/office/drawing/2014/main" id="{561EB225-4604-4F28-B764-417E0CF3FA4A}"/>
              </a:ext>
            </a:extLst>
          </p:cNvPr>
          <p:cNvSpPr>
            <a:spLocks xmlns:a="http://schemas.openxmlformats.org/drawingml/2006/main" noGrp="1"/>
          </p:cNvSpPr>
          <p:nvPr/>
        </p:nvSpPr>
        <p:spPr>
          <a:xfrm xmlns:a="http://schemas.openxmlformats.org/drawingml/2006/main">
            <a:off x="4914900" y="2247900"/>
            <a:ext cx="15621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275" b="1">
                <a:solidFill>
                  <a:srgbClr val="FFFFFF"/>
                </a:solidFill>
                <a:latin typeface="AppleGothic"/>
                <a:ea typeface="AppleGothic"/>
                <a:cs typeface="AppleGothic"/>
              </a:defRPr>
            </a:pPr>
            <a:r>
              <a:rPr sz="1275" b="1">
                <a:solidFill>
                  <a:srgbClr val="FFFFFF"/>
                </a:solidFill>
                <a:latin typeface="AppleGothic"/>
                <a:ea typeface="AppleGothic"/>
                <a:cs typeface="AppleGothic"/>
              </a:rPr>
              <a:t>모델·도구 실행</a:t>
            </a:r>
          </a:p>
        </p:txBody>
      </p:sp>
      <p:sp>
        <p:nvSpPr>
          <p:cNvPr id="14" name="">
            <a:extLst xmlns:a="http://schemas.openxmlformats.org/drawingml/2006/main">
              <a:ext uri="{FF2B5EF4-FFF2-40B4-BE49-F238E27FC236}">
                <a16:creationId xmlns:a16="http://schemas.microsoft.com/office/drawing/2014/main" id="{198F3DF0-327C-463F-8CEC-4040C9791C72}"/>
              </a:ext>
            </a:extLst>
          </p:cNvPr>
          <p:cNvSpPr>
            <a:spLocks xmlns:a="http://schemas.openxmlformats.org/drawingml/2006/main" noGrp="1"/>
          </p:cNvSpPr>
          <p:nvPr/>
        </p:nvSpPr>
        <p:spPr>
          <a:xfrm xmlns:a="http://schemas.openxmlformats.org/drawingml/2006/main">
            <a:off x="6572250" y="2438400"/>
            <a:ext cx="342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350" b="1">
                <a:solidFill>
                  <a:srgbClr val="98A2B3"/>
                </a:solidFill>
                <a:latin typeface="Menlo"/>
                <a:ea typeface="Menlo"/>
                <a:cs typeface="Menlo"/>
              </a:defRPr>
            </a:pPr>
            <a:r>
              <a:rPr sz="1350" b="1">
                <a:solidFill>
                  <a:srgbClr val="98A2B3"/>
                </a:solidFill>
                <a:latin typeface="Menlo"/>
                <a:ea typeface="Menlo"/>
                <a:cs typeface="Menlo"/>
              </a:rPr>
              <a:t>→</a:t>
            </a:r>
          </a:p>
        </p:txBody>
      </p:sp>
      <p:sp>
        <p:nvSpPr>
          <p:cNvPr id="15" name="">
            <a:extLst xmlns:a="http://schemas.openxmlformats.org/drawingml/2006/main">
              <a:ext uri="{FF2B5EF4-FFF2-40B4-BE49-F238E27FC236}">
                <a16:creationId xmlns:a16="http://schemas.microsoft.com/office/drawing/2014/main" id="{D6D4870B-BA71-4D0E-9724-C7AA11F451C2}"/>
              </a:ext>
            </a:extLst>
          </p:cNvPr>
          <p:cNvSpPr>
            <a:spLocks xmlns:a="http://schemas.openxmlformats.org/drawingml/2006/main" noGrp="1"/>
          </p:cNvSpPr>
          <p:nvPr/>
        </p:nvSpPr>
        <p:spPr>
          <a:xfrm xmlns:a="http://schemas.openxmlformats.org/drawingml/2006/main" rot="0">
            <a:off x="6915150" y="2247900"/>
            <a:ext cx="1752600" cy="66675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16" name="">
            <a:extLst xmlns:a="http://schemas.openxmlformats.org/drawingml/2006/main">
              <a:ext uri="{FF2B5EF4-FFF2-40B4-BE49-F238E27FC236}">
                <a16:creationId xmlns:a16="http://schemas.microsoft.com/office/drawing/2014/main" id="{E7435C11-D671-4523-A14E-6871E5370D13}"/>
              </a:ext>
            </a:extLst>
          </p:cNvPr>
          <p:cNvSpPr>
            <a:spLocks xmlns:a="http://schemas.openxmlformats.org/drawingml/2006/main" noGrp="1"/>
          </p:cNvSpPr>
          <p:nvPr/>
        </p:nvSpPr>
        <p:spPr>
          <a:xfrm xmlns:a="http://schemas.openxmlformats.org/drawingml/2006/main">
            <a:off x="7010400" y="2247900"/>
            <a:ext cx="15621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275" b="1">
                <a:solidFill>
                  <a:srgbClr val="FFFFFF"/>
                </a:solidFill>
                <a:latin typeface="AppleGothic"/>
                <a:ea typeface="AppleGothic"/>
                <a:cs typeface="AppleGothic"/>
              </a:defRPr>
            </a:pPr>
            <a:r>
              <a:rPr sz="1275" b="1">
                <a:solidFill>
                  <a:srgbClr val="FFFFFF"/>
                </a:solidFill>
                <a:latin typeface="AppleGothic"/>
                <a:ea typeface="AppleGothic"/>
                <a:cs typeface="AppleGothic"/>
              </a:rPr>
              <a:t>응답 생성</a:t>
            </a:r>
          </a:p>
        </p:txBody>
      </p:sp>
      <p:sp>
        <p:nvSpPr>
          <p:cNvPr id="17" name="">
            <a:extLst xmlns:a="http://schemas.openxmlformats.org/drawingml/2006/main">
              <a:ext uri="{FF2B5EF4-FFF2-40B4-BE49-F238E27FC236}">
                <a16:creationId xmlns:a16="http://schemas.microsoft.com/office/drawing/2014/main" id="{B510BD3F-4E43-45D2-A7E3-BFD30C8FB4EE}"/>
              </a:ext>
            </a:extLst>
          </p:cNvPr>
          <p:cNvSpPr>
            <a:spLocks xmlns:a="http://schemas.openxmlformats.org/drawingml/2006/main" noGrp="1"/>
          </p:cNvSpPr>
          <p:nvPr/>
        </p:nvSpPr>
        <p:spPr>
          <a:xfrm xmlns:a="http://schemas.openxmlformats.org/drawingml/2006/main">
            <a:off x="8667750" y="2438400"/>
            <a:ext cx="342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350" b="1">
                <a:solidFill>
                  <a:srgbClr val="98A2B3"/>
                </a:solidFill>
                <a:latin typeface="Menlo"/>
                <a:ea typeface="Menlo"/>
                <a:cs typeface="Menlo"/>
              </a:defRPr>
            </a:pPr>
            <a:r>
              <a:rPr sz="1350" b="1">
                <a:solidFill>
                  <a:srgbClr val="98A2B3"/>
                </a:solidFill>
                <a:latin typeface="Menlo"/>
                <a:ea typeface="Menlo"/>
                <a:cs typeface="Menlo"/>
              </a:rPr>
              <a:t>→</a:t>
            </a:r>
          </a:p>
        </p:txBody>
      </p:sp>
      <p:sp>
        <p:nvSpPr>
          <p:cNvPr id="18" name="">
            <a:extLst xmlns:a="http://schemas.openxmlformats.org/drawingml/2006/main">
              <a:ext uri="{FF2B5EF4-FFF2-40B4-BE49-F238E27FC236}">
                <a16:creationId xmlns:a16="http://schemas.microsoft.com/office/drawing/2014/main" id="{4493EE8D-4373-4DD9-B7BB-93F4AF9C0C9D}"/>
              </a:ext>
            </a:extLst>
          </p:cNvPr>
          <p:cNvSpPr>
            <a:spLocks xmlns:a="http://schemas.openxmlformats.org/drawingml/2006/main" noGrp="1"/>
          </p:cNvSpPr>
          <p:nvPr/>
        </p:nvSpPr>
        <p:spPr>
          <a:xfrm xmlns:a="http://schemas.openxmlformats.org/drawingml/2006/main" rot="0">
            <a:off x="9010650" y="2247900"/>
            <a:ext cx="1752600" cy="66675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19" name="">
            <a:extLst xmlns:a="http://schemas.openxmlformats.org/drawingml/2006/main">
              <a:ext uri="{FF2B5EF4-FFF2-40B4-BE49-F238E27FC236}">
                <a16:creationId xmlns:a16="http://schemas.microsoft.com/office/drawing/2014/main" id="{858A2CF1-6393-4C1B-B4D4-46032408EF6F}"/>
              </a:ext>
            </a:extLst>
          </p:cNvPr>
          <p:cNvSpPr>
            <a:spLocks xmlns:a="http://schemas.openxmlformats.org/drawingml/2006/main" noGrp="1"/>
          </p:cNvSpPr>
          <p:nvPr/>
        </p:nvSpPr>
        <p:spPr>
          <a:xfrm xmlns:a="http://schemas.openxmlformats.org/drawingml/2006/main">
            <a:off x="9105900" y="2247900"/>
            <a:ext cx="15621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275" b="1">
                <a:solidFill>
                  <a:srgbClr val="FFFFFF"/>
                </a:solidFill>
                <a:latin typeface="AppleGothic"/>
                <a:ea typeface="AppleGothic"/>
                <a:cs typeface="AppleGothic"/>
              </a:defRPr>
            </a:pPr>
            <a:r>
              <a:rPr sz="1275" b="1">
                <a:solidFill>
                  <a:srgbClr val="FFFFFF"/>
                </a:solidFill>
                <a:latin typeface="AppleGothic"/>
                <a:ea typeface="AppleGothic"/>
                <a:cs typeface="AppleGothic"/>
              </a:rPr>
              <a:t>추적 저장</a:t>
            </a:r>
          </a:p>
        </p:txBody>
      </p:sp>
      <p:sp>
        <p:nvSpPr>
          <p:cNvPr id="20" name="">
            <a:extLst xmlns:a="http://schemas.openxmlformats.org/drawingml/2006/main">
              <a:ext uri="{FF2B5EF4-FFF2-40B4-BE49-F238E27FC236}">
                <a16:creationId xmlns:a16="http://schemas.microsoft.com/office/drawing/2014/main" id="{D702E3E0-5202-4C83-84D6-E8F5BD0D1D20}"/>
              </a:ext>
            </a:extLst>
          </p:cNvPr>
          <p:cNvSpPr>
            <a:spLocks xmlns:a="http://schemas.openxmlformats.org/drawingml/2006/main" noGrp="1"/>
          </p:cNvSpPr>
          <p:nvPr/>
        </p:nvSpPr>
        <p:spPr>
          <a:xfrm xmlns:a="http://schemas.openxmlformats.org/drawingml/2006/main">
            <a:off x="609600" y="373380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AppleGothic"/>
                <a:ea typeface="AppleGothic"/>
                <a:cs typeface="AppleGothic"/>
              </a:defRPr>
            </a:pPr>
            <a:r>
              <a:rPr sz="1050" b="1">
                <a:solidFill>
                  <a:srgbClr val="2563EB"/>
                </a:solidFill>
                <a:latin typeface="AppleGothic"/>
                <a:ea typeface="AppleGothic"/>
                <a:cs typeface="AppleGothic"/>
              </a:rPr>
              <a:t>실패 경로</a:t>
            </a:r>
          </a:p>
        </p:txBody>
      </p:sp>
      <p:sp>
        <p:nvSpPr>
          <p:cNvPr id="21" name="">
            <a:extLst xmlns:a="http://schemas.openxmlformats.org/drawingml/2006/main">
              <a:ext uri="{FF2B5EF4-FFF2-40B4-BE49-F238E27FC236}">
                <a16:creationId xmlns:a16="http://schemas.microsoft.com/office/drawing/2014/main" id="{6E169D77-C5A2-4F50-9E26-5394FCC26617}"/>
              </a:ext>
            </a:extLst>
          </p:cNvPr>
          <p:cNvSpPr>
            <a:spLocks xmlns:a="http://schemas.openxmlformats.org/drawingml/2006/main" noGrp="1"/>
          </p:cNvSpPr>
          <p:nvPr/>
        </p:nvSpPr>
        <p:spPr>
          <a:xfrm xmlns:a="http://schemas.openxmlformats.org/drawingml/2006/main" rot="0">
            <a:off x="2724150" y="3676650"/>
            <a:ext cx="1752600" cy="66675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22" name="">
            <a:extLst xmlns:a="http://schemas.openxmlformats.org/drawingml/2006/main">
              <a:ext uri="{FF2B5EF4-FFF2-40B4-BE49-F238E27FC236}">
                <a16:creationId xmlns:a16="http://schemas.microsoft.com/office/drawing/2014/main" id="{B5C2F850-CBAC-4AD0-B916-B1409F4E093E}"/>
              </a:ext>
            </a:extLst>
          </p:cNvPr>
          <p:cNvSpPr>
            <a:spLocks xmlns:a="http://schemas.openxmlformats.org/drawingml/2006/main" noGrp="1"/>
          </p:cNvSpPr>
          <p:nvPr/>
        </p:nvSpPr>
        <p:spPr>
          <a:xfrm xmlns:a="http://schemas.openxmlformats.org/drawingml/2006/main">
            <a:off x="2819400" y="3676650"/>
            <a:ext cx="15621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275" b="1">
                <a:solidFill>
                  <a:srgbClr val="FFFFFF"/>
                </a:solidFill>
                <a:latin typeface="AppleGothic"/>
                <a:ea typeface="AppleGothic"/>
                <a:cs typeface="AppleGothic"/>
              </a:defRPr>
            </a:pPr>
            <a:r>
              <a:rPr sz="1275" b="1">
                <a:solidFill>
                  <a:srgbClr val="FFFFFF"/>
                </a:solidFill>
                <a:latin typeface="AppleGothic"/>
                <a:ea typeface="AppleGothic"/>
                <a:cs typeface="AppleGothic"/>
              </a:rPr>
              <a:t>오류 분류</a:t>
            </a:r>
          </a:p>
        </p:txBody>
      </p:sp>
      <p:sp>
        <p:nvSpPr>
          <p:cNvPr id="23" name="">
            <a:extLst xmlns:a="http://schemas.openxmlformats.org/drawingml/2006/main">
              <a:ext uri="{FF2B5EF4-FFF2-40B4-BE49-F238E27FC236}">
                <a16:creationId xmlns:a16="http://schemas.microsoft.com/office/drawing/2014/main" id="{BE6E39C9-BF4F-4B3C-A9DE-E08A516DCC31}"/>
              </a:ext>
            </a:extLst>
          </p:cNvPr>
          <p:cNvSpPr>
            <a:spLocks xmlns:a="http://schemas.openxmlformats.org/drawingml/2006/main" noGrp="1"/>
          </p:cNvSpPr>
          <p:nvPr/>
        </p:nvSpPr>
        <p:spPr>
          <a:xfrm xmlns:a="http://schemas.openxmlformats.org/drawingml/2006/main">
            <a:off x="4476750" y="3867150"/>
            <a:ext cx="342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350" b="1">
                <a:solidFill>
                  <a:srgbClr val="98A2B3"/>
                </a:solidFill>
                <a:latin typeface="Menlo"/>
                <a:ea typeface="Menlo"/>
                <a:cs typeface="Menlo"/>
              </a:defRPr>
            </a:pPr>
            <a:r>
              <a:rPr sz="1350" b="1">
                <a:solidFill>
                  <a:srgbClr val="98A2B3"/>
                </a:solidFill>
                <a:latin typeface="Menlo"/>
                <a:ea typeface="Menlo"/>
                <a:cs typeface="Menlo"/>
              </a:rPr>
              <a:t>→</a:t>
            </a:r>
          </a:p>
        </p:txBody>
      </p:sp>
      <p:sp>
        <p:nvSpPr>
          <p:cNvPr id="24" name="">
            <a:extLst xmlns:a="http://schemas.openxmlformats.org/drawingml/2006/main">
              <a:ext uri="{FF2B5EF4-FFF2-40B4-BE49-F238E27FC236}">
                <a16:creationId xmlns:a16="http://schemas.microsoft.com/office/drawing/2014/main" id="{6AA5BBDE-5EE9-4751-9A7A-A79497AD5CD9}"/>
              </a:ext>
            </a:extLst>
          </p:cNvPr>
          <p:cNvSpPr>
            <a:spLocks xmlns:a="http://schemas.openxmlformats.org/drawingml/2006/main" noGrp="1"/>
          </p:cNvSpPr>
          <p:nvPr/>
        </p:nvSpPr>
        <p:spPr>
          <a:xfrm xmlns:a="http://schemas.openxmlformats.org/drawingml/2006/main" rot="0">
            <a:off x="4819650" y="3676650"/>
            <a:ext cx="1752600" cy="666750"/>
          </a:xfrm>
          <a:prstGeom xmlns:a="http://schemas.openxmlformats.org/drawingml/2006/main" prst="rect">
            <a:avLst/>
          </a:prstGeom>
          <a:solidFill xmlns:a="http://schemas.openxmlformats.org/drawingml/2006/main">
            <a:srgbClr val="0B1F3A"/>
          </a:solidFill>
          <a:ln xmlns:a="http://schemas.openxmlformats.org/drawingml/2006/main" w="28575">
            <a:solidFill>
              <a:srgbClr val="2563EB"/>
            </a:solidFill>
            <a:prstDash val="solid"/>
          </a:ln>
        </p:spPr>
      </p:sp>
      <p:sp>
        <p:nvSpPr>
          <p:cNvPr id="25" name="">
            <a:extLst xmlns:a="http://schemas.openxmlformats.org/drawingml/2006/main">
              <a:ext uri="{FF2B5EF4-FFF2-40B4-BE49-F238E27FC236}">
                <a16:creationId xmlns:a16="http://schemas.microsoft.com/office/drawing/2014/main" id="{7392667E-A51C-4976-9316-6CE50515B6B9}"/>
              </a:ext>
            </a:extLst>
          </p:cNvPr>
          <p:cNvSpPr>
            <a:spLocks xmlns:a="http://schemas.openxmlformats.org/drawingml/2006/main" noGrp="1"/>
          </p:cNvSpPr>
          <p:nvPr/>
        </p:nvSpPr>
        <p:spPr>
          <a:xfrm xmlns:a="http://schemas.openxmlformats.org/drawingml/2006/main">
            <a:off x="4914900" y="3676650"/>
            <a:ext cx="15621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275" b="1">
                <a:solidFill>
                  <a:srgbClr val="FFFFFF"/>
                </a:solidFill>
                <a:latin typeface="AppleGothic"/>
                <a:ea typeface="AppleGothic"/>
                <a:cs typeface="AppleGothic"/>
              </a:defRPr>
            </a:pPr>
            <a:r>
              <a:rPr sz="1275" b="1">
                <a:solidFill>
                  <a:srgbClr val="FFFFFF"/>
                </a:solidFill>
                <a:latin typeface="AppleGothic"/>
                <a:ea typeface="AppleGothic"/>
                <a:cs typeface="AppleGothic"/>
              </a:rPr>
              <a:t>재시도·대체</a:t>
            </a:r>
          </a:p>
        </p:txBody>
      </p:sp>
      <p:sp>
        <p:nvSpPr>
          <p:cNvPr id="26" name="">
            <a:extLst xmlns:a="http://schemas.openxmlformats.org/drawingml/2006/main">
              <a:ext uri="{FF2B5EF4-FFF2-40B4-BE49-F238E27FC236}">
                <a16:creationId xmlns:a16="http://schemas.microsoft.com/office/drawing/2014/main" id="{BCF0850E-441D-4FB0-B351-A55D365F8FBE}"/>
              </a:ext>
            </a:extLst>
          </p:cNvPr>
          <p:cNvSpPr>
            <a:spLocks xmlns:a="http://schemas.openxmlformats.org/drawingml/2006/main" noGrp="1"/>
          </p:cNvSpPr>
          <p:nvPr/>
        </p:nvSpPr>
        <p:spPr>
          <a:xfrm xmlns:a="http://schemas.openxmlformats.org/drawingml/2006/main">
            <a:off x="6572250" y="3867150"/>
            <a:ext cx="342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350" b="1">
                <a:solidFill>
                  <a:srgbClr val="98A2B3"/>
                </a:solidFill>
                <a:latin typeface="Menlo"/>
                <a:ea typeface="Menlo"/>
                <a:cs typeface="Menlo"/>
              </a:defRPr>
            </a:pPr>
            <a:r>
              <a:rPr sz="1350" b="1">
                <a:solidFill>
                  <a:srgbClr val="98A2B3"/>
                </a:solidFill>
                <a:latin typeface="Menlo"/>
                <a:ea typeface="Menlo"/>
                <a:cs typeface="Menlo"/>
              </a:rPr>
              <a:t>→</a:t>
            </a:r>
          </a:p>
        </p:txBody>
      </p:sp>
      <p:sp>
        <p:nvSpPr>
          <p:cNvPr id="27" name="">
            <a:extLst xmlns:a="http://schemas.openxmlformats.org/drawingml/2006/main">
              <a:ext uri="{FF2B5EF4-FFF2-40B4-BE49-F238E27FC236}">
                <a16:creationId xmlns:a16="http://schemas.microsoft.com/office/drawing/2014/main" id="{A7289079-EBCC-4215-83D5-AA7E0F84D75C}"/>
              </a:ext>
            </a:extLst>
          </p:cNvPr>
          <p:cNvSpPr>
            <a:spLocks xmlns:a="http://schemas.openxmlformats.org/drawingml/2006/main" noGrp="1"/>
          </p:cNvSpPr>
          <p:nvPr/>
        </p:nvSpPr>
        <p:spPr>
          <a:xfrm xmlns:a="http://schemas.openxmlformats.org/drawingml/2006/main" rot="0">
            <a:off x="6915150" y="3676650"/>
            <a:ext cx="1752600" cy="66675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28" name="">
            <a:extLst xmlns:a="http://schemas.openxmlformats.org/drawingml/2006/main">
              <a:ext uri="{FF2B5EF4-FFF2-40B4-BE49-F238E27FC236}">
                <a16:creationId xmlns:a16="http://schemas.microsoft.com/office/drawing/2014/main" id="{D8E1CEAA-2147-44A3-B453-727119059507}"/>
              </a:ext>
            </a:extLst>
          </p:cNvPr>
          <p:cNvSpPr>
            <a:spLocks xmlns:a="http://schemas.openxmlformats.org/drawingml/2006/main" noGrp="1"/>
          </p:cNvSpPr>
          <p:nvPr/>
        </p:nvSpPr>
        <p:spPr>
          <a:xfrm xmlns:a="http://schemas.openxmlformats.org/drawingml/2006/main">
            <a:off x="7010400" y="3676650"/>
            <a:ext cx="15621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275" b="1">
                <a:solidFill>
                  <a:srgbClr val="FFFFFF"/>
                </a:solidFill>
                <a:latin typeface="AppleGothic"/>
                <a:ea typeface="AppleGothic"/>
                <a:cs typeface="AppleGothic"/>
              </a:defRPr>
            </a:pPr>
            <a:r>
              <a:rPr sz="1275" b="1">
                <a:solidFill>
                  <a:srgbClr val="FFFFFF"/>
                </a:solidFill>
                <a:latin typeface="AppleGothic"/>
                <a:ea typeface="AppleGothic"/>
                <a:cs typeface="AppleGothic"/>
              </a:rPr>
              <a:t>안전한 응답</a:t>
            </a:r>
          </a:p>
        </p:txBody>
      </p:sp>
      <p:sp>
        <p:nvSpPr>
          <p:cNvPr id="29" name="">
            <a:extLst xmlns:a="http://schemas.openxmlformats.org/drawingml/2006/main">
              <a:ext uri="{FF2B5EF4-FFF2-40B4-BE49-F238E27FC236}">
                <a16:creationId xmlns:a16="http://schemas.microsoft.com/office/drawing/2014/main" id="{D8EA8F1B-47C7-4BCD-BC1A-336353842511}"/>
              </a:ext>
            </a:extLst>
          </p:cNvPr>
          <p:cNvSpPr>
            <a:spLocks xmlns:a="http://schemas.openxmlformats.org/drawingml/2006/main" noGrp="1"/>
          </p:cNvSpPr>
          <p:nvPr/>
        </p:nvSpPr>
        <p:spPr>
          <a:xfrm xmlns:a="http://schemas.openxmlformats.org/drawingml/2006/main">
            <a:off x="8667750" y="3867150"/>
            <a:ext cx="342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350" b="1">
                <a:solidFill>
                  <a:srgbClr val="98A2B3"/>
                </a:solidFill>
                <a:latin typeface="Menlo"/>
                <a:ea typeface="Menlo"/>
                <a:cs typeface="Menlo"/>
              </a:defRPr>
            </a:pPr>
            <a:r>
              <a:rPr sz="1350" b="1">
                <a:solidFill>
                  <a:srgbClr val="98A2B3"/>
                </a:solidFill>
                <a:latin typeface="Menlo"/>
                <a:ea typeface="Menlo"/>
                <a:cs typeface="Menlo"/>
              </a:rPr>
              <a:t>→</a:t>
            </a:r>
          </a:p>
        </p:txBody>
      </p:sp>
      <p:sp>
        <p:nvSpPr>
          <p:cNvPr id="30" name="">
            <a:extLst xmlns:a="http://schemas.openxmlformats.org/drawingml/2006/main">
              <a:ext uri="{FF2B5EF4-FFF2-40B4-BE49-F238E27FC236}">
                <a16:creationId xmlns:a16="http://schemas.microsoft.com/office/drawing/2014/main" id="{4DB1BD96-E221-4175-BBA9-297E3369ADB1}"/>
              </a:ext>
            </a:extLst>
          </p:cNvPr>
          <p:cNvSpPr>
            <a:spLocks xmlns:a="http://schemas.openxmlformats.org/drawingml/2006/main" noGrp="1"/>
          </p:cNvSpPr>
          <p:nvPr/>
        </p:nvSpPr>
        <p:spPr>
          <a:xfrm xmlns:a="http://schemas.openxmlformats.org/drawingml/2006/main" rot="0">
            <a:off x="9010650" y="3676650"/>
            <a:ext cx="1752600" cy="66675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31" name="">
            <a:extLst xmlns:a="http://schemas.openxmlformats.org/drawingml/2006/main">
              <a:ext uri="{FF2B5EF4-FFF2-40B4-BE49-F238E27FC236}">
                <a16:creationId xmlns:a16="http://schemas.microsoft.com/office/drawing/2014/main" id="{34205E18-E04C-4DEB-B95F-649A81A89F3C}"/>
              </a:ext>
            </a:extLst>
          </p:cNvPr>
          <p:cNvSpPr>
            <a:spLocks xmlns:a="http://schemas.openxmlformats.org/drawingml/2006/main" noGrp="1"/>
          </p:cNvSpPr>
          <p:nvPr/>
        </p:nvSpPr>
        <p:spPr>
          <a:xfrm xmlns:a="http://schemas.openxmlformats.org/drawingml/2006/main">
            <a:off x="9105900" y="3676650"/>
            <a:ext cx="15621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275" b="1">
                <a:solidFill>
                  <a:srgbClr val="FFFFFF"/>
                </a:solidFill>
                <a:latin typeface="AppleGothic"/>
                <a:ea typeface="AppleGothic"/>
                <a:cs typeface="AppleGothic"/>
              </a:defRPr>
            </a:pPr>
            <a:r>
              <a:rPr sz="1275" b="1">
                <a:solidFill>
                  <a:srgbClr val="FFFFFF"/>
                </a:solidFill>
                <a:latin typeface="AppleGothic"/>
                <a:ea typeface="AppleGothic"/>
                <a:cs typeface="AppleGothic"/>
              </a:rPr>
              <a:t>담당자 확인</a:t>
            </a:r>
          </a:p>
        </p:txBody>
      </p:sp>
      <p:sp>
        <p:nvSpPr>
          <p:cNvPr id="32" name="">
            <a:extLst xmlns:a="http://schemas.openxmlformats.org/drawingml/2006/main">
              <a:ext uri="{FF2B5EF4-FFF2-40B4-BE49-F238E27FC236}">
                <a16:creationId xmlns:a16="http://schemas.microsoft.com/office/drawing/2014/main" id="{ADC9B113-BE6A-4120-8B81-B0E3504C6716}"/>
              </a:ext>
            </a:extLst>
          </p:cNvPr>
          <p:cNvSpPr>
            <a:spLocks xmlns:a="http://schemas.openxmlformats.org/drawingml/2006/main" noGrp="1"/>
          </p:cNvSpPr>
          <p:nvPr/>
        </p:nvSpPr>
        <p:spPr>
          <a:xfrm xmlns:a="http://schemas.openxmlformats.org/drawingml/2006/main">
            <a:off x="609600" y="5448300"/>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정상선만 있는 아키텍처는 운영 문서가 아닌 데모 문서</a:t>
            </a:r>
          </a:p>
        </p:txBody>
      </p:sp>
    </p:spTree>
    <p:extLst>
      <p:ext uri="{BB962C8B-B14F-4D97-AF65-F5344CB8AC3E}">
        <p14:creationId xmlns:p14="http://schemas.microsoft.com/office/powerpoint/2010/main" val="505930775"/>
      </p:ext>
    </p:extLst>
  </p:cSld>
</p:sld>
</file>

<file path=ppt/slides/slide62.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90669942-DF6C-4C53-B8A7-E62DD0175D63}"/>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LIFECYCLE</a:t>
            </a:r>
          </a:p>
        </p:txBody>
      </p:sp>
      <p:sp>
        <p:nvSpPr>
          <p:cNvPr id="2" name="">
            <a:extLst xmlns:a="http://schemas.openxmlformats.org/drawingml/2006/main">
              <a:ext uri="{FF2B5EF4-FFF2-40B4-BE49-F238E27FC236}">
                <a16:creationId xmlns:a16="http://schemas.microsoft.com/office/drawing/2014/main" id="{A23C62F1-09BF-408D-B810-C3C9680C21BE}"/>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62</a:t>
            </a:r>
          </a:p>
        </p:txBody>
      </p:sp>
      <p:sp>
        <p:nvSpPr>
          <p:cNvPr id="3" name="">
            <a:extLst xmlns:a="http://schemas.openxmlformats.org/drawingml/2006/main">
              <a:ext uri="{FF2B5EF4-FFF2-40B4-BE49-F238E27FC236}">
                <a16:creationId xmlns:a16="http://schemas.microsoft.com/office/drawing/2014/main" id="{040E8602-B1C9-4EE1-A0FC-A891BB052588}"/>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7AE7A08F-3AD7-4AFD-958E-8355FA0BF493}"/>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4DE25E9C-0A7F-4DA7-9AB1-4F7358155FF0}"/>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6F64B184-644B-46FC-98F2-AE72CD3FD347}"/>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4단계 / 평가·관찰의 분포 기준</a:t>
            </a:r>
          </a:p>
        </p:txBody>
      </p:sp>
      <p:sp>
        <p:nvSpPr>
          <p:cNvPr id="7" name="">
            <a:extLst xmlns:a="http://schemas.openxmlformats.org/drawingml/2006/main">
              <a:ext uri="{FF2B5EF4-FFF2-40B4-BE49-F238E27FC236}">
                <a16:creationId xmlns:a16="http://schemas.microsoft.com/office/drawing/2014/main" id="{BD37F1F6-0CB4-4557-8BDD-94511E424D4E}"/>
              </a:ext>
            </a:extLst>
          </p:cNvPr>
          <p:cNvSpPr>
            <a:spLocks xmlns:a="http://schemas.openxmlformats.org/drawingml/2006/main" noGrp="1"/>
          </p:cNvSpPr>
          <p:nvPr/>
        </p:nvSpPr>
        <p:spPr>
          <a:xfrm xmlns:a="http://schemas.openxmlformats.org/drawingml/2006/main">
            <a:off x="609600" y="1466850"/>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725" b="1">
                <a:solidFill>
                  <a:srgbClr val="191919"/>
                </a:solidFill>
                <a:latin typeface="AppleGothic"/>
                <a:ea typeface="AppleGothic"/>
                <a:cs typeface="AppleGothic"/>
              </a:defRPr>
            </a:pPr>
            <a:r>
              <a:rPr sz="1725" b="1">
                <a:solidFill>
                  <a:srgbClr val="191919"/>
                </a:solidFill>
                <a:latin typeface="AppleGothic"/>
                <a:ea typeface="AppleGothic"/>
                <a:cs typeface="AppleGothic"/>
              </a:rPr>
              <a:t>누가, 언제, 어떻게 실패하는가?</a:t>
            </a:r>
          </a:p>
        </p:txBody>
      </p:sp>
      <p:sp>
        <p:nvSpPr>
          <p:cNvPr id="8" name="">
            <a:extLst xmlns:a="http://schemas.openxmlformats.org/drawingml/2006/main">
              <a:ext uri="{FF2B5EF4-FFF2-40B4-BE49-F238E27FC236}">
                <a16:creationId xmlns:a16="http://schemas.microsoft.com/office/drawing/2014/main" id="{5977DC27-5C61-444B-B1C2-5F14FE0987C0}"/>
              </a:ext>
            </a:extLst>
          </p:cNvPr>
          <p:cNvSpPr>
            <a:spLocks xmlns:a="http://schemas.openxmlformats.org/drawingml/2006/main" noGrp="1"/>
          </p:cNvSpPr>
          <p:nvPr/>
        </p:nvSpPr>
        <p:spPr>
          <a:xfrm xmlns:a="http://schemas.openxmlformats.org/drawingml/2006/main" rot="0">
            <a:off x="609600" y="2095500"/>
            <a:ext cx="6191250" cy="32194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9" name="">
            <a:extLst xmlns:a="http://schemas.openxmlformats.org/drawingml/2006/main">
              <a:ext uri="{FF2B5EF4-FFF2-40B4-BE49-F238E27FC236}">
                <a16:creationId xmlns:a16="http://schemas.microsoft.com/office/drawing/2014/main" id="{E7063DFF-E0E1-4854-B5B5-4472EAA1B00C}"/>
              </a:ext>
            </a:extLst>
          </p:cNvPr>
          <p:cNvSpPr>
            <a:spLocks xmlns:a="http://schemas.openxmlformats.org/drawingml/2006/main" noGrp="1"/>
          </p:cNvSpPr>
          <p:nvPr/>
        </p:nvSpPr>
        <p:spPr>
          <a:xfrm xmlns:a="http://schemas.openxmlformats.org/drawingml/2006/main">
            <a:off x="838200" y="2343150"/>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설명용 응답 지연 분포 · 실제 측정값 아님</a:t>
            </a:r>
          </a:p>
        </p:txBody>
      </p:sp>
      <p:sp>
        <p:nvSpPr>
          <p:cNvPr id="10" name="">
            <a:extLst xmlns:a="http://schemas.openxmlformats.org/drawingml/2006/main">
              <a:ext uri="{FF2B5EF4-FFF2-40B4-BE49-F238E27FC236}">
                <a16:creationId xmlns:a16="http://schemas.microsoft.com/office/drawing/2014/main" id="{4E20CDD5-48CC-4D9A-B362-BD337AC40C08}"/>
              </a:ext>
            </a:extLst>
          </p:cNvPr>
          <p:cNvSpPr>
            <a:spLocks xmlns:a="http://schemas.openxmlformats.org/drawingml/2006/main" noGrp="1"/>
          </p:cNvSpPr>
          <p:nvPr/>
        </p:nvSpPr>
        <p:spPr>
          <a:xfrm xmlns:a="http://schemas.openxmlformats.org/drawingml/2006/main" flipH="0" flipV="0">
            <a:off x="1047750" y="4724400"/>
            <a:ext cx="4953000" cy="0"/>
          </a:xfrm>
          <a:prstGeom xmlns:a="http://schemas.openxmlformats.org/drawingml/2006/main" prst="line">
            <a:avLst/>
          </a:prstGeom>
          <a:noFill xmlns:a="http://schemas.openxmlformats.org/drawingml/2006/main"/>
          <a:ln xmlns:a="http://schemas.openxmlformats.org/drawingml/2006/main" w="19050">
            <a:solidFill>
              <a:srgbClr val="191919"/>
            </a:solidFill>
            <a:prstDash val="solid"/>
          </a:ln>
        </p:spPr>
      </p:sp>
      <p:sp>
        <p:nvSpPr>
          <p:cNvPr id="11" name="">
            <a:extLst xmlns:a="http://schemas.openxmlformats.org/drawingml/2006/main">
              <a:ext uri="{FF2B5EF4-FFF2-40B4-BE49-F238E27FC236}">
                <a16:creationId xmlns:a16="http://schemas.microsoft.com/office/drawing/2014/main" id="{C49510FC-1B0A-46CC-A7D7-B4EBC6E91677}"/>
              </a:ext>
            </a:extLst>
          </p:cNvPr>
          <p:cNvSpPr>
            <a:spLocks xmlns:a="http://schemas.openxmlformats.org/drawingml/2006/main" noGrp="1"/>
          </p:cNvSpPr>
          <p:nvPr/>
        </p:nvSpPr>
        <p:spPr>
          <a:xfrm xmlns:a="http://schemas.openxmlformats.org/drawingml/2006/main" rot="0">
            <a:off x="1257300" y="4305300"/>
            <a:ext cx="323850" cy="41910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2" name="">
            <a:extLst xmlns:a="http://schemas.openxmlformats.org/drawingml/2006/main">
              <a:ext uri="{FF2B5EF4-FFF2-40B4-BE49-F238E27FC236}">
                <a16:creationId xmlns:a16="http://schemas.microsoft.com/office/drawing/2014/main" id="{E535018A-0F0B-4410-858E-91E4351EEADA}"/>
              </a:ext>
            </a:extLst>
          </p:cNvPr>
          <p:cNvSpPr>
            <a:spLocks xmlns:a="http://schemas.openxmlformats.org/drawingml/2006/main" noGrp="1"/>
          </p:cNvSpPr>
          <p:nvPr/>
        </p:nvSpPr>
        <p:spPr>
          <a:xfrm xmlns:a="http://schemas.openxmlformats.org/drawingml/2006/main" rot="0">
            <a:off x="1771650" y="3848100"/>
            <a:ext cx="323850" cy="87630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3" name="">
            <a:extLst xmlns:a="http://schemas.openxmlformats.org/drawingml/2006/main">
              <a:ext uri="{FF2B5EF4-FFF2-40B4-BE49-F238E27FC236}">
                <a16:creationId xmlns:a16="http://schemas.microsoft.com/office/drawing/2014/main" id="{C1EE84EF-EABF-4C2E-8EBF-9045AEA8F23B}"/>
              </a:ext>
            </a:extLst>
          </p:cNvPr>
          <p:cNvSpPr>
            <a:spLocks xmlns:a="http://schemas.openxmlformats.org/drawingml/2006/main" noGrp="1"/>
          </p:cNvSpPr>
          <p:nvPr/>
        </p:nvSpPr>
        <p:spPr>
          <a:xfrm xmlns:a="http://schemas.openxmlformats.org/drawingml/2006/main" rot="0">
            <a:off x="2286000" y="3219450"/>
            <a:ext cx="323850" cy="150495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4" name="">
            <a:extLst xmlns:a="http://schemas.openxmlformats.org/drawingml/2006/main">
              <a:ext uri="{FF2B5EF4-FFF2-40B4-BE49-F238E27FC236}">
                <a16:creationId xmlns:a16="http://schemas.microsoft.com/office/drawing/2014/main" id="{1517385E-941F-427D-A0A8-6AB694E8D4BB}"/>
              </a:ext>
            </a:extLst>
          </p:cNvPr>
          <p:cNvSpPr>
            <a:spLocks xmlns:a="http://schemas.openxmlformats.org/drawingml/2006/main" noGrp="1"/>
          </p:cNvSpPr>
          <p:nvPr/>
        </p:nvSpPr>
        <p:spPr>
          <a:xfrm xmlns:a="http://schemas.openxmlformats.org/drawingml/2006/main" rot="0">
            <a:off x="2800350" y="2743200"/>
            <a:ext cx="323850" cy="198120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5" name="">
            <a:extLst xmlns:a="http://schemas.openxmlformats.org/drawingml/2006/main">
              <a:ext uri="{FF2B5EF4-FFF2-40B4-BE49-F238E27FC236}">
                <a16:creationId xmlns:a16="http://schemas.microsoft.com/office/drawing/2014/main" id="{9D7B4691-E3B9-45C1-830C-F2DFE1F5D475}"/>
              </a:ext>
            </a:extLst>
          </p:cNvPr>
          <p:cNvSpPr>
            <a:spLocks xmlns:a="http://schemas.openxmlformats.org/drawingml/2006/main" noGrp="1"/>
          </p:cNvSpPr>
          <p:nvPr/>
        </p:nvSpPr>
        <p:spPr>
          <a:xfrm xmlns:a="http://schemas.openxmlformats.org/drawingml/2006/main" rot="0">
            <a:off x="3314700" y="3028950"/>
            <a:ext cx="323850" cy="169545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6" name="">
            <a:extLst xmlns:a="http://schemas.openxmlformats.org/drawingml/2006/main">
              <a:ext uri="{FF2B5EF4-FFF2-40B4-BE49-F238E27FC236}">
                <a16:creationId xmlns:a16="http://schemas.microsoft.com/office/drawing/2014/main" id="{3755331E-2149-4426-9321-AAE8779AEE09}"/>
              </a:ext>
            </a:extLst>
          </p:cNvPr>
          <p:cNvSpPr>
            <a:spLocks xmlns:a="http://schemas.openxmlformats.org/drawingml/2006/main" noGrp="1"/>
          </p:cNvSpPr>
          <p:nvPr/>
        </p:nvSpPr>
        <p:spPr>
          <a:xfrm xmlns:a="http://schemas.openxmlformats.org/drawingml/2006/main" rot="0">
            <a:off x="3829050" y="3524250"/>
            <a:ext cx="323850" cy="120015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7" name="">
            <a:extLst xmlns:a="http://schemas.openxmlformats.org/drawingml/2006/main">
              <a:ext uri="{FF2B5EF4-FFF2-40B4-BE49-F238E27FC236}">
                <a16:creationId xmlns:a16="http://schemas.microsoft.com/office/drawing/2014/main" id="{46DEF270-A793-4F5D-8BF0-044894E4C0AC}"/>
              </a:ext>
            </a:extLst>
          </p:cNvPr>
          <p:cNvSpPr>
            <a:spLocks xmlns:a="http://schemas.openxmlformats.org/drawingml/2006/main" noGrp="1"/>
          </p:cNvSpPr>
          <p:nvPr/>
        </p:nvSpPr>
        <p:spPr>
          <a:xfrm xmlns:a="http://schemas.openxmlformats.org/drawingml/2006/main" rot="0">
            <a:off x="4343400" y="3943350"/>
            <a:ext cx="323850" cy="78105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8" name="">
            <a:extLst xmlns:a="http://schemas.openxmlformats.org/drawingml/2006/main">
              <a:ext uri="{FF2B5EF4-FFF2-40B4-BE49-F238E27FC236}">
                <a16:creationId xmlns:a16="http://schemas.microsoft.com/office/drawing/2014/main" id="{F1840480-B4ED-48D9-B426-D3E16380EEB1}"/>
              </a:ext>
            </a:extLst>
          </p:cNvPr>
          <p:cNvSpPr>
            <a:spLocks xmlns:a="http://schemas.openxmlformats.org/drawingml/2006/main" noGrp="1"/>
          </p:cNvSpPr>
          <p:nvPr/>
        </p:nvSpPr>
        <p:spPr>
          <a:xfrm xmlns:a="http://schemas.openxmlformats.org/drawingml/2006/main" rot="0">
            <a:off x="4857750" y="4210050"/>
            <a:ext cx="323850" cy="514350"/>
          </a:xfrm>
          <a:prstGeom xmlns:a="http://schemas.openxmlformats.org/drawingml/2006/main" prst="rect">
            <a:avLst/>
          </a:prstGeom>
          <a:solidFill xmlns:a="http://schemas.openxmlformats.org/drawingml/2006/main">
            <a:srgbClr val="2563EB"/>
          </a:solidFill>
          <a:ln xmlns:a="http://schemas.openxmlformats.org/drawingml/2006/main" w="0">
            <a:solidFill>
              <a:srgbClr val="2563EB"/>
            </a:solidFill>
            <a:prstDash val="solid"/>
          </a:ln>
        </p:spPr>
      </p:sp>
      <p:sp>
        <p:nvSpPr>
          <p:cNvPr id="19" name="">
            <a:extLst xmlns:a="http://schemas.openxmlformats.org/drawingml/2006/main">
              <a:ext uri="{FF2B5EF4-FFF2-40B4-BE49-F238E27FC236}">
                <a16:creationId xmlns:a16="http://schemas.microsoft.com/office/drawing/2014/main" id="{24F2FFB5-1F65-4657-B79C-5710F232E984}"/>
              </a:ext>
            </a:extLst>
          </p:cNvPr>
          <p:cNvSpPr>
            <a:spLocks xmlns:a="http://schemas.openxmlformats.org/drawingml/2006/main" noGrp="1"/>
          </p:cNvSpPr>
          <p:nvPr/>
        </p:nvSpPr>
        <p:spPr>
          <a:xfrm xmlns:a="http://schemas.openxmlformats.org/drawingml/2006/main" rot="0">
            <a:off x="5372100" y="4400550"/>
            <a:ext cx="323850" cy="323850"/>
          </a:xfrm>
          <a:prstGeom xmlns:a="http://schemas.openxmlformats.org/drawingml/2006/main" prst="rect">
            <a:avLst/>
          </a:prstGeom>
          <a:solidFill xmlns:a="http://schemas.openxmlformats.org/drawingml/2006/main">
            <a:srgbClr val="2563EB"/>
          </a:solidFill>
          <a:ln xmlns:a="http://schemas.openxmlformats.org/drawingml/2006/main" w="0">
            <a:solidFill>
              <a:srgbClr val="2563EB"/>
            </a:solidFill>
            <a:prstDash val="solid"/>
          </a:ln>
        </p:spPr>
      </p:sp>
      <p:sp>
        <p:nvSpPr>
          <p:cNvPr id="20" name="">
            <a:extLst xmlns:a="http://schemas.openxmlformats.org/drawingml/2006/main">
              <a:ext uri="{FF2B5EF4-FFF2-40B4-BE49-F238E27FC236}">
                <a16:creationId xmlns:a16="http://schemas.microsoft.com/office/drawing/2014/main" id="{71B73894-4CD2-4E6A-A698-EC0807D26B4A}"/>
              </a:ext>
            </a:extLst>
          </p:cNvPr>
          <p:cNvSpPr>
            <a:spLocks xmlns:a="http://schemas.openxmlformats.org/drawingml/2006/main" noGrp="1"/>
          </p:cNvSpPr>
          <p:nvPr/>
        </p:nvSpPr>
        <p:spPr>
          <a:xfrm xmlns:a="http://schemas.openxmlformats.org/drawingml/2006/main">
            <a:off x="1828800" y="48768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0">
                <a:solidFill>
                  <a:srgbClr val="667085"/>
                </a:solidFill>
                <a:latin typeface="Menlo"/>
                <a:ea typeface="Menlo"/>
                <a:cs typeface="Menlo"/>
              </a:defRPr>
            </a:pPr>
            <a:r>
              <a:rPr sz="1050" b="0">
                <a:solidFill>
                  <a:srgbClr val="667085"/>
                </a:solidFill>
                <a:latin typeface="Menlo"/>
                <a:ea typeface="Menlo"/>
                <a:cs typeface="Menlo"/>
              </a:rPr>
              <a:t>50번째 백분위</a:t>
            </a:r>
          </a:p>
        </p:txBody>
      </p:sp>
      <p:sp>
        <p:nvSpPr>
          <p:cNvPr id="21" name="">
            <a:extLst xmlns:a="http://schemas.openxmlformats.org/drawingml/2006/main">
              <a:ext uri="{FF2B5EF4-FFF2-40B4-BE49-F238E27FC236}">
                <a16:creationId xmlns:a16="http://schemas.microsoft.com/office/drawing/2014/main" id="{62EB3C1A-EBE0-4DDF-8ED2-25B82ED4C35A}"/>
              </a:ext>
            </a:extLst>
          </p:cNvPr>
          <p:cNvSpPr>
            <a:spLocks xmlns:a="http://schemas.openxmlformats.org/drawingml/2006/main" noGrp="1"/>
          </p:cNvSpPr>
          <p:nvPr/>
        </p:nvSpPr>
        <p:spPr>
          <a:xfrm xmlns:a="http://schemas.openxmlformats.org/drawingml/2006/main">
            <a:off x="4648200" y="48768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0">
                <a:solidFill>
                  <a:srgbClr val="2563EB"/>
                </a:solidFill>
                <a:latin typeface="Menlo"/>
                <a:ea typeface="Menlo"/>
                <a:cs typeface="Menlo"/>
              </a:defRPr>
            </a:pPr>
            <a:r>
              <a:rPr sz="1050" b="0">
                <a:solidFill>
                  <a:srgbClr val="2563EB"/>
                </a:solidFill>
                <a:latin typeface="Menlo"/>
                <a:ea typeface="Menlo"/>
                <a:cs typeface="Menlo"/>
              </a:rPr>
              <a:t>95번째 백분위</a:t>
            </a:r>
          </a:p>
        </p:txBody>
      </p:sp>
      <p:sp>
        <p:nvSpPr>
          <p:cNvPr id="22" name="">
            <a:extLst xmlns:a="http://schemas.openxmlformats.org/drawingml/2006/main">
              <a:ext uri="{FF2B5EF4-FFF2-40B4-BE49-F238E27FC236}">
                <a16:creationId xmlns:a16="http://schemas.microsoft.com/office/drawing/2014/main" id="{52A86C94-E89E-45CD-BD00-0D52C706D95E}"/>
              </a:ext>
            </a:extLst>
          </p:cNvPr>
          <p:cNvSpPr>
            <a:spLocks xmlns:a="http://schemas.openxmlformats.org/drawingml/2006/main" noGrp="1"/>
          </p:cNvSpPr>
          <p:nvPr/>
        </p:nvSpPr>
        <p:spPr>
          <a:xfrm xmlns:a="http://schemas.openxmlformats.org/drawingml/2006/main">
            <a:off x="7372350" y="2133600"/>
            <a:ext cx="38290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품질</a:t>
            </a:r>
          </a:p>
        </p:txBody>
      </p:sp>
      <p:sp>
        <p:nvSpPr>
          <p:cNvPr id="23" name="">
            <a:extLst xmlns:a="http://schemas.openxmlformats.org/drawingml/2006/main">
              <a:ext uri="{FF2B5EF4-FFF2-40B4-BE49-F238E27FC236}">
                <a16:creationId xmlns:a16="http://schemas.microsoft.com/office/drawing/2014/main" id="{9A379933-1DB4-46A1-8FFA-39A986D7A25C}"/>
              </a:ext>
            </a:extLst>
          </p:cNvPr>
          <p:cNvSpPr>
            <a:spLocks xmlns:a="http://schemas.openxmlformats.org/drawingml/2006/main" noGrp="1"/>
          </p:cNvSpPr>
          <p:nvPr/>
        </p:nvSpPr>
        <p:spPr>
          <a:xfrm xmlns:a="http://schemas.openxmlformats.org/drawingml/2006/main">
            <a:off x="7372350" y="2457450"/>
            <a:ext cx="38290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025" b="1">
                <a:solidFill>
                  <a:srgbClr val="191919"/>
                </a:solidFill>
                <a:latin typeface="AppleGothic"/>
                <a:ea typeface="AppleGothic"/>
                <a:cs typeface="AppleGothic"/>
              </a:defRPr>
            </a:pPr>
            <a:r>
              <a:rPr sz="2025" b="1">
                <a:solidFill>
                  <a:srgbClr val="191919"/>
                </a:solidFill>
                <a:latin typeface="AppleGothic"/>
                <a:ea typeface="AppleGothic"/>
                <a:cs typeface="AppleGothic"/>
              </a:rPr>
              <a:t>대표 성공·실패</a:t>
            </a:r>
          </a:p>
        </p:txBody>
      </p:sp>
      <p:sp>
        <p:nvSpPr>
          <p:cNvPr id="24" name="">
            <a:extLst xmlns:a="http://schemas.openxmlformats.org/drawingml/2006/main">
              <a:ext uri="{FF2B5EF4-FFF2-40B4-BE49-F238E27FC236}">
                <a16:creationId xmlns:a16="http://schemas.microsoft.com/office/drawing/2014/main" id="{441681A5-60DB-410C-96F5-9F51FB097696}"/>
              </a:ext>
            </a:extLst>
          </p:cNvPr>
          <p:cNvSpPr>
            <a:spLocks xmlns:a="http://schemas.openxmlformats.org/drawingml/2006/main" noGrp="1"/>
          </p:cNvSpPr>
          <p:nvPr/>
        </p:nvSpPr>
        <p:spPr>
          <a:xfrm xmlns:a="http://schemas.openxmlformats.org/drawingml/2006/main" flipH="0" flipV="0">
            <a:off x="7372350" y="3009900"/>
            <a:ext cx="382905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25" name="">
            <a:extLst xmlns:a="http://schemas.openxmlformats.org/drawingml/2006/main">
              <a:ext uri="{FF2B5EF4-FFF2-40B4-BE49-F238E27FC236}">
                <a16:creationId xmlns:a16="http://schemas.microsoft.com/office/drawing/2014/main" id="{C7BB0C49-2CC4-4565-9BB0-1E4A3356F542}"/>
              </a:ext>
            </a:extLst>
          </p:cNvPr>
          <p:cNvSpPr>
            <a:spLocks xmlns:a="http://schemas.openxmlformats.org/drawingml/2006/main" noGrp="1"/>
          </p:cNvSpPr>
          <p:nvPr/>
        </p:nvSpPr>
        <p:spPr>
          <a:xfrm xmlns:a="http://schemas.openxmlformats.org/drawingml/2006/main">
            <a:off x="7372350" y="3181350"/>
            <a:ext cx="38290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운영</a:t>
            </a:r>
          </a:p>
        </p:txBody>
      </p:sp>
      <p:sp>
        <p:nvSpPr>
          <p:cNvPr id="26" name="">
            <a:extLst xmlns:a="http://schemas.openxmlformats.org/drawingml/2006/main">
              <a:ext uri="{FF2B5EF4-FFF2-40B4-BE49-F238E27FC236}">
                <a16:creationId xmlns:a16="http://schemas.microsoft.com/office/drawing/2014/main" id="{B1DBF36E-F7A4-4877-86B0-667AF9FEAD5D}"/>
              </a:ext>
            </a:extLst>
          </p:cNvPr>
          <p:cNvSpPr>
            <a:spLocks xmlns:a="http://schemas.openxmlformats.org/drawingml/2006/main" noGrp="1"/>
          </p:cNvSpPr>
          <p:nvPr/>
        </p:nvSpPr>
        <p:spPr>
          <a:xfrm xmlns:a="http://schemas.openxmlformats.org/drawingml/2006/main">
            <a:off x="7372350" y="3505200"/>
            <a:ext cx="38290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025" b="1">
                <a:solidFill>
                  <a:srgbClr val="191919"/>
                </a:solidFill>
                <a:latin typeface="AppleGothic"/>
                <a:ea typeface="AppleGothic"/>
                <a:cs typeface="AppleGothic"/>
              </a:defRPr>
            </a:pPr>
            <a:r>
              <a:rPr sz="2025" b="1">
                <a:solidFill>
                  <a:srgbClr val="191919"/>
                </a:solidFill>
                <a:latin typeface="AppleGothic"/>
                <a:ea typeface="AppleGothic"/>
                <a:cs typeface="AppleGothic"/>
              </a:rPr>
              <a:t>95백분위 · 오류율</a:t>
            </a:r>
          </a:p>
        </p:txBody>
      </p:sp>
      <p:sp>
        <p:nvSpPr>
          <p:cNvPr id="27" name="">
            <a:extLst xmlns:a="http://schemas.openxmlformats.org/drawingml/2006/main">
              <a:ext uri="{FF2B5EF4-FFF2-40B4-BE49-F238E27FC236}">
                <a16:creationId xmlns:a16="http://schemas.microsoft.com/office/drawing/2014/main" id="{D7F08189-6BCC-445F-8E83-54E3BA498AC2}"/>
              </a:ext>
            </a:extLst>
          </p:cNvPr>
          <p:cNvSpPr>
            <a:spLocks xmlns:a="http://schemas.openxmlformats.org/drawingml/2006/main" noGrp="1"/>
          </p:cNvSpPr>
          <p:nvPr/>
        </p:nvSpPr>
        <p:spPr>
          <a:xfrm xmlns:a="http://schemas.openxmlformats.org/drawingml/2006/main" flipH="0" flipV="0">
            <a:off x="7372350" y="4057650"/>
            <a:ext cx="382905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28" name="">
            <a:extLst xmlns:a="http://schemas.openxmlformats.org/drawingml/2006/main">
              <a:ext uri="{FF2B5EF4-FFF2-40B4-BE49-F238E27FC236}">
                <a16:creationId xmlns:a16="http://schemas.microsoft.com/office/drawing/2014/main" id="{9B123C0F-78C6-47A1-A6DC-01FC3DE82BBE}"/>
              </a:ext>
            </a:extLst>
          </p:cNvPr>
          <p:cNvSpPr>
            <a:spLocks xmlns:a="http://schemas.openxmlformats.org/drawingml/2006/main" noGrp="1"/>
          </p:cNvSpPr>
          <p:nvPr/>
        </p:nvSpPr>
        <p:spPr>
          <a:xfrm xmlns:a="http://schemas.openxmlformats.org/drawingml/2006/main">
            <a:off x="7372350" y="4229100"/>
            <a:ext cx="38290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자원·안전</a:t>
            </a:r>
          </a:p>
        </p:txBody>
      </p:sp>
      <p:sp>
        <p:nvSpPr>
          <p:cNvPr id="29" name="">
            <a:extLst xmlns:a="http://schemas.openxmlformats.org/drawingml/2006/main">
              <a:ext uri="{FF2B5EF4-FFF2-40B4-BE49-F238E27FC236}">
                <a16:creationId xmlns:a16="http://schemas.microsoft.com/office/drawing/2014/main" id="{16A73C53-3B51-411E-BFCE-6174397A8466}"/>
              </a:ext>
            </a:extLst>
          </p:cNvPr>
          <p:cNvSpPr>
            <a:spLocks xmlns:a="http://schemas.openxmlformats.org/drawingml/2006/main" noGrp="1"/>
          </p:cNvSpPr>
          <p:nvPr/>
        </p:nvSpPr>
        <p:spPr>
          <a:xfrm xmlns:a="http://schemas.openxmlformats.org/drawingml/2006/main">
            <a:off x="7372350" y="4552950"/>
            <a:ext cx="38290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025" b="1">
                <a:solidFill>
                  <a:srgbClr val="191919"/>
                </a:solidFill>
                <a:latin typeface="AppleGothic"/>
                <a:ea typeface="AppleGothic"/>
                <a:cs typeface="AppleGothic"/>
              </a:defRPr>
            </a:pPr>
            <a:r>
              <a:rPr sz="2025" b="1">
                <a:solidFill>
                  <a:srgbClr val="191919"/>
                </a:solidFill>
                <a:latin typeface="AppleGothic"/>
                <a:ea typeface="AppleGothic"/>
                <a:cs typeface="AppleGothic"/>
              </a:rPr>
              <a:t>토큰 · 비용 · 위험 신호</a:t>
            </a:r>
          </a:p>
        </p:txBody>
      </p:sp>
      <p:sp>
        <p:nvSpPr>
          <p:cNvPr id="30" name="">
            <a:extLst xmlns:a="http://schemas.openxmlformats.org/drawingml/2006/main">
              <a:ext uri="{FF2B5EF4-FFF2-40B4-BE49-F238E27FC236}">
                <a16:creationId xmlns:a16="http://schemas.microsoft.com/office/drawing/2014/main" id="{CFDF4273-781D-4A06-8C58-8613EDB88D48}"/>
              </a:ext>
            </a:extLst>
          </p:cNvPr>
          <p:cNvSpPr>
            <a:spLocks xmlns:a="http://schemas.openxmlformats.org/drawingml/2006/main" noGrp="1"/>
          </p:cNvSpPr>
          <p:nvPr/>
        </p:nvSpPr>
        <p:spPr>
          <a:xfrm xmlns:a="http://schemas.openxmlformats.org/drawingml/2006/main" flipH="0" flipV="0">
            <a:off x="7372350" y="5105400"/>
            <a:ext cx="382905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1" name="">
            <a:extLst xmlns:a="http://schemas.openxmlformats.org/drawingml/2006/main">
              <a:ext uri="{FF2B5EF4-FFF2-40B4-BE49-F238E27FC236}">
                <a16:creationId xmlns:a16="http://schemas.microsoft.com/office/drawing/2014/main" id="{C7A6BAAD-792F-43A6-A999-424B8E702500}"/>
              </a:ext>
            </a:extLst>
          </p:cNvPr>
          <p:cNvSpPr>
            <a:spLocks xmlns:a="http://schemas.openxmlformats.org/drawingml/2006/main" noGrp="1"/>
          </p:cNvSpPr>
          <p:nvPr/>
        </p:nvSpPr>
        <p:spPr>
          <a:xfrm xmlns:a="http://schemas.openxmlformats.org/drawingml/2006/main">
            <a:off x="609600" y="5581650"/>
            <a:ext cx="10972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75" b="1">
                <a:solidFill>
                  <a:srgbClr val="191919"/>
                </a:solidFill>
                <a:latin typeface="AppleGothic"/>
                <a:ea typeface="AppleGothic"/>
                <a:cs typeface="AppleGothic"/>
              </a:defRPr>
            </a:pPr>
            <a:r>
              <a:rPr sz="1275" b="1">
                <a:solidFill>
                  <a:srgbClr val="191919"/>
                </a:solidFill>
                <a:latin typeface="AppleGothic"/>
                <a:ea typeface="AppleGothic"/>
                <a:cs typeface="AppleGothic"/>
              </a:rPr>
              <a:t>평균 점수와 함께 실패 분포·하위 집단·원본 실행 추적 확인</a:t>
            </a:r>
          </a:p>
        </p:txBody>
      </p:sp>
    </p:spTree>
    <p:extLst>
      <p:ext uri="{BB962C8B-B14F-4D97-AF65-F5344CB8AC3E}">
        <p14:creationId xmlns:p14="http://schemas.microsoft.com/office/powerpoint/2010/main" val="845562368"/>
      </p:ext>
    </p:extLst>
  </p:cSld>
</p:sld>
</file>

<file path=ppt/slides/slide63.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0CC63B8F-91A9-47DE-B264-40148FE766DF}"/>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LIFECYCLE</a:t>
            </a:r>
          </a:p>
        </p:txBody>
      </p:sp>
      <p:sp>
        <p:nvSpPr>
          <p:cNvPr id="2" name="">
            <a:extLst xmlns:a="http://schemas.openxmlformats.org/drawingml/2006/main">
              <a:ext uri="{FF2B5EF4-FFF2-40B4-BE49-F238E27FC236}">
                <a16:creationId xmlns:a16="http://schemas.microsoft.com/office/drawing/2014/main" id="{BC9C737A-D003-42F8-B408-A9A0FA6F4F5D}"/>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63</a:t>
            </a:r>
          </a:p>
        </p:txBody>
      </p:sp>
      <p:sp>
        <p:nvSpPr>
          <p:cNvPr id="3" name="">
            <a:extLst xmlns:a="http://schemas.openxmlformats.org/drawingml/2006/main">
              <a:ext uri="{FF2B5EF4-FFF2-40B4-BE49-F238E27FC236}">
                <a16:creationId xmlns:a16="http://schemas.microsoft.com/office/drawing/2014/main" id="{04CE23CF-7EEA-49D6-B1A2-08C0E8580F0F}"/>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1E93493D-C9E8-4167-951A-CE6954EB4F0C}"/>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5CC157D3-534F-4BCC-A0DF-E9E860A3C211}"/>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61DC652A-450C-45ED-9ED8-937E9D3FB866}"/>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5단계 / 개선·버전의 판정 기록</a:t>
            </a:r>
          </a:p>
        </p:txBody>
      </p:sp>
      <p:sp>
        <p:nvSpPr>
          <p:cNvPr id="7" name="">
            <a:extLst xmlns:a="http://schemas.openxmlformats.org/drawingml/2006/main">
              <a:ext uri="{FF2B5EF4-FFF2-40B4-BE49-F238E27FC236}">
                <a16:creationId xmlns:a16="http://schemas.microsoft.com/office/drawing/2014/main" id="{1BA5E75D-5C6C-4E76-A9F3-532927F96D81}"/>
              </a:ext>
            </a:extLst>
          </p:cNvPr>
          <p:cNvSpPr>
            <a:spLocks xmlns:a="http://schemas.openxmlformats.org/drawingml/2006/main" noGrp="1"/>
          </p:cNvSpPr>
          <p:nvPr/>
        </p:nvSpPr>
        <p:spPr>
          <a:xfrm xmlns:a="http://schemas.openxmlformats.org/drawingml/2006/main">
            <a:off x="609600" y="1466850"/>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725" b="1">
                <a:solidFill>
                  <a:srgbClr val="FFFFFF"/>
                </a:solidFill>
                <a:latin typeface="AppleGothic"/>
                <a:ea typeface="AppleGothic"/>
                <a:cs typeface="AppleGothic"/>
              </a:defRPr>
            </a:pPr>
            <a:r>
              <a:rPr sz="1725" b="1">
                <a:solidFill>
                  <a:srgbClr val="FFFFFF"/>
                </a:solidFill>
                <a:latin typeface="AppleGothic"/>
                <a:ea typeface="AppleGothic"/>
                <a:cs typeface="AppleGothic"/>
              </a:rPr>
              <a:t>다음 버전은 무엇을 검증하는가?</a:t>
            </a:r>
          </a:p>
        </p:txBody>
      </p:sp>
      <p:sp>
        <p:nvSpPr>
          <p:cNvPr id="8" name="">
            <a:extLst xmlns:a="http://schemas.openxmlformats.org/drawingml/2006/main">
              <a:ext uri="{FF2B5EF4-FFF2-40B4-BE49-F238E27FC236}">
                <a16:creationId xmlns:a16="http://schemas.microsoft.com/office/drawing/2014/main" id="{F70FD220-8370-4F54-B9BB-F31C5E63E245}"/>
              </a:ext>
            </a:extLst>
          </p:cNvPr>
          <p:cNvSpPr>
            <a:spLocks xmlns:a="http://schemas.openxmlformats.org/drawingml/2006/main" noGrp="1"/>
          </p:cNvSpPr>
          <p:nvPr/>
        </p:nvSpPr>
        <p:spPr>
          <a:xfrm xmlns:a="http://schemas.openxmlformats.org/drawingml/2006/main">
            <a:off x="609600" y="2209800"/>
            <a:ext cx="457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75" b="1">
                <a:solidFill>
                  <a:srgbClr val="98A2B3"/>
                </a:solidFill>
                <a:latin typeface="Menlo"/>
                <a:ea typeface="Menlo"/>
                <a:cs typeface="Menlo"/>
              </a:defRPr>
            </a:pPr>
            <a:r>
              <a:rPr sz="1275" b="1">
                <a:solidFill>
                  <a:srgbClr val="98A2B3"/>
                </a:solidFill>
                <a:latin typeface="Menlo"/>
                <a:ea typeface="Menlo"/>
                <a:cs typeface="Menlo"/>
              </a:rPr>
              <a:t>01</a:t>
            </a:r>
          </a:p>
        </p:txBody>
      </p:sp>
      <p:sp>
        <p:nvSpPr>
          <p:cNvPr id="9" name="">
            <a:extLst xmlns:a="http://schemas.openxmlformats.org/drawingml/2006/main">
              <a:ext uri="{FF2B5EF4-FFF2-40B4-BE49-F238E27FC236}">
                <a16:creationId xmlns:a16="http://schemas.microsoft.com/office/drawing/2014/main" id="{54F09FAE-8A2E-4D31-BB04-F21DF1C09125}"/>
              </a:ext>
            </a:extLst>
          </p:cNvPr>
          <p:cNvSpPr>
            <a:spLocks xmlns:a="http://schemas.openxmlformats.org/drawingml/2006/main" noGrp="1"/>
          </p:cNvSpPr>
          <p:nvPr/>
        </p:nvSpPr>
        <p:spPr>
          <a:xfrm xmlns:a="http://schemas.openxmlformats.org/drawingml/2006/main">
            <a:off x="609600" y="2667000"/>
            <a:ext cx="23241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buNone/>
              <a:defRPr sz="1725" b="1">
                <a:solidFill>
                  <a:srgbClr val="FFFFFF"/>
                </a:solidFill>
                <a:latin typeface="AppleGothic"/>
                <a:ea typeface="AppleGothic"/>
                <a:cs typeface="AppleGothic"/>
              </a:defRPr>
            </a:pPr>
            <a:r>
              <a:rPr sz="1725" b="1">
                <a:solidFill>
                  <a:srgbClr val="FFFFFF"/>
                </a:solidFill>
                <a:latin typeface="AppleGothic"/>
                <a:ea typeface="AppleGothic"/>
                <a:cs typeface="AppleGothic"/>
              </a:rPr>
              <a:t>이전 기준선</a:t>
            </a:r>
          </a:p>
        </p:txBody>
      </p:sp>
      <p:sp>
        <p:nvSpPr>
          <p:cNvPr id="10" name="">
            <a:extLst xmlns:a="http://schemas.openxmlformats.org/drawingml/2006/main">
              <a:ext uri="{FF2B5EF4-FFF2-40B4-BE49-F238E27FC236}">
                <a16:creationId xmlns:a16="http://schemas.microsoft.com/office/drawing/2014/main" id="{CFAE62A3-714C-489C-BF2F-8D8FDA7DBBA2}"/>
              </a:ext>
            </a:extLst>
          </p:cNvPr>
          <p:cNvSpPr>
            <a:spLocks xmlns:a="http://schemas.openxmlformats.org/drawingml/2006/main" noGrp="1"/>
          </p:cNvSpPr>
          <p:nvPr/>
        </p:nvSpPr>
        <p:spPr>
          <a:xfrm xmlns:a="http://schemas.openxmlformats.org/drawingml/2006/main" flipH="0" flipV="0">
            <a:off x="609600" y="3448050"/>
            <a:ext cx="23241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1" name="">
            <a:extLst xmlns:a="http://schemas.openxmlformats.org/drawingml/2006/main">
              <a:ext uri="{FF2B5EF4-FFF2-40B4-BE49-F238E27FC236}">
                <a16:creationId xmlns:a16="http://schemas.microsoft.com/office/drawing/2014/main" id="{E55C1149-DA8B-4F4B-8BB1-D94C431F357B}"/>
              </a:ext>
            </a:extLst>
          </p:cNvPr>
          <p:cNvSpPr>
            <a:spLocks xmlns:a="http://schemas.openxmlformats.org/drawingml/2006/main" noGrp="1"/>
          </p:cNvSpPr>
          <p:nvPr/>
        </p:nvSpPr>
        <p:spPr>
          <a:xfrm xmlns:a="http://schemas.openxmlformats.org/drawingml/2006/main">
            <a:off x="609600" y="3752850"/>
            <a:ext cx="2324100" cy="1162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0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현재 실패와</a:t>
            </a:r>
          </a:p>
          <a:p xmlns:a="http://schemas.openxmlformats.org/drawingml/2006/main">
            <a:pPr algn="l">
              <a:lnSpc>
                <a:spcPct val="130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고정 조건</a:t>
            </a:r>
          </a:p>
        </p:txBody>
      </p:sp>
      <p:sp>
        <p:nvSpPr>
          <p:cNvPr id="12" name="">
            <a:extLst xmlns:a="http://schemas.openxmlformats.org/drawingml/2006/main">
              <a:ext uri="{FF2B5EF4-FFF2-40B4-BE49-F238E27FC236}">
                <a16:creationId xmlns:a16="http://schemas.microsoft.com/office/drawing/2014/main" id="{ED6AF4E5-B4FE-49E9-A389-50B1E66FD7CA}"/>
              </a:ext>
            </a:extLst>
          </p:cNvPr>
          <p:cNvSpPr>
            <a:spLocks xmlns:a="http://schemas.openxmlformats.org/drawingml/2006/main" noGrp="1"/>
          </p:cNvSpPr>
          <p:nvPr/>
        </p:nvSpPr>
        <p:spPr>
          <a:xfrm xmlns:a="http://schemas.openxmlformats.org/drawingml/2006/main">
            <a:off x="3352800" y="2209800"/>
            <a:ext cx="457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75" b="1">
                <a:solidFill>
                  <a:srgbClr val="98A2B3"/>
                </a:solidFill>
                <a:latin typeface="Menlo"/>
                <a:ea typeface="Menlo"/>
                <a:cs typeface="Menlo"/>
              </a:defRPr>
            </a:pPr>
            <a:r>
              <a:rPr sz="1275" b="1">
                <a:solidFill>
                  <a:srgbClr val="98A2B3"/>
                </a:solidFill>
                <a:latin typeface="Menlo"/>
                <a:ea typeface="Menlo"/>
                <a:cs typeface="Menlo"/>
              </a:rPr>
              <a:t>02</a:t>
            </a:r>
          </a:p>
        </p:txBody>
      </p:sp>
      <p:sp>
        <p:nvSpPr>
          <p:cNvPr id="13" name="">
            <a:extLst xmlns:a="http://schemas.openxmlformats.org/drawingml/2006/main">
              <a:ext uri="{FF2B5EF4-FFF2-40B4-BE49-F238E27FC236}">
                <a16:creationId xmlns:a16="http://schemas.microsoft.com/office/drawing/2014/main" id="{84C74EDD-9CAA-4B41-B43B-C6064A4B1BF6}"/>
              </a:ext>
            </a:extLst>
          </p:cNvPr>
          <p:cNvSpPr>
            <a:spLocks xmlns:a="http://schemas.openxmlformats.org/drawingml/2006/main" noGrp="1"/>
          </p:cNvSpPr>
          <p:nvPr/>
        </p:nvSpPr>
        <p:spPr>
          <a:xfrm xmlns:a="http://schemas.openxmlformats.org/drawingml/2006/main">
            <a:off x="3352800" y="2667000"/>
            <a:ext cx="23241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buNone/>
              <a:defRPr sz="1725" b="1">
                <a:solidFill>
                  <a:srgbClr val="FFFFFF"/>
                </a:solidFill>
                <a:latin typeface="AppleGothic"/>
                <a:ea typeface="AppleGothic"/>
                <a:cs typeface="AppleGothic"/>
              </a:defRPr>
            </a:pPr>
            <a:r>
              <a:rPr sz="1725" b="1">
                <a:solidFill>
                  <a:srgbClr val="FFFFFF"/>
                </a:solidFill>
                <a:latin typeface="AppleGothic"/>
                <a:ea typeface="AppleGothic"/>
                <a:cs typeface="AppleGothic"/>
              </a:rPr>
              <a:t>새 가설과 변경</a:t>
            </a:r>
          </a:p>
        </p:txBody>
      </p:sp>
      <p:sp>
        <p:nvSpPr>
          <p:cNvPr id="14" name="">
            <a:extLst xmlns:a="http://schemas.openxmlformats.org/drawingml/2006/main">
              <a:ext uri="{FF2B5EF4-FFF2-40B4-BE49-F238E27FC236}">
                <a16:creationId xmlns:a16="http://schemas.microsoft.com/office/drawing/2014/main" id="{FB30C1EE-5D85-4E80-9879-31C5DE71F356}"/>
              </a:ext>
            </a:extLst>
          </p:cNvPr>
          <p:cNvSpPr>
            <a:spLocks xmlns:a="http://schemas.openxmlformats.org/drawingml/2006/main" noGrp="1"/>
          </p:cNvSpPr>
          <p:nvPr/>
        </p:nvSpPr>
        <p:spPr>
          <a:xfrm xmlns:a="http://schemas.openxmlformats.org/drawingml/2006/main" flipH="0" flipV="0">
            <a:off x="3352800" y="3448050"/>
            <a:ext cx="23241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5" name="">
            <a:extLst xmlns:a="http://schemas.openxmlformats.org/drawingml/2006/main">
              <a:ext uri="{FF2B5EF4-FFF2-40B4-BE49-F238E27FC236}">
                <a16:creationId xmlns:a16="http://schemas.microsoft.com/office/drawing/2014/main" id="{14844F6E-1D38-4CF4-A207-41549BDDB1E5}"/>
              </a:ext>
            </a:extLst>
          </p:cNvPr>
          <p:cNvSpPr>
            <a:spLocks xmlns:a="http://schemas.openxmlformats.org/drawingml/2006/main" noGrp="1"/>
          </p:cNvSpPr>
          <p:nvPr/>
        </p:nvSpPr>
        <p:spPr>
          <a:xfrm xmlns:a="http://schemas.openxmlformats.org/drawingml/2006/main">
            <a:off x="3352800" y="3752850"/>
            <a:ext cx="2324100" cy="1162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0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검증할 가설과</a:t>
            </a:r>
          </a:p>
          <a:p xmlns:a="http://schemas.openxmlformats.org/drawingml/2006/main">
            <a:pPr algn="l">
              <a:lnSpc>
                <a:spcPct val="130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바꿀 한 가지</a:t>
            </a:r>
          </a:p>
        </p:txBody>
      </p:sp>
      <p:sp>
        <p:nvSpPr>
          <p:cNvPr id="16" name="">
            <a:extLst xmlns:a="http://schemas.openxmlformats.org/drawingml/2006/main">
              <a:ext uri="{FF2B5EF4-FFF2-40B4-BE49-F238E27FC236}">
                <a16:creationId xmlns:a16="http://schemas.microsoft.com/office/drawing/2014/main" id="{3AAF20F1-C582-4B3D-9F4D-280C7654E429}"/>
              </a:ext>
            </a:extLst>
          </p:cNvPr>
          <p:cNvSpPr>
            <a:spLocks xmlns:a="http://schemas.openxmlformats.org/drawingml/2006/main" noGrp="1"/>
          </p:cNvSpPr>
          <p:nvPr/>
        </p:nvSpPr>
        <p:spPr>
          <a:xfrm xmlns:a="http://schemas.openxmlformats.org/drawingml/2006/main">
            <a:off x="6096000" y="2209800"/>
            <a:ext cx="457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75" b="1">
                <a:solidFill>
                  <a:srgbClr val="98A2B3"/>
                </a:solidFill>
                <a:latin typeface="Menlo"/>
                <a:ea typeface="Menlo"/>
                <a:cs typeface="Menlo"/>
              </a:defRPr>
            </a:pPr>
            <a:r>
              <a:rPr sz="1275" b="1">
                <a:solidFill>
                  <a:srgbClr val="98A2B3"/>
                </a:solidFill>
                <a:latin typeface="Menlo"/>
                <a:ea typeface="Menlo"/>
                <a:cs typeface="Menlo"/>
              </a:rPr>
              <a:t>03</a:t>
            </a:r>
          </a:p>
        </p:txBody>
      </p:sp>
      <p:sp>
        <p:nvSpPr>
          <p:cNvPr id="17" name="">
            <a:extLst xmlns:a="http://schemas.openxmlformats.org/drawingml/2006/main">
              <a:ext uri="{FF2B5EF4-FFF2-40B4-BE49-F238E27FC236}">
                <a16:creationId xmlns:a16="http://schemas.microsoft.com/office/drawing/2014/main" id="{127F2AF5-410F-47CD-84AF-A3EA9FFEF619}"/>
              </a:ext>
            </a:extLst>
          </p:cNvPr>
          <p:cNvSpPr>
            <a:spLocks xmlns:a="http://schemas.openxmlformats.org/drawingml/2006/main" noGrp="1"/>
          </p:cNvSpPr>
          <p:nvPr/>
        </p:nvSpPr>
        <p:spPr>
          <a:xfrm xmlns:a="http://schemas.openxmlformats.org/drawingml/2006/main">
            <a:off x="6096000" y="2667000"/>
            <a:ext cx="23241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buNone/>
              <a:defRPr sz="1725" b="1">
                <a:solidFill>
                  <a:srgbClr val="FFFFFF"/>
                </a:solidFill>
                <a:latin typeface="AppleGothic"/>
                <a:ea typeface="AppleGothic"/>
                <a:cs typeface="AppleGothic"/>
              </a:defRPr>
            </a:pPr>
            <a:r>
              <a:rPr sz="1725" b="1">
                <a:solidFill>
                  <a:srgbClr val="FFFFFF"/>
                </a:solidFill>
                <a:latin typeface="AppleGothic"/>
                <a:ea typeface="AppleGothic"/>
                <a:cs typeface="AppleGothic"/>
              </a:rPr>
              <a:t>실행 증거</a:t>
            </a:r>
          </a:p>
        </p:txBody>
      </p:sp>
      <p:sp>
        <p:nvSpPr>
          <p:cNvPr id="18" name="">
            <a:extLst xmlns:a="http://schemas.openxmlformats.org/drawingml/2006/main">
              <a:ext uri="{FF2B5EF4-FFF2-40B4-BE49-F238E27FC236}">
                <a16:creationId xmlns:a16="http://schemas.microsoft.com/office/drawing/2014/main" id="{A9B3F212-1F8D-406C-9466-31389106448D}"/>
              </a:ext>
            </a:extLst>
          </p:cNvPr>
          <p:cNvSpPr>
            <a:spLocks xmlns:a="http://schemas.openxmlformats.org/drawingml/2006/main" noGrp="1"/>
          </p:cNvSpPr>
          <p:nvPr/>
        </p:nvSpPr>
        <p:spPr>
          <a:xfrm xmlns:a="http://schemas.openxmlformats.org/drawingml/2006/main" flipH="0" flipV="0">
            <a:off x="6096000" y="3448050"/>
            <a:ext cx="2324100" cy="0"/>
          </a:xfrm>
          <a:prstGeom xmlns:a="http://schemas.openxmlformats.org/drawingml/2006/main" prst="line">
            <a:avLst/>
          </a:prstGeom>
          <a:noFill xmlns:a="http://schemas.openxmlformats.org/drawingml/2006/main"/>
          <a:ln xmlns:a="http://schemas.openxmlformats.org/drawingml/2006/main" w="28575">
            <a:solidFill>
              <a:srgbClr val="2563EB"/>
            </a:solidFill>
            <a:prstDash val="solid"/>
          </a:ln>
        </p:spPr>
      </p:sp>
      <p:sp>
        <p:nvSpPr>
          <p:cNvPr id="19" name="">
            <a:extLst xmlns:a="http://schemas.openxmlformats.org/drawingml/2006/main">
              <a:ext uri="{FF2B5EF4-FFF2-40B4-BE49-F238E27FC236}">
                <a16:creationId xmlns:a16="http://schemas.microsoft.com/office/drawing/2014/main" id="{A3FE772D-18EB-4D8D-9811-68ECF95755D9}"/>
              </a:ext>
            </a:extLst>
          </p:cNvPr>
          <p:cNvSpPr>
            <a:spLocks xmlns:a="http://schemas.openxmlformats.org/drawingml/2006/main" noGrp="1"/>
          </p:cNvSpPr>
          <p:nvPr/>
        </p:nvSpPr>
        <p:spPr>
          <a:xfrm xmlns:a="http://schemas.openxmlformats.org/drawingml/2006/main">
            <a:off x="6096000" y="3752850"/>
            <a:ext cx="2324100" cy="1162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0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비교 가능한</a:t>
            </a:r>
          </a:p>
          <a:p xmlns:a="http://schemas.openxmlformats.org/drawingml/2006/main">
            <a:pPr algn="l">
              <a:lnSpc>
                <a:spcPct val="130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실행 추적</a:t>
            </a:r>
          </a:p>
        </p:txBody>
      </p:sp>
      <p:sp>
        <p:nvSpPr>
          <p:cNvPr id="20" name="">
            <a:extLst xmlns:a="http://schemas.openxmlformats.org/drawingml/2006/main">
              <a:ext uri="{FF2B5EF4-FFF2-40B4-BE49-F238E27FC236}">
                <a16:creationId xmlns:a16="http://schemas.microsoft.com/office/drawing/2014/main" id="{72035B26-B5D7-4DFA-8A36-8AEA467F079C}"/>
              </a:ext>
            </a:extLst>
          </p:cNvPr>
          <p:cNvSpPr>
            <a:spLocks xmlns:a="http://schemas.openxmlformats.org/drawingml/2006/main" noGrp="1"/>
          </p:cNvSpPr>
          <p:nvPr/>
        </p:nvSpPr>
        <p:spPr>
          <a:xfrm xmlns:a="http://schemas.openxmlformats.org/drawingml/2006/main">
            <a:off x="8839200" y="2209800"/>
            <a:ext cx="457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75" b="1">
                <a:solidFill>
                  <a:srgbClr val="98A2B3"/>
                </a:solidFill>
                <a:latin typeface="Menlo"/>
                <a:ea typeface="Menlo"/>
                <a:cs typeface="Menlo"/>
              </a:defRPr>
            </a:pPr>
            <a:r>
              <a:rPr sz="1275" b="1">
                <a:solidFill>
                  <a:srgbClr val="98A2B3"/>
                </a:solidFill>
                <a:latin typeface="Menlo"/>
                <a:ea typeface="Menlo"/>
                <a:cs typeface="Menlo"/>
              </a:rPr>
              <a:t>04</a:t>
            </a:r>
          </a:p>
        </p:txBody>
      </p:sp>
      <p:sp>
        <p:nvSpPr>
          <p:cNvPr id="21" name="">
            <a:extLst xmlns:a="http://schemas.openxmlformats.org/drawingml/2006/main">
              <a:ext uri="{FF2B5EF4-FFF2-40B4-BE49-F238E27FC236}">
                <a16:creationId xmlns:a16="http://schemas.microsoft.com/office/drawing/2014/main" id="{D551065E-B926-4031-B1DC-1CAE1D26FBDB}"/>
              </a:ext>
            </a:extLst>
          </p:cNvPr>
          <p:cNvSpPr>
            <a:spLocks xmlns:a="http://schemas.openxmlformats.org/drawingml/2006/main" noGrp="1"/>
          </p:cNvSpPr>
          <p:nvPr/>
        </p:nvSpPr>
        <p:spPr>
          <a:xfrm xmlns:a="http://schemas.openxmlformats.org/drawingml/2006/main">
            <a:off x="8839200" y="2667000"/>
            <a:ext cx="23241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buNone/>
              <a:defRPr sz="1725" b="1">
                <a:solidFill>
                  <a:srgbClr val="FFFFFF"/>
                </a:solidFill>
                <a:latin typeface="AppleGothic"/>
                <a:ea typeface="AppleGothic"/>
                <a:cs typeface="AppleGothic"/>
              </a:defRPr>
            </a:pPr>
            <a:r>
              <a:rPr sz="1725" b="1">
                <a:solidFill>
                  <a:srgbClr val="FFFFFF"/>
                </a:solidFill>
                <a:latin typeface="AppleGothic"/>
                <a:ea typeface="AppleGothic"/>
                <a:cs typeface="AppleGothic"/>
              </a:rPr>
              <a:t>판정과 다음 버전</a:t>
            </a:r>
          </a:p>
        </p:txBody>
      </p:sp>
      <p:sp>
        <p:nvSpPr>
          <p:cNvPr id="22" name="">
            <a:extLst xmlns:a="http://schemas.openxmlformats.org/drawingml/2006/main">
              <a:ext uri="{FF2B5EF4-FFF2-40B4-BE49-F238E27FC236}">
                <a16:creationId xmlns:a16="http://schemas.microsoft.com/office/drawing/2014/main" id="{21E0E34F-567C-4564-98CE-AAB32CBDC980}"/>
              </a:ext>
            </a:extLst>
          </p:cNvPr>
          <p:cNvSpPr>
            <a:spLocks xmlns:a="http://schemas.openxmlformats.org/drawingml/2006/main" noGrp="1"/>
          </p:cNvSpPr>
          <p:nvPr/>
        </p:nvSpPr>
        <p:spPr>
          <a:xfrm xmlns:a="http://schemas.openxmlformats.org/drawingml/2006/main" flipH="0" flipV="0">
            <a:off x="8839200" y="3448050"/>
            <a:ext cx="23241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23" name="">
            <a:extLst xmlns:a="http://schemas.openxmlformats.org/drawingml/2006/main">
              <a:ext uri="{FF2B5EF4-FFF2-40B4-BE49-F238E27FC236}">
                <a16:creationId xmlns:a16="http://schemas.microsoft.com/office/drawing/2014/main" id="{B5FC75C4-8A36-4A8D-B860-BAC26416EC4D}"/>
              </a:ext>
            </a:extLst>
          </p:cNvPr>
          <p:cNvSpPr>
            <a:spLocks xmlns:a="http://schemas.openxmlformats.org/drawingml/2006/main" noGrp="1"/>
          </p:cNvSpPr>
          <p:nvPr/>
        </p:nvSpPr>
        <p:spPr>
          <a:xfrm xmlns:a="http://schemas.openxmlformats.org/drawingml/2006/main">
            <a:off x="8839200" y="3752850"/>
            <a:ext cx="2324100" cy="1162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0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승격·보류·되돌리기와</a:t>
            </a:r>
          </a:p>
          <a:p xmlns:a="http://schemas.openxmlformats.org/drawingml/2006/main">
            <a:pPr algn="l">
              <a:lnSpc>
                <a:spcPct val="130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다음 질문</a:t>
            </a:r>
          </a:p>
        </p:txBody>
      </p:sp>
      <p:sp>
        <p:nvSpPr>
          <p:cNvPr id="24" name="">
            <a:extLst xmlns:a="http://schemas.openxmlformats.org/drawingml/2006/main">
              <a:ext uri="{FF2B5EF4-FFF2-40B4-BE49-F238E27FC236}">
                <a16:creationId xmlns:a16="http://schemas.microsoft.com/office/drawing/2014/main" id="{7F21F37E-D5F6-485F-AFCA-0767E658ACD4}"/>
              </a:ext>
            </a:extLst>
          </p:cNvPr>
          <p:cNvSpPr>
            <a:spLocks xmlns:a="http://schemas.openxmlformats.org/drawingml/2006/main" noGrp="1"/>
          </p:cNvSpPr>
          <p:nvPr/>
        </p:nvSpPr>
        <p:spPr>
          <a:xfrm xmlns:a="http://schemas.openxmlformats.org/drawingml/2006/main">
            <a:off x="609600" y="5467350"/>
            <a:ext cx="109728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‘더 좋아 보임’이 아닌 변경 이유·결과·결정의 연결</a:t>
            </a:r>
          </a:p>
        </p:txBody>
      </p:sp>
    </p:spTree>
    <p:extLst>
      <p:ext uri="{BB962C8B-B14F-4D97-AF65-F5344CB8AC3E}">
        <p14:creationId xmlns:p14="http://schemas.microsoft.com/office/powerpoint/2010/main" val="1678705039"/>
      </p:ext>
    </p:extLst>
  </p:cSld>
</p:sld>
</file>

<file path=ppt/slides/slide64.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40" name="">
            <a:extLst xmlns:a="http://schemas.openxmlformats.org/drawingml/2006/main">
              <a:ext uri="{FF2B5EF4-FFF2-40B4-BE49-F238E27FC236}">
                <a16:creationId xmlns:a16="http://schemas.microsoft.com/office/drawing/2014/main" id="{58BCF4C5-EE2E-48E3-858E-41117EE20F26}"/>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LIFECYCLE</a:t>
            </a:r>
          </a:p>
        </p:txBody>
      </p:sp>
      <p:sp>
        <p:nvSpPr>
          <p:cNvPr id="2" name="">
            <a:extLst xmlns:a="http://schemas.openxmlformats.org/drawingml/2006/main">
              <a:ext uri="{FF2B5EF4-FFF2-40B4-BE49-F238E27FC236}">
                <a16:creationId xmlns:a16="http://schemas.microsoft.com/office/drawing/2014/main" id="{58F5F48A-D927-4B38-AB27-6A9E57F3C5DC}"/>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64</a:t>
            </a:r>
          </a:p>
        </p:txBody>
      </p:sp>
      <p:sp>
        <p:nvSpPr>
          <p:cNvPr id="3" name="">
            <a:extLst xmlns:a="http://schemas.openxmlformats.org/drawingml/2006/main">
              <a:ext uri="{FF2B5EF4-FFF2-40B4-BE49-F238E27FC236}">
                <a16:creationId xmlns:a16="http://schemas.microsoft.com/office/drawing/2014/main" id="{2D0526DE-6210-4F89-A5F4-EC13750FD0FD}"/>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BCE72EAB-660D-4FE6-90E8-C95D6382F159}"/>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9EE8D2E9-94C1-4D1A-AA42-60F3754CF57F}"/>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EDA9CC04-B1B9-445E-AC28-DFCA96C9A226}"/>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버전 변경의 최소 기록</a:t>
            </a:r>
          </a:p>
        </p:txBody>
      </p:sp>
      <p:sp>
        <p:nvSpPr>
          <p:cNvPr id="7" name="">
            <a:extLst xmlns:a="http://schemas.openxmlformats.org/drawingml/2006/main">
              <a:ext uri="{FF2B5EF4-FFF2-40B4-BE49-F238E27FC236}">
                <a16:creationId xmlns:a16="http://schemas.microsoft.com/office/drawing/2014/main" id="{29857251-1C00-4C98-B6B9-78C117759DB8}"/>
              </a:ext>
            </a:extLst>
          </p:cNvPr>
          <p:cNvSpPr>
            <a:spLocks xmlns:a="http://schemas.openxmlformats.org/drawingml/2006/main" noGrp="1"/>
          </p:cNvSpPr>
          <p:nvPr/>
        </p:nvSpPr>
        <p:spPr>
          <a:xfrm xmlns:a="http://schemas.openxmlformats.org/drawingml/2006/main" rot="0">
            <a:off x="609600" y="1809750"/>
            <a:ext cx="1600200" cy="53340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8" name="">
            <a:extLst xmlns:a="http://schemas.openxmlformats.org/drawingml/2006/main">
              <a:ext uri="{FF2B5EF4-FFF2-40B4-BE49-F238E27FC236}">
                <a16:creationId xmlns:a16="http://schemas.microsoft.com/office/drawing/2014/main" id="{CE33F9F1-9FF9-418F-960D-DA0838EA99C8}"/>
              </a:ext>
            </a:extLst>
          </p:cNvPr>
          <p:cNvSpPr>
            <a:spLocks xmlns:a="http://schemas.openxmlformats.org/drawingml/2006/main" noGrp="1"/>
          </p:cNvSpPr>
          <p:nvPr/>
        </p:nvSpPr>
        <p:spPr>
          <a:xfrm xmlns:a="http://schemas.openxmlformats.org/drawingml/2006/main">
            <a:off x="742950" y="1809750"/>
            <a:ext cx="1333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00" b="1">
                <a:solidFill>
                  <a:srgbClr val="FFFFFF"/>
                </a:solidFill>
                <a:latin typeface="Menlo"/>
                <a:ea typeface="Menlo"/>
                <a:cs typeface="Menlo"/>
              </a:defRPr>
            </a:pPr>
            <a:r>
              <a:rPr sz="1200" b="1">
                <a:solidFill>
                  <a:srgbClr val="FFFFFF"/>
                </a:solidFill>
                <a:latin typeface="Menlo"/>
                <a:ea typeface="Menlo"/>
                <a:cs typeface="Menlo"/>
              </a:rPr>
              <a:t>VERSION</a:t>
            </a:r>
          </a:p>
        </p:txBody>
      </p:sp>
      <p:sp>
        <p:nvSpPr>
          <p:cNvPr id="9" name="">
            <a:extLst xmlns:a="http://schemas.openxmlformats.org/drawingml/2006/main">
              <a:ext uri="{FF2B5EF4-FFF2-40B4-BE49-F238E27FC236}">
                <a16:creationId xmlns:a16="http://schemas.microsoft.com/office/drawing/2014/main" id="{7FB3B713-C092-4690-ABF8-E8295B82A226}"/>
              </a:ext>
            </a:extLst>
          </p:cNvPr>
          <p:cNvSpPr>
            <a:spLocks xmlns:a="http://schemas.openxmlformats.org/drawingml/2006/main" noGrp="1"/>
          </p:cNvSpPr>
          <p:nvPr/>
        </p:nvSpPr>
        <p:spPr>
          <a:xfrm xmlns:a="http://schemas.openxmlformats.org/drawingml/2006/main" rot="0">
            <a:off x="2209800" y="1809750"/>
            <a:ext cx="3238500" cy="53340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0" name="">
            <a:extLst xmlns:a="http://schemas.openxmlformats.org/drawingml/2006/main">
              <a:ext uri="{FF2B5EF4-FFF2-40B4-BE49-F238E27FC236}">
                <a16:creationId xmlns:a16="http://schemas.microsoft.com/office/drawing/2014/main" id="{E371D151-1B24-4CA6-B5C4-B91482A6C0D9}"/>
              </a:ext>
            </a:extLst>
          </p:cNvPr>
          <p:cNvSpPr>
            <a:spLocks xmlns:a="http://schemas.openxmlformats.org/drawingml/2006/main" noGrp="1"/>
          </p:cNvSpPr>
          <p:nvPr/>
        </p:nvSpPr>
        <p:spPr>
          <a:xfrm xmlns:a="http://schemas.openxmlformats.org/drawingml/2006/main">
            <a:off x="2343150" y="1809750"/>
            <a:ext cx="2971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00" b="1">
                <a:solidFill>
                  <a:srgbClr val="FFFFFF"/>
                </a:solidFill>
                <a:latin typeface="Menlo"/>
                <a:ea typeface="Menlo"/>
                <a:cs typeface="Menlo"/>
              </a:defRPr>
            </a:pPr>
            <a:r>
              <a:rPr sz="1200" b="1">
                <a:solidFill>
                  <a:srgbClr val="FFFFFF"/>
                </a:solidFill>
                <a:latin typeface="Menlo"/>
                <a:ea typeface="Menlo"/>
                <a:cs typeface="Menlo"/>
              </a:rPr>
              <a:t>HYPOTHESIS</a:t>
            </a:r>
          </a:p>
        </p:txBody>
      </p:sp>
      <p:sp>
        <p:nvSpPr>
          <p:cNvPr id="11" name="">
            <a:extLst xmlns:a="http://schemas.openxmlformats.org/drawingml/2006/main">
              <a:ext uri="{FF2B5EF4-FFF2-40B4-BE49-F238E27FC236}">
                <a16:creationId xmlns:a16="http://schemas.microsoft.com/office/drawing/2014/main" id="{A1529ED1-4FD7-4810-BBD2-90952D8017C5}"/>
              </a:ext>
            </a:extLst>
          </p:cNvPr>
          <p:cNvSpPr>
            <a:spLocks xmlns:a="http://schemas.openxmlformats.org/drawingml/2006/main" noGrp="1"/>
          </p:cNvSpPr>
          <p:nvPr/>
        </p:nvSpPr>
        <p:spPr>
          <a:xfrm xmlns:a="http://schemas.openxmlformats.org/drawingml/2006/main" rot="0">
            <a:off x="5448300" y="1809750"/>
            <a:ext cx="3238500" cy="53340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2" name="">
            <a:extLst xmlns:a="http://schemas.openxmlformats.org/drawingml/2006/main">
              <a:ext uri="{FF2B5EF4-FFF2-40B4-BE49-F238E27FC236}">
                <a16:creationId xmlns:a16="http://schemas.microsoft.com/office/drawing/2014/main" id="{188546B0-10A4-49A9-990A-ACAA2F86EC0C}"/>
              </a:ext>
            </a:extLst>
          </p:cNvPr>
          <p:cNvSpPr>
            <a:spLocks xmlns:a="http://schemas.openxmlformats.org/drawingml/2006/main" noGrp="1"/>
          </p:cNvSpPr>
          <p:nvPr/>
        </p:nvSpPr>
        <p:spPr>
          <a:xfrm xmlns:a="http://schemas.openxmlformats.org/drawingml/2006/main">
            <a:off x="5581650" y="1809750"/>
            <a:ext cx="2971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00" b="1">
                <a:solidFill>
                  <a:srgbClr val="FFFFFF"/>
                </a:solidFill>
                <a:latin typeface="Menlo"/>
                <a:ea typeface="Menlo"/>
                <a:cs typeface="Menlo"/>
              </a:defRPr>
            </a:pPr>
            <a:r>
              <a:rPr sz="1200" b="1">
                <a:solidFill>
                  <a:srgbClr val="FFFFFF"/>
                </a:solidFill>
                <a:latin typeface="Menlo"/>
                <a:ea typeface="Menlo"/>
                <a:cs typeface="Menlo"/>
              </a:rPr>
              <a:t>CHANGE</a:t>
            </a:r>
          </a:p>
        </p:txBody>
      </p:sp>
      <p:sp>
        <p:nvSpPr>
          <p:cNvPr id="13" name="">
            <a:extLst xmlns:a="http://schemas.openxmlformats.org/drawingml/2006/main">
              <a:ext uri="{FF2B5EF4-FFF2-40B4-BE49-F238E27FC236}">
                <a16:creationId xmlns:a16="http://schemas.microsoft.com/office/drawing/2014/main" id="{7720E7C9-55B3-4CDB-82F3-C8269FA82CEB}"/>
              </a:ext>
            </a:extLst>
          </p:cNvPr>
          <p:cNvSpPr>
            <a:spLocks xmlns:a="http://schemas.openxmlformats.org/drawingml/2006/main" noGrp="1"/>
          </p:cNvSpPr>
          <p:nvPr/>
        </p:nvSpPr>
        <p:spPr>
          <a:xfrm xmlns:a="http://schemas.openxmlformats.org/drawingml/2006/main" rot="0">
            <a:off x="8686800" y="1809750"/>
            <a:ext cx="2895600" cy="53340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4" name="">
            <a:extLst xmlns:a="http://schemas.openxmlformats.org/drawingml/2006/main">
              <a:ext uri="{FF2B5EF4-FFF2-40B4-BE49-F238E27FC236}">
                <a16:creationId xmlns:a16="http://schemas.microsoft.com/office/drawing/2014/main" id="{6175AF6A-C4CA-4D41-B442-6EEA63685787}"/>
              </a:ext>
            </a:extLst>
          </p:cNvPr>
          <p:cNvSpPr>
            <a:spLocks xmlns:a="http://schemas.openxmlformats.org/drawingml/2006/main" noGrp="1"/>
          </p:cNvSpPr>
          <p:nvPr/>
        </p:nvSpPr>
        <p:spPr>
          <a:xfrm xmlns:a="http://schemas.openxmlformats.org/drawingml/2006/main">
            <a:off x="8820150" y="1809750"/>
            <a:ext cx="26289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00" b="1">
                <a:solidFill>
                  <a:srgbClr val="FFFFFF"/>
                </a:solidFill>
                <a:latin typeface="Menlo"/>
                <a:ea typeface="Menlo"/>
                <a:cs typeface="Menlo"/>
              </a:defRPr>
            </a:pPr>
            <a:r>
              <a:rPr sz="1200" b="1">
                <a:solidFill>
                  <a:srgbClr val="FFFFFF"/>
                </a:solidFill>
                <a:latin typeface="Menlo"/>
                <a:ea typeface="Menlo"/>
                <a:cs typeface="Menlo"/>
              </a:rPr>
              <a:t>DECISION</a:t>
            </a:r>
          </a:p>
        </p:txBody>
      </p:sp>
      <p:sp>
        <p:nvSpPr>
          <p:cNvPr id="15" name="">
            <a:extLst xmlns:a="http://schemas.openxmlformats.org/drawingml/2006/main">
              <a:ext uri="{FF2B5EF4-FFF2-40B4-BE49-F238E27FC236}">
                <a16:creationId xmlns:a16="http://schemas.microsoft.com/office/drawing/2014/main" id="{E0E8C4C7-023E-434C-9E49-D0A05B4D5721}"/>
              </a:ext>
            </a:extLst>
          </p:cNvPr>
          <p:cNvSpPr>
            <a:spLocks xmlns:a="http://schemas.openxmlformats.org/drawingml/2006/main" noGrp="1"/>
          </p:cNvSpPr>
          <p:nvPr/>
        </p:nvSpPr>
        <p:spPr>
          <a:xfrm xmlns:a="http://schemas.openxmlformats.org/drawingml/2006/main" rot="0">
            <a:off x="609600" y="2343150"/>
            <a:ext cx="16002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6" name="">
            <a:extLst xmlns:a="http://schemas.openxmlformats.org/drawingml/2006/main">
              <a:ext uri="{FF2B5EF4-FFF2-40B4-BE49-F238E27FC236}">
                <a16:creationId xmlns:a16="http://schemas.microsoft.com/office/drawing/2014/main" id="{9AE3288F-38DE-45AC-B0E6-1B1C76F71958}"/>
              </a:ext>
            </a:extLst>
          </p:cNvPr>
          <p:cNvSpPr>
            <a:spLocks xmlns:a="http://schemas.openxmlformats.org/drawingml/2006/main" noGrp="1"/>
          </p:cNvSpPr>
          <p:nvPr/>
        </p:nvSpPr>
        <p:spPr>
          <a:xfrm xmlns:a="http://schemas.openxmlformats.org/drawingml/2006/main">
            <a:off x="742950" y="2343150"/>
            <a:ext cx="13335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20000"/>
              </a:lnSpc>
              <a:buNone/>
              <a:defRPr sz="1350" b="1">
                <a:solidFill>
                  <a:srgbClr val="191919"/>
                </a:solidFill>
                <a:latin typeface="Menlo"/>
                <a:ea typeface="Menlo"/>
                <a:cs typeface="Menlo"/>
              </a:defRPr>
            </a:pPr>
            <a:r>
              <a:rPr sz="1350" b="1">
                <a:solidFill>
                  <a:srgbClr val="191919"/>
                </a:solidFill>
                <a:latin typeface="Menlo"/>
                <a:ea typeface="Menlo"/>
                <a:cs typeface="Menlo"/>
              </a:rPr>
              <a:t>v0.1.0</a:t>
            </a:r>
          </a:p>
        </p:txBody>
      </p:sp>
      <p:sp>
        <p:nvSpPr>
          <p:cNvPr id="17" name="">
            <a:extLst xmlns:a="http://schemas.openxmlformats.org/drawingml/2006/main">
              <a:ext uri="{FF2B5EF4-FFF2-40B4-BE49-F238E27FC236}">
                <a16:creationId xmlns:a16="http://schemas.microsoft.com/office/drawing/2014/main" id="{EA8E1672-BA1B-4A0F-9446-F57293AC741F}"/>
              </a:ext>
            </a:extLst>
          </p:cNvPr>
          <p:cNvSpPr>
            <a:spLocks xmlns:a="http://schemas.openxmlformats.org/drawingml/2006/main" noGrp="1"/>
          </p:cNvSpPr>
          <p:nvPr/>
        </p:nvSpPr>
        <p:spPr>
          <a:xfrm xmlns:a="http://schemas.openxmlformats.org/drawingml/2006/main" rot="0">
            <a:off x="2209800" y="2343150"/>
            <a:ext cx="32385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8" name="">
            <a:extLst xmlns:a="http://schemas.openxmlformats.org/drawingml/2006/main">
              <a:ext uri="{FF2B5EF4-FFF2-40B4-BE49-F238E27FC236}">
                <a16:creationId xmlns:a16="http://schemas.microsoft.com/office/drawing/2014/main" id="{41454D30-BDA9-43CC-A6EF-66A4E4535727}"/>
              </a:ext>
            </a:extLst>
          </p:cNvPr>
          <p:cNvSpPr>
            <a:spLocks xmlns:a="http://schemas.openxmlformats.org/drawingml/2006/main" noGrp="1"/>
          </p:cNvSpPr>
          <p:nvPr/>
        </p:nvSpPr>
        <p:spPr>
          <a:xfrm xmlns:a="http://schemas.openxmlformats.org/drawingml/2006/main">
            <a:off x="2343150" y="2343150"/>
            <a:ext cx="29718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20000"/>
              </a:lnSpc>
              <a:buNone/>
              <a:defRPr sz="1275" b="0">
                <a:solidFill>
                  <a:srgbClr val="191919"/>
                </a:solidFill>
                <a:latin typeface="AppleGothic"/>
                <a:ea typeface="AppleGothic"/>
                <a:cs typeface="AppleGothic"/>
              </a:defRPr>
            </a:pPr>
            <a:r>
              <a:rPr sz="1275" b="0">
                <a:solidFill>
                  <a:srgbClr val="191919"/>
                </a:solidFill>
                <a:latin typeface="AppleGothic"/>
                <a:ea typeface="AppleGothic"/>
                <a:cs typeface="AppleGothic"/>
              </a:rPr>
              <a:t>교환 절차 누락 감소</a:t>
            </a:r>
          </a:p>
        </p:txBody>
      </p:sp>
      <p:sp>
        <p:nvSpPr>
          <p:cNvPr id="19" name="">
            <a:extLst xmlns:a="http://schemas.openxmlformats.org/drawingml/2006/main">
              <a:ext uri="{FF2B5EF4-FFF2-40B4-BE49-F238E27FC236}">
                <a16:creationId xmlns:a16="http://schemas.microsoft.com/office/drawing/2014/main" id="{99A5B577-3676-47F9-8AD1-5CDCF4E47543}"/>
              </a:ext>
            </a:extLst>
          </p:cNvPr>
          <p:cNvSpPr>
            <a:spLocks xmlns:a="http://schemas.openxmlformats.org/drawingml/2006/main" noGrp="1"/>
          </p:cNvSpPr>
          <p:nvPr/>
        </p:nvSpPr>
        <p:spPr>
          <a:xfrm xmlns:a="http://schemas.openxmlformats.org/drawingml/2006/main" rot="0">
            <a:off x="5448300" y="2343150"/>
            <a:ext cx="32385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20" name="">
            <a:extLst xmlns:a="http://schemas.openxmlformats.org/drawingml/2006/main">
              <a:ext uri="{FF2B5EF4-FFF2-40B4-BE49-F238E27FC236}">
                <a16:creationId xmlns:a16="http://schemas.microsoft.com/office/drawing/2014/main" id="{55C688C3-633F-4617-9781-4D326AF90D6E}"/>
              </a:ext>
            </a:extLst>
          </p:cNvPr>
          <p:cNvSpPr>
            <a:spLocks xmlns:a="http://schemas.openxmlformats.org/drawingml/2006/main" noGrp="1"/>
          </p:cNvSpPr>
          <p:nvPr/>
        </p:nvSpPr>
        <p:spPr>
          <a:xfrm xmlns:a="http://schemas.openxmlformats.org/drawingml/2006/main">
            <a:off x="5581650" y="2343150"/>
            <a:ext cx="29718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20000"/>
              </a:lnSpc>
              <a:buNone/>
              <a:defRPr sz="1275" b="0">
                <a:solidFill>
                  <a:srgbClr val="191919"/>
                </a:solidFill>
                <a:latin typeface="AppleGothic"/>
                <a:ea typeface="AppleGothic"/>
                <a:cs typeface="AppleGothic"/>
              </a:defRPr>
            </a:pPr>
            <a:r>
              <a:rPr sz="1275" b="0">
                <a:solidFill>
                  <a:srgbClr val="191919"/>
                </a:solidFill>
                <a:latin typeface="AppleGothic"/>
                <a:ea typeface="AppleGothic"/>
                <a:cs typeface="AppleGothic"/>
              </a:rPr>
              <a:t>스키마와 예시 추가</a:t>
            </a:r>
          </a:p>
        </p:txBody>
      </p:sp>
      <p:sp>
        <p:nvSpPr>
          <p:cNvPr id="21" name="">
            <a:extLst xmlns:a="http://schemas.openxmlformats.org/drawingml/2006/main">
              <a:ext uri="{FF2B5EF4-FFF2-40B4-BE49-F238E27FC236}">
                <a16:creationId xmlns:a16="http://schemas.microsoft.com/office/drawing/2014/main" id="{A358F389-AD58-4B52-BCCA-FFED37B9A207}"/>
              </a:ext>
            </a:extLst>
          </p:cNvPr>
          <p:cNvSpPr>
            <a:spLocks xmlns:a="http://schemas.openxmlformats.org/drawingml/2006/main" noGrp="1"/>
          </p:cNvSpPr>
          <p:nvPr/>
        </p:nvSpPr>
        <p:spPr>
          <a:xfrm xmlns:a="http://schemas.openxmlformats.org/drawingml/2006/main" rot="0">
            <a:off x="8686800" y="2343150"/>
            <a:ext cx="28956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22" name="">
            <a:extLst xmlns:a="http://schemas.openxmlformats.org/drawingml/2006/main">
              <a:ext uri="{FF2B5EF4-FFF2-40B4-BE49-F238E27FC236}">
                <a16:creationId xmlns:a16="http://schemas.microsoft.com/office/drawing/2014/main" id="{831A3E8F-B574-452E-A4B1-5CE9F076269E}"/>
              </a:ext>
            </a:extLst>
          </p:cNvPr>
          <p:cNvSpPr>
            <a:spLocks xmlns:a="http://schemas.openxmlformats.org/drawingml/2006/main" noGrp="1"/>
          </p:cNvSpPr>
          <p:nvPr/>
        </p:nvSpPr>
        <p:spPr>
          <a:xfrm xmlns:a="http://schemas.openxmlformats.org/drawingml/2006/main">
            <a:off x="8820150" y="2343150"/>
            <a:ext cx="26289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20000"/>
              </a:lnSpc>
              <a:buNone/>
              <a:defRPr sz="1275" b="1">
                <a:solidFill>
                  <a:srgbClr val="191919"/>
                </a:solidFill>
                <a:latin typeface="AppleGothic"/>
                <a:ea typeface="AppleGothic"/>
                <a:cs typeface="AppleGothic"/>
              </a:defRPr>
            </a:pPr>
            <a:r>
              <a:rPr sz="1275" b="1">
                <a:solidFill>
                  <a:srgbClr val="191919"/>
                </a:solidFill>
                <a:latin typeface="AppleGothic"/>
                <a:ea typeface="AppleGothic"/>
                <a:cs typeface="AppleGothic"/>
              </a:rPr>
              <a:t>기준선</a:t>
            </a:r>
          </a:p>
        </p:txBody>
      </p:sp>
      <p:sp>
        <p:nvSpPr>
          <p:cNvPr id="23" name="">
            <a:extLst xmlns:a="http://schemas.openxmlformats.org/drawingml/2006/main">
              <a:ext uri="{FF2B5EF4-FFF2-40B4-BE49-F238E27FC236}">
                <a16:creationId xmlns:a16="http://schemas.microsoft.com/office/drawing/2014/main" id="{0CA2D329-E86B-49B2-9B81-6FBCCDADAF64}"/>
              </a:ext>
            </a:extLst>
          </p:cNvPr>
          <p:cNvSpPr>
            <a:spLocks xmlns:a="http://schemas.openxmlformats.org/drawingml/2006/main" noGrp="1"/>
          </p:cNvSpPr>
          <p:nvPr/>
        </p:nvSpPr>
        <p:spPr>
          <a:xfrm xmlns:a="http://schemas.openxmlformats.org/drawingml/2006/main" rot="0">
            <a:off x="609600" y="3371850"/>
            <a:ext cx="1600200" cy="1028700"/>
          </a:xfrm>
          <a:prstGeom xmlns:a="http://schemas.openxmlformats.org/drawingml/2006/main" prst="rect">
            <a:avLst/>
          </a:prstGeom>
          <a:solidFill xmlns:a="http://schemas.openxmlformats.org/drawingml/2006/main">
            <a:srgbClr val="F7F8FA"/>
          </a:solidFill>
          <a:ln xmlns:a="http://schemas.openxmlformats.org/drawingml/2006/main" w="9525">
            <a:solidFill>
              <a:srgbClr val="D0D5DD"/>
            </a:solidFill>
            <a:prstDash val="solid"/>
          </a:ln>
        </p:spPr>
      </p:sp>
      <p:sp>
        <p:nvSpPr>
          <p:cNvPr id="24" name="">
            <a:extLst xmlns:a="http://schemas.openxmlformats.org/drawingml/2006/main">
              <a:ext uri="{FF2B5EF4-FFF2-40B4-BE49-F238E27FC236}">
                <a16:creationId xmlns:a16="http://schemas.microsoft.com/office/drawing/2014/main" id="{9D838983-D2DC-4FB6-88E7-7A2ECD67D9D9}"/>
              </a:ext>
            </a:extLst>
          </p:cNvPr>
          <p:cNvSpPr>
            <a:spLocks xmlns:a="http://schemas.openxmlformats.org/drawingml/2006/main" noGrp="1"/>
          </p:cNvSpPr>
          <p:nvPr/>
        </p:nvSpPr>
        <p:spPr>
          <a:xfrm xmlns:a="http://schemas.openxmlformats.org/drawingml/2006/main">
            <a:off x="742950" y="3371850"/>
            <a:ext cx="13335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20000"/>
              </a:lnSpc>
              <a:buNone/>
              <a:defRPr sz="1350" b="1">
                <a:solidFill>
                  <a:srgbClr val="191919"/>
                </a:solidFill>
                <a:latin typeface="Menlo"/>
                <a:ea typeface="Menlo"/>
                <a:cs typeface="Menlo"/>
              </a:defRPr>
            </a:pPr>
            <a:r>
              <a:rPr sz="1350" b="1">
                <a:solidFill>
                  <a:srgbClr val="191919"/>
                </a:solidFill>
                <a:latin typeface="Menlo"/>
                <a:ea typeface="Menlo"/>
                <a:cs typeface="Menlo"/>
              </a:rPr>
              <a:t>v0.2.0</a:t>
            </a:r>
          </a:p>
        </p:txBody>
      </p:sp>
      <p:sp>
        <p:nvSpPr>
          <p:cNvPr id="25" name="">
            <a:extLst xmlns:a="http://schemas.openxmlformats.org/drawingml/2006/main">
              <a:ext uri="{FF2B5EF4-FFF2-40B4-BE49-F238E27FC236}">
                <a16:creationId xmlns:a16="http://schemas.microsoft.com/office/drawing/2014/main" id="{8CB021DF-484B-4278-807A-4B8B92D3CE41}"/>
              </a:ext>
            </a:extLst>
          </p:cNvPr>
          <p:cNvSpPr>
            <a:spLocks xmlns:a="http://schemas.openxmlformats.org/drawingml/2006/main" noGrp="1"/>
          </p:cNvSpPr>
          <p:nvPr/>
        </p:nvSpPr>
        <p:spPr>
          <a:xfrm xmlns:a="http://schemas.openxmlformats.org/drawingml/2006/main" rot="0">
            <a:off x="2209800" y="3371850"/>
            <a:ext cx="3238500" cy="1028700"/>
          </a:xfrm>
          <a:prstGeom xmlns:a="http://schemas.openxmlformats.org/drawingml/2006/main" prst="rect">
            <a:avLst/>
          </a:prstGeom>
          <a:solidFill xmlns:a="http://schemas.openxmlformats.org/drawingml/2006/main">
            <a:srgbClr val="F7F8FA"/>
          </a:solidFill>
          <a:ln xmlns:a="http://schemas.openxmlformats.org/drawingml/2006/main" w="9525">
            <a:solidFill>
              <a:srgbClr val="D0D5DD"/>
            </a:solidFill>
            <a:prstDash val="solid"/>
          </a:ln>
        </p:spPr>
      </p:sp>
      <p:sp>
        <p:nvSpPr>
          <p:cNvPr id="26" name="">
            <a:extLst xmlns:a="http://schemas.openxmlformats.org/drawingml/2006/main">
              <a:ext uri="{FF2B5EF4-FFF2-40B4-BE49-F238E27FC236}">
                <a16:creationId xmlns:a16="http://schemas.microsoft.com/office/drawing/2014/main" id="{B494BB6E-BE76-4F9E-B9E3-966C677E43AC}"/>
              </a:ext>
            </a:extLst>
          </p:cNvPr>
          <p:cNvSpPr>
            <a:spLocks xmlns:a="http://schemas.openxmlformats.org/drawingml/2006/main" noGrp="1"/>
          </p:cNvSpPr>
          <p:nvPr/>
        </p:nvSpPr>
        <p:spPr>
          <a:xfrm xmlns:a="http://schemas.openxmlformats.org/drawingml/2006/main">
            <a:off x="2343150" y="3371850"/>
            <a:ext cx="29718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20000"/>
              </a:lnSpc>
              <a:buNone/>
              <a:defRPr sz="1275" b="0">
                <a:solidFill>
                  <a:srgbClr val="191919"/>
                </a:solidFill>
                <a:latin typeface="AppleGothic"/>
                <a:ea typeface="AppleGothic"/>
                <a:cs typeface="AppleGothic"/>
              </a:defRPr>
            </a:pPr>
            <a:r>
              <a:rPr sz="1275" b="0">
                <a:solidFill>
                  <a:srgbClr val="191919"/>
                </a:solidFill>
                <a:latin typeface="AppleGothic"/>
                <a:ea typeface="AppleGothic"/>
                <a:cs typeface="AppleGothic"/>
              </a:rPr>
              <a:t>마찰 필드 완전성 향상</a:t>
            </a:r>
          </a:p>
        </p:txBody>
      </p:sp>
      <p:sp>
        <p:nvSpPr>
          <p:cNvPr id="27" name="">
            <a:extLst xmlns:a="http://schemas.openxmlformats.org/drawingml/2006/main">
              <a:ext uri="{FF2B5EF4-FFF2-40B4-BE49-F238E27FC236}">
                <a16:creationId xmlns:a16="http://schemas.microsoft.com/office/drawing/2014/main" id="{F5BD917C-3613-4D40-9F51-7E230A0F0147}"/>
              </a:ext>
            </a:extLst>
          </p:cNvPr>
          <p:cNvSpPr>
            <a:spLocks xmlns:a="http://schemas.openxmlformats.org/drawingml/2006/main" noGrp="1"/>
          </p:cNvSpPr>
          <p:nvPr/>
        </p:nvSpPr>
        <p:spPr>
          <a:xfrm xmlns:a="http://schemas.openxmlformats.org/drawingml/2006/main" rot="0">
            <a:off x="5448300" y="3371850"/>
            <a:ext cx="3238500" cy="1028700"/>
          </a:xfrm>
          <a:prstGeom xmlns:a="http://schemas.openxmlformats.org/drawingml/2006/main" prst="rect">
            <a:avLst/>
          </a:prstGeom>
          <a:solidFill xmlns:a="http://schemas.openxmlformats.org/drawingml/2006/main">
            <a:srgbClr val="F7F8FA"/>
          </a:solidFill>
          <a:ln xmlns:a="http://schemas.openxmlformats.org/drawingml/2006/main" w="9525">
            <a:solidFill>
              <a:srgbClr val="D0D5DD"/>
            </a:solidFill>
            <a:prstDash val="solid"/>
          </a:ln>
        </p:spPr>
      </p:sp>
      <p:sp>
        <p:nvSpPr>
          <p:cNvPr id="28" name="">
            <a:extLst xmlns:a="http://schemas.openxmlformats.org/drawingml/2006/main">
              <a:ext uri="{FF2B5EF4-FFF2-40B4-BE49-F238E27FC236}">
                <a16:creationId xmlns:a16="http://schemas.microsoft.com/office/drawing/2014/main" id="{89F5F2A0-6BD9-4E05-BCC2-7E4CFE878662}"/>
              </a:ext>
            </a:extLst>
          </p:cNvPr>
          <p:cNvSpPr>
            <a:spLocks xmlns:a="http://schemas.openxmlformats.org/drawingml/2006/main" noGrp="1"/>
          </p:cNvSpPr>
          <p:nvPr/>
        </p:nvSpPr>
        <p:spPr>
          <a:xfrm xmlns:a="http://schemas.openxmlformats.org/drawingml/2006/main">
            <a:off x="5581650" y="3371850"/>
            <a:ext cx="29718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20000"/>
              </a:lnSpc>
              <a:buNone/>
              <a:defRPr sz="1275" b="0">
                <a:solidFill>
                  <a:srgbClr val="191919"/>
                </a:solidFill>
                <a:latin typeface="AppleGothic"/>
                <a:ea typeface="AppleGothic"/>
                <a:cs typeface="AppleGothic"/>
              </a:defRPr>
            </a:pPr>
            <a:r>
              <a:rPr sz="1275" b="0">
                <a:solidFill>
                  <a:srgbClr val="191919"/>
                </a:solidFill>
                <a:latin typeface="AppleGothic"/>
                <a:ea typeface="AppleGothic"/>
                <a:cs typeface="AppleGothic"/>
              </a:rPr>
              <a:t>프롬프트 버전만 변경</a:t>
            </a:r>
          </a:p>
        </p:txBody>
      </p:sp>
      <p:sp>
        <p:nvSpPr>
          <p:cNvPr id="29" name="">
            <a:extLst xmlns:a="http://schemas.openxmlformats.org/drawingml/2006/main">
              <a:ext uri="{FF2B5EF4-FFF2-40B4-BE49-F238E27FC236}">
                <a16:creationId xmlns:a16="http://schemas.microsoft.com/office/drawing/2014/main" id="{EBA96FFF-5DAE-4CB1-81C0-F3CD40792C71}"/>
              </a:ext>
            </a:extLst>
          </p:cNvPr>
          <p:cNvSpPr>
            <a:spLocks xmlns:a="http://schemas.openxmlformats.org/drawingml/2006/main" noGrp="1"/>
          </p:cNvSpPr>
          <p:nvPr/>
        </p:nvSpPr>
        <p:spPr>
          <a:xfrm xmlns:a="http://schemas.openxmlformats.org/drawingml/2006/main" rot="0">
            <a:off x="8686800" y="3371850"/>
            <a:ext cx="2895600" cy="1028700"/>
          </a:xfrm>
          <a:prstGeom xmlns:a="http://schemas.openxmlformats.org/drawingml/2006/main" prst="rect">
            <a:avLst/>
          </a:prstGeom>
          <a:solidFill xmlns:a="http://schemas.openxmlformats.org/drawingml/2006/main">
            <a:srgbClr val="F7F8FA"/>
          </a:solidFill>
          <a:ln xmlns:a="http://schemas.openxmlformats.org/drawingml/2006/main" w="9525">
            <a:solidFill>
              <a:srgbClr val="D0D5DD"/>
            </a:solidFill>
            <a:prstDash val="solid"/>
          </a:ln>
        </p:spPr>
      </p:sp>
      <p:sp>
        <p:nvSpPr>
          <p:cNvPr id="30" name="">
            <a:extLst xmlns:a="http://schemas.openxmlformats.org/drawingml/2006/main">
              <a:ext uri="{FF2B5EF4-FFF2-40B4-BE49-F238E27FC236}">
                <a16:creationId xmlns:a16="http://schemas.microsoft.com/office/drawing/2014/main" id="{752593A8-70AA-47FF-B1E3-62167DABC0BA}"/>
              </a:ext>
            </a:extLst>
          </p:cNvPr>
          <p:cNvSpPr>
            <a:spLocks xmlns:a="http://schemas.openxmlformats.org/drawingml/2006/main" noGrp="1"/>
          </p:cNvSpPr>
          <p:nvPr/>
        </p:nvSpPr>
        <p:spPr>
          <a:xfrm xmlns:a="http://schemas.openxmlformats.org/drawingml/2006/main">
            <a:off x="8820150" y="3371850"/>
            <a:ext cx="26289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20000"/>
              </a:lnSpc>
              <a:buNone/>
              <a:defRPr sz="1275" b="1">
                <a:solidFill>
                  <a:srgbClr val="2563EB"/>
                </a:solidFill>
                <a:latin typeface="AppleGothic"/>
                <a:ea typeface="AppleGothic"/>
                <a:cs typeface="AppleGothic"/>
              </a:defRPr>
            </a:pPr>
            <a:r>
              <a:rPr sz="1275" b="1">
                <a:solidFill>
                  <a:srgbClr val="2563EB"/>
                </a:solidFill>
                <a:latin typeface="AppleGothic"/>
                <a:ea typeface="AppleGothic"/>
                <a:cs typeface="AppleGothic"/>
              </a:rPr>
              <a:t>승격</a:t>
            </a:r>
          </a:p>
        </p:txBody>
      </p:sp>
      <p:sp>
        <p:nvSpPr>
          <p:cNvPr id="31" name="">
            <a:extLst xmlns:a="http://schemas.openxmlformats.org/drawingml/2006/main">
              <a:ext uri="{FF2B5EF4-FFF2-40B4-BE49-F238E27FC236}">
                <a16:creationId xmlns:a16="http://schemas.microsoft.com/office/drawing/2014/main" id="{63E7ECCE-CAAE-46AA-8C28-D9B8F54646E6}"/>
              </a:ext>
            </a:extLst>
          </p:cNvPr>
          <p:cNvSpPr>
            <a:spLocks xmlns:a="http://schemas.openxmlformats.org/drawingml/2006/main" noGrp="1"/>
          </p:cNvSpPr>
          <p:nvPr/>
        </p:nvSpPr>
        <p:spPr>
          <a:xfrm xmlns:a="http://schemas.openxmlformats.org/drawingml/2006/main" rot="0">
            <a:off x="609600" y="4400550"/>
            <a:ext cx="16002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32" name="">
            <a:extLst xmlns:a="http://schemas.openxmlformats.org/drawingml/2006/main">
              <a:ext uri="{FF2B5EF4-FFF2-40B4-BE49-F238E27FC236}">
                <a16:creationId xmlns:a16="http://schemas.microsoft.com/office/drawing/2014/main" id="{AED60CA7-5CCB-41A0-9433-0DBA70832134}"/>
              </a:ext>
            </a:extLst>
          </p:cNvPr>
          <p:cNvSpPr>
            <a:spLocks xmlns:a="http://schemas.openxmlformats.org/drawingml/2006/main" noGrp="1"/>
          </p:cNvSpPr>
          <p:nvPr/>
        </p:nvSpPr>
        <p:spPr>
          <a:xfrm xmlns:a="http://schemas.openxmlformats.org/drawingml/2006/main">
            <a:off x="742950" y="4400550"/>
            <a:ext cx="13335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20000"/>
              </a:lnSpc>
              <a:buNone/>
              <a:defRPr sz="1350" b="1">
                <a:solidFill>
                  <a:srgbClr val="191919"/>
                </a:solidFill>
                <a:latin typeface="Menlo"/>
                <a:ea typeface="Menlo"/>
                <a:cs typeface="Menlo"/>
              </a:defRPr>
            </a:pPr>
            <a:r>
              <a:rPr sz="1350" b="1">
                <a:solidFill>
                  <a:srgbClr val="191919"/>
                </a:solidFill>
                <a:latin typeface="Menlo"/>
                <a:ea typeface="Menlo"/>
                <a:cs typeface="Menlo"/>
              </a:rPr>
              <a:t>v0.2.1</a:t>
            </a:r>
          </a:p>
        </p:txBody>
      </p:sp>
      <p:sp>
        <p:nvSpPr>
          <p:cNvPr id="33" name="">
            <a:extLst xmlns:a="http://schemas.openxmlformats.org/drawingml/2006/main">
              <a:ext uri="{FF2B5EF4-FFF2-40B4-BE49-F238E27FC236}">
                <a16:creationId xmlns:a16="http://schemas.microsoft.com/office/drawing/2014/main" id="{4064EFEE-241A-4C26-9A1C-36A62D96BE4B}"/>
              </a:ext>
            </a:extLst>
          </p:cNvPr>
          <p:cNvSpPr>
            <a:spLocks xmlns:a="http://schemas.openxmlformats.org/drawingml/2006/main" noGrp="1"/>
          </p:cNvSpPr>
          <p:nvPr/>
        </p:nvSpPr>
        <p:spPr>
          <a:xfrm xmlns:a="http://schemas.openxmlformats.org/drawingml/2006/main" rot="0">
            <a:off x="2209800" y="4400550"/>
            <a:ext cx="32385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34" name="">
            <a:extLst xmlns:a="http://schemas.openxmlformats.org/drawingml/2006/main">
              <a:ext uri="{FF2B5EF4-FFF2-40B4-BE49-F238E27FC236}">
                <a16:creationId xmlns:a16="http://schemas.microsoft.com/office/drawing/2014/main" id="{B4244B88-B679-4357-A008-E064513C9F93}"/>
              </a:ext>
            </a:extLst>
          </p:cNvPr>
          <p:cNvSpPr>
            <a:spLocks xmlns:a="http://schemas.openxmlformats.org/drawingml/2006/main" noGrp="1"/>
          </p:cNvSpPr>
          <p:nvPr/>
        </p:nvSpPr>
        <p:spPr>
          <a:xfrm xmlns:a="http://schemas.openxmlformats.org/drawingml/2006/main">
            <a:off x="2343150" y="4400550"/>
            <a:ext cx="29718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20000"/>
              </a:lnSpc>
              <a:buNone/>
              <a:defRPr sz="1275" b="0">
                <a:solidFill>
                  <a:srgbClr val="191919"/>
                </a:solidFill>
                <a:latin typeface="AppleGothic"/>
                <a:ea typeface="AppleGothic"/>
                <a:cs typeface="AppleGothic"/>
              </a:defRPr>
            </a:pPr>
            <a:r>
              <a:rPr sz="1275" b="0">
                <a:solidFill>
                  <a:srgbClr val="191919"/>
                </a:solidFill>
                <a:latin typeface="AppleGothic"/>
                <a:ea typeface="AppleGothic"/>
                <a:cs typeface="AppleGothic"/>
              </a:rPr>
              <a:t>지연 증가 없는 표현 축약</a:t>
            </a:r>
          </a:p>
        </p:txBody>
      </p:sp>
      <p:sp>
        <p:nvSpPr>
          <p:cNvPr id="35" name="">
            <a:extLst xmlns:a="http://schemas.openxmlformats.org/drawingml/2006/main">
              <a:ext uri="{FF2B5EF4-FFF2-40B4-BE49-F238E27FC236}">
                <a16:creationId xmlns:a16="http://schemas.microsoft.com/office/drawing/2014/main" id="{A64C5E1E-8992-4003-B13B-61296C4E95FB}"/>
              </a:ext>
            </a:extLst>
          </p:cNvPr>
          <p:cNvSpPr>
            <a:spLocks xmlns:a="http://schemas.openxmlformats.org/drawingml/2006/main" noGrp="1"/>
          </p:cNvSpPr>
          <p:nvPr/>
        </p:nvSpPr>
        <p:spPr>
          <a:xfrm xmlns:a="http://schemas.openxmlformats.org/drawingml/2006/main" rot="0">
            <a:off x="5448300" y="4400550"/>
            <a:ext cx="32385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36" name="">
            <a:extLst xmlns:a="http://schemas.openxmlformats.org/drawingml/2006/main">
              <a:ext uri="{FF2B5EF4-FFF2-40B4-BE49-F238E27FC236}">
                <a16:creationId xmlns:a16="http://schemas.microsoft.com/office/drawing/2014/main" id="{88B864FB-9DF5-4D3E-953C-D8B8EBB68C3D}"/>
              </a:ext>
            </a:extLst>
          </p:cNvPr>
          <p:cNvSpPr>
            <a:spLocks xmlns:a="http://schemas.openxmlformats.org/drawingml/2006/main" noGrp="1"/>
          </p:cNvSpPr>
          <p:nvPr/>
        </p:nvSpPr>
        <p:spPr>
          <a:xfrm xmlns:a="http://schemas.openxmlformats.org/drawingml/2006/main">
            <a:off x="5581650" y="4400550"/>
            <a:ext cx="29718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20000"/>
              </a:lnSpc>
              <a:buNone/>
              <a:defRPr sz="1275" b="0">
                <a:solidFill>
                  <a:srgbClr val="191919"/>
                </a:solidFill>
                <a:latin typeface="AppleGothic"/>
                <a:ea typeface="AppleGothic"/>
                <a:cs typeface="AppleGothic"/>
              </a:defRPr>
            </a:pPr>
            <a:r>
              <a:rPr sz="1275" b="0">
                <a:solidFill>
                  <a:srgbClr val="191919"/>
                </a:solidFill>
                <a:latin typeface="AppleGothic"/>
                <a:ea typeface="AppleGothic"/>
                <a:cs typeface="AppleGothic"/>
              </a:rPr>
              <a:t>최대 길이 조정</a:t>
            </a:r>
          </a:p>
        </p:txBody>
      </p:sp>
      <p:sp>
        <p:nvSpPr>
          <p:cNvPr id="37" name="">
            <a:extLst xmlns:a="http://schemas.openxmlformats.org/drawingml/2006/main">
              <a:ext uri="{FF2B5EF4-FFF2-40B4-BE49-F238E27FC236}">
                <a16:creationId xmlns:a16="http://schemas.microsoft.com/office/drawing/2014/main" id="{1E64A29D-5D47-48CF-BE74-21F5AEBAD33D}"/>
              </a:ext>
            </a:extLst>
          </p:cNvPr>
          <p:cNvSpPr>
            <a:spLocks xmlns:a="http://schemas.openxmlformats.org/drawingml/2006/main" noGrp="1"/>
          </p:cNvSpPr>
          <p:nvPr/>
        </p:nvSpPr>
        <p:spPr>
          <a:xfrm xmlns:a="http://schemas.openxmlformats.org/drawingml/2006/main" rot="0">
            <a:off x="8686800" y="4400550"/>
            <a:ext cx="28956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38" name="">
            <a:extLst xmlns:a="http://schemas.openxmlformats.org/drawingml/2006/main">
              <a:ext uri="{FF2B5EF4-FFF2-40B4-BE49-F238E27FC236}">
                <a16:creationId xmlns:a16="http://schemas.microsoft.com/office/drawing/2014/main" id="{99DA385E-4E07-4697-A00B-87E81B7B1AA1}"/>
              </a:ext>
            </a:extLst>
          </p:cNvPr>
          <p:cNvSpPr>
            <a:spLocks xmlns:a="http://schemas.openxmlformats.org/drawingml/2006/main" noGrp="1"/>
          </p:cNvSpPr>
          <p:nvPr/>
        </p:nvSpPr>
        <p:spPr>
          <a:xfrm xmlns:a="http://schemas.openxmlformats.org/drawingml/2006/main">
            <a:off x="8820150" y="4400550"/>
            <a:ext cx="26289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20000"/>
              </a:lnSpc>
              <a:buNone/>
              <a:defRPr sz="1275" b="1">
                <a:solidFill>
                  <a:srgbClr val="191919"/>
                </a:solidFill>
                <a:latin typeface="AppleGothic"/>
                <a:ea typeface="AppleGothic"/>
                <a:cs typeface="AppleGothic"/>
              </a:defRPr>
            </a:pPr>
            <a:r>
              <a:rPr sz="1275" b="1">
                <a:solidFill>
                  <a:srgbClr val="191919"/>
                </a:solidFill>
                <a:latin typeface="AppleGothic"/>
                <a:ea typeface="AppleGothic"/>
                <a:cs typeface="AppleGothic"/>
              </a:rPr>
              <a:t>보류</a:t>
            </a:r>
          </a:p>
        </p:txBody>
      </p:sp>
      <p:sp>
        <p:nvSpPr>
          <p:cNvPr id="39" name="">
            <a:extLst xmlns:a="http://schemas.openxmlformats.org/drawingml/2006/main">
              <a:ext uri="{FF2B5EF4-FFF2-40B4-BE49-F238E27FC236}">
                <a16:creationId xmlns:a16="http://schemas.microsoft.com/office/drawing/2014/main" id="{1A0DD520-AB65-4833-A761-67D60FB651E5}"/>
              </a:ext>
            </a:extLst>
          </p:cNvPr>
          <p:cNvSpPr>
            <a:spLocks xmlns:a="http://schemas.openxmlformats.org/drawingml/2006/main" noGrp="1"/>
          </p:cNvSpPr>
          <p:nvPr/>
        </p:nvSpPr>
        <p:spPr>
          <a:xfrm xmlns:a="http://schemas.openxmlformats.org/drawingml/2006/main">
            <a:off x="609600" y="5619750"/>
            <a:ext cx="10972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425" b="1">
                <a:solidFill>
                  <a:srgbClr val="191919"/>
                </a:solidFill>
                <a:latin typeface="AppleGothic"/>
                <a:ea typeface="AppleGothic"/>
                <a:cs typeface="AppleGothic"/>
              </a:defRPr>
            </a:pPr>
            <a:r>
              <a:rPr sz="1425" b="1">
                <a:solidFill>
                  <a:srgbClr val="191919"/>
                </a:solidFill>
                <a:latin typeface="AppleGothic"/>
                <a:ea typeface="AppleGothic"/>
                <a:cs typeface="AppleGothic"/>
              </a:rPr>
              <a:t>버전 번호보다 중요한 연결: 가설 → 변경 → 실행 추적 → 판정</a:t>
            </a:r>
          </a:p>
        </p:txBody>
      </p:sp>
    </p:spTree>
    <p:extLst>
      <p:ext uri="{BB962C8B-B14F-4D97-AF65-F5344CB8AC3E}">
        <p14:creationId xmlns:p14="http://schemas.microsoft.com/office/powerpoint/2010/main" val="1838727543"/>
      </p:ext>
    </p:extLst>
  </p:cSld>
</p:sld>
</file>

<file path=ppt/slides/slide65.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61E4DB87-BC07-49B5-970F-8B479AE4BA85}"/>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LIFECYCLE</a:t>
            </a:r>
          </a:p>
        </p:txBody>
      </p:sp>
      <p:sp>
        <p:nvSpPr>
          <p:cNvPr id="2" name="">
            <a:extLst xmlns:a="http://schemas.openxmlformats.org/drawingml/2006/main">
              <a:ext uri="{FF2B5EF4-FFF2-40B4-BE49-F238E27FC236}">
                <a16:creationId xmlns:a16="http://schemas.microsoft.com/office/drawing/2014/main" id="{631BD833-AE72-4035-9F54-DA3D9DCE6F52}"/>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65</a:t>
            </a:r>
          </a:p>
        </p:txBody>
      </p:sp>
      <p:sp>
        <p:nvSpPr>
          <p:cNvPr id="3" name="">
            <a:extLst xmlns:a="http://schemas.openxmlformats.org/drawingml/2006/main">
              <a:ext uri="{FF2B5EF4-FFF2-40B4-BE49-F238E27FC236}">
                <a16:creationId xmlns:a16="http://schemas.microsoft.com/office/drawing/2014/main" id="{81F94B55-62B9-4401-9B6F-F25FE401BC88}"/>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362BCB09-0398-4031-B2F3-EE6A0C8BF777}"/>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F845FD8E-B0EF-4473-8FDF-068C8588DB51}"/>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399B07B4-8E85-4BBC-B185-50FDE21D72E0}"/>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서비스 폐루프와 학기 프로젝트의 정렬</a:t>
            </a:r>
          </a:p>
        </p:txBody>
      </p:sp>
      <p:sp>
        <p:nvSpPr>
          <p:cNvPr id="7" name="">
            <a:extLst xmlns:a="http://schemas.openxmlformats.org/drawingml/2006/main">
              <a:ext uri="{FF2B5EF4-FFF2-40B4-BE49-F238E27FC236}">
                <a16:creationId xmlns:a16="http://schemas.microsoft.com/office/drawing/2014/main" id="{0B81FDD9-5F4F-4038-BBCE-F30223A49B3E}"/>
              </a:ext>
            </a:extLst>
          </p:cNvPr>
          <p:cNvSpPr>
            <a:spLocks xmlns:a="http://schemas.openxmlformats.org/drawingml/2006/main" noGrp="1"/>
          </p:cNvSpPr>
          <p:nvPr/>
        </p:nvSpPr>
        <p:spPr>
          <a:xfrm xmlns:a="http://schemas.openxmlformats.org/drawingml/2006/main">
            <a:off x="609600" y="1790700"/>
            <a:ext cx="2476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서비스 개선 단계</a:t>
            </a:r>
          </a:p>
        </p:txBody>
      </p:sp>
      <p:sp>
        <p:nvSpPr>
          <p:cNvPr id="8" name="">
            <a:extLst xmlns:a="http://schemas.openxmlformats.org/drawingml/2006/main">
              <a:ext uri="{FF2B5EF4-FFF2-40B4-BE49-F238E27FC236}">
                <a16:creationId xmlns:a16="http://schemas.microsoft.com/office/drawing/2014/main" id="{41C91649-1986-4DF2-A3E3-86BFE58E4B13}"/>
              </a:ext>
            </a:extLst>
          </p:cNvPr>
          <p:cNvSpPr>
            <a:spLocks xmlns:a="http://schemas.openxmlformats.org/drawingml/2006/main" noGrp="1"/>
          </p:cNvSpPr>
          <p:nvPr/>
        </p:nvSpPr>
        <p:spPr>
          <a:xfrm xmlns:a="http://schemas.openxmlformats.org/drawingml/2006/main" flipH="0" flipV="0">
            <a:off x="609600" y="2190750"/>
            <a:ext cx="10972800" cy="0"/>
          </a:xfrm>
          <a:prstGeom xmlns:a="http://schemas.openxmlformats.org/drawingml/2006/main" prst="line">
            <a:avLst/>
          </a:prstGeom>
          <a:noFill xmlns:a="http://schemas.openxmlformats.org/drawingml/2006/main"/>
          <a:ln xmlns:a="http://schemas.openxmlformats.org/drawingml/2006/main" w="9525">
            <a:solidFill>
              <a:srgbClr val="FFFFFF"/>
            </a:solidFill>
            <a:prstDash val="solid"/>
          </a:ln>
        </p:spPr>
      </p:sp>
      <p:sp>
        <p:nvSpPr>
          <p:cNvPr id="9" name="">
            <a:extLst xmlns:a="http://schemas.openxmlformats.org/drawingml/2006/main">
              <a:ext uri="{FF2B5EF4-FFF2-40B4-BE49-F238E27FC236}">
                <a16:creationId xmlns:a16="http://schemas.microsoft.com/office/drawing/2014/main" id="{6F30F91A-BEEC-4046-9932-DDA8922E6E2D}"/>
              </a:ext>
            </a:extLst>
          </p:cNvPr>
          <p:cNvSpPr>
            <a:spLocks xmlns:a="http://schemas.openxmlformats.org/drawingml/2006/main" noGrp="1"/>
          </p:cNvSpPr>
          <p:nvPr/>
        </p:nvSpPr>
        <p:spPr>
          <a:xfrm xmlns:a="http://schemas.openxmlformats.org/drawingml/2006/main">
            <a:off x="609600" y="2476500"/>
            <a:ext cx="200406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FFFFFF"/>
                </a:solidFill>
                <a:latin typeface="Menlo"/>
                <a:ea typeface="Menlo"/>
                <a:cs typeface="Menlo"/>
              </a:defRPr>
            </a:pPr>
            <a:r>
              <a:rPr sz="1200" b="1">
                <a:solidFill>
                  <a:srgbClr val="FFFFFF"/>
                </a:solidFill>
                <a:latin typeface="Menlo"/>
                <a:ea typeface="Menlo"/>
                <a:cs typeface="Menlo"/>
              </a:rPr>
              <a:t>01</a:t>
            </a:r>
          </a:p>
        </p:txBody>
      </p:sp>
      <p:sp>
        <p:nvSpPr>
          <p:cNvPr id="10" name="">
            <a:extLst xmlns:a="http://schemas.openxmlformats.org/drawingml/2006/main">
              <a:ext uri="{FF2B5EF4-FFF2-40B4-BE49-F238E27FC236}">
                <a16:creationId xmlns:a16="http://schemas.microsoft.com/office/drawing/2014/main" id="{3CA64059-D3E1-4DAE-8EFE-2A57FE5D38AA}"/>
              </a:ext>
            </a:extLst>
          </p:cNvPr>
          <p:cNvSpPr>
            <a:spLocks xmlns:a="http://schemas.openxmlformats.org/drawingml/2006/main" noGrp="1"/>
          </p:cNvSpPr>
          <p:nvPr/>
        </p:nvSpPr>
        <p:spPr>
          <a:xfrm xmlns:a="http://schemas.openxmlformats.org/drawingml/2006/main">
            <a:off x="609600" y="2857500"/>
            <a:ext cx="196596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5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기획·데이터</a:t>
            </a:r>
          </a:p>
        </p:txBody>
      </p:sp>
      <p:sp>
        <p:nvSpPr>
          <p:cNvPr id="11" name="">
            <a:extLst xmlns:a="http://schemas.openxmlformats.org/drawingml/2006/main">
              <a:ext uri="{FF2B5EF4-FFF2-40B4-BE49-F238E27FC236}">
                <a16:creationId xmlns:a16="http://schemas.microsoft.com/office/drawing/2014/main" id="{5DD98727-00E6-4578-91AD-80A74D5E5EDF}"/>
              </a:ext>
            </a:extLst>
          </p:cNvPr>
          <p:cNvSpPr>
            <a:spLocks xmlns:a="http://schemas.openxmlformats.org/drawingml/2006/main" noGrp="1"/>
          </p:cNvSpPr>
          <p:nvPr/>
        </p:nvSpPr>
        <p:spPr>
          <a:xfrm xmlns:a="http://schemas.openxmlformats.org/drawingml/2006/main">
            <a:off x="2804160" y="2476500"/>
            <a:ext cx="200406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FFFFFF"/>
                </a:solidFill>
                <a:latin typeface="Menlo"/>
                <a:ea typeface="Menlo"/>
                <a:cs typeface="Menlo"/>
              </a:defRPr>
            </a:pPr>
            <a:r>
              <a:rPr sz="1200" b="1">
                <a:solidFill>
                  <a:srgbClr val="FFFFFF"/>
                </a:solidFill>
                <a:latin typeface="Menlo"/>
                <a:ea typeface="Menlo"/>
                <a:cs typeface="Menlo"/>
              </a:rPr>
              <a:t>02</a:t>
            </a:r>
          </a:p>
        </p:txBody>
      </p:sp>
      <p:sp>
        <p:nvSpPr>
          <p:cNvPr id="12" name="">
            <a:extLst xmlns:a="http://schemas.openxmlformats.org/drawingml/2006/main">
              <a:ext uri="{FF2B5EF4-FFF2-40B4-BE49-F238E27FC236}">
                <a16:creationId xmlns:a16="http://schemas.microsoft.com/office/drawing/2014/main" id="{F0A7286C-FA90-46DC-9221-FF203343B67C}"/>
              </a:ext>
            </a:extLst>
          </p:cNvPr>
          <p:cNvSpPr>
            <a:spLocks xmlns:a="http://schemas.openxmlformats.org/drawingml/2006/main" noGrp="1"/>
          </p:cNvSpPr>
          <p:nvPr/>
        </p:nvSpPr>
        <p:spPr>
          <a:xfrm xmlns:a="http://schemas.openxmlformats.org/drawingml/2006/main">
            <a:off x="2804160" y="2857500"/>
            <a:ext cx="196596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5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프롬프트·맥락</a:t>
            </a:r>
          </a:p>
        </p:txBody>
      </p:sp>
      <p:sp>
        <p:nvSpPr>
          <p:cNvPr id="13" name="">
            <a:extLst xmlns:a="http://schemas.openxmlformats.org/drawingml/2006/main">
              <a:ext uri="{FF2B5EF4-FFF2-40B4-BE49-F238E27FC236}">
                <a16:creationId xmlns:a16="http://schemas.microsoft.com/office/drawing/2014/main" id="{A5BA45F1-FC23-472B-A9EB-070F03517663}"/>
              </a:ext>
            </a:extLst>
          </p:cNvPr>
          <p:cNvSpPr>
            <a:spLocks xmlns:a="http://schemas.openxmlformats.org/drawingml/2006/main" noGrp="1"/>
          </p:cNvSpPr>
          <p:nvPr/>
        </p:nvSpPr>
        <p:spPr>
          <a:xfrm xmlns:a="http://schemas.openxmlformats.org/drawingml/2006/main">
            <a:off x="4998720" y="2476500"/>
            <a:ext cx="200406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FFFFFF"/>
                </a:solidFill>
                <a:latin typeface="Menlo"/>
                <a:ea typeface="Menlo"/>
                <a:cs typeface="Menlo"/>
              </a:defRPr>
            </a:pPr>
            <a:r>
              <a:rPr sz="1200" b="1">
                <a:solidFill>
                  <a:srgbClr val="FFFFFF"/>
                </a:solidFill>
                <a:latin typeface="Menlo"/>
                <a:ea typeface="Menlo"/>
                <a:cs typeface="Menlo"/>
              </a:rPr>
              <a:t>03</a:t>
            </a:r>
          </a:p>
        </p:txBody>
      </p:sp>
      <p:sp>
        <p:nvSpPr>
          <p:cNvPr id="14" name="">
            <a:extLst xmlns:a="http://schemas.openxmlformats.org/drawingml/2006/main">
              <a:ext uri="{FF2B5EF4-FFF2-40B4-BE49-F238E27FC236}">
                <a16:creationId xmlns:a16="http://schemas.microsoft.com/office/drawing/2014/main" id="{5C123EB6-3006-45BB-BB15-A110E91FE773}"/>
              </a:ext>
            </a:extLst>
          </p:cNvPr>
          <p:cNvSpPr>
            <a:spLocks xmlns:a="http://schemas.openxmlformats.org/drawingml/2006/main" noGrp="1"/>
          </p:cNvSpPr>
          <p:nvPr/>
        </p:nvSpPr>
        <p:spPr>
          <a:xfrm xmlns:a="http://schemas.openxmlformats.org/drawingml/2006/main">
            <a:off x="4998720" y="2857500"/>
            <a:ext cx="196596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5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실행·배포</a:t>
            </a:r>
          </a:p>
        </p:txBody>
      </p:sp>
      <p:sp>
        <p:nvSpPr>
          <p:cNvPr id="15" name="">
            <a:extLst xmlns:a="http://schemas.openxmlformats.org/drawingml/2006/main">
              <a:ext uri="{FF2B5EF4-FFF2-40B4-BE49-F238E27FC236}">
                <a16:creationId xmlns:a16="http://schemas.microsoft.com/office/drawing/2014/main" id="{CAC17367-FFB0-477B-80D7-9F39A020B956}"/>
              </a:ext>
            </a:extLst>
          </p:cNvPr>
          <p:cNvSpPr>
            <a:spLocks xmlns:a="http://schemas.openxmlformats.org/drawingml/2006/main" noGrp="1"/>
          </p:cNvSpPr>
          <p:nvPr/>
        </p:nvSpPr>
        <p:spPr>
          <a:xfrm xmlns:a="http://schemas.openxmlformats.org/drawingml/2006/main">
            <a:off x="7193280" y="2476500"/>
            <a:ext cx="200406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FFFFFF"/>
                </a:solidFill>
                <a:latin typeface="Menlo"/>
                <a:ea typeface="Menlo"/>
                <a:cs typeface="Menlo"/>
              </a:defRPr>
            </a:pPr>
            <a:r>
              <a:rPr sz="1200" b="1">
                <a:solidFill>
                  <a:srgbClr val="FFFFFF"/>
                </a:solidFill>
                <a:latin typeface="Menlo"/>
                <a:ea typeface="Menlo"/>
                <a:cs typeface="Menlo"/>
              </a:rPr>
              <a:t>04</a:t>
            </a:r>
          </a:p>
        </p:txBody>
      </p:sp>
      <p:sp>
        <p:nvSpPr>
          <p:cNvPr id="16" name="">
            <a:extLst xmlns:a="http://schemas.openxmlformats.org/drawingml/2006/main">
              <a:ext uri="{FF2B5EF4-FFF2-40B4-BE49-F238E27FC236}">
                <a16:creationId xmlns:a16="http://schemas.microsoft.com/office/drawing/2014/main" id="{9472CC79-D9C3-47EE-BD5D-82F909B6E029}"/>
              </a:ext>
            </a:extLst>
          </p:cNvPr>
          <p:cNvSpPr>
            <a:spLocks xmlns:a="http://schemas.openxmlformats.org/drawingml/2006/main" noGrp="1"/>
          </p:cNvSpPr>
          <p:nvPr/>
        </p:nvSpPr>
        <p:spPr>
          <a:xfrm xmlns:a="http://schemas.openxmlformats.org/drawingml/2006/main">
            <a:off x="7193280" y="2857500"/>
            <a:ext cx="196596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5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평가·관찰</a:t>
            </a:r>
          </a:p>
        </p:txBody>
      </p:sp>
      <p:sp>
        <p:nvSpPr>
          <p:cNvPr id="17" name="">
            <a:extLst xmlns:a="http://schemas.openxmlformats.org/drawingml/2006/main">
              <a:ext uri="{FF2B5EF4-FFF2-40B4-BE49-F238E27FC236}">
                <a16:creationId xmlns:a16="http://schemas.microsoft.com/office/drawing/2014/main" id="{45223674-D314-459C-BC14-E6B33284D75A}"/>
              </a:ext>
            </a:extLst>
          </p:cNvPr>
          <p:cNvSpPr>
            <a:spLocks xmlns:a="http://schemas.openxmlformats.org/drawingml/2006/main" noGrp="1"/>
          </p:cNvSpPr>
          <p:nvPr/>
        </p:nvSpPr>
        <p:spPr>
          <a:xfrm xmlns:a="http://schemas.openxmlformats.org/drawingml/2006/main">
            <a:off x="9387840" y="2476500"/>
            <a:ext cx="200406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FFFFFF"/>
                </a:solidFill>
                <a:latin typeface="Menlo"/>
                <a:ea typeface="Menlo"/>
                <a:cs typeface="Menlo"/>
              </a:defRPr>
            </a:pPr>
            <a:r>
              <a:rPr sz="1200" b="1">
                <a:solidFill>
                  <a:srgbClr val="FFFFFF"/>
                </a:solidFill>
                <a:latin typeface="Menlo"/>
                <a:ea typeface="Menlo"/>
                <a:cs typeface="Menlo"/>
              </a:rPr>
              <a:t>05</a:t>
            </a:r>
          </a:p>
        </p:txBody>
      </p:sp>
      <p:sp>
        <p:nvSpPr>
          <p:cNvPr id="18" name="">
            <a:extLst xmlns:a="http://schemas.openxmlformats.org/drawingml/2006/main">
              <a:ext uri="{FF2B5EF4-FFF2-40B4-BE49-F238E27FC236}">
                <a16:creationId xmlns:a16="http://schemas.microsoft.com/office/drawing/2014/main" id="{F2D2EC48-AA8D-48D8-B4F2-58847E7614B0}"/>
              </a:ext>
            </a:extLst>
          </p:cNvPr>
          <p:cNvSpPr>
            <a:spLocks xmlns:a="http://schemas.openxmlformats.org/drawingml/2006/main" noGrp="1"/>
          </p:cNvSpPr>
          <p:nvPr/>
        </p:nvSpPr>
        <p:spPr>
          <a:xfrm xmlns:a="http://schemas.openxmlformats.org/drawingml/2006/main">
            <a:off x="9387840" y="2857500"/>
            <a:ext cx="196596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5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개선·버전</a:t>
            </a:r>
          </a:p>
        </p:txBody>
      </p:sp>
      <p:sp>
        <p:nvSpPr>
          <p:cNvPr id="19" name="">
            <a:extLst xmlns:a="http://schemas.openxmlformats.org/drawingml/2006/main">
              <a:ext uri="{FF2B5EF4-FFF2-40B4-BE49-F238E27FC236}">
                <a16:creationId xmlns:a16="http://schemas.microsoft.com/office/drawing/2014/main" id="{109949C7-1B6D-4CFC-B294-8948D3FC5E0F}"/>
              </a:ext>
            </a:extLst>
          </p:cNvPr>
          <p:cNvSpPr>
            <a:spLocks xmlns:a="http://schemas.openxmlformats.org/drawingml/2006/main" noGrp="1"/>
          </p:cNvSpPr>
          <p:nvPr/>
        </p:nvSpPr>
        <p:spPr>
          <a:xfrm xmlns:a="http://schemas.openxmlformats.org/drawingml/2006/main">
            <a:off x="609600" y="3829050"/>
            <a:ext cx="2476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AppleGothic"/>
                <a:ea typeface="AppleGothic"/>
                <a:cs typeface="AppleGothic"/>
              </a:defRPr>
            </a:pPr>
            <a:r>
              <a:rPr sz="1050" b="1">
                <a:solidFill>
                  <a:srgbClr val="2563EB"/>
                </a:solidFill>
                <a:latin typeface="AppleGothic"/>
                <a:ea typeface="AppleGothic"/>
                <a:cs typeface="AppleGothic"/>
              </a:rPr>
              <a:t>학기 마일스톤</a:t>
            </a:r>
          </a:p>
        </p:txBody>
      </p:sp>
      <p:sp>
        <p:nvSpPr>
          <p:cNvPr id="20" name="">
            <a:extLst xmlns:a="http://schemas.openxmlformats.org/drawingml/2006/main">
              <a:ext uri="{FF2B5EF4-FFF2-40B4-BE49-F238E27FC236}">
                <a16:creationId xmlns:a16="http://schemas.microsoft.com/office/drawing/2014/main" id="{777839B1-1B6D-41CF-96FD-748B952170F7}"/>
              </a:ext>
            </a:extLst>
          </p:cNvPr>
          <p:cNvSpPr>
            <a:spLocks xmlns:a="http://schemas.openxmlformats.org/drawingml/2006/main" noGrp="1"/>
          </p:cNvSpPr>
          <p:nvPr/>
        </p:nvSpPr>
        <p:spPr>
          <a:xfrm xmlns:a="http://schemas.openxmlformats.org/drawingml/2006/main" flipH="0" flipV="0">
            <a:off x="609600" y="4229100"/>
            <a:ext cx="10972800" cy="0"/>
          </a:xfrm>
          <a:prstGeom xmlns:a="http://schemas.openxmlformats.org/drawingml/2006/main" prst="line">
            <a:avLst/>
          </a:prstGeom>
          <a:noFill xmlns:a="http://schemas.openxmlformats.org/drawingml/2006/main"/>
          <a:ln xmlns:a="http://schemas.openxmlformats.org/drawingml/2006/main" w="28575">
            <a:solidFill>
              <a:srgbClr val="2563EB"/>
            </a:solidFill>
            <a:prstDash val="solid"/>
          </a:ln>
        </p:spPr>
      </p:sp>
      <p:sp>
        <p:nvSpPr>
          <p:cNvPr id="21" name="">
            <a:extLst xmlns:a="http://schemas.openxmlformats.org/drawingml/2006/main">
              <a:ext uri="{FF2B5EF4-FFF2-40B4-BE49-F238E27FC236}">
                <a16:creationId xmlns:a16="http://schemas.microsoft.com/office/drawing/2014/main" id="{A6018C33-D424-4295-A742-1F50B62595DB}"/>
              </a:ext>
            </a:extLst>
          </p:cNvPr>
          <p:cNvSpPr>
            <a:spLocks xmlns:a="http://schemas.openxmlformats.org/drawingml/2006/main" noGrp="1"/>
          </p:cNvSpPr>
          <p:nvPr/>
        </p:nvSpPr>
        <p:spPr>
          <a:xfrm xmlns:a="http://schemas.openxmlformats.org/drawingml/2006/main">
            <a:off x="609600" y="4514850"/>
            <a:ext cx="25527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FFFFFF"/>
                </a:solidFill>
                <a:latin typeface="Menlo"/>
                <a:ea typeface="Menlo"/>
                <a:cs typeface="Menlo"/>
              </a:defRPr>
            </a:pPr>
            <a:r>
              <a:rPr sz="1200" b="1">
                <a:solidFill>
                  <a:srgbClr val="FFFFFF"/>
                </a:solidFill>
                <a:latin typeface="Menlo"/>
                <a:ea typeface="Menlo"/>
                <a:cs typeface="Menlo"/>
              </a:rPr>
              <a:t>W01–07</a:t>
            </a:r>
          </a:p>
        </p:txBody>
      </p:sp>
      <p:sp>
        <p:nvSpPr>
          <p:cNvPr id="22" name="">
            <a:extLst xmlns:a="http://schemas.openxmlformats.org/drawingml/2006/main">
              <a:ext uri="{FF2B5EF4-FFF2-40B4-BE49-F238E27FC236}">
                <a16:creationId xmlns:a16="http://schemas.microsoft.com/office/drawing/2014/main" id="{DC97BEEE-F8E1-441A-BE15-208CAA6D6FC8}"/>
              </a:ext>
            </a:extLst>
          </p:cNvPr>
          <p:cNvSpPr>
            <a:spLocks xmlns:a="http://schemas.openxmlformats.org/drawingml/2006/main" noGrp="1"/>
          </p:cNvSpPr>
          <p:nvPr/>
        </p:nvSpPr>
        <p:spPr>
          <a:xfrm xmlns:a="http://schemas.openxmlformats.org/drawingml/2006/main">
            <a:off x="609600" y="4895850"/>
            <a:ext cx="25146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5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온라인 운영</a:t>
            </a:r>
          </a:p>
          <a:p xmlns:a="http://schemas.openxmlformats.org/drawingml/2006/main">
            <a:pPr algn="l">
              <a:lnSpc>
                <a:spcPct val="115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W04·06 녹화</a:t>
            </a:r>
          </a:p>
        </p:txBody>
      </p:sp>
      <p:sp>
        <p:nvSpPr>
          <p:cNvPr id="23" name="">
            <a:extLst xmlns:a="http://schemas.openxmlformats.org/drawingml/2006/main">
              <a:ext uri="{FF2B5EF4-FFF2-40B4-BE49-F238E27FC236}">
                <a16:creationId xmlns:a16="http://schemas.microsoft.com/office/drawing/2014/main" id="{0FA5EF4B-D2EB-4322-9447-6941922D3C25}"/>
              </a:ext>
            </a:extLst>
          </p:cNvPr>
          <p:cNvSpPr>
            <a:spLocks xmlns:a="http://schemas.openxmlformats.org/drawingml/2006/main" noGrp="1"/>
          </p:cNvSpPr>
          <p:nvPr/>
        </p:nvSpPr>
        <p:spPr>
          <a:xfrm xmlns:a="http://schemas.openxmlformats.org/drawingml/2006/main">
            <a:off x="3352800" y="4514850"/>
            <a:ext cx="25527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FFFFFF"/>
                </a:solidFill>
                <a:latin typeface="Menlo"/>
                <a:ea typeface="Menlo"/>
                <a:cs typeface="Menlo"/>
              </a:defRPr>
            </a:pPr>
            <a:r>
              <a:rPr sz="1200" b="1">
                <a:solidFill>
                  <a:srgbClr val="FFFFFF"/>
                </a:solidFill>
                <a:latin typeface="Menlo"/>
                <a:ea typeface="Menlo"/>
                <a:cs typeface="Menlo"/>
              </a:rPr>
              <a:t>W08</a:t>
            </a:r>
          </a:p>
        </p:txBody>
      </p:sp>
      <p:sp>
        <p:nvSpPr>
          <p:cNvPr id="24" name="">
            <a:extLst xmlns:a="http://schemas.openxmlformats.org/drawingml/2006/main">
              <a:ext uri="{FF2B5EF4-FFF2-40B4-BE49-F238E27FC236}">
                <a16:creationId xmlns:a16="http://schemas.microsoft.com/office/drawing/2014/main" id="{D17A6EB6-F466-41ED-ACD6-E24F49DF7454}"/>
              </a:ext>
            </a:extLst>
          </p:cNvPr>
          <p:cNvSpPr>
            <a:spLocks xmlns:a="http://schemas.openxmlformats.org/drawingml/2006/main" noGrp="1"/>
          </p:cNvSpPr>
          <p:nvPr/>
        </p:nvSpPr>
        <p:spPr>
          <a:xfrm xmlns:a="http://schemas.openxmlformats.org/drawingml/2006/main">
            <a:off x="3352800" y="4895850"/>
            <a:ext cx="25146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5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온라인 제출</a:t>
            </a:r>
          </a:p>
          <a:p xmlns:a="http://schemas.openxmlformats.org/drawingml/2006/main">
            <a:pPr algn="l">
              <a:lnSpc>
                <a:spcPct val="115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제출본 평가</a:t>
            </a:r>
          </a:p>
        </p:txBody>
      </p:sp>
      <p:sp>
        <p:nvSpPr>
          <p:cNvPr id="25" name="">
            <a:extLst xmlns:a="http://schemas.openxmlformats.org/drawingml/2006/main">
              <a:ext uri="{FF2B5EF4-FFF2-40B4-BE49-F238E27FC236}">
                <a16:creationId xmlns:a16="http://schemas.microsoft.com/office/drawing/2014/main" id="{5C47842C-5B4A-4344-AA5C-6BD91F0FA627}"/>
              </a:ext>
            </a:extLst>
          </p:cNvPr>
          <p:cNvSpPr>
            <a:spLocks xmlns:a="http://schemas.openxmlformats.org/drawingml/2006/main" noGrp="1"/>
          </p:cNvSpPr>
          <p:nvPr/>
        </p:nvSpPr>
        <p:spPr>
          <a:xfrm xmlns:a="http://schemas.openxmlformats.org/drawingml/2006/main">
            <a:off x="6096000" y="4514850"/>
            <a:ext cx="25527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FFFFFF"/>
                </a:solidFill>
                <a:latin typeface="Menlo"/>
                <a:ea typeface="Menlo"/>
                <a:cs typeface="Menlo"/>
              </a:defRPr>
            </a:pPr>
            <a:r>
              <a:rPr sz="1200" b="1">
                <a:solidFill>
                  <a:srgbClr val="FFFFFF"/>
                </a:solidFill>
                <a:latin typeface="Menlo"/>
                <a:ea typeface="Menlo"/>
                <a:cs typeface="Menlo"/>
              </a:rPr>
              <a:t>W09–15</a:t>
            </a:r>
          </a:p>
        </p:txBody>
      </p:sp>
      <p:sp>
        <p:nvSpPr>
          <p:cNvPr id="26" name="">
            <a:extLst xmlns:a="http://schemas.openxmlformats.org/drawingml/2006/main">
              <a:ext uri="{FF2B5EF4-FFF2-40B4-BE49-F238E27FC236}">
                <a16:creationId xmlns:a16="http://schemas.microsoft.com/office/drawing/2014/main" id="{558F2542-07D9-4D7E-89C2-F0DDBC0BD547}"/>
              </a:ext>
            </a:extLst>
          </p:cNvPr>
          <p:cNvSpPr>
            <a:spLocks xmlns:a="http://schemas.openxmlformats.org/drawingml/2006/main" noGrp="1"/>
          </p:cNvSpPr>
          <p:nvPr/>
        </p:nvSpPr>
        <p:spPr>
          <a:xfrm xmlns:a="http://schemas.openxmlformats.org/drawingml/2006/main">
            <a:off x="6096000" y="4895850"/>
            <a:ext cx="25146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5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실시간 온라인</a:t>
            </a:r>
          </a:p>
          <a:p xmlns:a="http://schemas.openxmlformats.org/drawingml/2006/main">
            <a:pPr algn="l">
              <a:lnSpc>
                <a:spcPct val="115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구현·운영 검증</a:t>
            </a:r>
          </a:p>
        </p:txBody>
      </p:sp>
      <p:sp>
        <p:nvSpPr>
          <p:cNvPr id="27" name="">
            <a:extLst xmlns:a="http://schemas.openxmlformats.org/drawingml/2006/main">
              <a:ext uri="{FF2B5EF4-FFF2-40B4-BE49-F238E27FC236}">
                <a16:creationId xmlns:a16="http://schemas.microsoft.com/office/drawing/2014/main" id="{7F357E7A-C21C-48E7-9C4F-B7C3DD660E9B}"/>
              </a:ext>
            </a:extLst>
          </p:cNvPr>
          <p:cNvSpPr>
            <a:spLocks xmlns:a="http://schemas.openxmlformats.org/drawingml/2006/main" noGrp="1"/>
          </p:cNvSpPr>
          <p:nvPr/>
        </p:nvSpPr>
        <p:spPr>
          <a:xfrm xmlns:a="http://schemas.openxmlformats.org/drawingml/2006/main">
            <a:off x="8839200" y="4514850"/>
            <a:ext cx="25527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FFFFFF"/>
                </a:solidFill>
                <a:latin typeface="Menlo"/>
                <a:ea typeface="Menlo"/>
                <a:cs typeface="Menlo"/>
              </a:defRPr>
            </a:pPr>
            <a:r>
              <a:rPr sz="1200" b="1">
                <a:solidFill>
                  <a:srgbClr val="FFFFFF"/>
                </a:solidFill>
                <a:latin typeface="Menlo"/>
                <a:ea typeface="Menlo"/>
                <a:cs typeface="Menlo"/>
              </a:rPr>
              <a:t>W16</a:t>
            </a:r>
          </a:p>
        </p:txBody>
      </p:sp>
      <p:sp>
        <p:nvSpPr>
          <p:cNvPr id="28" name="">
            <a:extLst xmlns:a="http://schemas.openxmlformats.org/drawingml/2006/main">
              <a:ext uri="{FF2B5EF4-FFF2-40B4-BE49-F238E27FC236}">
                <a16:creationId xmlns:a16="http://schemas.microsoft.com/office/drawing/2014/main" id="{70F53675-75EB-4993-B4F1-BB84BA05A500}"/>
              </a:ext>
            </a:extLst>
          </p:cNvPr>
          <p:cNvSpPr>
            <a:spLocks xmlns:a="http://schemas.openxmlformats.org/drawingml/2006/main" noGrp="1"/>
          </p:cNvSpPr>
          <p:nvPr/>
        </p:nvSpPr>
        <p:spPr>
          <a:xfrm xmlns:a="http://schemas.openxmlformats.org/drawingml/2006/main">
            <a:off x="8839200" y="4895850"/>
            <a:ext cx="25146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5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실시간 온라인</a:t>
            </a:r>
          </a:p>
          <a:p xmlns:a="http://schemas.openxmlformats.org/drawingml/2006/main">
            <a:pPr algn="l">
              <a:lnSpc>
                <a:spcPct val="115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프로젝트 발표</a:t>
            </a:r>
          </a:p>
        </p:txBody>
      </p:sp>
      <p:sp>
        <p:nvSpPr>
          <p:cNvPr id="29" name="">
            <a:extLst xmlns:a="http://schemas.openxmlformats.org/drawingml/2006/main">
              <a:ext uri="{FF2B5EF4-FFF2-40B4-BE49-F238E27FC236}">
                <a16:creationId xmlns:a16="http://schemas.microsoft.com/office/drawing/2014/main" id="{9172DE49-6F1B-4390-BC3E-1015908F319F}"/>
              </a:ext>
            </a:extLst>
          </p:cNvPr>
          <p:cNvSpPr>
            <a:spLocks xmlns:a="http://schemas.openxmlformats.org/drawingml/2006/main" noGrp="1"/>
          </p:cNvSpPr>
          <p:nvPr/>
        </p:nvSpPr>
        <p:spPr>
          <a:xfrm xmlns:a="http://schemas.openxmlformats.org/drawingml/2006/main">
            <a:off x="609600" y="5734050"/>
            <a:ext cx="10972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75" b="1">
                <a:solidFill>
                  <a:srgbClr val="FFFFFF"/>
                </a:solidFill>
                <a:latin typeface="AppleGothic"/>
                <a:ea typeface="AppleGothic"/>
                <a:cs typeface="AppleGothic"/>
              </a:defRPr>
            </a:pPr>
            <a:r>
              <a:rPr sz="1275" b="1">
                <a:solidFill>
                  <a:srgbClr val="FFFFFF"/>
                </a:solidFill>
                <a:latin typeface="AppleGothic"/>
                <a:ea typeface="AppleGothic"/>
                <a:cs typeface="AppleGothic"/>
              </a:rPr>
              <a:t>W08 온라인 제출본 평가 · W16 실시간 온라인 프로젝트 발표</a:t>
            </a:r>
          </a:p>
        </p:txBody>
      </p:sp>
    </p:spTree>
    <p:extLst>
      <p:ext uri="{BB962C8B-B14F-4D97-AF65-F5344CB8AC3E}">
        <p14:creationId xmlns:p14="http://schemas.microsoft.com/office/powerpoint/2010/main" val="1253042565"/>
      </p:ext>
    </p:extLst>
  </p:cSld>
</p:sld>
</file>

<file path=ppt/slides/slide66.xml><?xml version="1.0" encoding="utf-8"?>
<p:sld xmlns:p="http://schemas.openxmlformats.org/presentationml/2006/main">
  <p:cSld>
    <p:bg>
      <p:bgPr>
        <a:solidFill xmlns:a="http://schemas.openxmlformats.org/drawingml/2006/main">
          <a:srgbClr val="0B1F3A"/>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D673F98-5209-4E33-BD91-4D0E7159CC8F}"/>
              </a:ext>
            </a:extLst>
          </p:cNvPr>
          <p:cNvSpPr>
            <a:spLocks xmlns:a="http://schemas.openxmlformats.org/drawingml/2006/main" noGrp="1"/>
          </p:cNvSpPr>
          <p:nvPr/>
        </p:nvSpPr>
        <p:spPr>
          <a:xfrm xmlns:a="http://schemas.openxmlformats.org/drawingml/2006/main">
            <a:off x="609600" y="742950"/>
            <a:ext cx="200025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8850" b="1">
                <a:solidFill>
                  <a:srgbClr val="FFFFFF"/>
                </a:solidFill>
                <a:latin typeface="Menlo"/>
                <a:ea typeface="Menlo"/>
                <a:cs typeface="Menlo"/>
              </a:defRPr>
            </a:pPr>
            <a:r>
              <a:rPr sz="8850" b="1">
                <a:solidFill>
                  <a:srgbClr val="FFFFFF"/>
                </a:solidFill>
                <a:latin typeface="Menlo"/>
                <a:ea typeface="Menlo"/>
                <a:cs typeface="Menlo"/>
              </a:rPr>
              <a:t>04</a:t>
            </a:r>
          </a:p>
        </p:txBody>
      </p:sp>
      <p:sp>
        <p:nvSpPr>
          <p:cNvPr id="2" name="">
            <a:extLst xmlns:a="http://schemas.openxmlformats.org/drawingml/2006/main">
              <a:ext uri="{FF2B5EF4-FFF2-40B4-BE49-F238E27FC236}">
                <a16:creationId xmlns:a16="http://schemas.microsoft.com/office/drawing/2014/main" id="{66B91C6A-79BB-4374-A8CE-BF1ECFD6021C}"/>
              </a:ext>
            </a:extLst>
          </p:cNvPr>
          <p:cNvSpPr>
            <a:spLocks xmlns:a="http://schemas.openxmlformats.org/drawingml/2006/main" noGrp="1"/>
          </p:cNvSpPr>
          <p:nvPr/>
        </p:nvSpPr>
        <p:spPr>
          <a:xfrm xmlns:a="http://schemas.openxmlformats.org/drawingml/2006/main">
            <a:off x="6724650" y="933450"/>
            <a:ext cx="4857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200" b="1">
                <a:solidFill>
                  <a:srgbClr val="98A2B3"/>
                </a:solidFill>
                <a:latin typeface="Menlo"/>
                <a:ea typeface="Menlo"/>
                <a:cs typeface="Menlo"/>
              </a:defRPr>
            </a:pPr>
            <a:r>
              <a:rPr sz="1200" b="1">
                <a:solidFill>
                  <a:srgbClr val="98A2B3"/>
                </a:solidFill>
                <a:latin typeface="Menlo"/>
                <a:ea typeface="Menlo"/>
                <a:cs typeface="Menlo"/>
              </a:rPr>
              <a:t>TRACE / 01 LAB</a:t>
            </a:r>
          </a:p>
        </p:txBody>
      </p:sp>
      <p:sp>
        <p:nvSpPr>
          <p:cNvPr id="3" name="">
            <a:extLst xmlns:a="http://schemas.openxmlformats.org/drawingml/2006/main">
              <a:ext uri="{FF2B5EF4-FFF2-40B4-BE49-F238E27FC236}">
                <a16:creationId xmlns:a16="http://schemas.microsoft.com/office/drawing/2014/main" id="{06834027-30D6-4B5D-86C4-E92568E3D5FD}"/>
              </a:ext>
            </a:extLst>
          </p:cNvPr>
          <p:cNvSpPr>
            <a:spLocks xmlns:a="http://schemas.openxmlformats.org/drawingml/2006/main" noGrp="1"/>
          </p:cNvSpPr>
          <p:nvPr/>
        </p:nvSpPr>
        <p:spPr>
          <a:xfrm xmlns:a="http://schemas.openxmlformats.org/drawingml/2006/main" flipH="0" flipV="0">
            <a:off x="609600" y="27241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5955D2CE-48AF-41E3-AC9E-11646EE1705C}"/>
              </a:ext>
            </a:extLst>
          </p:cNvPr>
          <p:cNvSpPr>
            <a:spLocks xmlns:a="http://schemas.openxmlformats.org/drawingml/2006/main" noGrp="1"/>
          </p:cNvSpPr>
          <p:nvPr/>
        </p:nvSpPr>
        <p:spPr>
          <a:xfrm xmlns:a="http://schemas.openxmlformats.org/drawingml/2006/main">
            <a:off x="609600" y="3162300"/>
            <a:ext cx="1066800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4000"/>
              </a:lnSpc>
              <a:buNone/>
              <a:defRPr sz="3600" b="1">
                <a:solidFill>
                  <a:srgbClr val="FFFFFF"/>
                </a:solidFill>
                <a:latin typeface="AppleGothic"/>
                <a:ea typeface="AppleGothic"/>
                <a:cs typeface="AppleGothic"/>
              </a:defRPr>
            </a:pPr>
            <a:r>
              <a:rPr sz="3600" b="1">
                <a:solidFill>
                  <a:srgbClr val="FFFFFF"/>
                </a:solidFill>
                <a:latin typeface="AppleGothic"/>
                <a:ea typeface="AppleGothic"/>
                <a:cs typeface="AppleGothic"/>
              </a:rPr>
              <a:t>첫 운영 루프의 실행</a:t>
            </a:r>
          </a:p>
        </p:txBody>
      </p:sp>
      <p:sp>
        <p:nvSpPr>
          <p:cNvPr id="5" name="">
            <a:extLst xmlns:a="http://schemas.openxmlformats.org/drawingml/2006/main">
              <a:ext uri="{FF2B5EF4-FFF2-40B4-BE49-F238E27FC236}">
                <a16:creationId xmlns:a16="http://schemas.microsoft.com/office/drawing/2014/main" id="{94230F0D-0AEE-4C0C-8E70-889FB8BC6BB9}"/>
              </a:ext>
            </a:extLst>
          </p:cNvPr>
          <p:cNvSpPr>
            <a:spLocks xmlns:a="http://schemas.openxmlformats.org/drawingml/2006/main" noGrp="1"/>
          </p:cNvSpPr>
          <p:nvPr/>
        </p:nvSpPr>
        <p:spPr>
          <a:xfrm xmlns:a="http://schemas.openxmlformats.org/drawingml/2006/main">
            <a:off x="609600" y="4762500"/>
            <a:ext cx="9906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800" b="0">
                <a:solidFill>
                  <a:srgbClr val="98A2B3"/>
                </a:solidFill>
                <a:latin typeface="AppleGothic"/>
                <a:ea typeface="AppleGothic"/>
                <a:cs typeface="AppleGothic"/>
              </a:defRPr>
            </a:pPr>
            <a:r>
              <a:rPr sz="1800" b="0">
                <a:solidFill>
                  <a:srgbClr val="98A2B3"/>
                </a:solidFill>
                <a:latin typeface="AppleGothic"/>
                <a:ea typeface="AppleGothic"/>
                <a:cs typeface="AppleGothic"/>
              </a:rPr>
              <a:t>Python 3.11.14 · FastAPI · 결정론적 데모 · Ollama · 실행 추적 · 비교</a:t>
            </a:r>
          </a:p>
        </p:txBody>
      </p:sp>
      <p:sp>
        <p:nvSpPr>
          <p:cNvPr id="6" name="">
            <a:extLst xmlns:a="http://schemas.openxmlformats.org/drawingml/2006/main">
              <a:ext uri="{FF2B5EF4-FFF2-40B4-BE49-F238E27FC236}">
                <a16:creationId xmlns:a16="http://schemas.microsoft.com/office/drawing/2014/main" id="{A6EEAC86-B8D8-44A7-9510-37A7C77BECBA}"/>
              </a:ext>
            </a:extLst>
          </p:cNvPr>
          <p:cNvSpPr>
            <a:spLocks xmlns:a="http://schemas.openxmlformats.org/drawingml/2006/main" noGrp="1"/>
          </p:cNvSpPr>
          <p:nvPr/>
        </p:nvSpPr>
        <p:spPr>
          <a:xfrm xmlns:a="http://schemas.openxmlformats.org/drawingml/2006/main">
            <a:off x="609600" y="607695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W01 · 66</a:t>
            </a:r>
          </a:p>
        </p:txBody>
      </p:sp>
    </p:spTree>
    <p:extLst>
      <p:ext uri="{BB962C8B-B14F-4D97-AF65-F5344CB8AC3E}">
        <p14:creationId xmlns:p14="http://schemas.microsoft.com/office/powerpoint/2010/main" val="714431514"/>
      </p:ext>
    </p:extLst>
  </p:cSld>
</p:sld>
</file>

<file path=ppt/slides/slide67.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F26FDC95-8D50-44DB-9707-44A536AA72F3}"/>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LAB</a:t>
            </a:r>
          </a:p>
        </p:txBody>
      </p:sp>
      <p:sp>
        <p:nvSpPr>
          <p:cNvPr id="2" name="">
            <a:extLst xmlns:a="http://schemas.openxmlformats.org/drawingml/2006/main">
              <a:ext uri="{FF2B5EF4-FFF2-40B4-BE49-F238E27FC236}">
                <a16:creationId xmlns:a16="http://schemas.microsoft.com/office/drawing/2014/main" id="{68E786C4-6BB1-49FD-8A56-6FCD742DD56F}"/>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67</a:t>
            </a:r>
          </a:p>
        </p:txBody>
      </p:sp>
      <p:sp>
        <p:nvSpPr>
          <p:cNvPr id="3" name="">
            <a:extLst xmlns:a="http://schemas.openxmlformats.org/drawingml/2006/main">
              <a:ext uri="{FF2B5EF4-FFF2-40B4-BE49-F238E27FC236}">
                <a16:creationId xmlns:a16="http://schemas.microsoft.com/office/drawing/2014/main" id="{733A98BA-FCBE-44D8-AC0F-6582C2A81C51}"/>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B4DDA363-38C8-4E2D-87EC-F8BA57406F20}"/>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52BA5E3F-1BA9-40E6-8F46-FB936D3744CC}"/>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7491CD6C-EE3D-4073-A3C6-4D5074D75668}"/>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TRACE/01의 서비스 계약</a:t>
            </a:r>
          </a:p>
        </p:txBody>
      </p:sp>
      <p:sp>
        <p:nvSpPr>
          <p:cNvPr id="7" name="">
            <a:extLst xmlns:a="http://schemas.openxmlformats.org/drawingml/2006/main">
              <a:ext uri="{FF2B5EF4-FFF2-40B4-BE49-F238E27FC236}">
                <a16:creationId xmlns:a16="http://schemas.microsoft.com/office/drawing/2014/main" id="{A6D2E4FF-310B-491A-AD46-E350F2CF9CA9}"/>
              </a:ext>
            </a:extLst>
          </p:cNvPr>
          <p:cNvSpPr>
            <a:spLocks xmlns:a="http://schemas.openxmlformats.org/drawingml/2006/main" noGrp="1"/>
          </p:cNvSpPr>
          <p:nvPr/>
        </p:nvSpPr>
        <p:spPr>
          <a:xfrm xmlns:a="http://schemas.openxmlformats.org/drawingml/2006/main" rot="0">
            <a:off x="609600" y="2533650"/>
            <a:ext cx="1905000" cy="1562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8" name="">
            <a:extLst xmlns:a="http://schemas.openxmlformats.org/drawingml/2006/main">
              <a:ext uri="{FF2B5EF4-FFF2-40B4-BE49-F238E27FC236}">
                <a16:creationId xmlns:a16="http://schemas.microsoft.com/office/drawing/2014/main" id="{BC5CD079-0001-4AEF-BC3B-ADA3B66AEE12}"/>
              </a:ext>
            </a:extLst>
          </p:cNvPr>
          <p:cNvSpPr>
            <a:spLocks xmlns:a="http://schemas.openxmlformats.org/drawingml/2006/main" noGrp="1"/>
          </p:cNvSpPr>
          <p:nvPr/>
        </p:nvSpPr>
        <p:spPr>
          <a:xfrm xmlns:a="http://schemas.openxmlformats.org/drawingml/2006/main">
            <a:off x="781050" y="27241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01</a:t>
            </a:r>
          </a:p>
        </p:txBody>
      </p:sp>
      <p:sp>
        <p:nvSpPr>
          <p:cNvPr id="9" name="">
            <a:extLst xmlns:a="http://schemas.openxmlformats.org/drawingml/2006/main">
              <a:ext uri="{FF2B5EF4-FFF2-40B4-BE49-F238E27FC236}">
                <a16:creationId xmlns:a16="http://schemas.microsoft.com/office/drawing/2014/main" id="{06045024-3D6C-420C-9F8C-D906E412C057}"/>
              </a:ext>
            </a:extLst>
          </p:cNvPr>
          <p:cNvSpPr>
            <a:spLocks xmlns:a="http://schemas.openxmlformats.org/drawingml/2006/main" noGrp="1"/>
          </p:cNvSpPr>
          <p:nvPr/>
        </p:nvSpPr>
        <p:spPr>
          <a:xfrm xmlns:a="http://schemas.openxmlformats.org/drawingml/2006/main">
            <a:off x="781050" y="3143250"/>
            <a:ext cx="156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00" b="1">
                <a:solidFill>
                  <a:srgbClr val="191919"/>
                </a:solidFill>
                <a:latin typeface="AppleGothic"/>
                <a:ea typeface="AppleGothic"/>
                <a:cs typeface="AppleGothic"/>
              </a:defRPr>
            </a:pPr>
            <a:r>
              <a:rPr sz="1500" b="1">
                <a:solidFill>
                  <a:srgbClr val="191919"/>
                </a:solidFill>
                <a:latin typeface="AppleGothic"/>
                <a:ea typeface="AppleGothic"/>
                <a:cs typeface="AppleGothic"/>
              </a:rPr>
              <a:t>사용자 화면</a:t>
            </a:r>
          </a:p>
        </p:txBody>
      </p:sp>
      <p:sp>
        <p:nvSpPr>
          <p:cNvPr id="10" name="">
            <a:extLst xmlns:a="http://schemas.openxmlformats.org/drawingml/2006/main">
              <a:ext uri="{FF2B5EF4-FFF2-40B4-BE49-F238E27FC236}">
                <a16:creationId xmlns:a16="http://schemas.microsoft.com/office/drawing/2014/main" id="{4457978A-06CF-478C-824C-5AB34F9C43B3}"/>
              </a:ext>
            </a:extLst>
          </p:cNvPr>
          <p:cNvSpPr>
            <a:spLocks xmlns:a="http://schemas.openxmlformats.org/drawingml/2006/main" noGrp="1"/>
          </p:cNvSpPr>
          <p:nvPr/>
        </p:nvSpPr>
        <p:spPr>
          <a:xfrm xmlns:a="http://schemas.openxmlformats.org/drawingml/2006/main">
            <a:off x="781050" y="3600450"/>
            <a:ext cx="1562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0">
                <a:solidFill>
                  <a:srgbClr val="667085"/>
                </a:solidFill>
                <a:latin typeface="AppleGothic"/>
                <a:ea typeface="AppleGothic"/>
                <a:cs typeface="AppleGothic"/>
              </a:defRPr>
            </a:pPr>
            <a:r>
              <a:rPr sz="1200" b="0">
                <a:solidFill>
                  <a:srgbClr val="667085"/>
                </a:solidFill>
                <a:latin typeface="AppleGothic"/>
                <a:ea typeface="AppleGothic"/>
                <a:cs typeface="AppleGothic"/>
              </a:rPr>
              <a:t>입력 · 결과 · 실행 추적</a:t>
            </a:r>
          </a:p>
        </p:txBody>
      </p:sp>
      <p:sp>
        <p:nvSpPr>
          <p:cNvPr id="11" name="">
            <a:extLst xmlns:a="http://schemas.openxmlformats.org/drawingml/2006/main">
              <a:ext uri="{FF2B5EF4-FFF2-40B4-BE49-F238E27FC236}">
                <a16:creationId xmlns:a16="http://schemas.microsoft.com/office/drawing/2014/main" id="{CBA89DEF-231B-43C2-9A6E-9EA5C1AAACD4}"/>
              </a:ext>
            </a:extLst>
          </p:cNvPr>
          <p:cNvSpPr>
            <a:spLocks xmlns:a="http://schemas.openxmlformats.org/drawingml/2006/main" noGrp="1"/>
          </p:cNvSpPr>
          <p:nvPr/>
        </p:nvSpPr>
        <p:spPr>
          <a:xfrm xmlns:a="http://schemas.openxmlformats.org/drawingml/2006/main">
            <a:off x="2514600" y="3105150"/>
            <a:ext cx="6477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800" b="1">
                <a:solidFill>
                  <a:srgbClr val="667085"/>
                </a:solidFill>
                <a:latin typeface="Menlo"/>
                <a:ea typeface="Menlo"/>
                <a:cs typeface="Menlo"/>
              </a:defRPr>
            </a:pPr>
            <a:r>
              <a:rPr sz="1800" b="1">
                <a:solidFill>
                  <a:srgbClr val="667085"/>
                </a:solidFill>
                <a:latin typeface="Menlo"/>
                <a:ea typeface="Menlo"/>
                <a:cs typeface="Menlo"/>
              </a:rPr>
              <a:t>→</a:t>
            </a:r>
          </a:p>
        </p:txBody>
      </p:sp>
      <p:sp>
        <p:nvSpPr>
          <p:cNvPr id="12" name="">
            <a:extLst xmlns:a="http://schemas.openxmlformats.org/drawingml/2006/main">
              <a:ext uri="{FF2B5EF4-FFF2-40B4-BE49-F238E27FC236}">
                <a16:creationId xmlns:a16="http://schemas.microsoft.com/office/drawing/2014/main" id="{7A11CF45-09F2-46E1-A8D6-5A32EA773CCA}"/>
              </a:ext>
            </a:extLst>
          </p:cNvPr>
          <p:cNvSpPr>
            <a:spLocks xmlns:a="http://schemas.openxmlformats.org/drawingml/2006/main" noGrp="1"/>
          </p:cNvSpPr>
          <p:nvPr/>
        </p:nvSpPr>
        <p:spPr>
          <a:xfrm xmlns:a="http://schemas.openxmlformats.org/drawingml/2006/main" rot="0">
            <a:off x="3162300" y="2533650"/>
            <a:ext cx="2152650" cy="1562100"/>
          </a:xfrm>
          <a:prstGeom xmlns:a="http://schemas.openxmlformats.org/drawingml/2006/main" prst="rect">
            <a:avLst/>
          </a:prstGeom>
          <a:solidFill xmlns:a="http://schemas.openxmlformats.org/drawingml/2006/main">
            <a:srgbClr val="0B1F3A"/>
          </a:solidFill>
          <a:ln xmlns:a="http://schemas.openxmlformats.org/drawingml/2006/main" w="9525">
            <a:solidFill>
              <a:srgbClr val="0B1F3A"/>
            </a:solidFill>
            <a:prstDash val="solid"/>
          </a:ln>
        </p:spPr>
      </p:sp>
      <p:sp>
        <p:nvSpPr>
          <p:cNvPr id="13" name="">
            <a:extLst xmlns:a="http://schemas.openxmlformats.org/drawingml/2006/main">
              <a:ext uri="{FF2B5EF4-FFF2-40B4-BE49-F238E27FC236}">
                <a16:creationId xmlns:a16="http://schemas.microsoft.com/office/drawing/2014/main" id="{C667F349-B2A7-43DD-88CD-AF55647E277F}"/>
              </a:ext>
            </a:extLst>
          </p:cNvPr>
          <p:cNvSpPr>
            <a:spLocks xmlns:a="http://schemas.openxmlformats.org/drawingml/2006/main" noGrp="1"/>
          </p:cNvSpPr>
          <p:nvPr/>
        </p:nvSpPr>
        <p:spPr>
          <a:xfrm xmlns:a="http://schemas.openxmlformats.org/drawingml/2006/main">
            <a:off x="3333750" y="27241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AppleGothic"/>
                <a:ea typeface="AppleGothic"/>
                <a:cs typeface="AppleGothic"/>
              </a:defRPr>
            </a:pPr>
            <a:r>
              <a:rPr sz="1050" b="1">
                <a:solidFill>
                  <a:srgbClr val="2563EB"/>
                </a:solidFill>
                <a:latin typeface="AppleGothic"/>
                <a:ea typeface="AppleGothic"/>
                <a:cs typeface="AppleGothic"/>
              </a:rPr>
              <a:t>02</a:t>
            </a:r>
          </a:p>
        </p:txBody>
      </p:sp>
      <p:sp>
        <p:nvSpPr>
          <p:cNvPr id="14" name="">
            <a:extLst xmlns:a="http://schemas.openxmlformats.org/drawingml/2006/main">
              <a:ext uri="{FF2B5EF4-FFF2-40B4-BE49-F238E27FC236}">
                <a16:creationId xmlns:a16="http://schemas.microsoft.com/office/drawing/2014/main" id="{9DC4CBCD-0C1E-4953-A405-6E9F6F16B62D}"/>
              </a:ext>
            </a:extLst>
          </p:cNvPr>
          <p:cNvSpPr>
            <a:spLocks xmlns:a="http://schemas.openxmlformats.org/drawingml/2006/main" noGrp="1"/>
          </p:cNvSpPr>
          <p:nvPr/>
        </p:nvSpPr>
        <p:spPr>
          <a:xfrm xmlns:a="http://schemas.openxmlformats.org/drawingml/2006/main">
            <a:off x="3333750" y="314325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00" b="1">
                <a:solidFill>
                  <a:srgbClr val="FFFFFF"/>
                </a:solidFill>
                <a:latin typeface="AppleGothic"/>
                <a:ea typeface="AppleGothic"/>
                <a:cs typeface="AppleGothic"/>
              </a:defRPr>
            </a:pPr>
            <a:r>
              <a:rPr sz="1500" b="1">
                <a:solidFill>
                  <a:srgbClr val="FFFFFF"/>
                </a:solidFill>
                <a:latin typeface="AppleGothic"/>
                <a:ea typeface="AppleGothic"/>
                <a:cs typeface="AppleGothic"/>
              </a:rPr>
              <a:t>FastAPI</a:t>
            </a:r>
          </a:p>
        </p:txBody>
      </p:sp>
      <p:sp>
        <p:nvSpPr>
          <p:cNvPr id="15" name="">
            <a:extLst xmlns:a="http://schemas.openxmlformats.org/drawingml/2006/main">
              <a:ext uri="{FF2B5EF4-FFF2-40B4-BE49-F238E27FC236}">
                <a16:creationId xmlns:a16="http://schemas.microsoft.com/office/drawing/2014/main" id="{9D8254A0-973B-480B-A40B-BE6D2F05DC75}"/>
              </a:ext>
            </a:extLst>
          </p:cNvPr>
          <p:cNvSpPr>
            <a:spLocks xmlns:a="http://schemas.openxmlformats.org/drawingml/2006/main" noGrp="1"/>
          </p:cNvSpPr>
          <p:nvPr/>
        </p:nvSpPr>
        <p:spPr>
          <a:xfrm xmlns:a="http://schemas.openxmlformats.org/drawingml/2006/main">
            <a:off x="3333750" y="3600450"/>
            <a:ext cx="1809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요청 데이터 구조 · 경로</a:t>
            </a:r>
          </a:p>
        </p:txBody>
      </p:sp>
      <p:sp>
        <p:nvSpPr>
          <p:cNvPr id="16" name="">
            <a:extLst xmlns:a="http://schemas.openxmlformats.org/drawingml/2006/main">
              <a:ext uri="{FF2B5EF4-FFF2-40B4-BE49-F238E27FC236}">
                <a16:creationId xmlns:a16="http://schemas.microsoft.com/office/drawing/2014/main" id="{327D652F-B2F2-499F-AE5B-AA617FC6C743}"/>
              </a:ext>
            </a:extLst>
          </p:cNvPr>
          <p:cNvSpPr>
            <a:spLocks xmlns:a="http://schemas.openxmlformats.org/drawingml/2006/main" noGrp="1"/>
          </p:cNvSpPr>
          <p:nvPr/>
        </p:nvSpPr>
        <p:spPr>
          <a:xfrm xmlns:a="http://schemas.openxmlformats.org/drawingml/2006/main">
            <a:off x="5314950" y="3105150"/>
            <a:ext cx="6477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800" b="1">
                <a:solidFill>
                  <a:srgbClr val="667085"/>
                </a:solidFill>
                <a:latin typeface="Menlo"/>
                <a:ea typeface="Menlo"/>
                <a:cs typeface="Menlo"/>
              </a:defRPr>
            </a:pPr>
            <a:r>
              <a:rPr sz="1800" b="1">
                <a:solidFill>
                  <a:srgbClr val="667085"/>
                </a:solidFill>
                <a:latin typeface="Menlo"/>
                <a:ea typeface="Menlo"/>
                <a:cs typeface="Menlo"/>
              </a:rPr>
              <a:t>→</a:t>
            </a:r>
          </a:p>
        </p:txBody>
      </p:sp>
      <p:sp>
        <p:nvSpPr>
          <p:cNvPr id="17" name="">
            <a:extLst xmlns:a="http://schemas.openxmlformats.org/drawingml/2006/main">
              <a:ext uri="{FF2B5EF4-FFF2-40B4-BE49-F238E27FC236}">
                <a16:creationId xmlns:a16="http://schemas.microsoft.com/office/drawing/2014/main" id="{D21E9AF9-3304-466F-A9DC-20326D2CC049}"/>
              </a:ext>
            </a:extLst>
          </p:cNvPr>
          <p:cNvSpPr>
            <a:spLocks xmlns:a="http://schemas.openxmlformats.org/drawingml/2006/main" noGrp="1"/>
          </p:cNvSpPr>
          <p:nvPr/>
        </p:nvSpPr>
        <p:spPr>
          <a:xfrm xmlns:a="http://schemas.openxmlformats.org/drawingml/2006/main" rot="0">
            <a:off x="5962650" y="2533650"/>
            <a:ext cx="2324100" cy="1562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8" name="">
            <a:extLst xmlns:a="http://schemas.openxmlformats.org/drawingml/2006/main">
              <a:ext uri="{FF2B5EF4-FFF2-40B4-BE49-F238E27FC236}">
                <a16:creationId xmlns:a16="http://schemas.microsoft.com/office/drawing/2014/main" id="{177DC840-33C7-459B-94F1-FE60B4770239}"/>
              </a:ext>
            </a:extLst>
          </p:cNvPr>
          <p:cNvSpPr>
            <a:spLocks xmlns:a="http://schemas.openxmlformats.org/drawingml/2006/main" noGrp="1"/>
          </p:cNvSpPr>
          <p:nvPr/>
        </p:nvSpPr>
        <p:spPr>
          <a:xfrm xmlns:a="http://schemas.openxmlformats.org/drawingml/2006/main">
            <a:off x="6134100" y="27241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03</a:t>
            </a:r>
          </a:p>
        </p:txBody>
      </p:sp>
      <p:sp>
        <p:nvSpPr>
          <p:cNvPr id="19" name="">
            <a:extLst xmlns:a="http://schemas.openxmlformats.org/drawingml/2006/main">
              <a:ext uri="{FF2B5EF4-FFF2-40B4-BE49-F238E27FC236}">
                <a16:creationId xmlns:a16="http://schemas.microsoft.com/office/drawing/2014/main" id="{97FBE271-0533-4304-983D-F4EADCC24392}"/>
              </a:ext>
            </a:extLst>
          </p:cNvPr>
          <p:cNvSpPr>
            <a:spLocks xmlns:a="http://schemas.openxmlformats.org/drawingml/2006/main" noGrp="1"/>
          </p:cNvSpPr>
          <p:nvPr/>
        </p:nvSpPr>
        <p:spPr>
          <a:xfrm xmlns:a="http://schemas.openxmlformats.org/drawingml/2006/main">
            <a:off x="6134100" y="3143250"/>
            <a:ext cx="19812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00" b="1">
                <a:solidFill>
                  <a:srgbClr val="191919"/>
                </a:solidFill>
                <a:latin typeface="AppleGothic"/>
                <a:ea typeface="AppleGothic"/>
                <a:cs typeface="AppleGothic"/>
              </a:defRPr>
            </a:pPr>
            <a:r>
              <a:rPr sz="1500" b="1">
                <a:solidFill>
                  <a:srgbClr val="191919"/>
                </a:solidFill>
                <a:latin typeface="AppleGothic"/>
                <a:ea typeface="AppleGothic"/>
                <a:cs typeface="AppleGothic"/>
              </a:rPr>
              <a:t>모델 제공자</a:t>
            </a:r>
          </a:p>
        </p:txBody>
      </p:sp>
      <p:sp>
        <p:nvSpPr>
          <p:cNvPr id="20" name="">
            <a:extLst xmlns:a="http://schemas.openxmlformats.org/drawingml/2006/main">
              <a:ext uri="{FF2B5EF4-FFF2-40B4-BE49-F238E27FC236}">
                <a16:creationId xmlns:a16="http://schemas.microsoft.com/office/drawing/2014/main" id="{2CF9CE7D-E12C-4682-ABFC-B92EEB17EFF7}"/>
              </a:ext>
            </a:extLst>
          </p:cNvPr>
          <p:cNvSpPr>
            <a:spLocks xmlns:a="http://schemas.openxmlformats.org/drawingml/2006/main" noGrp="1"/>
          </p:cNvSpPr>
          <p:nvPr/>
        </p:nvSpPr>
        <p:spPr>
          <a:xfrm xmlns:a="http://schemas.openxmlformats.org/drawingml/2006/main">
            <a:off x="6134100" y="3600450"/>
            <a:ext cx="1981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0">
                <a:solidFill>
                  <a:srgbClr val="667085"/>
                </a:solidFill>
                <a:latin typeface="AppleGothic"/>
                <a:ea typeface="AppleGothic"/>
                <a:cs typeface="AppleGothic"/>
              </a:defRPr>
            </a:pPr>
            <a:r>
              <a:rPr sz="1200" b="0">
                <a:solidFill>
                  <a:srgbClr val="667085"/>
                </a:solidFill>
                <a:latin typeface="AppleGothic"/>
                <a:ea typeface="AppleGothic"/>
                <a:cs typeface="AppleGothic"/>
              </a:rPr>
              <a:t>데모 모드 · Ollama</a:t>
            </a:r>
          </a:p>
        </p:txBody>
      </p:sp>
      <p:sp>
        <p:nvSpPr>
          <p:cNvPr id="21" name="">
            <a:extLst xmlns:a="http://schemas.openxmlformats.org/drawingml/2006/main">
              <a:ext uri="{FF2B5EF4-FFF2-40B4-BE49-F238E27FC236}">
                <a16:creationId xmlns:a16="http://schemas.microsoft.com/office/drawing/2014/main" id="{9B303601-3A76-4564-8469-C3810D671651}"/>
              </a:ext>
            </a:extLst>
          </p:cNvPr>
          <p:cNvSpPr>
            <a:spLocks xmlns:a="http://schemas.openxmlformats.org/drawingml/2006/main" noGrp="1"/>
          </p:cNvSpPr>
          <p:nvPr/>
        </p:nvSpPr>
        <p:spPr>
          <a:xfrm xmlns:a="http://schemas.openxmlformats.org/drawingml/2006/main">
            <a:off x="8286750" y="3105150"/>
            <a:ext cx="6477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800" b="1">
                <a:solidFill>
                  <a:srgbClr val="667085"/>
                </a:solidFill>
                <a:latin typeface="Menlo"/>
                <a:ea typeface="Menlo"/>
                <a:cs typeface="Menlo"/>
              </a:defRPr>
            </a:pPr>
            <a:r>
              <a:rPr sz="1800" b="1">
                <a:solidFill>
                  <a:srgbClr val="667085"/>
                </a:solidFill>
                <a:latin typeface="Menlo"/>
                <a:ea typeface="Menlo"/>
                <a:cs typeface="Menlo"/>
              </a:rPr>
              <a:t>→</a:t>
            </a:r>
          </a:p>
        </p:txBody>
      </p:sp>
      <p:sp>
        <p:nvSpPr>
          <p:cNvPr id="22" name="">
            <a:extLst xmlns:a="http://schemas.openxmlformats.org/drawingml/2006/main">
              <a:ext uri="{FF2B5EF4-FFF2-40B4-BE49-F238E27FC236}">
                <a16:creationId xmlns:a16="http://schemas.microsoft.com/office/drawing/2014/main" id="{F7099806-5650-411B-B729-458E456D12F7}"/>
              </a:ext>
            </a:extLst>
          </p:cNvPr>
          <p:cNvSpPr>
            <a:spLocks xmlns:a="http://schemas.openxmlformats.org/drawingml/2006/main" noGrp="1"/>
          </p:cNvSpPr>
          <p:nvPr/>
        </p:nvSpPr>
        <p:spPr>
          <a:xfrm xmlns:a="http://schemas.openxmlformats.org/drawingml/2006/main" rot="0">
            <a:off x="8934450" y="2533650"/>
            <a:ext cx="2647950" cy="1562100"/>
          </a:xfrm>
          <a:prstGeom xmlns:a="http://schemas.openxmlformats.org/drawingml/2006/main" prst="rect">
            <a:avLst/>
          </a:prstGeom>
          <a:solidFill xmlns:a="http://schemas.openxmlformats.org/drawingml/2006/main">
            <a:srgbClr val="0B1F3A"/>
          </a:solidFill>
          <a:ln xmlns:a="http://schemas.openxmlformats.org/drawingml/2006/main" w="9525">
            <a:solidFill>
              <a:srgbClr val="0B1F3A"/>
            </a:solidFill>
            <a:prstDash val="solid"/>
          </a:ln>
        </p:spPr>
      </p:sp>
      <p:sp>
        <p:nvSpPr>
          <p:cNvPr id="23" name="">
            <a:extLst xmlns:a="http://schemas.openxmlformats.org/drawingml/2006/main">
              <a:ext uri="{FF2B5EF4-FFF2-40B4-BE49-F238E27FC236}">
                <a16:creationId xmlns:a16="http://schemas.microsoft.com/office/drawing/2014/main" id="{423A8B7B-4D63-4AB9-A5F9-2E6D5067D891}"/>
              </a:ext>
            </a:extLst>
          </p:cNvPr>
          <p:cNvSpPr>
            <a:spLocks xmlns:a="http://schemas.openxmlformats.org/drawingml/2006/main" noGrp="1"/>
          </p:cNvSpPr>
          <p:nvPr/>
        </p:nvSpPr>
        <p:spPr>
          <a:xfrm xmlns:a="http://schemas.openxmlformats.org/drawingml/2006/main">
            <a:off x="9105900" y="27241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AppleGothic"/>
                <a:ea typeface="AppleGothic"/>
                <a:cs typeface="AppleGothic"/>
              </a:defRPr>
            </a:pPr>
            <a:r>
              <a:rPr sz="1050" b="1">
                <a:solidFill>
                  <a:srgbClr val="2563EB"/>
                </a:solidFill>
                <a:latin typeface="AppleGothic"/>
                <a:ea typeface="AppleGothic"/>
                <a:cs typeface="AppleGothic"/>
              </a:rPr>
              <a:t>04</a:t>
            </a:r>
          </a:p>
        </p:txBody>
      </p:sp>
      <p:sp>
        <p:nvSpPr>
          <p:cNvPr id="24" name="">
            <a:extLst xmlns:a="http://schemas.openxmlformats.org/drawingml/2006/main">
              <a:ext uri="{FF2B5EF4-FFF2-40B4-BE49-F238E27FC236}">
                <a16:creationId xmlns:a16="http://schemas.microsoft.com/office/drawing/2014/main" id="{331867F3-A1F6-4259-A3AF-618C90917067}"/>
              </a:ext>
            </a:extLst>
          </p:cNvPr>
          <p:cNvSpPr>
            <a:spLocks xmlns:a="http://schemas.openxmlformats.org/drawingml/2006/main" noGrp="1"/>
          </p:cNvSpPr>
          <p:nvPr/>
        </p:nvSpPr>
        <p:spPr>
          <a:xfrm xmlns:a="http://schemas.openxmlformats.org/drawingml/2006/main">
            <a:off x="9105900" y="3143250"/>
            <a:ext cx="2305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00" b="1">
                <a:solidFill>
                  <a:srgbClr val="FFFFFF"/>
                </a:solidFill>
                <a:latin typeface="AppleGothic"/>
                <a:ea typeface="AppleGothic"/>
                <a:cs typeface="AppleGothic"/>
              </a:defRPr>
            </a:pPr>
            <a:r>
              <a:rPr sz="1500" b="1">
                <a:solidFill>
                  <a:srgbClr val="FFFFFF"/>
                </a:solidFill>
                <a:latin typeface="AppleGothic"/>
                <a:ea typeface="AppleGothic"/>
                <a:cs typeface="AppleGothic"/>
              </a:rPr>
              <a:t>실행 추적 저장소</a:t>
            </a:r>
          </a:p>
        </p:txBody>
      </p:sp>
      <p:sp>
        <p:nvSpPr>
          <p:cNvPr id="25" name="">
            <a:extLst xmlns:a="http://schemas.openxmlformats.org/drawingml/2006/main">
              <a:ext uri="{FF2B5EF4-FFF2-40B4-BE49-F238E27FC236}">
                <a16:creationId xmlns:a16="http://schemas.microsoft.com/office/drawing/2014/main" id="{8257C2A3-25C8-4CBD-A4E1-F4E6B237C345}"/>
              </a:ext>
            </a:extLst>
          </p:cNvPr>
          <p:cNvSpPr>
            <a:spLocks xmlns:a="http://schemas.openxmlformats.org/drawingml/2006/main" noGrp="1"/>
          </p:cNvSpPr>
          <p:nvPr/>
        </p:nvSpPr>
        <p:spPr>
          <a:xfrm xmlns:a="http://schemas.openxmlformats.org/drawingml/2006/main">
            <a:off x="9105900" y="3600450"/>
            <a:ext cx="23050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메모리 · 줄 단위 기록</a:t>
            </a:r>
          </a:p>
        </p:txBody>
      </p:sp>
      <p:sp>
        <p:nvSpPr>
          <p:cNvPr id="26" name="">
            <a:extLst xmlns:a="http://schemas.openxmlformats.org/drawingml/2006/main">
              <a:ext uri="{FF2B5EF4-FFF2-40B4-BE49-F238E27FC236}">
                <a16:creationId xmlns:a16="http://schemas.microsoft.com/office/drawing/2014/main" id="{2CC2F999-7763-4D38-8CB9-7D0E69E363DC}"/>
              </a:ext>
            </a:extLst>
          </p:cNvPr>
          <p:cNvSpPr>
            <a:spLocks xmlns:a="http://schemas.openxmlformats.org/drawingml/2006/main" noGrp="1"/>
          </p:cNvSpPr>
          <p:nvPr/>
        </p:nvSpPr>
        <p:spPr>
          <a:xfrm xmlns:a="http://schemas.openxmlformats.org/drawingml/2006/main">
            <a:off x="609600" y="4838700"/>
            <a:ext cx="109728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650" b="1">
                <a:solidFill>
                  <a:srgbClr val="191919"/>
                </a:solidFill>
                <a:latin typeface="AppleGothic"/>
                <a:ea typeface="AppleGothic"/>
                <a:cs typeface="AppleGothic"/>
              </a:defRPr>
            </a:pPr>
            <a:r>
              <a:rPr sz="1650" b="1">
                <a:solidFill>
                  <a:srgbClr val="191919"/>
                </a:solidFill>
                <a:latin typeface="AppleGothic"/>
                <a:ea typeface="AppleGothic"/>
                <a:cs typeface="AppleGothic"/>
              </a:rPr>
              <a:t>한 요청에서 생성 결과와 운영 메타데이터를 함께 반환</a:t>
            </a:r>
          </a:p>
        </p:txBody>
      </p:sp>
    </p:spTree>
    <p:extLst>
      <p:ext uri="{BB962C8B-B14F-4D97-AF65-F5344CB8AC3E}">
        <p14:creationId xmlns:p14="http://schemas.microsoft.com/office/powerpoint/2010/main" val="1471301230"/>
      </p:ext>
    </p:extLst>
  </p:cSld>
</p:sld>
</file>

<file path=ppt/slides/slide68.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2DDD0B27-3227-4465-9D8F-6C7B77AB0D78}"/>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LAB</a:t>
            </a:r>
          </a:p>
        </p:txBody>
      </p:sp>
      <p:sp>
        <p:nvSpPr>
          <p:cNvPr id="2" name="">
            <a:extLst xmlns:a="http://schemas.openxmlformats.org/drawingml/2006/main">
              <a:ext uri="{FF2B5EF4-FFF2-40B4-BE49-F238E27FC236}">
                <a16:creationId xmlns:a16="http://schemas.microsoft.com/office/drawing/2014/main" id="{558F6059-20BF-4C88-AB28-5FED66E4473E}"/>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68</a:t>
            </a:r>
          </a:p>
        </p:txBody>
      </p:sp>
      <p:sp>
        <p:nvSpPr>
          <p:cNvPr id="3" name="">
            <a:extLst xmlns:a="http://schemas.openxmlformats.org/drawingml/2006/main">
              <a:ext uri="{FF2B5EF4-FFF2-40B4-BE49-F238E27FC236}">
                <a16:creationId xmlns:a16="http://schemas.microsoft.com/office/drawing/2014/main" id="{92E9A339-4429-4592-81F7-98F4E6DCD184}"/>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A76C9D2D-C9DD-4355-95D8-78A0649B8D2E}"/>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D2FF4815-BC09-4B7A-BE4C-36BD1BE433B0}"/>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FF68CF2D-170D-40F7-9636-1497BA5F868A}"/>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실습 완료의 다섯 증거</a:t>
            </a:r>
          </a:p>
        </p:txBody>
      </p:sp>
      <p:sp>
        <p:nvSpPr>
          <p:cNvPr id="7" name="">
            <a:extLst xmlns:a="http://schemas.openxmlformats.org/drawingml/2006/main">
              <a:ext uri="{FF2B5EF4-FFF2-40B4-BE49-F238E27FC236}">
                <a16:creationId xmlns:a16="http://schemas.microsoft.com/office/drawing/2014/main" id="{B3EFFF59-89CD-4326-B1F3-481488337CAA}"/>
              </a:ext>
            </a:extLst>
          </p:cNvPr>
          <p:cNvSpPr>
            <a:spLocks xmlns:a="http://schemas.openxmlformats.org/drawingml/2006/main" noGrp="1"/>
          </p:cNvSpPr>
          <p:nvPr/>
        </p:nvSpPr>
        <p:spPr>
          <a:xfrm xmlns:a="http://schemas.openxmlformats.org/drawingml/2006/main" rot="0">
            <a:off x="666750" y="1619250"/>
            <a:ext cx="361950" cy="36195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8" name="">
            <a:extLst xmlns:a="http://schemas.openxmlformats.org/drawingml/2006/main">
              <a:ext uri="{FF2B5EF4-FFF2-40B4-BE49-F238E27FC236}">
                <a16:creationId xmlns:a16="http://schemas.microsoft.com/office/drawing/2014/main" id="{A1444F1F-5A52-4643-A928-337B5CA36070}"/>
              </a:ext>
            </a:extLst>
          </p:cNvPr>
          <p:cNvSpPr>
            <a:spLocks xmlns:a="http://schemas.openxmlformats.org/drawingml/2006/main" noGrp="1"/>
          </p:cNvSpPr>
          <p:nvPr/>
        </p:nvSpPr>
        <p:spPr>
          <a:xfrm xmlns:a="http://schemas.openxmlformats.org/drawingml/2006/main">
            <a:off x="666750" y="1619250"/>
            <a:ext cx="361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650" b="1">
                <a:solidFill>
                  <a:srgbClr val="FFFFFF"/>
                </a:solidFill>
                <a:latin typeface="Menlo"/>
                <a:ea typeface="Menlo"/>
                <a:cs typeface="Menlo"/>
              </a:defRPr>
            </a:pPr>
            <a:r>
              <a:rPr sz="1650" b="1">
                <a:solidFill>
                  <a:srgbClr val="FFFFFF"/>
                </a:solidFill>
                <a:latin typeface="Menlo"/>
                <a:ea typeface="Menlo"/>
                <a:cs typeface="Menlo"/>
              </a:rPr>
              <a:t>✓</a:t>
            </a:r>
          </a:p>
        </p:txBody>
      </p:sp>
      <p:sp>
        <p:nvSpPr>
          <p:cNvPr id="9" name="">
            <a:extLst xmlns:a="http://schemas.openxmlformats.org/drawingml/2006/main">
              <a:ext uri="{FF2B5EF4-FFF2-40B4-BE49-F238E27FC236}">
                <a16:creationId xmlns:a16="http://schemas.microsoft.com/office/drawing/2014/main" id="{E50C136A-BDF0-46F0-867A-49BACE93F9B4}"/>
              </a:ext>
            </a:extLst>
          </p:cNvPr>
          <p:cNvSpPr>
            <a:spLocks xmlns:a="http://schemas.openxmlformats.org/drawingml/2006/main" noGrp="1"/>
          </p:cNvSpPr>
          <p:nvPr/>
        </p:nvSpPr>
        <p:spPr>
          <a:xfrm xmlns:a="http://schemas.openxmlformats.org/drawingml/2006/main">
            <a:off x="1295400" y="1562100"/>
            <a:ext cx="4000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950" b="1">
                <a:solidFill>
                  <a:srgbClr val="191919"/>
                </a:solidFill>
                <a:latin typeface="AppleGothic"/>
                <a:ea typeface="AppleGothic"/>
                <a:cs typeface="AppleGothic"/>
              </a:defRPr>
            </a:pPr>
            <a:r>
              <a:rPr sz="1950" b="1">
                <a:solidFill>
                  <a:srgbClr val="191919"/>
                </a:solidFill>
                <a:latin typeface="AppleGothic"/>
                <a:ea typeface="AppleGothic"/>
                <a:cs typeface="AppleGothic"/>
              </a:rPr>
              <a:t>서비스 상태</a:t>
            </a:r>
          </a:p>
        </p:txBody>
      </p:sp>
      <p:sp>
        <p:nvSpPr>
          <p:cNvPr id="10" name="">
            <a:extLst xmlns:a="http://schemas.openxmlformats.org/drawingml/2006/main">
              <a:ext uri="{FF2B5EF4-FFF2-40B4-BE49-F238E27FC236}">
                <a16:creationId xmlns:a16="http://schemas.microsoft.com/office/drawing/2014/main" id="{93527307-4345-4B9D-964D-30CDB6B8A5AB}"/>
              </a:ext>
            </a:extLst>
          </p:cNvPr>
          <p:cNvSpPr>
            <a:spLocks xmlns:a="http://schemas.openxmlformats.org/drawingml/2006/main" noGrp="1"/>
          </p:cNvSpPr>
          <p:nvPr/>
        </p:nvSpPr>
        <p:spPr>
          <a:xfrm xmlns:a="http://schemas.openxmlformats.org/drawingml/2006/main">
            <a:off x="5657850" y="1600200"/>
            <a:ext cx="5581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GET /health → 정상 응답</a:t>
            </a:r>
          </a:p>
        </p:txBody>
      </p:sp>
      <p:sp>
        <p:nvSpPr>
          <p:cNvPr id="11" name="">
            <a:extLst xmlns:a="http://schemas.openxmlformats.org/drawingml/2006/main">
              <a:ext uri="{FF2B5EF4-FFF2-40B4-BE49-F238E27FC236}">
                <a16:creationId xmlns:a16="http://schemas.microsoft.com/office/drawing/2014/main" id="{87391249-0504-4288-AFFE-E1C42749CC45}"/>
              </a:ext>
            </a:extLst>
          </p:cNvPr>
          <p:cNvSpPr>
            <a:spLocks xmlns:a="http://schemas.openxmlformats.org/drawingml/2006/main" noGrp="1"/>
          </p:cNvSpPr>
          <p:nvPr/>
        </p:nvSpPr>
        <p:spPr>
          <a:xfrm xmlns:a="http://schemas.openxmlformats.org/drawingml/2006/main" flipH="0" flipV="0">
            <a:off x="1295400" y="2152650"/>
            <a:ext cx="99441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12" name="">
            <a:extLst xmlns:a="http://schemas.openxmlformats.org/drawingml/2006/main">
              <a:ext uri="{FF2B5EF4-FFF2-40B4-BE49-F238E27FC236}">
                <a16:creationId xmlns:a16="http://schemas.microsoft.com/office/drawing/2014/main" id="{9FCEF5D9-C759-4A85-991D-E8240565FD74}"/>
              </a:ext>
            </a:extLst>
          </p:cNvPr>
          <p:cNvSpPr>
            <a:spLocks xmlns:a="http://schemas.openxmlformats.org/drawingml/2006/main" noGrp="1"/>
          </p:cNvSpPr>
          <p:nvPr/>
        </p:nvSpPr>
        <p:spPr>
          <a:xfrm xmlns:a="http://schemas.openxmlformats.org/drawingml/2006/main" rot="0">
            <a:off x="666750" y="2495550"/>
            <a:ext cx="361950" cy="36195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13" name="">
            <a:extLst xmlns:a="http://schemas.openxmlformats.org/drawingml/2006/main">
              <a:ext uri="{FF2B5EF4-FFF2-40B4-BE49-F238E27FC236}">
                <a16:creationId xmlns:a16="http://schemas.microsoft.com/office/drawing/2014/main" id="{91FDEC3A-4711-439F-99E0-C8E05E5B06C8}"/>
              </a:ext>
            </a:extLst>
          </p:cNvPr>
          <p:cNvSpPr>
            <a:spLocks xmlns:a="http://schemas.openxmlformats.org/drawingml/2006/main" noGrp="1"/>
          </p:cNvSpPr>
          <p:nvPr/>
        </p:nvSpPr>
        <p:spPr>
          <a:xfrm xmlns:a="http://schemas.openxmlformats.org/drawingml/2006/main">
            <a:off x="666750" y="2495550"/>
            <a:ext cx="361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650" b="1">
                <a:solidFill>
                  <a:srgbClr val="FFFFFF"/>
                </a:solidFill>
                <a:latin typeface="Menlo"/>
                <a:ea typeface="Menlo"/>
                <a:cs typeface="Menlo"/>
              </a:defRPr>
            </a:pPr>
            <a:r>
              <a:rPr sz="1650" b="1">
                <a:solidFill>
                  <a:srgbClr val="FFFFFF"/>
                </a:solidFill>
                <a:latin typeface="Menlo"/>
                <a:ea typeface="Menlo"/>
                <a:cs typeface="Menlo"/>
              </a:rPr>
              <a:t>✓</a:t>
            </a:r>
          </a:p>
        </p:txBody>
      </p:sp>
      <p:sp>
        <p:nvSpPr>
          <p:cNvPr id="14" name="">
            <a:extLst xmlns:a="http://schemas.openxmlformats.org/drawingml/2006/main">
              <a:ext uri="{FF2B5EF4-FFF2-40B4-BE49-F238E27FC236}">
                <a16:creationId xmlns:a16="http://schemas.microsoft.com/office/drawing/2014/main" id="{7D26E593-4C92-4C88-859E-1ED263BBC29C}"/>
              </a:ext>
            </a:extLst>
          </p:cNvPr>
          <p:cNvSpPr>
            <a:spLocks xmlns:a="http://schemas.openxmlformats.org/drawingml/2006/main" noGrp="1"/>
          </p:cNvSpPr>
          <p:nvPr/>
        </p:nvSpPr>
        <p:spPr>
          <a:xfrm xmlns:a="http://schemas.openxmlformats.org/drawingml/2006/main">
            <a:off x="1295400" y="2438400"/>
            <a:ext cx="4000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950" b="1">
                <a:solidFill>
                  <a:srgbClr val="191919"/>
                </a:solidFill>
                <a:latin typeface="AppleGothic"/>
                <a:ea typeface="AppleGothic"/>
                <a:cs typeface="AppleGothic"/>
              </a:defRPr>
            </a:pPr>
            <a:r>
              <a:rPr sz="1950" b="1">
                <a:solidFill>
                  <a:srgbClr val="191919"/>
                </a:solidFill>
                <a:latin typeface="AppleGothic"/>
                <a:ea typeface="AppleGothic"/>
                <a:cs typeface="AppleGothic"/>
              </a:rPr>
              <a:t>실행 추적 2건</a:t>
            </a:r>
          </a:p>
        </p:txBody>
      </p:sp>
      <p:sp>
        <p:nvSpPr>
          <p:cNvPr id="15" name="">
            <a:extLst xmlns:a="http://schemas.openxmlformats.org/drawingml/2006/main">
              <a:ext uri="{FF2B5EF4-FFF2-40B4-BE49-F238E27FC236}">
                <a16:creationId xmlns:a16="http://schemas.microsoft.com/office/drawing/2014/main" id="{E4800D35-5FB2-46FE-9D64-7DBC263FCB62}"/>
              </a:ext>
            </a:extLst>
          </p:cNvPr>
          <p:cNvSpPr>
            <a:spLocks xmlns:a="http://schemas.openxmlformats.org/drawingml/2006/main" noGrp="1"/>
          </p:cNvSpPr>
          <p:nvPr/>
        </p:nvSpPr>
        <p:spPr>
          <a:xfrm xmlns:a="http://schemas.openxmlformats.org/drawingml/2006/main">
            <a:off x="5657850" y="2476500"/>
            <a:ext cx="5581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동일 입력의 기준선·변형</a:t>
            </a:r>
          </a:p>
        </p:txBody>
      </p:sp>
      <p:sp>
        <p:nvSpPr>
          <p:cNvPr id="16" name="">
            <a:extLst xmlns:a="http://schemas.openxmlformats.org/drawingml/2006/main">
              <a:ext uri="{FF2B5EF4-FFF2-40B4-BE49-F238E27FC236}">
                <a16:creationId xmlns:a16="http://schemas.microsoft.com/office/drawing/2014/main" id="{B306C19C-01C5-4A64-99CA-1B69B42030D4}"/>
              </a:ext>
            </a:extLst>
          </p:cNvPr>
          <p:cNvSpPr>
            <a:spLocks xmlns:a="http://schemas.openxmlformats.org/drawingml/2006/main" noGrp="1"/>
          </p:cNvSpPr>
          <p:nvPr/>
        </p:nvSpPr>
        <p:spPr>
          <a:xfrm xmlns:a="http://schemas.openxmlformats.org/drawingml/2006/main" flipH="0" flipV="0">
            <a:off x="1295400" y="3028950"/>
            <a:ext cx="99441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17" name="">
            <a:extLst xmlns:a="http://schemas.openxmlformats.org/drawingml/2006/main">
              <a:ext uri="{FF2B5EF4-FFF2-40B4-BE49-F238E27FC236}">
                <a16:creationId xmlns:a16="http://schemas.microsoft.com/office/drawing/2014/main" id="{D749B540-72AE-403A-9289-FCCCC9599EA4}"/>
              </a:ext>
            </a:extLst>
          </p:cNvPr>
          <p:cNvSpPr>
            <a:spLocks xmlns:a="http://schemas.openxmlformats.org/drawingml/2006/main" noGrp="1"/>
          </p:cNvSpPr>
          <p:nvPr/>
        </p:nvSpPr>
        <p:spPr>
          <a:xfrm xmlns:a="http://schemas.openxmlformats.org/drawingml/2006/main" rot="0">
            <a:off x="666750" y="3371850"/>
            <a:ext cx="361950" cy="361950"/>
          </a:xfrm>
          <a:prstGeom xmlns:a="http://schemas.openxmlformats.org/drawingml/2006/main" prst="rect">
            <a:avLst/>
          </a:prstGeom>
          <a:solidFill xmlns:a="http://schemas.openxmlformats.org/drawingml/2006/main">
            <a:srgbClr val="2563EB"/>
          </a:solidFill>
          <a:ln xmlns:a="http://schemas.openxmlformats.org/drawingml/2006/main" w="0">
            <a:solidFill>
              <a:srgbClr val="2563EB"/>
            </a:solidFill>
            <a:prstDash val="solid"/>
          </a:ln>
        </p:spPr>
      </p:sp>
      <p:sp>
        <p:nvSpPr>
          <p:cNvPr id="18" name="">
            <a:extLst xmlns:a="http://schemas.openxmlformats.org/drawingml/2006/main">
              <a:ext uri="{FF2B5EF4-FFF2-40B4-BE49-F238E27FC236}">
                <a16:creationId xmlns:a16="http://schemas.microsoft.com/office/drawing/2014/main" id="{525886AD-5752-4EF2-9B4E-D67F6DAA3C03}"/>
              </a:ext>
            </a:extLst>
          </p:cNvPr>
          <p:cNvSpPr>
            <a:spLocks xmlns:a="http://schemas.openxmlformats.org/drawingml/2006/main" noGrp="1"/>
          </p:cNvSpPr>
          <p:nvPr/>
        </p:nvSpPr>
        <p:spPr>
          <a:xfrm xmlns:a="http://schemas.openxmlformats.org/drawingml/2006/main">
            <a:off x="666750" y="3371850"/>
            <a:ext cx="361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650" b="1">
                <a:solidFill>
                  <a:srgbClr val="FFFFFF"/>
                </a:solidFill>
                <a:latin typeface="Menlo"/>
                <a:ea typeface="Menlo"/>
                <a:cs typeface="Menlo"/>
              </a:defRPr>
            </a:pPr>
            <a:r>
              <a:rPr sz="1650" b="1">
                <a:solidFill>
                  <a:srgbClr val="FFFFFF"/>
                </a:solidFill>
                <a:latin typeface="Menlo"/>
                <a:ea typeface="Menlo"/>
                <a:cs typeface="Menlo"/>
              </a:rPr>
              <a:t>✓</a:t>
            </a:r>
          </a:p>
        </p:txBody>
      </p:sp>
      <p:sp>
        <p:nvSpPr>
          <p:cNvPr id="19" name="">
            <a:extLst xmlns:a="http://schemas.openxmlformats.org/drawingml/2006/main">
              <a:ext uri="{FF2B5EF4-FFF2-40B4-BE49-F238E27FC236}">
                <a16:creationId xmlns:a16="http://schemas.microsoft.com/office/drawing/2014/main" id="{2FC5C79B-4E50-496F-9F77-A6D70F5877A1}"/>
              </a:ext>
            </a:extLst>
          </p:cNvPr>
          <p:cNvSpPr>
            <a:spLocks xmlns:a="http://schemas.openxmlformats.org/drawingml/2006/main" noGrp="1"/>
          </p:cNvSpPr>
          <p:nvPr/>
        </p:nvSpPr>
        <p:spPr>
          <a:xfrm xmlns:a="http://schemas.openxmlformats.org/drawingml/2006/main">
            <a:off x="1295400" y="3314700"/>
            <a:ext cx="4000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950" b="1">
                <a:solidFill>
                  <a:srgbClr val="2563EB"/>
                </a:solidFill>
                <a:latin typeface="AppleGothic"/>
                <a:ea typeface="AppleGothic"/>
                <a:cs typeface="AppleGothic"/>
              </a:defRPr>
            </a:pPr>
            <a:r>
              <a:rPr sz="1950" b="1">
                <a:solidFill>
                  <a:srgbClr val="2563EB"/>
                </a:solidFill>
                <a:latin typeface="AppleGothic"/>
                <a:ea typeface="AppleGothic"/>
                <a:cs typeface="AppleGothic"/>
              </a:rPr>
              <a:t>단일 변경</a:t>
            </a:r>
          </a:p>
        </p:txBody>
      </p:sp>
      <p:sp>
        <p:nvSpPr>
          <p:cNvPr id="20" name="">
            <a:extLst xmlns:a="http://schemas.openxmlformats.org/drawingml/2006/main">
              <a:ext uri="{FF2B5EF4-FFF2-40B4-BE49-F238E27FC236}">
                <a16:creationId xmlns:a16="http://schemas.microsoft.com/office/drawing/2014/main" id="{20AE0EE4-DF94-43EB-8F58-D4942AFD74B5}"/>
              </a:ext>
            </a:extLst>
          </p:cNvPr>
          <p:cNvSpPr>
            <a:spLocks xmlns:a="http://schemas.openxmlformats.org/drawingml/2006/main" noGrp="1"/>
          </p:cNvSpPr>
          <p:nvPr/>
        </p:nvSpPr>
        <p:spPr>
          <a:xfrm xmlns:a="http://schemas.openxmlformats.org/drawingml/2006/main">
            <a:off x="5657850" y="3352800"/>
            <a:ext cx="5581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프롬프트 버전 또는 생성 무작위성</a:t>
            </a:r>
          </a:p>
        </p:txBody>
      </p:sp>
      <p:sp>
        <p:nvSpPr>
          <p:cNvPr id="21" name="">
            <a:extLst xmlns:a="http://schemas.openxmlformats.org/drawingml/2006/main">
              <a:ext uri="{FF2B5EF4-FFF2-40B4-BE49-F238E27FC236}">
                <a16:creationId xmlns:a16="http://schemas.microsoft.com/office/drawing/2014/main" id="{9E749C66-4E68-4455-BA95-3A196EDF446B}"/>
              </a:ext>
            </a:extLst>
          </p:cNvPr>
          <p:cNvSpPr>
            <a:spLocks xmlns:a="http://schemas.openxmlformats.org/drawingml/2006/main" noGrp="1"/>
          </p:cNvSpPr>
          <p:nvPr/>
        </p:nvSpPr>
        <p:spPr>
          <a:xfrm xmlns:a="http://schemas.openxmlformats.org/drawingml/2006/main" flipH="0" flipV="0">
            <a:off x="1295400" y="3905250"/>
            <a:ext cx="9944100" cy="0"/>
          </a:xfrm>
          <a:prstGeom xmlns:a="http://schemas.openxmlformats.org/drawingml/2006/main" prst="line">
            <a:avLst/>
          </a:prstGeom>
          <a:noFill xmlns:a="http://schemas.openxmlformats.org/drawingml/2006/main"/>
          <a:ln xmlns:a="http://schemas.openxmlformats.org/drawingml/2006/main" w="28575">
            <a:solidFill>
              <a:srgbClr val="2563EB"/>
            </a:solidFill>
            <a:prstDash val="solid"/>
          </a:ln>
        </p:spPr>
      </p:sp>
      <p:sp>
        <p:nvSpPr>
          <p:cNvPr id="22" name="">
            <a:extLst xmlns:a="http://schemas.openxmlformats.org/drawingml/2006/main">
              <a:ext uri="{FF2B5EF4-FFF2-40B4-BE49-F238E27FC236}">
                <a16:creationId xmlns:a16="http://schemas.microsoft.com/office/drawing/2014/main" id="{42FE3226-CA34-4D05-A5D1-8C0A84C97B0C}"/>
              </a:ext>
            </a:extLst>
          </p:cNvPr>
          <p:cNvSpPr>
            <a:spLocks xmlns:a="http://schemas.openxmlformats.org/drawingml/2006/main" noGrp="1"/>
          </p:cNvSpPr>
          <p:nvPr/>
        </p:nvSpPr>
        <p:spPr>
          <a:xfrm xmlns:a="http://schemas.openxmlformats.org/drawingml/2006/main" rot="0">
            <a:off x="666750" y="4248150"/>
            <a:ext cx="361950" cy="36195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23" name="">
            <a:extLst xmlns:a="http://schemas.openxmlformats.org/drawingml/2006/main">
              <a:ext uri="{FF2B5EF4-FFF2-40B4-BE49-F238E27FC236}">
                <a16:creationId xmlns:a16="http://schemas.microsoft.com/office/drawing/2014/main" id="{A9FAD455-69FD-4F46-9778-C5A02516A79D}"/>
              </a:ext>
            </a:extLst>
          </p:cNvPr>
          <p:cNvSpPr>
            <a:spLocks xmlns:a="http://schemas.openxmlformats.org/drawingml/2006/main" noGrp="1"/>
          </p:cNvSpPr>
          <p:nvPr/>
        </p:nvSpPr>
        <p:spPr>
          <a:xfrm xmlns:a="http://schemas.openxmlformats.org/drawingml/2006/main">
            <a:off x="666750" y="4248150"/>
            <a:ext cx="361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650" b="1">
                <a:solidFill>
                  <a:srgbClr val="FFFFFF"/>
                </a:solidFill>
                <a:latin typeface="Menlo"/>
                <a:ea typeface="Menlo"/>
                <a:cs typeface="Menlo"/>
              </a:defRPr>
            </a:pPr>
            <a:r>
              <a:rPr sz="1650" b="1">
                <a:solidFill>
                  <a:srgbClr val="FFFFFF"/>
                </a:solidFill>
                <a:latin typeface="Menlo"/>
                <a:ea typeface="Menlo"/>
                <a:cs typeface="Menlo"/>
              </a:rPr>
              <a:t>✓</a:t>
            </a:r>
          </a:p>
        </p:txBody>
      </p:sp>
      <p:sp>
        <p:nvSpPr>
          <p:cNvPr id="24" name="">
            <a:extLst xmlns:a="http://schemas.openxmlformats.org/drawingml/2006/main">
              <a:ext uri="{FF2B5EF4-FFF2-40B4-BE49-F238E27FC236}">
                <a16:creationId xmlns:a16="http://schemas.microsoft.com/office/drawing/2014/main" id="{20F2F692-FEDF-48B2-B6E8-487B56431B52}"/>
              </a:ext>
            </a:extLst>
          </p:cNvPr>
          <p:cNvSpPr>
            <a:spLocks xmlns:a="http://schemas.openxmlformats.org/drawingml/2006/main" noGrp="1"/>
          </p:cNvSpPr>
          <p:nvPr/>
        </p:nvSpPr>
        <p:spPr>
          <a:xfrm xmlns:a="http://schemas.openxmlformats.org/drawingml/2006/main">
            <a:off x="1295400" y="4191000"/>
            <a:ext cx="4000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950" b="1">
                <a:solidFill>
                  <a:srgbClr val="191919"/>
                </a:solidFill>
                <a:latin typeface="AppleGothic"/>
                <a:ea typeface="AppleGothic"/>
                <a:cs typeface="AppleGothic"/>
              </a:defRPr>
            </a:pPr>
            <a:r>
              <a:rPr sz="1950" b="1">
                <a:solidFill>
                  <a:srgbClr val="191919"/>
                </a:solidFill>
                <a:latin typeface="AppleGothic"/>
                <a:ea typeface="AppleGothic"/>
                <a:cs typeface="AppleGothic"/>
              </a:rPr>
              <a:t>비교 판단</a:t>
            </a:r>
          </a:p>
        </p:txBody>
      </p:sp>
      <p:sp>
        <p:nvSpPr>
          <p:cNvPr id="25" name="">
            <a:extLst xmlns:a="http://schemas.openxmlformats.org/drawingml/2006/main">
              <a:ext uri="{FF2B5EF4-FFF2-40B4-BE49-F238E27FC236}">
                <a16:creationId xmlns:a16="http://schemas.microsoft.com/office/drawing/2014/main" id="{83572760-CDDB-4D34-9D47-1B965F70A3ED}"/>
              </a:ext>
            </a:extLst>
          </p:cNvPr>
          <p:cNvSpPr>
            <a:spLocks xmlns:a="http://schemas.openxmlformats.org/drawingml/2006/main" noGrp="1"/>
          </p:cNvSpPr>
          <p:nvPr/>
        </p:nvSpPr>
        <p:spPr>
          <a:xfrm xmlns:a="http://schemas.openxmlformats.org/drawingml/2006/main">
            <a:off x="5657850" y="4229100"/>
            <a:ext cx="5581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출력·상태·응답 지연·토큰</a:t>
            </a:r>
          </a:p>
        </p:txBody>
      </p:sp>
      <p:sp>
        <p:nvSpPr>
          <p:cNvPr id="26" name="">
            <a:extLst xmlns:a="http://schemas.openxmlformats.org/drawingml/2006/main">
              <a:ext uri="{FF2B5EF4-FFF2-40B4-BE49-F238E27FC236}">
                <a16:creationId xmlns:a16="http://schemas.microsoft.com/office/drawing/2014/main" id="{A4985852-8020-4BDF-B7E6-08675AED5624}"/>
              </a:ext>
            </a:extLst>
          </p:cNvPr>
          <p:cNvSpPr>
            <a:spLocks xmlns:a="http://schemas.openxmlformats.org/drawingml/2006/main" noGrp="1"/>
          </p:cNvSpPr>
          <p:nvPr/>
        </p:nvSpPr>
        <p:spPr>
          <a:xfrm xmlns:a="http://schemas.openxmlformats.org/drawingml/2006/main" flipH="0" flipV="0">
            <a:off x="1295400" y="4781550"/>
            <a:ext cx="99441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27" name="">
            <a:extLst xmlns:a="http://schemas.openxmlformats.org/drawingml/2006/main">
              <a:ext uri="{FF2B5EF4-FFF2-40B4-BE49-F238E27FC236}">
                <a16:creationId xmlns:a16="http://schemas.microsoft.com/office/drawing/2014/main" id="{074E88D4-E636-4ACA-8007-409F582AE474}"/>
              </a:ext>
            </a:extLst>
          </p:cNvPr>
          <p:cNvSpPr>
            <a:spLocks xmlns:a="http://schemas.openxmlformats.org/drawingml/2006/main" noGrp="1"/>
          </p:cNvSpPr>
          <p:nvPr/>
        </p:nvSpPr>
        <p:spPr>
          <a:xfrm xmlns:a="http://schemas.openxmlformats.org/drawingml/2006/main" rot="0">
            <a:off x="666750" y="5124450"/>
            <a:ext cx="361950" cy="36195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28" name="">
            <a:extLst xmlns:a="http://schemas.openxmlformats.org/drawingml/2006/main">
              <a:ext uri="{FF2B5EF4-FFF2-40B4-BE49-F238E27FC236}">
                <a16:creationId xmlns:a16="http://schemas.microsoft.com/office/drawing/2014/main" id="{AAE547F3-FEC2-4729-A0DE-6A3376A6A28D}"/>
              </a:ext>
            </a:extLst>
          </p:cNvPr>
          <p:cNvSpPr>
            <a:spLocks xmlns:a="http://schemas.openxmlformats.org/drawingml/2006/main" noGrp="1"/>
          </p:cNvSpPr>
          <p:nvPr/>
        </p:nvSpPr>
        <p:spPr>
          <a:xfrm xmlns:a="http://schemas.openxmlformats.org/drawingml/2006/main">
            <a:off x="666750" y="5124450"/>
            <a:ext cx="361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650" b="1">
                <a:solidFill>
                  <a:srgbClr val="FFFFFF"/>
                </a:solidFill>
                <a:latin typeface="Menlo"/>
                <a:ea typeface="Menlo"/>
                <a:cs typeface="Menlo"/>
              </a:defRPr>
            </a:pPr>
            <a:r>
              <a:rPr sz="1650" b="1">
                <a:solidFill>
                  <a:srgbClr val="FFFFFF"/>
                </a:solidFill>
                <a:latin typeface="Menlo"/>
                <a:ea typeface="Menlo"/>
                <a:cs typeface="Menlo"/>
              </a:rPr>
              <a:t>✓</a:t>
            </a:r>
          </a:p>
        </p:txBody>
      </p:sp>
      <p:sp>
        <p:nvSpPr>
          <p:cNvPr id="29" name="">
            <a:extLst xmlns:a="http://schemas.openxmlformats.org/drawingml/2006/main">
              <a:ext uri="{FF2B5EF4-FFF2-40B4-BE49-F238E27FC236}">
                <a16:creationId xmlns:a16="http://schemas.microsoft.com/office/drawing/2014/main" id="{CF6AA97A-FAD7-4C55-B6AE-916DF4DD3010}"/>
              </a:ext>
            </a:extLst>
          </p:cNvPr>
          <p:cNvSpPr>
            <a:spLocks xmlns:a="http://schemas.openxmlformats.org/drawingml/2006/main" noGrp="1"/>
          </p:cNvSpPr>
          <p:nvPr/>
        </p:nvSpPr>
        <p:spPr>
          <a:xfrm xmlns:a="http://schemas.openxmlformats.org/drawingml/2006/main">
            <a:off x="1295400" y="5067300"/>
            <a:ext cx="4000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950" b="1">
                <a:solidFill>
                  <a:srgbClr val="191919"/>
                </a:solidFill>
                <a:latin typeface="AppleGothic"/>
                <a:ea typeface="AppleGothic"/>
                <a:cs typeface="AppleGothic"/>
              </a:defRPr>
            </a:pPr>
            <a:r>
              <a:rPr sz="1950" b="1">
                <a:solidFill>
                  <a:srgbClr val="191919"/>
                </a:solidFill>
                <a:latin typeface="AppleGothic"/>
                <a:ea typeface="AppleGothic"/>
                <a:cs typeface="AppleGothic"/>
              </a:rPr>
              <a:t>다음 가설</a:t>
            </a:r>
          </a:p>
        </p:txBody>
      </p:sp>
      <p:sp>
        <p:nvSpPr>
          <p:cNvPr id="30" name="">
            <a:extLst xmlns:a="http://schemas.openxmlformats.org/drawingml/2006/main">
              <a:ext uri="{FF2B5EF4-FFF2-40B4-BE49-F238E27FC236}">
                <a16:creationId xmlns:a16="http://schemas.microsoft.com/office/drawing/2014/main" id="{CC673B26-641A-4BC5-AB25-E4D41C66AE74}"/>
              </a:ext>
            </a:extLst>
          </p:cNvPr>
          <p:cNvSpPr>
            <a:spLocks xmlns:a="http://schemas.openxmlformats.org/drawingml/2006/main" noGrp="1"/>
          </p:cNvSpPr>
          <p:nvPr/>
        </p:nvSpPr>
        <p:spPr>
          <a:xfrm xmlns:a="http://schemas.openxmlformats.org/drawingml/2006/main">
            <a:off x="5657850" y="5105400"/>
            <a:ext cx="5581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변경·기대·판정의 두 문장</a:t>
            </a:r>
          </a:p>
        </p:txBody>
      </p:sp>
      <p:sp>
        <p:nvSpPr>
          <p:cNvPr id="31" name="">
            <a:extLst xmlns:a="http://schemas.openxmlformats.org/drawingml/2006/main">
              <a:ext uri="{FF2B5EF4-FFF2-40B4-BE49-F238E27FC236}">
                <a16:creationId xmlns:a16="http://schemas.microsoft.com/office/drawing/2014/main" id="{CF7E1AFB-B303-4D05-B4AE-BC161C12B5DF}"/>
              </a:ext>
            </a:extLst>
          </p:cNvPr>
          <p:cNvSpPr>
            <a:spLocks xmlns:a="http://schemas.openxmlformats.org/drawingml/2006/main" noGrp="1"/>
          </p:cNvSpPr>
          <p:nvPr/>
        </p:nvSpPr>
        <p:spPr>
          <a:xfrm xmlns:a="http://schemas.openxmlformats.org/drawingml/2006/main" flipH="0" flipV="0">
            <a:off x="1295400" y="5657850"/>
            <a:ext cx="99441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Tree>
    <p:extLst>
      <p:ext uri="{BB962C8B-B14F-4D97-AF65-F5344CB8AC3E}">
        <p14:creationId xmlns:p14="http://schemas.microsoft.com/office/powerpoint/2010/main" val="1688622130"/>
      </p:ext>
    </p:extLst>
  </p:cSld>
</p:sld>
</file>

<file path=ppt/slides/slide69.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7537CDB3-7615-4DFC-BDB5-F5B9DDA4A833}"/>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LAB</a:t>
            </a:r>
          </a:p>
        </p:txBody>
      </p:sp>
      <p:sp>
        <p:nvSpPr>
          <p:cNvPr id="2" name="">
            <a:extLst xmlns:a="http://schemas.openxmlformats.org/drawingml/2006/main">
              <a:ext uri="{FF2B5EF4-FFF2-40B4-BE49-F238E27FC236}">
                <a16:creationId xmlns:a16="http://schemas.microsoft.com/office/drawing/2014/main" id="{35BDE16C-EFA7-488B-A869-287965BD2446}"/>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69</a:t>
            </a:r>
          </a:p>
        </p:txBody>
      </p:sp>
      <p:sp>
        <p:nvSpPr>
          <p:cNvPr id="3" name="">
            <a:extLst xmlns:a="http://schemas.openxmlformats.org/drawingml/2006/main">
              <a:ext uri="{FF2B5EF4-FFF2-40B4-BE49-F238E27FC236}">
                <a16:creationId xmlns:a16="http://schemas.microsoft.com/office/drawing/2014/main" id="{8ED193E1-2F0C-4781-9FD1-46F3BD397B78}"/>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15CAF85C-CD24-4DD3-9625-332B140B7602}"/>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12B6C892-DCC8-47E2-BF02-142F4774C4CF}"/>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B1DE458B-FA9F-4250-AC26-1980C29BFC4F}"/>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16주 개발환경의 공통 기준</a:t>
            </a:r>
          </a:p>
        </p:txBody>
      </p:sp>
      <p:sp>
        <p:nvSpPr>
          <p:cNvPr id="7" name="">
            <a:extLst xmlns:a="http://schemas.openxmlformats.org/drawingml/2006/main">
              <a:ext uri="{FF2B5EF4-FFF2-40B4-BE49-F238E27FC236}">
                <a16:creationId xmlns:a16="http://schemas.microsoft.com/office/drawing/2014/main" id="{D459CD01-6175-4B2F-B895-4A58AE9FA970}"/>
              </a:ext>
            </a:extLst>
          </p:cNvPr>
          <p:cNvSpPr>
            <a:spLocks xmlns:a="http://schemas.openxmlformats.org/drawingml/2006/main" noGrp="1"/>
          </p:cNvSpPr>
          <p:nvPr/>
        </p:nvSpPr>
        <p:spPr>
          <a:xfrm xmlns:a="http://schemas.openxmlformats.org/drawingml/2006/main" rot="0">
            <a:off x="609600" y="1790700"/>
            <a:ext cx="10096500" cy="628650"/>
          </a:xfrm>
          <a:prstGeom xmlns:a="http://schemas.openxmlformats.org/drawingml/2006/main" prst="rect">
            <a:avLst/>
          </a:prstGeom>
          <a:solidFill xmlns:a="http://schemas.openxmlformats.org/drawingml/2006/main">
            <a:srgbClr val="2563EB"/>
          </a:solidFill>
          <a:ln xmlns:a="http://schemas.openxmlformats.org/drawingml/2006/main" w="9525">
            <a:solidFill>
              <a:srgbClr val="2563EB"/>
            </a:solidFill>
            <a:prstDash val="solid"/>
          </a:ln>
        </p:spPr>
      </p:sp>
      <p:sp>
        <p:nvSpPr>
          <p:cNvPr id="8" name="">
            <a:extLst xmlns:a="http://schemas.openxmlformats.org/drawingml/2006/main">
              <a:ext uri="{FF2B5EF4-FFF2-40B4-BE49-F238E27FC236}">
                <a16:creationId xmlns:a16="http://schemas.microsoft.com/office/drawing/2014/main" id="{8547A1A4-B98E-4C03-862B-90119A5FD064}"/>
              </a:ext>
            </a:extLst>
          </p:cNvPr>
          <p:cNvSpPr>
            <a:spLocks xmlns:a="http://schemas.openxmlformats.org/drawingml/2006/main" noGrp="1"/>
          </p:cNvSpPr>
          <p:nvPr/>
        </p:nvSpPr>
        <p:spPr>
          <a:xfrm xmlns:a="http://schemas.openxmlformats.org/drawingml/2006/main">
            <a:off x="781050" y="1790700"/>
            <a:ext cx="2667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650" b="1">
                <a:solidFill>
                  <a:srgbClr val="FFFFFF"/>
                </a:solidFill>
                <a:latin typeface="Menlo"/>
                <a:ea typeface="Menlo"/>
                <a:cs typeface="Menlo"/>
              </a:defRPr>
            </a:pPr>
            <a:r>
              <a:rPr sz="1650" b="1">
                <a:solidFill>
                  <a:srgbClr val="FFFFFF"/>
                </a:solidFill>
                <a:latin typeface="Menlo"/>
                <a:ea typeface="Menlo"/>
                <a:cs typeface="Menlo"/>
              </a:rPr>
              <a:t>PYTHON 3.11.14</a:t>
            </a:r>
          </a:p>
        </p:txBody>
      </p:sp>
      <p:sp>
        <p:nvSpPr>
          <p:cNvPr id="9" name="">
            <a:extLst xmlns:a="http://schemas.openxmlformats.org/drawingml/2006/main">
              <a:ext uri="{FF2B5EF4-FFF2-40B4-BE49-F238E27FC236}">
                <a16:creationId xmlns:a16="http://schemas.microsoft.com/office/drawing/2014/main" id="{6F1D0102-AAF5-4B3E-9E54-E349D0280827}"/>
              </a:ext>
            </a:extLst>
          </p:cNvPr>
          <p:cNvSpPr>
            <a:spLocks xmlns:a="http://schemas.openxmlformats.org/drawingml/2006/main" noGrp="1"/>
          </p:cNvSpPr>
          <p:nvPr/>
        </p:nvSpPr>
        <p:spPr>
          <a:xfrm xmlns:a="http://schemas.openxmlformats.org/drawingml/2006/main">
            <a:off x="3638550" y="1790700"/>
            <a:ext cx="68770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0000"/>
              </a:lnSpc>
              <a:buNone/>
              <a:defRPr sz="1350" b="0">
                <a:solidFill>
                  <a:srgbClr val="FFFFFF"/>
                </a:solidFill>
                <a:latin typeface="AppleGothic"/>
                <a:ea typeface="AppleGothic"/>
                <a:cs typeface="AppleGothic"/>
              </a:defRPr>
            </a:pPr>
            <a:r>
              <a:rPr sz="1350" b="0">
                <a:solidFill>
                  <a:srgbClr val="FFFFFF"/>
                </a:solidFill>
                <a:latin typeface="AppleGothic"/>
                <a:ea typeface="AppleGothic"/>
                <a:cs typeface="AppleGothic"/>
              </a:rPr>
              <a:t>모든 주차의 기준 인터프리터</a:t>
            </a:r>
          </a:p>
        </p:txBody>
      </p:sp>
      <p:sp>
        <p:nvSpPr>
          <p:cNvPr id="10" name="">
            <a:extLst xmlns:a="http://schemas.openxmlformats.org/drawingml/2006/main">
              <a:ext uri="{FF2B5EF4-FFF2-40B4-BE49-F238E27FC236}">
                <a16:creationId xmlns:a16="http://schemas.microsoft.com/office/drawing/2014/main" id="{4666DCF8-0054-434C-B307-C4798FB32E7B}"/>
              </a:ext>
            </a:extLst>
          </p:cNvPr>
          <p:cNvSpPr>
            <a:spLocks xmlns:a="http://schemas.openxmlformats.org/drawingml/2006/main" noGrp="1"/>
          </p:cNvSpPr>
          <p:nvPr/>
        </p:nvSpPr>
        <p:spPr>
          <a:xfrm xmlns:a="http://schemas.openxmlformats.org/drawingml/2006/main" rot="0">
            <a:off x="1181100" y="2628900"/>
            <a:ext cx="8953500" cy="62865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11" name="">
            <a:extLst xmlns:a="http://schemas.openxmlformats.org/drawingml/2006/main">
              <a:ext uri="{FF2B5EF4-FFF2-40B4-BE49-F238E27FC236}">
                <a16:creationId xmlns:a16="http://schemas.microsoft.com/office/drawing/2014/main" id="{2AAFC6B7-6F51-4334-B1F2-1D66BBFADA11}"/>
              </a:ext>
            </a:extLst>
          </p:cNvPr>
          <p:cNvSpPr>
            <a:spLocks xmlns:a="http://schemas.openxmlformats.org/drawingml/2006/main" noGrp="1"/>
          </p:cNvSpPr>
          <p:nvPr/>
        </p:nvSpPr>
        <p:spPr>
          <a:xfrm xmlns:a="http://schemas.openxmlformats.org/drawingml/2006/main">
            <a:off x="1352550" y="2628900"/>
            <a:ext cx="2667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공통 기반</a:t>
            </a:r>
          </a:p>
        </p:txBody>
      </p:sp>
      <p:sp>
        <p:nvSpPr>
          <p:cNvPr id="12" name="">
            <a:extLst xmlns:a="http://schemas.openxmlformats.org/drawingml/2006/main">
              <a:ext uri="{FF2B5EF4-FFF2-40B4-BE49-F238E27FC236}">
                <a16:creationId xmlns:a16="http://schemas.microsoft.com/office/drawing/2014/main" id="{AFD5F781-7282-45A8-81DA-E4F776F38B5A}"/>
              </a:ext>
            </a:extLst>
          </p:cNvPr>
          <p:cNvSpPr>
            <a:spLocks xmlns:a="http://schemas.openxmlformats.org/drawingml/2006/main" noGrp="1"/>
          </p:cNvSpPr>
          <p:nvPr/>
        </p:nvSpPr>
        <p:spPr>
          <a:xfrm xmlns:a="http://schemas.openxmlformats.org/drawingml/2006/main">
            <a:off x="4210050" y="2628900"/>
            <a:ext cx="57340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0000"/>
              </a:lnSpc>
              <a:buNone/>
              <a:defRPr sz="1350" b="0">
                <a:solidFill>
                  <a:srgbClr val="FFFFFF"/>
                </a:solidFill>
                <a:latin typeface="AppleGothic"/>
                <a:ea typeface="AppleGothic"/>
                <a:cs typeface="AppleGothic"/>
              </a:defRPr>
            </a:pPr>
            <a:r>
              <a:rPr sz="1350" b="0">
                <a:solidFill>
                  <a:srgbClr val="FFFFFF"/>
                </a:solidFill>
                <a:latin typeface="AppleGothic"/>
                <a:ea typeface="AppleGothic"/>
                <a:cs typeface="AppleGothic"/>
              </a:rPr>
              <a:t>Jupyter · Requests · pandas · pytest</a:t>
            </a:r>
          </a:p>
        </p:txBody>
      </p:sp>
      <p:sp>
        <p:nvSpPr>
          <p:cNvPr id="13" name="">
            <a:extLst xmlns:a="http://schemas.openxmlformats.org/drawingml/2006/main">
              <a:ext uri="{FF2B5EF4-FFF2-40B4-BE49-F238E27FC236}">
                <a16:creationId xmlns:a16="http://schemas.microsoft.com/office/drawing/2014/main" id="{B1D2F1D0-5A4B-4000-B620-88E9C1F0FE38}"/>
              </a:ext>
            </a:extLst>
          </p:cNvPr>
          <p:cNvSpPr>
            <a:spLocks xmlns:a="http://schemas.openxmlformats.org/drawingml/2006/main" noGrp="1"/>
          </p:cNvSpPr>
          <p:nvPr/>
        </p:nvSpPr>
        <p:spPr>
          <a:xfrm xmlns:a="http://schemas.openxmlformats.org/drawingml/2006/main" rot="0">
            <a:off x="1752600" y="3467100"/>
            <a:ext cx="7810500" cy="62865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14" name="">
            <a:extLst xmlns:a="http://schemas.openxmlformats.org/drawingml/2006/main">
              <a:ext uri="{FF2B5EF4-FFF2-40B4-BE49-F238E27FC236}">
                <a16:creationId xmlns:a16="http://schemas.microsoft.com/office/drawing/2014/main" id="{05DD2812-5617-4561-8833-EA2CBB8A0159}"/>
              </a:ext>
            </a:extLst>
          </p:cNvPr>
          <p:cNvSpPr>
            <a:spLocks xmlns:a="http://schemas.openxmlformats.org/drawingml/2006/main" noGrp="1"/>
          </p:cNvSpPr>
          <p:nvPr/>
        </p:nvSpPr>
        <p:spPr>
          <a:xfrm xmlns:a="http://schemas.openxmlformats.org/drawingml/2006/main">
            <a:off x="1924050" y="3467100"/>
            <a:ext cx="2667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주차별 프로필</a:t>
            </a:r>
          </a:p>
        </p:txBody>
      </p:sp>
      <p:sp>
        <p:nvSpPr>
          <p:cNvPr id="15" name="">
            <a:extLst xmlns:a="http://schemas.openxmlformats.org/drawingml/2006/main">
              <a:ext uri="{FF2B5EF4-FFF2-40B4-BE49-F238E27FC236}">
                <a16:creationId xmlns:a16="http://schemas.microsoft.com/office/drawing/2014/main" id="{7D331624-5163-483D-B5E8-E96F8B6E0471}"/>
              </a:ext>
            </a:extLst>
          </p:cNvPr>
          <p:cNvSpPr>
            <a:spLocks xmlns:a="http://schemas.openxmlformats.org/drawingml/2006/main" noGrp="1"/>
          </p:cNvSpPr>
          <p:nvPr/>
        </p:nvSpPr>
        <p:spPr>
          <a:xfrm xmlns:a="http://schemas.openxmlformats.org/drawingml/2006/main">
            <a:off x="4781550" y="3467100"/>
            <a:ext cx="45910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0000"/>
              </a:lnSpc>
              <a:buNone/>
              <a:defRPr sz="1350" b="0">
                <a:solidFill>
                  <a:srgbClr val="FFFFFF"/>
                </a:solidFill>
                <a:latin typeface="AppleGothic"/>
                <a:ea typeface="AppleGothic"/>
                <a:cs typeface="AppleGothic"/>
              </a:defRPr>
            </a:pPr>
            <a:r>
              <a:rPr sz="1350" b="0">
                <a:solidFill>
                  <a:srgbClr val="FFFFFF"/>
                </a:solidFill>
                <a:latin typeface="AppleGothic"/>
                <a:ea typeface="AppleGothic"/>
                <a:cs typeface="AppleGothic"/>
              </a:rPr>
              <a:t>응용 프로그래밍 인터페이스 · 검색 증강 생성 · 미세조정 · 에이전트</a:t>
            </a:r>
          </a:p>
        </p:txBody>
      </p:sp>
      <p:sp>
        <p:nvSpPr>
          <p:cNvPr id="16" name="">
            <a:extLst xmlns:a="http://schemas.openxmlformats.org/drawingml/2006/main">
              <a:ext uri="{FF2B5EF4-FFF2-40B4-BE49-F238E27FC236}">
                <a16:creationId xmlns:a16="http://schemas.microsoft.com/office/drawing/2014/main" id="{AA1A5B88-B844-42B8-A89B-F652AD71F34E}"/>
              </a:ext>
            </a:extLst>
          </p:cNvPr>
          <p:cNvSpPr>
            <a:spLocks xmlns:a="http://schemas.openxmlformats.org/drawingml/2006/main" noGrp="1"/>
          </p:cNvSpPr>
          <p:nvPr/>
        </p:nvSpPr>
        <p:spPr>
          <a:xfrm xmlns:a="http://schemas.openxmlformats.org/drawingml/2006/main" rot="0">
            <a:off x="2324100" y="4305300"/>
            <a:ext cx="6667500" cy="62865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17" name="">
            <a:extLst xmlns:a="http://schemas.openxmlformats.org/drawingml/2006/main">
              <a:ext uri="{FF2B5EF4-FFF2-40B4-BE49-F238E27FC236}">
                <a16:creationId xmlns:a16="http://schemas.microsoft.com/office/drawing/2014/main" id="{FB1F7418-3C88-4615-A48A-7885EFFC1210}"/>
              </a:ext>
            </a:extLst>
          </p:cNvPr>
          <p:cNvSpPr>
            <a:spLocks xmlns:a="http://schemas.openxmlformats.org/drawingml/2006/main" noGrp="1"/>
          </p:cNvSpPr>
          <p:nvPr/>
        </p:nvSpPr>
        <p:spPr>
          <a:xfrm xmlns:a="http://schemas.openxmlformats.org/drawingml/2006/main">
            <a:off x="2495550" y="4305300"/>
            <a:ext cx="2667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버전 잠금</a:t>
            </a:r>
          </a:p>
        </p:txBody>
      </p:sp>
      <p:sp>
        <p:nvSpPr>
          <p:cNvPr id="18" name="">
            <a:extLst xmlns:a="http://schemas.openxmlformats.org/drawingml/2006/main">
              <a:ext uri="{FF2B5EF4-FFF2-40B4-BE49-F238E27FC236}">
                <a16:creationId xmlns:a16="http://schemas.microsoft.com/office/drawing/2014/main" id="{D37FAA51-7C1D-4B3D-8130-6D2DDEA5CC43}"/>
              </a:ext>
            </a:extLst>
          </p:cNvPr>
          <p:cNvSpPr>
            <a:spLocks xmlns:a="http://schemas.openxmlformats.org/drawingml/2006/main" noGrp="1"/>
          </p:cNvSpPr>
          <p:nvPr/>
        </p:nvSpPr>
        <p:spPr>
          <a:xfrm xmlns:a="http://schemas.openxmlformats.org/drawingml/2006/main">
            <a:off x="5353050" y="4305300"/>
            <a:ext cx="34480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0000"/>
              </a:lnSpc>
              <a:buNone/>
              <a:defRPr sz="1350" b="0">
                <a:solidFill>
                  <a:srgbClr val="FFFFFF"/>
                </a:solidFill>
                <a:latin typeface="AppleGothic"/>
                <a:ea typeface="AppleGothic"/>
                <a:cs typeface="AppleGothic"/>
              </a:defRPr>
            </a:pPr>
            <a:r>
              <a:rPr sz="1350" b="0">
                <a:solidFill>
                  <a:srgbClr val="FFFFFF"/>
                </a:solidFill>
                <a:latin typeface="AppleGothic"/>
                <a:ea typeface="AppleGothic"/>
                <a:cs typeface="AppleGothic"/>
              </a:rPr>
              <a:t>macOS · 64비트 Arm 아키텍처(ARM64) 등 검증된 조합</a:t>
            </a:r>
          </a:p>
        </p:txBody>
      </p:sp>
      <p:sp>
        <p:nvSpPr>
          <p:cNvPr id="19" name="">
            <a:extLst xmlns:a="http://schemas.openxmlformats.org/drawingml/2006/main">
              <a:ext uri="{FF2B5EF4-FFF2-40B4-BE49-F238E27FC236}">
                <a16:creationId xmlns:a16="http://schemas.microsoft.com/office/drawing/2014/main" id="{9B82B075-2BE7-48DA-B8F6-64C0C14382B6}"/>
              </a:ext>
            </a:extLst>
          </p:cNvPr>
          <p:cNvSpPr>
            <a:spLocks xmlns:a="http://schemas.openxmlformats.org/drawingml/2006/main" noGrp="1"/>
          </p:cNvSpPr>
          <p:nvPr/>
        </p:nvSpPr>
        <p:spPr>
          <a:xfrm xmlns:a="http://schemas.openxmlformats.org/drawingml/2006/main">
            <a:off x="609600" y="5581650"/>
            <a:ext cx="10972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425" b="1">
                <a:solidFill>
                  <a:srgbClr val="FFFFFF"/>
                </a:solidFill>
                <a:latin typeface="AppleGothic"/>
                <a:ea typeface="AppleGothic"/>
                <a:cs typeface="AppleGothic"/>
              </a:defRPr>
            </a:pPr>
            <a:r>
              <a:rPr sz="1425" b="1">
                <a:solidFill>
                  <a:srgbClr val="FFFFFF"/>
                </a:solidFill>
                <a:latin typeface="AppleGothic"/>
                <a:ea typeface="AppleGothic"/>
                <a:cs typeface="AppleGothic"/>
              </a:rPr>
              <a:t>하나의 거대 환경 대신 공통 기반과 충돌 주차별 프로필</a:t>
            </a:r>
          </a:p>
        </p:txBody>
      </p:sp>
    </p:spTree>
    <p:extLst>
      <p:ext uri="{BB962C8B-B14F-4D97-AF65-F5344CB8AC3E}">
        <p14:creationId xmlns:p14="http://schemas.microsoft.com/office/powerpoint/2010/main" val="1647100321"/>
      </p:ext>
    </p:extLst>
  </p:cSld>
</p:sld>
</file>

<file path=ppt/slides/slide70.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C3393104-B809-4AD9-81F9-A72412FBF509}"/>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LAB</a:t>
            </a:r>
          </a:p>
        </p:txBody>
      </p:sp>
      <p:sp>
        <p:nvSpPr>
          <p:cNvPr id="2" name="">
            <a:extLst xmlns:a="http://schemas.openxmlformats.org/drawingml/2006/main">
              <a:ext uri="{FF2B5EF4-FFF2-40B4-BE49-F238E27FC236}">
                <a16:creationId xmlns:a16="http://schemas.microsoft.com/office/drawing/2014/main" id="{13BA776E-2C84-445B-A3E4-F41641728059}"/>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70</a:t>
            </a:r>
          </a:p>
        </p:txBody>
      </p:sp>
      <p:sp>
        <p:nvSpPr>
          <p:cNvPr id="3" name="">
            <a:extLst xmlns:a="http://schemas.openxmlformats.org/drawingml/2006/main">
              <a:ext uri="{FF2B5EF4-FFF2-40B4-BE49-F238E27FC236}">
                <a16:creationId xmlns:a16="http://schemas.microsoft.com/office/drawing/2014/main" id="{EA5FEF8F-7839-4A79-AE19-7A3D5903DE2A}"/>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9EDE70FD-5C00-4A8E-A1F3-BCBBF2C52B1C}"/>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7548C482-ED89-4BED-B6F0-B144A2DC0432}"/>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417EEE1A-74C7-4792-8E7F-F5FC175643B5}"/>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필수 완주와 선택 확장의 분기</a:t>
            </a:r>
          </a:p>
        </p:txBody>
      </p:sp>
      <p:sp>
        <p:nvSpPr>
          <p:cNvPr id="7" name="">
            <a:extLst xmlns:a="http://schemas.openxmlformats.org/drawingml/2006/main">
              <a:ext uri="{FF2B5EF4-FFF2-40B4-BE49-F238E27FC236}">
                <a16:creationId xmlns:a16="http://schemas.microsoft.com/office/drawing/2014/main" id="{88F2ABE3-7AF6-4210-B5BB-823C675EED99}"/>
              </a:ext>
            </a:extLst>
          </p:cNvPr>
          <p:cNvSpPr>
            <a:spLocks xmlns:a="http://schemas.openxmlformats.org/drawingml/2006/main" noGrp="1"/>
          </p:cNvSpPr>
          <p:nvPr/>
        </p:nvSpPr>
        <p:spPr>
          <a:xfrm xmlns:a="http://schemas.openxmlformats.org/drawingml/2006/main" rot="0">
            <a:off x="609600" y="2667000"/>
            <a:ext cx="1924050" cy="106680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8" name="">
            <a:extLst xmlns:a="http://schemas.openxmlformats.org/drawingml/2006/main">
              <a:ext uri="{FF2B5EF4-FFF2-40B4-BE49-F238E27FC236}">
                <a16:creationId xmlns:a16="http://schemas.microsoft.com/office/drawing/2014/main" id="{C4C45EE0-1C7C-4D75-95E1-64EC2C4AAF6B}"/>
              </a:ext>
            </a:extLst>
          </p:cNvPr>
          <p:cNvSpPr>
            <a:spLocks xmlns:a="http://schemas.openxmlformats.org/drawingml/2006/main" noGrp="1"/>
          </p:cNvSpPr>
          <p:nvPr/>
        </p:nvSpPr>
        <p:spPr>
          <a:xfrm xmlns:a="http://schemas.openxmlformats.org/drawingml/2006/main">
            <a:off x="781050" y="2667000"/>
            <a:ext cx="15811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5000"/>
              </a:lnSpc>
              <a:buNone/>
              <a:defRPr sz="1575" b="1">
                <a:solidFill>
                  <a:srgbClr val="FFFFFF"/>
                </a:solidFill>
                <a:latin typeface="AppleGothic"/>
                <a:ea typeface="AppleGothic"/>
                <a:cs typeface="AppleGothic"/>
              </a:defRPr>
            </a:pPr>
            <a:r>
              <a:rPr sz="1575" b="1">
                <a:solidFill>
                  <a:srgbClr val="FFFFFF"/>
                </a:solidFill>
                <a:latin typeface="AppleGothic"/>
                <a:ea typeface="AppleGothic"/>
                <a:cs typeface="AppleGothic"/>
              </a:rPr>
              <a:t>동일한</a:t>
            </a:r>
          </a:p>
          <a:p xmlns:a="http://schemas.openxmlformats.org/drawingml/2006/main">
            <a:pPr algn="ctr">
              <a:lnSpc>
                <a:spcPct val="115000"/>
              </a:lnSpc>
              <a:buNone/>
              <a:defRPr sz="1575" b="1">
                <a:solidFill>
                  <a:srgbClr val="FFFFFF"/>
                </a:solidFill>
                <a:latin typeface="AppleGothic"/>
                <a:ea typeface="AppleGothic"/>
                <a:cs typeface="AppleGothic"/>
              </a:defRPr>
            </a:pPr>
            <a:r>
              <a:rPr sz="1575" b="1">
                <a:solidFill>
                  <a:srgbClr val="FFFFFF"/>
                </a:solidFill>
                <a:latin typeface="AppleGothic"/>
                <a:ea typeface="AppleGothic"/>
                <a:cs typeface="AppleGothic"/>
              </a:rPr>
              <a:t>합성 입력</a:t>
            </a:r>
          </a:p>
        </p:txBody>
      </p:sp>
      <p:sp>
        <p:nvSpPr>
          <p:cNvPr id="9" name="">
            <a:extLst xmlns:a="http://schemas.openxmlformats.org/drawingml/2006/main">
              <a:ext uri="{FF2B5EF4-FFF2-40B4-BE49-F238E27FC236}">
                <a16:creationId xmlns:a16="http://schemas.microsoft.com/office/drawing/2014/main" id="{7C18D20E-27DD-4550-91E0-247F35391860}"/>
              </a:ext>
            </a:extLst>
          </p:cNvPr>
          <p:cNvSpPr>
            <a:spLocks xmlns:a="http://schemas.openxmlformats.org/drawingml/2006/main" noGrp="1"/>
          </p:cNvSpPr>
          <p:nvPr/>
        </p:nvSpPr>
        <p:spPr>
          <a:xfrm xmlns:a="http://schemas.openxmlformats.org/drawingml/2006/main" flipH="0" flipV="1">
            <a:off x="2533650" y="2190750"/>
            <a:ext cx="895350" cy="1009650"/>
          </a:xfrm>
          <a:prstGeom xmlns:a="http://schemas.openxmlformats.org/drawingml/2006/main" prst="line">
            <a:avLst/>
          </a:prstGeom>
          <a:noFill xmlns:a="http://schemas.openxmlformats.org/drawingml/2006/main"/>
          <a:ln xmlns:a="http://schemas.openxmlformats.org/drawingml/2006/main" w="19050">
            <a:solidFill>
              <a:srgbClr val="667085"/>
            </a:solidFill>
            <a:prstDash val="solid"/>
          </a:ln>
        </p:spPr>
      </p:sp>
      <p:sp>
        <p:nvSpPr>
          <p:cNvPr id="10" name="">
            <a:extLst xmlns:a="http://schemas.openxmlformats.org/drawingml/2006/main">
              <a:ext uri="{FF2B5EF4-FFF2-40B4-BE49-F238E27FC236}">
                <a16:creationId xmlns:a16="http://schemas.microsoft.com/office/drawing/2014/main" id="{F3CBB51E-1539-4E7A-813D-DAD8664E87CB}"/>
              </a:ext>
            </a:extLst>
          </p:cNvPr>
          <p:cNvSpPr>
            <a:spLocks xmlns:a="http://schemas.openxmlformats.org/drawingml/2006/main" noGrp="1"/>
          </p:cNvSpPr>
          <p:nvPr/>
        </p:nvSpPr>
        <p:spPr>
          <a:xfrm xmlns:a="http://schemas.openxmlformats.org/drawingml/2006/main" flipH="0" flipV="0">
            <a:off x="2533650" y="3200400"/>
            <a:ext cx="895350" cy="1009650"/>
          </a:xfrm>
          <a:prstGeom xmlns:a="http://schemas.openxmlformats.org/drawingml/2006/main" prst="line">
            <a:avLst/>
          </a:prstGeom>
          <a:noFill xmlns:a="http://schemas.openxmlformats.org/drawingml/2006/main"/>
          <a:ln xmlns:a="http://schemas.openxmlformats.org/drawingml/2006/main" w="19050">
            <a:solidFill>
              <a:srgbClr val="667085"/>
            </a:solidFill>
            <a:prstDash val="solid"/>
          </a:ln>
        </p:spPr>
      </p:sp>
      <p:sp>
        <p:nvSpPr>
          <p:cNvPr id="11" name="">
            <a:extLst xmlns:a="http://schemas.openxmlformats.org/drawingml/2006/main">
              <a:ext uri="{FF2B5EF4-FFF2-40B4-BE49-F238E27FC236}">
                <a16:creationId xmlns:a16="http://schemas.microsoft.com/office/drawing/2014/main" id="{87F235F5-8E41-45F3-B4BF-5340E4A03AB9}"/>
              </a:ext>
            </a:extLst>
          </p:cNvPr>
          <p:cNvSpPr>
            <a:spLocks xmlns:a="http://schemas.openxmlformats.org/drawingml/2006/main" noGrp="1"/>
          </p:cNvSpPr>
          <p:nvPr/>
        </p:nvSpPr>
        <p:spPr>
          <a:xfrm xmlns:a="http://schemas.openxmlformats.org/drawingml/2006/main">
            <a:off x="3695700" y="16764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AppleGothic"/>
                <a:ea typeface="AppleGothic"/>
                <a:cs typeface="AppleGothic"/>
              </a:defRPr>
            </a:pPr>
            <a:r>
              <a:rPr sz="1050" b="1">
                <a:solidFill>
                  <a:srgbClr val="2563EB"/>
                </a:solidFill>
                <a:latin typeface="AppleGothic"/>
                <a:ea typeface="AppleGothic"/>
                <a:cs typeface="AppleGothic"/>
              </a:rPr>
              <a:t>필수 완주</a:t>
            </a:r>
          </a:p>
        </p:txBody>
      </p:sp>
      <p:sp>
        <p:nvSpPr>
          <p:cNvPr id="12" name="">
            <a:extLst xmlns:a="http://schemas.openxmlformats.org/drawingml/2006/main">
              <a:ext uri="{FF2B5EF4-FFF2-40B4-BE49-F238E27FC236}">
                <a16:creationId xmlns:a16="http://schemas.microsoft.com/office/drawing/2014/main" id="{CF4838A6-63B7-46A1-86A1-F06A3F21038A}"/>
              </a:ext>
            </a:extLst>
          </p:cNvPr>
          <p:cNvSpPr>
            <a:spLocks xmlns:a="http://schemas.openxmlformats.org/drawingml/2006/main" noGrp="1"/>
          </p:cNvSpPr>
          <p:nvPr/>
        </p:nvSpPr>
        <p:spPr>
          <a:xfrm xmlns:a="http://schemas.openxmlformats.org/drawingml/2006/main" rot="0">
            <a:off x="3695700" y="2038350"/>
            <a:ext cx="2876550" cy="876300"/>
          </a:xfrm>
          <a:prstGeom xmlns:a="http://schemas.openxmlformats.org/drawingml/2006/main" prst="rect">
            <a:avLst/>
          </a:prstGeom>
          <a:solidFill xmlns:a="http://schemas.openxmlformats.org/drawingml/2006/main">
            <a:srgbClr val="FFFFFF"/>
          </a:solidFill>
          <a:ln xmlns:a="http://schemas.openxmlformats.org/drawingml/2006/main" w="28575">
            <a:solidFill>
              <a:srgbClr val="2563EB"/>
            </a:solidFill>
            <a:prstDash val="solid"/>
          </a:ln>
        </p:spPr>
      </p:sp>
      <p:sp>
        <p:nvSpPr>
          <p:cNvPr id="13" name="">
            <a:extLst xmlns:a="http://schemas.openxmlformats.org/drawingml/2006/main">
              <a:ext uri="{FF2B5EF4-FFF2-40B4-BE49-F238E27FC236}">
                <a16:creationId xmlns:a16="http://schemas.microsoft.com/office/drawing/2014/main" id="{23FA518B-9ECC-461D-8656-619B2F497646}"/>
              </a:ext>
            </a:extLst>
          </p:cNvPr>
          <p:cNvSpPr>
            <a:spLocks xmlns:a="http://schemas.openxmlformats.org/drawingml/2006/main" noGrp="1"/>
          </p:cNvSpPr>
          <p:nvPr/>
        </p:nvSpPr>
        <p:spPr>
          <a:xfrm xmlns:a="http://schemas.openxmlformats.org/drawingml/2006/main">
            <a:off x="3867150" y="2038350"/>
            <a:ext cx="25336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650" b="1">
                <a:solidFill>
                  <a:srgbClr val="191919"/>
                </a:solidFill>
                <a:latin typeface="AppleGothic"/>
                <a:ea typeface="AppleGothic"/>
                <a:cs typeface="AppleGothic"/>
              </a:defRPr>
            </a:pPr>
            <a:r>
              <a:rPr sz="1650" b="1">
                <a:solidFill>
                  <a:srgbClr val="191919"/>
                </a:solidFill>
                <a:latin typeface="AppleGothic"/>
                <a:ea typeface="AppleGothic"/>
                <a:cs typeface="AppleGothic"/>
              </a:rPr>
              <a:t>결정론적 데모 제공자</a:t>
            </a:r>
          </a:p>
        </p:txBody>
      </p:sp>
      <p:sp>
        <p:nvSpPr>
          <p:cNvPr id="14" name="">
            <a:extLst xmlns:a="http://schemas.openxmlformats.org/drawingml/2006/main">
              <a:ext uri="{FF2B5EF4-FFF2-40B4-BE49-F238E27FC236}">
                <a16:creationId xmlns:a16="http://schemas.microsoft.com/office/drawing/2014/main" id="{8D38B0B7-8D0A-4954-AB01-596648192A33}"/>
              </a:ext>
            </a:extLst>
          </p:cNvPr>
          <p:cNvSpPr>
            <a:spLocks xmlns:a="http://schemas.openxmlformats.org/drawingml/2006/main" noGrp="1"/>
          </p:cNvSpPr>
          <p:nvPr/>
        </p:nvSpPr>
        <p:spPr>
          <a:xfrm xmlns:a="http://schemas.openxmlformats.org/drawingml/2006/main" flipH="0" flipV="0">
            <a:off x="6572250" y="2476500"/>
            <a:ext cx="876300" cy="1009650"/>
          </a:xfrm>
          <a:prstGeom xmlns:a="http://schemas.openxmlformats.org/drawingml/2006/main" prst="line">
            <a:avLst/>
          </a:prstGeom>
          <a:noFill xmlns:a="http://schemas.openxmlformats.org/drawingml/2006/main"/>
          <a:ln xmlns:a="http://schemas.openxmlformats.org/drawingml/2006/main" w="19050">
            <a:solidFill>
              <a:srgbClr val="667085"/>
            </a:solidFill>
            <a:prstDash val="solid"/>
          </a:ln>
        </p:spPr>
      </p:sp>
      <p:sp>
        <p:nvSpPr>
          <p:cNvPr id="15" name="">
            <a:extLst xmlns:a="http://schemas.openxmlformats.org/drawingml/2006/main">
              <a:ext uri="{FF2B5EF4-FFF2-40B4-BE49-F238E27FC236}">
                <a16:creationId xmlns:a16="http://schemas.microsoft.com/office/drawing/2014/main" id="{4F2B73B7-909E-4F63-B337-76CB55A3C149}"/>
              </a:ext>
            </a:extLst>
          </p:cNvPr>
          <p:cNvSpPr>
            <a:spLocks xmlns:a="http://schemas.openxmlformats.org/drawingml/2006/main" noGrp="1"/>
          </p:cNvSpPr>
          <p:nvPr/>
        </p:nvSpPr>
        <p:spPr>
          <a:xfrm xmlns:a="http://schemas.openxmlformats.org/drawingml/2006/main">
            <a:off x="3695700" y="371475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선택 확장</a:t>
            </a:r>
          </a:p>
        </p:txBody>
      </p:sp>
      <p:sp>
        <p:nvSpPr>
          <p:cNvPr id="16" name="">
            <a:extLst xmlns:a="http://schemas.openxmlformats.org/drawingml/2006/main">
              <a:ext uri="{FF2B5EF4-FFF2-40B4-BE49-F238E27FC236}">
                <a16:creationId xmlns:a16="http://schemas.microsoft.com/office/drawing/2014/main" id="{67C42F14-630E-423C-BDAF-791674B972D7}"/>
              </a:ext>
            </a:extLst>
          </p:cNvPr>
          <p:cNvSpPr>
            <a:spLocks xmlns:a="http://schemas.openxmlformats.org/drawingml/2006/main" noGrp="1"/>
          </p:cNvSpPr>
          <p:nvPr/>
        </p:nvSpPr>
        <p:spPr>
          <a:xfrm xmlns:a="http://schemas.openxmlformats.org/drawingml/2006/main" rot="0">
            <a:off x="3695700" y="4076700"/>
            <a:ext cx="287655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7" name="">
            <a:extLst xmlns:a="http://schemas.openxmlformats.org/drawingml/2006/main">
              <a:ext uri="{FF2B5EF4-FFF2-40B4-BE49-F238E27FC236}">
                <a16:creationId xmlns:a16="http://schemas.microsoft.com/office/drawing/2014/main" id="{7C3B2470-0206-4AB3-9365-12985D1ED773}"/>
              </a:ext>
            </a:extLst>
          </p:cNvPr>
          <p:cNvSpPr>
            <a:spLocks xmlns:a="http://schemas.openxmlformats.org/drawingml/2006/main" noGrp="1"/>
          </p:cNvSpPr>
          <p:nvPr/>
        </p:nvSpPr>
        <p:spPr>
          <a:xfrm xmlns:a="http://schemas.openxmlformats.org/drawingml/2006/main">
            <a:off x="3867150" y="4076700"/>
            <a:ext cx="25336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650" b="1">
                <a:solidFill>
                  <a:srgbClr val="191919"/>
                </a:solidFill>
                <a:latin typeface="AppleGothic"/>
                <a:ea typeface="AppleGothic"/>
                <a:cs typeface="AppleGothic"/>
              </a:defRPr>
            </a:pPr>
            <a:r>
              <a:rPr sz="1650" b="1">
                <a:solidFill>
                  <a:srgbClr val="191919"/>
                </a:solidFill>
                <a:latin typeface="AppleGothic"/>
                <a:ea typeface="AppleGothic"/>
                <a:cs typeface="AppleGothic"/>
              </a:rPr>
              <a:t>Ollama 로컬 모델</a:t>
            </a:r>
          </a:p>
        </p:txBody>
      </p:sp>
      <p:sp>
        <p:nvSpPr>
          <p:cNvPr id="18" name="">
            <a:extLst xmlns:a="http://schemas.openxmlformats.org/drawingml/2006/main">
              <a:ext uri="{FF2B5EF4-FFF2-40B4-BE49-F238E27FC236}">
                <a16:creationId xmlns:a16="http://schemas.microsoft.com/office/drawing/2014/main" id="{8FBEF72F-C63D-4A4C-82A1-9E10816EFDD1}"/>
              </a:ext>
            </a:extLst>
          </p:cNvPr>
          <p:cNvSpPr>
            <a:spLocks xmlns:a="http://schemas.openxmlformats.org/drawingml/2006/main" noGrp="1"/>
          </p:cNvSpPr>
          <p:nvPr/>
        </p:nvSpPr>
        <p:spPr>
          <a:xfrm xmlns:a="http://schemas.openxmlformats.org/drawingml/2006/main" flipH="0" flipV="1">
            <a:off x="6572250" y="3486150"/>
            <a:ext cx="876300" cy="1028700"/>
          </a:xfrm>
          <a:prstGeom xmlns:a="http://schemas.openxmlformats.org/drawingml/2006/main" prst="line">
            <a:avLst/>
          </a:prstGeom>
          <a:noFill xmlns:a="http://schemas.openxmlformats.org/drawingml/2006/main"/>
          <a:ln xmlns:a="http://schemas.openxmlformats.org/drawingml/2006/main" w="19050">
            <a:solidFill>
              <a:srgbClr val="667085"/>
            </a:solidFill>
            <a:prstDash val="solid"/>
          </a:ln>
        </p:spPr>
      </p:sp>
      <p:sp>
        <p:nvSpPr>
          <p:cNvPr id="19" name="">
            <a:extLst xmlns:a="http://schemas.openxmlformats.org/drawingml/2006/main">
              <a:ext uri="{FF2B5EF4-FFF2-40B4-BE49-F238E27FC236}">
                <a16:creationId xmlns:a16="http://schemas.microsoft.com/office/drawing/2014/main" id="{F7192778-8043-41F2-BF62-0A13BDDDCF45}"/>
              </a:ext>
            </a:extLst>
          </p:cNvPr>
          <p:cNvSpPr>
            <a:spLocks xmlns:a="http://schemas.openxmlformats.org/drawingml/2006/main" noGrp="1"/>
          </p:cNvSpPr>
          <p:nvPr/>
        </p:nvSpPr>
        <p:spPr>
          <a:xfrm xmlns:a="http://schemas.openxmlformats.org/drawingml/2006/main" rot="0">
            <a:off x="7734300" y="2667000"/>
            <a:ext cx="1581150" cy="106680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20" name="">
            <a:extLst xmlns:a="http://schemas.openxmlformats.org/drawingml/2006/main">
              <a:ext uri="{FF2B5EF4-FFF2-40B4-BE49-F238E27FC236}">
                <a16:creationId xmlns:a16="http://schemas.microsoft.com/office/drawing/2014/main" id="{0852D76C-0B9A-4630-B088-EE9FEFB21771}"/>
              </a:ext>
            </a:extLst>
          </p:cNvPr>
          <p:cNvSpPr>
            <a:spLocks xmlns:a="http://schemas.openxmlformats.org/drawingml/2006/main" noGrp="1"/>
          </p:cNvSpPr>
          <p:nvPr/>
        </p:nvSpPr>
        <p:spPr>
          <a:xfrm xmlns:a="http://schemas.openxmlformats.org/drawingml/2006/main">
            <a:off x="7905750" y="2667000"/>
            <a:ext cx="12382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동일 실행 추적</a:t>
            </a:r>
          </a:p>
          <a:p xmlns:a="http://schemas.openxmlformats.org/drawingml/2006/main">
            <a:pPr algn="ctr">
              <a:lnSpc>
                <a:spcPct val="100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데이터 구조</a:t>
            </a:r>
          </a:p>
        </p:txBody>
      </p:sp>
      <p:sp>
        <p:nvSpPr>
          <p:cNvPr id="21" name="">
            <a:extLst xmlns:a="http://schemas.openxmlformats.org/drawingml/2006/main">
              <a:ext uri="{FF2B5EF4-FFF2-40B4-BE49-F238E27FC236}">
                <a16:creationId xmlns:a16="http://schemas.microsoft.com/office/drawing/2014/main" id="{3B46B2DD-D43C-49D0-ADED-056A74B8875A}"/>
              </a:ext>
            </a:extLst>
          </p:cNvPr>
          <p:cNvSpPr>
            <a:spLocks xmlns:a="http://schemas.openxmlformats.org/drawingml/2006/main" noGrp="1"/>
          </p:cNvSpPr>
          <p:nvPr/>
        </p:nvSpPr>
        <p:spPr>
          <a:xfrm xmlns:a="http://schemas.openxmlformats.org/drawingml/2006/main">
            <a:off x="9410700" y="3028950"/>
            <a:ext cx="514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667085"/>
                </a:solidFill>
                <a:latin typeface="Menlo"/>
                <a:ea typeface="Menlo"/>
                <a:cs typeface="Menlo"/>
              </a:defRPr>
            </a:pPr>
            <a:r>
              <a:rPr sz="1650" b="1">
                <a:solidFill>
                  <a:srgbClr val="667085"/>
                </a:solidFill>
                <a:latin typeface="Menlo"/>
                <a:ea typeface="Menlo"/>
                <a:cs typeface="Menlo"/>
              </a:rPr>
              <a:t>→</a:t>
            </a:r>
          </a:p>
        </p:txBody>
      </p:sp>
      <p:sp>
        <p:nvSpPr>
          <p:cNvPr id="22" name="">
            <a:extLst xmlns:a="http://schemas.openxmlformats.org/drawingml/2006/main">
              <a:ext uri="{FF2B5EF4-FFF2-40B4-BE49-F238E27FC236}">
                <a16:creationId xmlns:a16="http://schemas.microsoft.com/office/drawing/2014/main" id="{955AAE6A-8EA3-4390-BF28-4163E7D26799}"/>
              </a:ext>
            </a:extLst>
          </p:cNvPr>
          <p:cNvSpPr>
            <a:spLocks xmlns:a="http://schemas.openxmlformats.org/drawingml/2006/main" noGrp="1"/>
          </p:cNvSpPr>
          <p:nvPr/>
        </p:nvSpPr>
        <p:spPr>
          <a:xfrm xmlns:a="http://schemas.openxmlformats.org/drawingml/2006/main" rot="0">
            <a:off x="10001250" y="2667000"/>
            <a:ext cx="158115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23" name="">
            <a:extLst xmlns:a="http://schemas.openxmlformats.org/drawingml/2006/main">
              <a:ext uri="{FF2B5EF4-FFF2-40B4-BE49-F238E27FC236}">
                <a16:creationId xmlns:a16="http://schemas.microsoft.com/office/drawing/2014/main" id="{693E5F95-E8DC-41A5-874D-64E27E69A3BC}"/>
              </a:ext>
            </a:extLst>
          </p:cNvPr>
          <p:cNvSpPr>
            <a:spLocks xmlns:a="http://schemas.openxmlformats.org/drawingml/2006/main" noGrp="1"/>
          </p:cNvSpPr>
          <p:nvPr/>
        </p:nvSpPr>
        <p:spPr>
          <a:xfrm xmlns:a="http://schemas.openxmlformats.org/drawingml/2006/main">
            <a:off x="10172700" y="2667000"/>
            <a:ext cx="12382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575" b="1">
                <a:solidFill>
                  <a:srgbClr val="191919"/>
                </a:solidFill>
                <a:latin typeface="AppleGothic"/>
                <a:ea typeface="AppleGothic"/>
                <a:cs typeface="AppleGothic"/>
              </a:defRPr>
            </a:pPr>
            <a:r>
              <a:rPr sz="1575" b="1">
                <a:solidFill>
                  <a:srgbClr val="191919"/>
                </a:solidFill>
                <a:latin typeface="AppleGothic"/>
                <a:ea typeface="AppleGothic"/>
                <a:cs typeface="AppleGothic"/>
              </a:rPr>
              <a:t>같은 기준</a:t>
            </a:r>
          </a:p>
          <a:p xmlns:a="http://schemas.openxmlformats.org/drawingml/2006/main">
            <a:pPr algn="ctr">
              <a:lnSpc>
                <a:spcPct val="100000"/>
              </a:lnSpc>
              <a:buNone/>
              <a:defRPr sz="1575" b="1">
                <a:solidFill>
                  <a:srgbClr val="191919"/>
                </a:solidFill>
                <a:latin typeface="AppleGothic"/>
                <a:ea typeface="AppleGothic"/>
                <a:cs typeface="AppleGothic"/>
              </a:defRPr>
            </a:pPr>
            <a:r>
              <a:rPr sz="1575" b="1">
                <a:solidFill>
                  <a:srgbClr val="191919"/>
                </a:solidFill>
                <a:latin typeface="AppleGothic"/>
                <a:ea typeface="AppleGothic"/>
                <a:cs typeface="AppleGothic"/>
              </a:rPr>
              <a:t>비교</a:t>
            </a:r>
          </a:p>
        </p:txBody>
      </p:sp>
      <p:sp>
        <p:nvSpPr>
          <p:cNvPr id="24" name="">
            <a:extLst xmlns:a="http://schemas.openxmlformats.org/drawingml/2006/main">
              <a:ext uri="{FF2B5EF4-FFF2-40B4-BE49-F238E27FC236}">
                <a16:creationId xmlns:a16="http://schemas.microsoft.com/office/drawing/2014/main" id="{B27F1DDA-4926-40C0-B12C-8B8D10FBD36F}"/>
              </a:ext>
            </a:extLst>
          </p:cNvPr>
          <p:cNvSpPr>
            <a:spLocks xmlns:a="http://schemas.openxmlformats.org/drawingml/2006/main" noGrp="1"/>
          </p:cNvSpPr>
          <p:nvPr/>
        </p:nvSpPr>
        <p:spPr>
          <a:xfrm xmlns:a="http://schemas.openxmlformats.org/drawingml/2006/main">
            <a:off x="609600" y="5410200"/>
            <a:ext cx="109728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350" b="1">
                <a:solidFill>
                  <a:srgbClr val="191919"/>
                </a:solidFill>
                <a:latin typeface="AppleGothic"/>
                <a:ea typeface="AppleGothic"/>
                <a:cs typeface="AppleGothic"/>
              </a:defRPr>
            </a:pPr>
            <a:r>
              <a:rPr sz="1350" b="1">
                <a:solidFill>
                  <a:srgbClr val="191919"/>
                </a:solidFill>
                <a:latin typeface="AppleGothic"/>
                <a:ea typeface="AppleGothic"/>
                <a:cs typeface="AppleGothic"/>
              </a:rPr>
              <a:t>설치 여부와 무관한 공통 실행 추적 · 같은 데이터 구조 · 같은 평가 기준</a:t>
            </a:r>
          </a:p>
        </p:txBody>
      </p:sp>
    </p:spTree>
    <p:extLst>
      <p:ext uri="{BB962C8B-B14F-4D97-AF65-F5344CB8AC3E}">
        <p14:creationId xmlns:p14="http://schemas.microsoft.com/office/powerpoint/2010/main" val="983795575"/>
      </p:ext>
    </p:extLst>
  </p:cSld>
</p:sld>
</file>

<file path=ppt/slides/slide71.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2862C4FC-EA73-4233-840E-BB52BFD0D665}"/>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LAB</a:t>
            </a:r>
          </a:p>
        </p:txBody>
      </p:sp>
      <p:sp>
        <p:nvSpPr>
          <p:cNvPr id="2" name="">
            <a:extLst xmlns:a="http://schemas.openxmlformats.org/drawingml/2006/main">
              <a:ext uri="{FF2B5EF4-FFF2-40B4-BE49-F238E27FC236}">
                <a16:creationId xmlns:a16="http://schemas.microsoft.com/office/drawing/2014/main" id="{BF3BF68B-EFEE-4C73-808B-E22616D3E178}"/>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71</a:t>
            </a:r>
          </a:p>
        </p:txBody>
      </p:sp>
      <p:sp>
        <p:nvSpPr>
          <p:cNvPr id="3" name="">
            <a:extLst xmlns:a="http://schemas.openxmlformats.org/drawingml/2006/main">
              <a:ext uri="{FF2B5EF4-FFF2-40B4-BE49-F238E27FC236}">
                <a16:creationId xmlns:a16="http://schemas.microsoft.com/office/drawing/2014/main" id="{DF529C85-BB3D-4A7E-A672-1C1C6A872436}"/>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B6D907AB-50F0-41B8-9AEB-F54E8088A01E}"/>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886AA2D6-581F-40A4-8179-CB504C62297F}"/>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489CB80B-1B34-4101-98E2-C86A90BAC743}"/>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Visual Studio Code 환경과 테스트 증거</a:t>
            </a:r>
          </a:p>
        </p:txBody>
      </p:sp>
      <p:sp>
        <p:nvSpPr>
          <p:cNvPr id="7" name="">
            <a:extLst xmlns:a="http://schemas.openxmlformats.org/drawingml/2006/main">
              <a:ext uri="{FF2B5EF4-FFF2-40B4-BE49-F238E27FC236}">
                <a16:creationId xmlns:a16="http://schemas.microsoft.com/office/drawing/2014/main" id="{38900A38-BDD9-48D9-823B-8D21C5C9E22A}"/>
              </a:ext>
            </a:extLst>
          </p:cNvPr>
          <p:cNvSpPr>
            <a:spLocks xmlns:a="http://schemas.openxmlformats.org/drawingml/2006/main" noGrp="1"/>
          </p:cNvSpPr>
          <p:nvPr/>
        </p:nvSpPr>
        <p:spPr>
          <a:xfrm xmlns:a="http://schemas.openxmlformats.org/drawingml/2006/main" rot="0">
            <a:off x="609600" y="1390650"/>
            <a:ext cx="8020050" cy="4552950"/>
          </a:xfrm>
          <a:prstGeom xmlns:a="http://schemas.openxmlformats.org/drawingml/2006/main" prst="rect">
            <a:avLst/>
          </a:prstGeom>
          <a:solidFill xmlns:a="http://schemas.openxmlformats.org/drawingml/2006/main">
            <a:srgbClr val="050505"/>
          </a:solidFill>
          <a:ln xmlns:a="http://schemas.openxmlformats.org/drawingml/2006/main" w="9525">
            <a:solidFill>
              <a:srgbClr val="25324A"/>
            </a:solidFill>
            <a:prstDash val="solid"/>
          </a:ln>
        </p:spPr>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c25843f1f16e46fd"/>
          <a:stretch xmlns:a="http://schemas.openxmlformats.org/drawingml/2006/main"/>
        </p:blipFill>
        <p:spPr>
          <a:xfrm xmlns:a="http://schemas.openxmlformats.org/drawingml/2006/main">
            <a:off x="1053943" y="1428750"/>
            <a:ext cx="7131364" cy="447675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09FA5FE9-B828-41C6-99E1-94CFD416D005}"/>
              </a:ext>
            </a:extLst>
          </p:cNvPr>
          <p:cNvSpPr>
            <a:spLocks xmlns:a="http://schemas.openxmlformats.org/drawingml/2006/main" noGrp="1"/>
          </p:cNvSpPr>
          <p:nvPr/>
        </p:nvSpPr>
        <p:spPr>
          <a:xfrm xmlns:a="http://schemas.openxmlformats.org/drawingml/2006/main">
            <a:off x="9010650" y="1504950"/>
            <a:ext cx="2571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AppleGothic"/>
                <a:ea typeface="AppleGothic"/>
                <a:cs typeface="AppleGothic"/>
              </a:defRPr>
            </a:pPr>
            <a:r>
              <a:rPr sz="1050" b="1">
                <a:solidFill>
                  <a:srgbClr val="2563EB"/>
                </a:solidFill>
                <a:latin typeface="AppleGothic"/>
                <a:ea typeface="AppleGothic"/>
                <a:cs typeface="AppleGothic"/>
              </a:rPr>
              <a:t>현장 확인</a:t>
            </a:r>
          </a:p>
        </p:txBody>
      </p:sp>
      <p:sp>
        <p:nvSpPr>
          <p:cNvPr id="10" name="">
            <a:extLst xmlns:a="http://schemas.openxmlformats.org/drawingml/2006/main">
              <a:ext uri="{FF2B5EF4-FFF2-40B4-BE49-F238E27FC236}">
                <a16:creationId xmlns:a16="http://schemas.microsoft.com/office/drawing/2014/main" id="{4ACB9F51-CAFB-4A92-A6B9-C69F85D0376B}"/>
              </a:ext>
            </a:extLst>
          </p:cNvPr>
          <p:cNvSpPr>
            <a:spLocks xmlns:a="http://schemas.openxmlformats.org/drawingml/2006/main" noGrp="1"/>
          </p:cNvSpPr>
          <p:nvPr/>
        </p:nvSpPr>
        <p:spPr>
          <a:xfrm xmlns:a="http://schemas.openxmlformats.org/drawingml/2006/main">
            <a:off x="9010650" y="2019300"/>
            <a:ext cx="2571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98A2B3"/>
                </a:solidFill>
                <a:latin typeface="AppleGothic"/>
                <a:ea typeface="AppleGothic"/>
                <a:cs typeface="AppleGothic"/>
              </a:defRPr>
            </a:pPr>
            <a:r>
              <a:rPr sz="1200" b="1">
                <a:solidFill>
                  <a:srgbClr val="98A2B3"/>
                </a:solidFill>
                <a:latin typeface="AppleGothic"/>
                <a:ea typeface="AppleGothic"/>
                <a:cs typeface="AppleGothic"/>
              </a:rPr>
              <a:t>인터프리터</a:t>
            </a:r>
          </a:p>
        </p:txBody>
      </p:sp>
      <p:sp>
        <p:nvSpPr>
          <p:cNvPr id="11" name="">
            <a:extLst xmlns:a="http://schemas.openxmlformats.org/drawingml/2006/main">
              <a:ext uri="{FF2B5EF4-FFF2-40B4-BE49-F238E27FC236}">
                <a16:creationId xmlns:a16="http://schemas.microsoft.com/office/drawing/2014/main" id="{0A9E3721-6956-4A3B-9CEA-38887E1BEC32}"/>
              </a:ext>
            </a:extLst>
          </p:cNvPr>
          <p:cNvSpPr>
            <a:spLocks xmlns:a="http://schemas.openxmlformats.org/drawingml/2006/main" noGrp="1"/>
          </p:cNvSpPr>
          <p:nvPr/>
        </p:nvSpPr>
        <p:spPr>
          <a:xfrm xmlns:a="http://schemas.openxmlformats.org/drawingml/2006/main">
            <a:off x="9010650" y="2381250"/>
            <a:ext cx="2571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0000"/>
              </a:lnSpc>
              <a:buNone/>
              <a:defRPr sz="1800" b="1">
                <a:solidFill>
                  <a:srgbClr val="FFFFFF"/>
                </a:solidFill>
                <a:latin typeface="AppleGothic"/>
                <a:ea typeface="AppleGothic"/>
                <a:cs typeface="AppleGothic"/>
              </a:defRPr>
            </a:pPr>
            <a:r>
              <a:rPr sz="1800" b="1">
                <a:solidFill>
                  <a:srgbClr val="FFFFFF"/>
                </a:solidFill>
                <a:latin typeface="AppleGothic"/>
                <a:ea typeface="AppleGothic"/>
                <a:cs typeface="AppleGothic"/>
              </a:rPr>
              <a:t>Python 3.11.14</a:t>
            </a:r>
          </a:p>
        </p:txBody>
      </p:sp>
      <p:sp>
        <p:nvSpPr>
          <p:cNvPr id="12" name="">
            <a:extLst xmlns:a="http://schemas.openxmlformats.org/drawingml/2006/main">
              <a:ext uri="{FF2B5EF4-FFF2-40B4-BE49-F238E27FC236}">
                <a16:creationId xmlns:a16="http://schemas.microsoft.com/office/drawing/2014/main" id="{C2F76044-FA8C-403B-9FFD-0665A3998ADD}"/>
              </a:ext>
            </a:extLst>
          </p:cNvPr>
          <p:cNvSpPr>
            <a:spLocks xmlns:a="http://schemas.openxmlformats.org/drawingml/2006/main" noGrp="1"/>
          </p:cNvSpPr>
          <p:nvPr/>
        </p:nvSpPr>
        <p:spPr>
          <a:xfrm xmlns:a="http://schemas.openxmlformats.org/drawingml/2006/main" flipH="0" flipV="0">
            <a:off x="9010650" y="2933700"/>
            <a:ext cx="257175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3" name="">
            <a:extLst xmlns:a="http://schemas.openxmlformats.org/drawingml/2006/main">
              <a:ext uri="{FF2B5EF4-FFF2-40B4-BE49-F238E27FC236}">
                <a16:creationId xmlns:a16="http://schemas.microsoft.com/office/drawing/2014/main" id="{19F644B5-A569-480E-9E02-CD76E573A0F3}"/>
              </a:ext>
            </a:extLst>
          </p:cNvPr>
          <p:cNvSpPr>
            <a:spLocks xmlns:a="http://schemas.openxmlformats.org/drawingml/2006/main" noGrp="1"/>
          </p:cNvSpPr>
          <p:nvPr/>
        </p:nvSpPr>
        <p:spPr>
          <a:xfrm xmlns:a="http://schemas.openxmlformats.org/drawingml/2006/main">
            <a:off x="9010650" y="3143250"/>
            <a:ext cx="2571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98A2B3"/>
                </a:solidFill>
                <a:latin typeface="AppleGothic"/>
                <a:ea typeface="AppleGothic"/>
                <a:cs typeface="AppleGothic"/>
              </a:defRPr>
            </a:pPr>
            <a:r>
              <a:rPr sz="1200" b="1">
                <a:solidFill>
                  <a:srgbClr val="98A2B3"/>
                </a:solidFill>
                <a:latin typeface="AppleGothic"/>
                <a:ea typeface="AppleGothic"/>
                <a:cs typeface="AppleGothic"/>
              </a:rPr>
              <a:t>자동 테스트</a:t>
            </a:r>
          </a:p>
        </p:txBody>
      </p:sp>
      <p:sp>
        <p:nvSpPr>
          <p:cNvPr id="14" name="">
            <a:extLst xmlns:a="http://schemas.openxmlformats.org/drawingml/2006/main">
              <a:ext uri="{FF2B5EF4-FFF2-40B4-BE49-F238E27FC236}">
                <a16:creationId xmlns:a16="http://schemas.microsoft.com/office/drawing/2014/main" id="{C4BCAC8B-B7DE-4C09-B86C-8F6148C29F5E}"/>
              </a:ext>
            </a:extLst>
          </p:cNvPr>
          <p:cNvSpPr>
            <a:spLocks xmlns:a="http://schemas.openxmlformats.org/drawingml/2006/main" noGrp="1"/>
          </p:cNvSpPr>
          <p:nvPr/>
        </p:nvSpPr>
        <p:spPr>
          <a:xfrm xmlns:a="http://schemas.openxmlformats.org/drawingml/2006/main">
            <a:off x="9010650" y="3505200"/>
            <a:ext cx="2571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0000"/>
              </a:lnSpc>
              <a:buNone/>
              <a:defRPr sz="1800" b="1">
                <a:solidFill>
                  <a:srgbClr val="FFFFFF"/>
                </a:solidFill>
                <a:latin typeface="AppleGothic"/>
                <a:ea typeface="AppleGothic"/>
                <a:cs typeface="AppleGothic"/>
              </a:defRPr>
            </a:pPr>
            <a:r>
              <a:rPr sz="1800" b="1">
                <a:solidFill>
                  <a:srgbClr val="FFFFFF"/>
                </a:solidFill>
                <a:latin typeface="AppleGothic"/>
                <a:ea typeface="AppleGothic"/>
                <a:cs typeface="AppleGothic"/>
              </a:rPr>
              <a:t>6 passed</a:t>
            </a:r>
          </a:p>
        </p:txBody>
      </p:sp>
      <p:sp>
        <p:nvSpPr>
          <p:cNvPr id="15" name="">
            <a:extLst xmlns:a="http://schemas.openxmlformats.org/drawingml/2006/main">
              <a:ext uri="{FF2B5EF4-FFF2-40B4-BE49-F238E27FC236}">
                <a16:creationId xmlns:a16="http://schemas.microsoft.com/office/drawing/2014/main" id="{FB528068-DD2C-4E44-8DD0-E42C625629A3}"/>
              </a:ext>
            </a:extLst>
          </p:cNvPr>
          <p:cNvSpPr>
            <a:spLocks xmlns:a="http://schemas.openxmlformats.org/drawingml/2006/main" noGrp="1"/>
          </p:cNvSpPr>
          <p:nvPr/>
        </p:nvSpPr>
        <p:spPr>
          <a:xfrm xmlns:a="http://schemas.openxmlformats.org/drawingml/2006/main" flipH="0" flipV="0">
            <a:off x="9010650" y="4057650"/>
            <a:ext cx="257175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6" name="">
            <a:extLst xmlns:a="http://schemas.openxmlformats.org/drawingml/2006/main">
              <a:ext uri="{FF2B5EF4-FFF2-40B4-BE49-F238E27FC236}">
                <a16:creationId xmlns:a16="http://schemas.microsoft.com/office/drawing/2014/main" id="{D71D0C47-1B3E-4386-B495-7DD61C64F91D}"/>
              </a:ext>
            </a:extLst>
          </p:cNvPr>
          <p:cNvSpPr>
            <a:spLocks xmlns:a="http://schemas.openxmlformats.org/drawingml/2006/main" noGrp="1"/>
          </p:cNvSpPr>
          <p:nvPr/>
        </p:nvSpPr>
        <p:spPr>
          <a:xfrm xmlns:a="http://schemas.openxmlformats.org/drawingml/2006/main">
            <a:off x="9010650" y="4267200"/>
            <a:ext cx="2571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98A2B3"/>
                </a:solidFill>
                <a:latin typeface="AppleGothic"/>
                <a:ea typeface="AppleGothic"/>
                <a:cs typeface="AppleGothic"/>
              </a:defRPr>
            </a:pPr>
            <a:r>
              <a:rPr sz="1200" b="1">
                <a:solidFill>
                  <a:srgbClr val="98A2B3"/>
                </a:solidFill>
                <a:latin typeface="AppleGothic"/>
                <a:ea typeface="AppleGothic"/>
                <a:cs typeface="AppleGothic"/>
              </a:rPr>
              <a:t>환경 설정</a:t>
            </a:r>
          </a:p>
        </p:txBody>
      </p:sp>
      <p:sp>
        <p:nvSpPr>
          <p:cNvPr id="17" name="">
            <a:extLst xmlns:a="http://schemas.openxmlformats.org/drawingml/2006/main">
              <a:ext uri="{FF2B5EF4-FFF2-40B4-BE49-F238E27FC236}">
                <a16:creationId xmlns:a16="http://schemas.microsoft.com/office/drawing/2014/main" id="{86E08281-FFC3-423F-B44D-19B5F25890B6}"/>
              </a:ext>
            </a:extLst>
          </p:cNvPr>
          <p:cNvSpPr>
            <a:spLocks xmlns:a="http://schemas.openxmlformats.org/drawingml/2006/main" noGrp="1"/>
          </p:cNvSpPr>
          <p:nvPr/>
        </p:nvSpPr>
        <p:spPr>
          <a:xfrm xmlns:a="http://schemas.openxmlformats.org/drawingml/2006/main">
            <a:off x="9010650" y="4629150"/>
            <a:ext cx="2571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0000"/>
              </a:lnSpc>
              <a:buNone/>
              <a:defRPr sz="1800" b="1">
                <a:solidFill>
                  <a:srgbClr val="FFFFFF"/>
                </a:solidFill>
                <a:latin typeface="AppleGothic"/>
                <a:ea typeface="AppleGothic"/>
                <a:cs typeface="AppleGothic"/>
              </a:defRPr>
            </a:pPr>
            <a:r>
              <a:rPr sz="1800" b="1">
                <a:solidFill>
                  <a:srgbClr val="FFFFFF"/>
                </a:solidFill>
                <a:latin typeface="AppleGothic"/>
                <a:ea typeface="AppleGothic"/>
                <a:cs typeface="AppleGothic"/>
              </a:rPr>
              <a:t>.vscode 4종</a:t>
            </a:r>
          </a:p>
        </p:txBody>
      </p:sp>
      <p:sp>
        <p:nvSpPr>
          <p:cNvPr id="18" name="">
            <a:extLst xmlns:a="http://schemas.openxmlformats.org/drawingml/2006/main">
              <a:ext uri="{FF2B5EF4-FFF2-40B4-BE49-F238E27FC236}">
                <a16:creationId xmlns:a16="http://schemas.microsoft.com/office/drawing/2014/main" id="{7C71F938-F0D6-45CF-B3EE-36B12A829BDD}"/>
              </a:ext>
            </a:extLst>
          </p:cNvPr>
          <p:cNvSpPr>
            <a:spLocks xmlns:a="http://schemas.openxmlformats.org/drawingml/2006/main" noGrp="1"/>
          </p:cNvSpPr>
          <p:nvPr/>
        </p:nvSpPr>
        <p:spPr>
          <a:xfrm xmlns:a="http://schemas.openxmlformats.org/drawingml/2006/main" flipH="0" flipV="0">
            <a:off x="9010650" y="5181600"/>
            <a:ext cx="257175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Tree>
    <p:extLst>
      <p:ext uri="{BB962C8B-B14F-4D97-AF65-F5344CB8AC3E}">
        <p14:creationId xmlns:p14="http://schemas.microsoft.com/office/powerpoint/2010/main" val="1837196649"/>
      </p:ext>
    </p:extLst>
  </p:cSld>
</p:sld>
</file>

<file path=ppt/slides/slide72.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D861C11E-888B-45EF-8301-A79564A0B73C}"/>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LAB</a:t>
            </a:r>
          </a:p>
        </p:txBody>
      </p:sp>
      <p:sp>
        <p:nvSpPr>
          <p:cNvPr id="2" name="">
            <a:extLst xmlns:a="http://schemas.openxmlformats.org/drawingml/2006/main">
              <a:ext uri="{FF2B5EF4-FFF2-40B4-BE49-F238E27FC236}">
                <a16:creationId xmlns:a16="http://schemas.microsoft.com/office/drawing/2014/main" id="{899873CD-7172-4798-8CA2-A498185B72CE}"/>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72</a:t>
            </a:r>
          </a:p>
        </p:txBody>
      </p:sp>
      <p:sp>
        <p:nvSpPr>
          <p:cNvPr id="3" name="">
            <a:extLst xmlns:a="http://schemas.openxmlformats.org/drawingml/2006/main">
              <a:ext uri="{FF2B5EF4-FFF2-40B4-BE49-F238E27FC236}">
                <a16:creationId xmlns:a16="http://schemas.microsoft.com/office/drawing/2014/main" id="{EE7E8F3D-7BAC-4E04-A4DC-799000D02E62}"/>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0C04C6B1-32F4-4198-B5D3-1F07E54E5F99}"/>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4967F6D1-68E8-486D-A418-D67364A91CC0}"/>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2A630321-0D10-49FA-AC78-EA42320FBC5F}"/>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응용 프로그래밍 인터페이스 요청 계약</a:t>
            </a:r>
          </a:p>
        </p:txBody>
      </p:sp>
      <p:sp>
        <p:nvSpPr>
          <p:cNvPr id="7" name="">
            <a:extLst xmlns:a="http://schemas.openxmlformats.org/drawingml/2006/main">
              <a:ext uri="{FF2B5EF4-FFF2-40B4-BE49-F238E27FC236}">
                <a16:creationId xmlns:a16="http://schemas.microsoft.com/office/drawing/2014/main" id="{73E3F6D3-97D1-4B57-B7C2-98147984B3C1}"/>
              </a:ext>
            </a:extLst>
          </p:cNvPr>
          <p:cNvSpPr>
            <a:spLocks xmlns:a="http://schemas.openxmlformats.org/drawingml/2006/main" noGrp="1"/>
          </p:cNvSpPr>
          <p:nvPr/>
        </p:nvSpPr>
        <p:spPr>
          <a:xfrm xmlns:a="http://schemas.openxmlformats.org/drawingml/2006/main" rot="0">
            <a:off x="609600" y="1390650"/>
            <a:ext cx="8020050" cy="45529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0991d6bc9fdd4bec"/>
          <a:srcRect xmlns:a="http://schemas.openxmlformats.org/drawingml/2006/main" l="93" t="0" r="93" b="0"/>
          <a:stretch xmlns:a="http://schemas.openxmlformats.org/drawingml/2006/main">
            <a:fillRect l="0" t="0" r="0" b="0"/>
          </a:stretch>
        </p:blipFill>
        <p:spPr>
          <a:xfrm xmlns:a="http://schemas.openxmlformats.org/drawingml/2006/main">
            <a:off x="647700" y="1428750"/>
            <a:ext cx="7943850" cy="447675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CA687CB8-FDCB-4CDA-AE51-0061F5ECC53B}"/>
              </a:ext>
            </a:extLst>
          </p:cNvPr>
          <p:cNvSpPr>
            <a:spLocks xmlns:a="http://schemas.openxmlformats.org/drawingml/2006/main" noGrp="1"/>
          </p:cNvSpPr>
          <p:nvPr/>
        </p:nvSpPr>
        <p:spPr>
          <a:xfrm xmlns:a="http://schemas.openxmlformats.org/drawingml/2006/main">
            <a:off x="9010650" y="1504950"/>
            <a:ext cx="2571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AppleGothic"/>
                <a:ea typeface="AppleGothic"/>
                <a:cs typeface="AppleGothic"/>
              </a:defRPr>
            </a:pPr>
            <a:r>
              <a:rPr sz="1050" b="1">
                <a:solidFill>
                  <a:srgbClr val="2563EB"/>
                </a:solidFill>
                <a:latin typeface="AppleGothic"/>
                <a:ea typeface="AppleGothic"/>
                <a:cs typeface="AppleGothic"/>
              </a:rPr>
              <a:t>계약 확인</a:t>
            </a:r>
          </a:p>
        </p:txBody>
      </p:sp>
      <p:sp>
        <p:nvSpPr>
          <p:cNvPr id="10" name="">
            <a:extLst xmlns:a="http://schemas.openxmlformats.org/drawingml/2006/main">
              <a:ext uri="{FF2B5EF4-FFF2-40B4-BE49-F238E27FC236}">
                <a16:creationId xmlns:a16="http://schemas.microsoft.com/office/drawing/2014/main" id="{B307A029-B2E4-46FF-BE2E-EAD56522527D}"/>
              </a:ext>
            </a:extLst>
          </p:cNvPr>
          <p:cNvSpPr>
            <a:spLocks xmlns:a="http://schemas.openxmlformats.org/drawingml/2006/main" noGrp="1"/>
          </p:cNvSpPr>
          <p:nvPr/>
        </p:nvSpPr>
        <p:spPr>
          <a:xfrm xmlns:a="http://schemas.openxmlformats.org/drawingml/2006/main">
            <a:off x="9010650" y="2019300"/>
            <a:ext cx="2571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667085"/>
                </a:solidFill>
                <a:latin typeface="AppleGothic"/>
                <a:ea typeface="AppleGothic"/>
                <a:cs typeface="AppleGothic"/>
              </a:defRPr>
            </a:pPr>
            <a:r>
              <a:rPr sz="1200" b="1">
                <a:solidFill>
                  <a:srgbClr val="667085"/>
                </a:solidFill>
                <a:latin typeface="AppleGothic"/>
                <a:ea typeface="AppleGothic"/>
                <a:cs typeface="AppleGothic"/>
              </a:rPr>
              <a:t>요청 경로</a:t>
            </a:r>
          </a:p>
        </p:txBody>
      </p:sp>
      <p:sp>
        <p:nvSpPr>
          <p:cNvPr id="11" name="">
            <a:extLst xmlns:a="http://schemas.openxmlformats.org/drawingml/2006/main">
              <a:ext uri="{FF2B5EF4-FFF2-40B4-BE49-F238E27FC236}">
                <a16:creationId xmlns:a16="http://schemas.microsoft.com/office/drawing/2014/main" id="{867AE82D-49AC-4178-A583-A3D844A94B16}"/>
              </a:ext>
            </a:extLst>
          </p:cNvPr>
          <p:cNvSpPr>
            <a:spLocks xmlns:a="http://schemas.openxmlformats.org/drawingml/2006/main" noGrp="1"/>
          </p:cNvSpPr>
          <p:nvPr/>
        </p:nvSpPr>
        <p:spPr>
          <a:xfrm xmlns:a="http://schemas.openxmlformats.org/drawingml/2006/main">
            <a:off x="9010650" y="2381250"/>
            <a:ext cx="2571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0000"/>
              </a:lnSpc>
              <a:buNone/>
              <a:defRPr sz="1800" b="1">
                <a:solidFill>
                  <a:srgbClr val="191919"/>
                </a:solidFill>
                <a:latin typeface="AppleGothic"/>
                <a:ea typeface="AppleGothic"/>
                <a:cs typeface="AppleGothic"/>
              </a:defRPr>
            </a:pPr>
            <a:r>
              <a:rPr sz="1800" b="1">
                <a:solidFill>
                  <a:srgbClr val="191919"/>
                </a:solidFill>
                <a:latin typeface="AppleGothic"/>
                <a:ea typeface="AppleGothic"/>
                <a:cs typeface="AppleGothic"/>
              </a:rPr>
              <a:t>POST /api/v1/generate</a:t>
            </a:r>
          </a:p>
        </p:txBody>
      </p:sp>
      <p:sp>
        <p:nvSpPr>
          <p:cNvPr id="12" name="">
            <a:extLst xmlns:a="http://schemas.openxmlformats.org/drawingml/2006/main">
              <a:ext uri="{FF2B5EF4-FFF2-40B4-BE49-F238E27FC236}">
                <a16:creationId xmlns:a16="http://schemas.microsoft.com/office/drawing/2014/main" id="{FF55B692-BE1F-4F7D-B777-79FCED0FC32D}"/>
              </a:ext>
            </a:extLst>
          </p:cNvPr>
          <p:cNvSpPr>
            <a:spLocks xmlns:a="http://schemas.openxmlformats.org/drawingml/2006/main" noGrp="1"/>
          </p:cNvSpPr>
          <p:nvPr/>
        </p:nvSpPr>
        <p:spPr>
          <a:xfrm xmlns:a="http://schemas.openxmlformats.org/drawingml/2006/main" flipH="0" flipV="0">
            <a:off x="9010650" y="2933700"/>
            <a:ext cx="257175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13" name="">
            <a:extLst xmlns:a="http://schemas.openxmlformats.org/drawingml/2006/main">
              <a:ext uri="{FF2B5EF4-FFF2-40B4-BE49-F238E27FC236}">
                <a16:creationId xmlns:a16="http://schemas.microsoft.com/office/drawing/2014/main" id="{0A76BCEA-7B80-4DD1-86C8-6ADDC16B80D9}"/>
              </a:ext>
            </a:extLst>
          </p:cNvPr>
          <p:cNvSpPr>
            <a:spLocks xmlns:a="http://schemas.openxmlformats.org/drawingml/2006/main" noGrp="1"/>
          </p:cNvSpPr>
          <p:nvPr/>
        </p:nvSpPr>
        <p:spPr>
          <a:xfrm xmlns:a="http://schemas.openxmlformats.org/drawingml/2006/main">
            <a:off x="9010650" y="3143250"/>
            <a:ext cx="2571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667085"/>
                </a:solidFill>
                <a:latin typeface="AppleGothic"/>
                <a:ea typeface="AppleGothic"/>
                <a:cs typeface="AppleGothic"/>
              </a:defRPr>
            </a:pPr>
            <a:r>
              <a:rPr sz="1200" b="1">
                <a:solidFill>
                  <a:srgbClr val="667085"/>
                </a:solidFill>
                <a:latin typeface="AppleGothic"/>
                <a:ea typeface="AppleGothic"/>
                <a:cs typeface="AppleGothic"/>
              </a:rPr>
              <a:t>본문 형식</a:t>
            </a:r>
          </a:p>
        </p:txBody>
      </p:sp>
      <p:sp>
        <p:nvSpPr>
          <p:cNvPr id="14" name="">
            <a:extLst xmlns:a="http://schemas.openxmlformats.org/drawingml/2006/main">
              <a:ext uri="{FF2B5EF4-FFF2-40B4-BE49-F238E27FC236}">
                <a16:creationId xmlns:a16="http://schemas.microsoft.com/office/drawing/2014/main" id="{E0D93089-3CD7-4727-AAC0-CD72D4E55DE8}"/>
              </a:ext>
            </a:extLst>
          </p:cNvPr>
          <p:cNvSpPr>
            <a:spLocks xmlns:a="http://schemas.openxmlformats.org/drawingml/2006/main" noGrp="1"/>
          </p:cNvSpPr>
          <p:nvPr/>
        </p:nvSpPr>
        <p:spPr>
          <a:xfrm xmlns:a="http://schemas.openxmlformats.org/drawingml/2006/main">
            <a:off x="9010650" y="3505200"/>
            <a:ext cx="2571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0000"/>
              </a:lnSpc>
              <a:buNone/>
              <a:defRPr sz="1800" b="1">
                <a:solidFill>
                  <a:srgbClr val="191919"/>
                </a:solidFill>
                <a:latin typeface="AppleGothic"/>
                <a:ea typeface="AppleGothic"/>
                <a:cs typeface="AppleGothic"/>
              </a:defRPr>
            </a:pPr>
            <a:r>
              <a:rPr sz="1800" b="1">
                <a:solidFill>
                  <a:srgbClr val="191919"/>
                </a:solidFill>
                <a:latin typeface="AppleGothic"/>
                <a:ea typeface="AppleGothic"/>
                <a:cs typeface="AppleGothic"/>
              </a:rPr>
              <a:t>application/json</a:t>
            </a:r>
          </a:p>
        </p:txBody>
      </p:sp>
      <p:sp>
        <p:nvSpPr>
          <p:cNvPr id="15" name="">
            <a:extLst xmlns:a="http://schemas.openxmlformats.org/drawingml/2006/main">
              <a:ext uri="{FF2B5EF4-FFF2-40B4-BE49-F238E27FC236}">
                <a16:creationId xmlns:a16="http://schemas.microsoft.com/office/drawing/2014/main" id="{C1F5AB68-92A3-41C6-AA04-E64D2BE2AF00}"/>
              </a:ext>
            </a:extLst>
          </p:cNvPr>
          <p:cNvSpPr>
            <a:spLocks xmlns:a="http://schemas.openxmlformats.org/drawingml/2006/main" noGrp="1"/>
          </p:cNvSpPr>
          <p:nvPr/>
        </p:nvSpPr>
        <p:spPr>
          <a:xfrm xmlns:a="http://schemas.openxmlformats.org/drawingml/2006/main" flipH="0" flipV="0">
            <a:off x="9010650" y="4057650"/>
            <a:ext cx="257175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16" name="">
            <a:extLst xmlns:a="http://schemas.openxmlformats.org/drawingml/2006/main">
              <a:ext uri="{FF2B5EF4-FFF2-40B4-BE49-F238E27FC236}">
                <a16:creationId xmlns:a16="http://schemas.microsoft.com/office/drawing/2014/main" id="{0C89DB2A-F290-4F17-9C79-C2E9DB4DFB32}"/>
              </a:ext>
            </a:extLst>
          </p:cNvPr>
          <p:cNvSpPr>
            <a:spLocks xmlns:a="http://schemas.openxmlformats.org/drawingml/2006/main" noGrp="1"/>
          </p:cNvSpPr>
          <p:nvPr/>
        </p:nvSpPr>
        <p:spPr>
          <a:xfrm xmlns:a="http://schemas.openxmlformats.org/drawingml/2006/main">
            <a:off x="9010650" y="4267200"/>
            <a:ext cx="2571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667085"/>
                </a:solidFill>
                <a:latin typeface="AppleGothic"/>
                <a:ea typeface="AppleGothic"/>
                <a:cs typeface="AppleGothic"/>
              </a:defRPr>
            </a:pPr>
            <a:r>
              <a:rPr sz="1200" b="1">
                <a:solidFill>
                  <a:srgbClr val="667085"/>
                </a:solidFill>
                <a:latin typeface="AppleGothic"/>
                <a:ea typeface="AppleGothic"/>
                <a:cs typeface="AppleGothic"/>
              </a:rPr>
              <a:t>잘못된 요청</a:t>
            </a:r>
          </a:p>
        </p:txBody>
      </p:sp>
      <p:sp>
        <p:nvSpPr>
          <p:cNvPr id="17" name="">
            <a:extLst xmlns:a="http://schemas.openxmlformats.org/drawingml/2006/main">
              <a:ext uri="{FF2B5EF4-FFF2-40B4-BE49-F238E27FC236}">
                <a16:creationId xmlns:a16="http://schemas.microsoft.com/office/drawing/2014/main" id="{EED020C4-3F5A-4B41-8ED1-DF8880FBFD07}"/>
              </a:ext>
            </a:extLst>
          </p:cNvPr>
          <p:cNvSpPr>
            <a:spLocks xmlns:a="http://schemas.openxmlformats.org/drawingml/2006/main" noGrp="1"/>
          </p:cNvSpPr>
          <p:nvPr/>
        </p:nvSpPr>
        <p:spPr>
          <a:xfrm xmlns:a="http://schemas.openxmlformats.org/drawingml/2006/main">
            <a:off x="9010650" y="4629150"/>
            <a:ext cx="2571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0000"/>
              </a:lnSpc>
              <a:buNone/>
              <a:defRPr sz="1800" b="1">
                <a:solidFill>
                  <a:srgbClr val="191919"/>
                </a:solidFill>
                <a:latin typeface="AppleGothic"/>
                <a:ea typeface="AppleGothic"/>
                <a:cs typeface="AppleGothic"/>
              </a:defRPr>
            </a:pPr>
            <a:r>
              <a:rPr sz="1800" b="1">
                <a:solidFill>
                  <a:srgbClr val="191919"/>
                </a:solidFill>
                <a:latin typeface="AppleGothic"/>
                <a:ea typeface="AppleGothic"/>
                <a:cs typeface="AppleGothic"/>
              </a:rPr>
              <a:t>422 검증 오류</a:t>
            </a:r>
          </a:p>
        </p:txBody>
      </p:sp>
      <p:sp>
        <p:nvSpPr>
          <p:cNvPr id="18" name="">
            <a:extLst xmlns:a="http://schemas.openxmlformats.org/drawingml/2006/main">
              <a:ext uri="{FF2B5EF4-FFF2-40B4-BE49-F238E27FC236}">
                <a16:creationId xmlns:a16="http://schemas.microsoft.com/office/drawing/2014/main" id="{D1BCD934-D0FA-4467-ABB8-51F31AA63CE2}"/>
              </a:ext>
            </a:extLst>
          </p:cNvPr>
          <p:cNvSpPr>
            <a:spLocks xmlns:a="http://schemas.openxmlformats.org/drawingml/2006/main" noGrp="1"/>
          </p:cNvSpPr>
          <p:nvPr/>
        </p:nvSpPr>
        <p:spPr>
          <a:xfrm xmlns:a="http://schemas.openxmlformats.org/drawingml/2006/main" flipH="0" flipV="0">
            <a:off x="9010650" y="5181600"/>
            <a:ext cx="257175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Tree>
    <p:extLst>
      <p:ext uri="{BB962C8B-B14F-4D97-AF65-F5344CB8AC3E}">
        <p14:creationId xmlns:p14="http://schemas.microsoft.com/office/powerpoint/2010/main" val="1645411689"/>
      </p:ext>
    </p:extLst>
  </p:cSld>
</p:sld>
</file>

<file path=ppt/slides/slide73.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BD4373EB-C566-428F-A61A-84471B625071}"/>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LAB</a:t>
            </a:r>
          </a:p>
        </p:txBody>
      </p:sp>
      <p:sp>
        <p:nvSpPr>
          <p:cNvPr id="2" name="">
            <a:extLst xmlns:a="http://schemas.openxmlformats.org/drawingml/2006/main">
              <a:ext uri="{FF2B5EF4-FFF2-40B4-BE49-F238E27FC236}">
                <a16:creationId xmlns:a16="http://schemas.microsoft.com/office/drawing/2014/main" id="{9B11CFA3-FE6E-4E3E-808C-3F26A10D6AF8}"/>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73</a:t>
            </a:r>
          </a:p>
        </p:txBody>
      </p:sp>
      <p:sp>
        <p:nvSpPr>
          <p:cNvPr id="3" name="">
            <a:extLst xmlns:a="http://schemas.openxmlformats.org/drawingml/2006/main">
              <a:ext uri="{FF2B5EF4-FFF2-40B4-BE49-F238E27FC236}">
                <a16:creationId xmlns:a16="http://schemas.microsoft.com/office/drawing/2014/main" id="{9DBA2A33-428C-4BFB-8FE5-F225B4DEDC9A}"/>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F820C561-7FE6-44D0-A0E8-86EDCEDDA03A}"/>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19148E1D-C9AE-42FD-9CE5-2485EF46565F}"/>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E894180F-C6AD-471B-AABF-C4DBB52B7CFA}"/>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네 관찰 경로의 역할</a:t>
            </a:r>
          </a:p>
        </p:txBody>
      </p:sp>
      <p:sp>
        <p:nvSpPr>
          <p:cNvPr id="7" name="">
            <a:extLst xmlns:a="http://schemas.openxmlformats.org/drawingml/2006/main">
              <a:ext uri="{FF2B5EF4-FFF2-40B4-BE49-F238E27FC236}">
                <a16:creationId xmlns:a16="http://schemas.microsoft.com/office/drawing/2014/main" id="{C23E36EF-F62B-4709-9620-B95D2E8C8472}"/>
              </a:ext>
            </a:extLst>
          </p:cNvPr>
          <p:cNvSpPr>
            <a:spLocks xmlns:a="http://schemas.openxmlformats.org/drawingml/2006/main" noGrp="1"/>
          </p:cNvSpPr>
          <p:nvPr/>
        </p:nvSpPr>
        <p:spPr>
          <a:xfrm xmlns:a="http://schemas.openxmlformats.org/drawingml/2006/main">
            <a:off x="609600" y="2076450"/>
            <a:ext cx="2571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2563EB"/>
                </a:solidFill>
                <a:latin typeface="Menlo"/>
                <a:ea typeface="Menlo"/>
                <a:cs typeface="Menlo"/>
              </a:defRPr>
            </a:pPr>
            <a:r>
              <a:rPr sz="1650" b="1">
                <a:solidFill>
                  <a:srgbClr val="2563EB"/>
                </a:solidFill>
                <a:latin typeface="Menlo"/>
                <a:ea typeface="Menlo"/>
                <a:cs typeface="Menlo"/>
              </a:rPr>
              <a:t>01</a:t>
            </a:r>
          </a:p>
        </p:txBody>
      </p:sp>
      <p:sp>
        <p:nvSpPr>
          <p:cNvPr id="8" name="">
            <a:extLst xmlns:a="http://schemas.openxmlformats.org/drawingml/2006/main">
              <a:ext uri="{FF2B5EF4-FFF2-40B4-BE49-F238E27FC236}">
                <a16:creationId xmlns:a16="http://schemas.microsoft.com/office/drawing/2014/main" id="{0B0B9536-F839-48DF-8C1D-D87A0A69B571}"/>
              </a:ext>
            </a:extLst>
          </p:cNvPr>
          <p:cNvSpPr>
            <a:spLocks xmlns:a="http://schemas.openxmlformats.org/drawingml/2006/main" noGrp="1"/>
          </p:cNvSpPr>
          <p:nvPr/>
        </p:nvSpPr>
        <p:spPr>
          <a:xfrm xmlns:a="http://schemas.openxmlformats.org/drawingml/2006/main">
            <a:off x="609600" y="2667000"/>
            <a:ext cx="2571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2100" b="1">
                <a:solidFill>
                  <a:srgbClr val="2563EB"/>
                </a:solidFill>
                <a:latin typeface="AppleGothic"/>
                <a:ea typeface="AppleGothic"/>
                <a:cs typeface="AppleGothic"/>
              </a:defRPr>
            </a:pPr>
            <a:r>
              <a:rPr sz="2100" b="1">
                <a:solidFill>
                  <a:srgbClr val="2563EB"/>
                </a:solidFill>
                <a:latin typeface="AppleGothic"/>
                <a:ea typeface="AppleGothic"/>
                <a:cs typeface="AppleGothic"/>
              </a:rPr>
              <a:t>/traces</a:t>
            </a:r>
          </a:p>
        </p:txBody>
      </p:sp>
      <p:sp>
        <p:nvSpPr>
          <p:cNvPr id="9" name="">
            <a:extLst xmlns:a="http://schemas.openxmlformats.org/drawingml/2006/main">
              <a:ext uri="{FF2B5EF4-FFF2-40B4-BE49-F238E27FC236}">
                <a16:creationId xmlns:a16="http://schemas.microsoft.com/office/drawing/2014/main" id="{A29E6A49-0EDD-4A3A-9A4D-FBB6827AC348}"/>
              </a:ext>
            </a:extLst>
          </p:cNvPr>
          <p:cNvSpPr>
            <a:spLocks xmlns:a="http://schemas.openxmlformats.org/drawingml/2006/main" noGrp="1"/>
          </p:cNvSpPr>
          <p:nvPr/>
        </p:nvSpPr>
        <p:spPr>
          <a:xfrm xmlns:a="http://schemas.openxmlformats.org/drawingml/2006/main" flipH="0" flipV="0">
            <a:off x="609600" y="3448050"/>
            <a:ext cx="2571750" cy="0"/>
          </a:xfrm>
          <a:prstGeom xmlns:a="http://schemas.openxmlformats.org/drawingml/2006/main" prst="line">
            <a:avLst/>
          </a:prstGeom>
          <a:noFill xmlns:a="http://schemas.openxmlformats.org/drawingml/2006/main"/>
          <a:ln xmlns:a="http://schemas.openxmlformats.org/drawingml/2006/main" w="38100">
            <a:solidFill>
              <a:srgbClr val="2563EB"/>
            </a:solidFill>
            <a:prstDash val="solid"/>
          </a:ln>
        </p:spPr>
      </p:sp>
      <p:sp>
        <p:nvSpPr>
          <p:cNvPr id="10" name="">
            <a:extLst xmlns:a="http://schemas.openxmlformats.org/drawingml/2006/main">
              <a:ext uri="{FF2B5EF4-FFF2-40B4-BE49-F238E27FC236}">
                <a16:creationId xmlns:a16="http://schemas.microsoft.com/office/drawing/2014/main" id="{4B35ACD6-9B6A-4F00-84BA-1A8C24346B94}"/>
              </a:ext>
            </a:extLst>
          </p:cNvPr>
          <p:cNvSpPr>
            <a:spLocks xmlns:a="http://schemas.openxmlformats.org/drawingml/2006/main" noGrp="1"/>
          </p:cNvSpPr>
          <p:nvPr/>
        </p:nvSpPr>
        <p:spPr>
          <a:xfrm xmlns:a="http://schemas.openxmlformats.org/drawingml/2006/main">
            <a:off x="609600" y="3790950"/>
            <a:ext cx="25717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30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개별 실행과 원본 메타데이터</a:t>
            </a:r>
          </a:p>
        </p:txBody>
      </p:sp>
      <p:sp>
        <p:nvSpPr>
          <p:cNvPr id="11" name="">
            <a:extLst xmlns:a="http://schemas.openxmlformats.org/drawingml/2006/main">
              <a:ext uri="{FF2B5EF4-FFF2-40B4-BE49-F238E27FC236}">
                <a16:creationId xmlns:a16="http://schemas.microsoft.com/office/drawing/2014/main" id="{217E73DC-00E1-4A76-9975-76BBF45B063D}"/>
              </a:ext>
            </a:extLst>
          </p:cNvPr>
          <p:cNvSpPr>
            <a:spLocks xmlns:a="http://schemas.openxmlformats.org/drawingml/2006/main" noGrp="1"/>
          </p:cNvSpPr>
          <p:nvPr/>
        </p:nvSpPr>
        <p:spPr>
          <a:xfrm xmlns:a="http://schemas.openxmlformats.org/drawingml/2006/main">
            <a:off x="3409950" y="2076450"/>
            <a:ext cx="2571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98A2B3"/>
                </a:solidFill>
                <a:latin typeface="Menlo"/>
                <a:ea typeface="Menlo"/>
                <a:cs typeface="Menlo"/>
              </a:defRPr>
            </a:pPr>
            <a:r>
              <a:rPr sz="1650" b="1">
                <a:solidFill>
                  <a:srgbClr val="98A2B3"/>
                </a:solidFill>
                <a:latin typeface="Menlo"/>
                <a:ea typeface="Menlo"/>
                <a:cs typeface="Menlo"/>
              </a:rPr>
              <a:t>02</a:t>
            </a:r>
          </a:p>
        </p:txBody>
      </p:sp>
      <p:sp>
        <p:nvSpPr>
          <p:cNvPr id="12" name="">
            <a:extLst xmlns:a="http://schemas.openxmlformats.org/drawingml/2006/main">
              <a:ext uri="{FF2B5EF4-FFF2-40B4-BE49-F238E27FC236}">
                <a16:creationId xmlns:a16="http://schemas.microsoft.com/office/drawing/2014/main" id="{A5B93004-19A9-4A7E-95B2-9EEA2D91227C}"/>
              </a:ext>
            </a:extLst>
          </p:cNvPr>
          <p:cNvSpPr>
            <a:spLocks xmlns:a="http://schemas.openxmlformats.org/drawingml/2006/main" noGrp="1"/>
          </p:cNvSpPr>
          <p:nvPr/>
        </p:nvSpPr>
        <p:spPr>
          <a:xfrm xmlns:a="http://schemas.openxmlformats.org/drawingml/2006/main">
            <a:off x="3409950" y="2667000"/>
            <a:ext cx="2571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2100" b="1">
                <a:solidFill>
                  <a:srgbClr val="FFFFFF"/>
                </a:solidFill>
                <a:latin typeface="AppleGothic"/>
                <a:ea typeface="AppleGothic"/>
                <a:cs typeface="AppleGothic"/>
              </a:defRPr>
            </a:pPr>
            <a:r>
              <a:rPr sz="2100" b="1">
                <a:solidFill>
                  <a:srgbClr val="FFFFFF"/>
                </a:solidFill>
                <a:latin typeface="AppleGothic"/>
                <a:ea typeface="AppleGothic"/>
                <a:cs typeface="AppleGothic"/>
              </a:rPr>
              <a:t>/stats</a:t>
            </a:r>
          </a:p>
        </p:txBody>
      </p:sp>
      <p:sp>
        <p:nvSpPr>
          <p:cNvPr id="13" name="">
            <a:extLst xmlns:a="http://schemas.openxmlformats.org/drawingml/2006/main">
              <a:ext uri="{FF2B5EF4-FFF2-40B4-BE49-F238E27FC236}">
                <a16:creationId xmlns:a16="http://schemas.microsoft.com/office/drawing/2014/main" id="{51719DCD-8C36-44D3-B908-50270842DF58}"/>
              </a:ext>
            </a:extLst>
          </p:cNvPr>
          <p:cNvSpPr>
            <a:spLocks xmlns:a="http://schemas.openxmlformats.org/drawingml/2006/main" noGrp="1"/>
          </p:cNvSpPr>
          <p:nvPr/>
        </p:nvSpPr>
        <p:spPr>
          <a:xfrm xmlns:a="http://schemas.openxmlformats.org/drawingml/2006/main" flipH="0" flipV="0">
            <a:off x="3409950" y="3448050"/>
            <a:ext cx="257175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4" name="">
            <a:extLst xmlns:a="http://schemas.openxmlformats.org/drawingml/2006/main">
              <a:ext uri="{FF2B5EF4-FFF2-40B4-BE49-F238E27FC236}">
                <a16:creationId xmlns:a16="http://schemas.microsoft.com/office/drawing/2014/main" id="{BBAB61E6-8E9F-4BAA-A2D0-8B64456BDB46}"/>
              </a:ext>
            </a:extLst>
          </p:cNvPr>
          <p:cNvSpPr>
            <a:spLocks xmlns:a="http://schemas.openxmlformats.org/drawingml/2006/main" noGrp="1"/>
          </p:cNvSpPr>
          <p:nvPr/>
        </p:nvSpPr>
        <p:spPr>
          <a:xfrm xmlns:a="http://schemas.openxmlformats.org/drawingml/2006/main">
            <a:off x="3409950" y="3790950"/>
            <a:ext cx="25717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30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수업용 통계 집계와 비교</a:t>
            </a:r>
          </a:p>
        </p:txBody>
      </p:sp>
      <p:sp>
        <p:nvSpPr>
          <p:cNvPr id="15" name="">
            <a:extLst xmlns:a="http://schemas.openxmlformats.org/drawingml/2006/main">
              <a:ext uri="{FF2B5EF4-FFF2-40B4-BE49-F238E27FC236}">
                <a16:creationId xmlns:a16="http://schemas.microsoft.com/office/drawing/2014/main" id="{EAE5B2A4-AF1B-4DCD-B803-68264D66E551}"/>
              </a:ext>
            </a:extLst>
          </p:cNvPr>
          <p:cNvSpPr>
            <a:spLocks xmlns:a="http://schemas.openxmlformats.org/drawingml/2006/main" noGrp="1"/>
          </p:cNvSpPr>
          <p:nvPr/>
        </p:nvSpPr>
        <p:spPr>
          <a:xfrm xmlns:a="http://schemas.openxmlformats.org/drawingml/2006/main">
            <a:off x="6210300" y="2076450"/>
            <a:ext cx="2571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98A2B3"/>
                </a:solidFill>
                <a:latin typeface="Menlo"/>
                <a:ea typeface="Menlo"/>
                <a:cs typeface="Menlo"/>
              </a:defRPr>
            </a:pPr>
            <a:r>
              <a:rPr sz="1650" b="1">
                <a:solidFill>
                  <a:srgbClr val="98A2B3"/>
                </a:solidFill>
                <a:latin typeface="Menlo"/>
                <a:ea typeface="Menlo"/>
                <a:cs typeface="Menlo"/>
              </a:rPr>
              <a:t>03</a:t>
            </a:r>
          </a:p>
        </p:txBody>
      </p:sp>
      <p:sp>
        <p:nvSpPr>
          <p:cNvPr id="16" name="">
            <a:extLst xmlns:a="http://schemas.openxmlformats.org/drawingml/2006/main">
              <a:ext uri="{FF2B5EF4-FFF2-40B4-BE49-F238E27FC236}">
                <a16:creationId xmlns:a16="http://schemas.microsoft.com/office/drawing/2014/main" id="{258C7DA2-50C7-40E0-A98F-19CA2392D46E}"/>
              </a:ext>
            </a:extLst>
          </p:cNvPr>
          <p:cNvSpPr>
            <a:spLocks xmlns:a="http://schemas.openxmlformats.org/drawingml/2006/main" noGrp="1"/>
          </p:cNvSpPr>
          <p:nvPr/>
        </p:nvSpPr>
        <p:spPr>
          <a:xfrm xmlns:a="http://schemas.openxmlformats.org/drawingml/2006/main">
            <a:off x="6210300" y="2667000"/>
            <a:ext cx="2571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2100" b="1">
                <a:solidFill>
                  <a:srgbClr val="FFFFFF"/>
                </a:solidFill>
                <a:latin typeface="AppleGothic"/>
                <a:ea typeface="AppleGothic"/>
                <a:cs typeface="AppleGothic"/>
              </a:defRPr>
            </a:pPr>
            <a:r>
              <a:rPr sz="2100" b="1">
                <a:solidFill>
                  <a:srgbClr val="FFFFFF"/>
                </a:solidFill>
                <a:latin typeface="AppleGothic"/>
                <a:ea typeface="AppleGothic"/>
                <a:cs typeface="AppleGothic"/>
              </a:rPr>
              <a:t>/metrics</a:t>
            </a:r>
          </a:p>
        </p:txBody>
      </p:sp>
      <p:sp>
        <p:nvSpPr>
          <p:cNvPr id="17" name="">
            <a:extLst xmlns:a="http://schemas.openxmlformats.org/drawingml/2006/main">
              <a:ext uri="{FF2B5EF4-FFF2-40B4-BE49-F238E27FC236}">
                <a16:creationId xmlns:a16="http://schemas.microsoft.com/office/drawing/2014/main" id="{FCB299F7-6178-4335-99C8-BA04B2015C44}"/>
              </a:ext>
            </a:extLst>
          </p:cNvPr>
          <p:cNvSpPr>
            <a:spLocks xmlns:a="http://schemas.openxmlformats.org/drawingml/2006/main" noGrp="1"/>
          </p:cNvSpPr>
          <p:nvPr/>
        </p:nvSpPr>
        <p:spPr>
          <a:xfrm xmlns:a="http://schemas.openxmlformats.org/drawingml/2006/main" flipH="0" flipV="0">
            <a:off x="6210300" y="3448050"/>
            <a:ext cx="257175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8" name="">
            <a:extLst xmlns:a="http://schemas.openxmlformats.org/drawingml/2006/main">
              <a:ext uri="{FF2B5EF4-FFF2-40B4-BE49-F238E27FC236}">
                <a16:creationId xmlns:a16="http://schemas.microsoft.com/office/drawing/2014/main" id="{61B3CF6B-6759-45A0-A7F4-72ED3FA71702}"/>
              </a:ext>
            </a:extLst>
          </p:cNvPr>
          <p:cNvSpPr>
            <a:spLocks xmlns:a="http://schemas.openxmlformats.org/drawingml/2006/main" noGrp="1"/>
          </p:cNvSpPr>
          <p:nvPr/>
        </p:nvSpPr>
        <p:spPr>
          <a:xfrm xmlns:a="http://schemas.openxmlformats.org/drawingml/2006/main">
            <a:off x="6210300" y="3790950"/>
            <a:ext cx="25717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30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Prometheus 수집 형식</a:t>
            </a:r>
          </a:p>
        </p:txBody>
      </p:sp>
      <p:sp>
        <p:nvSpPr>
          <p:cNvPr id="19" name="">
            <a:extLst xmlns:a="http://schemas.openxmlformats.org/drawingml/2006/main">
              <a:ext uri="{FF2B5EF4-FFF2-40B4-BE49-F238E27FC236}">
                <a16:creationId xmlns:a16="http://schemas.microsoft.com/office/drawing/2014/main" id="{6C1D7369-A307-495E-ACA9-6266DDD35060}"/>
              </a:ext>
            </a:extLst>
          </p:cNvPr>
          <p:cNvSpPr>
            <a:spLocks xmlns:a="http://schemas.openxmlformats.org/drawingml/2006/main" noGrp="1"/>
          </p:cNvSpPr>
          <p:nvPr/>
        </p:nvSpPr>
        <p:spPr>
          <a:xfrm xmlns:a="http://schemas.openxmlformats.org/drawingml/2006/main">
            <a:off x="9010650" y="2076450"/>
            <a:ext cx="2571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98A2B3"/>
                </a:solidFill>
                <a:latin typeface="Menlo"/>
                <a:ea typeface="Menlo"/>
                <a:cs typeface="Menlo"/>
              </a:defRPr>
            </a:pPr>
            <a:r>
              <a:rPr sz="1650" b="1">
                <a:solidFill>
                  <a:srgbClr val="98A2B3"/>
                </a:solidFill>
                <a:latin typeface="Menlo"/>
                <a:ea typeface="Menlo"/>
                <a:cs typeface="Menlo"/>
              </a:rPr>
              <a:t>04</a:t>
            </a:r>
          </a:p>
        </p:txBody>
      </p:sp>
      <p:sp>
        <p:nvSpPr>
          <p:cNvPr id="20" name="">
            <a:extLst xmlns:a="http://schemas.openxmlformats.org/drawingml/2006/main">
              <a:ext uri="{FF2B5EF4-FFF2-40B4-BE49-F238E27FC236}">
                <a16:creationId xmlns:a16="http://schemas.microsoft.com/office/drawing/2014/main" id="{DA59ABA0-034B-4961-9A37-6BFEB9766A22}"/>
              </a:ext>
            </a:extLst>
          </p:cNvPr>
          <p:cNvSpPr>
            <a:spLocks xmlns:a="http://schemas.openxmlformats.org/drawingml/2006/main" noGrp="1"/>
          </p:cNvSpPr>
          <p:nvPr/>
        </p:nvSpPr>
        <p:spPr>
          <a:xfrm xmlns:a="http://schemas.openxmlformats.org/drawingml/2006/main">
            <a:off x="9010650" y="2667000"/>
            <a:ext cx="2571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2100" b="1">
                <a:solidFill>
                  <a:srgbClr val="FFFFFF"/>
                </a:solidFill>
                <a:latin typeface="AppleGothic"/>
                <a:ea typeface="AppleGothic"/>
                <a:cs typeface="AppleGothic"/>
              </a:defRPr>
            </a:pPr>
            <a:r>
              <a:rPr sz="2100" b="1">
                <a:solidFill>
                  <a:srgbClr val="FFFFFF"/>
                </a:solidFill>
                <a:latin typeface="AppleGothic"/>
                <a:ea typeface="AppleGothic"/>
                <a:cs typeface="AppleGothic"/>
              </a:rPr>
              <a:t>/docs</a:t>
            </a:r>
          </a:p>
        </p:txBody>
      </p:sp>
      <p:sp>
        <p:nvSpPr>
          <p:cNvPr id="21" name="">
            <a:extLst xmlns:a="http://schemas.openxmlformats.org/drawingml/2006/main">
              <a:ext uri="{FF2B5EF4-FFF2-40B4-BE49-F238E27FC236}">
                <a16:creationId xmlns:a16="http://schemas.microsoft.com/office/drawing/2014/main" id="{20932154-7D81-4476-90A3-DF52DAFFBE3F}"/>
              </a:ext>
            </a:extLst>
          </p:cNvPr>
          <p:cNvSpPr>
            <a:spLocks xmlns:a="http://schemas.openxmlformats.org/drawingml/2006/main" noGrp="1"/>
          </p:cNvSpPr>
          <p:nvPr/>
        </p:nvSpPr>
        <p:spPr>
          <a:xfrm xmlns:a="http://schemas.openxmlformats.org/drawingml/2006/main" flipH="0" flipV="0">
            <a:off x="9010650" y="3448050"/>
            <a:ext cx="257175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22" name="">
            <a:extLst xmlns:a="http://schemas.openxmlformats.org/drawingml/2006/main">
              <a:ext uri="{FF2B5EF4-FFF2-40B4-BE49-F238E27FC236}">
                <a16:creationId xmlns:a16="http://schemas.microsoft.com/office/drawing/2014/main" id="{2868DD73-7443-41BE-BBD6-56217A27F9FF}"/>
              </a:ext>
            </a:extLst>
          </p:cNvPr>
          <p:cNvSpPr>
            <a:spLocks xmlns:a="http://schemas.openxmlformats.org/drawingml/2006/main" noGrp="1"/>
          </p:cNvSpPr>
          <p:nvPr/>
        </p:nvSpPr>
        <p:spPr>
          <a:xfrm xmlns:a="http://schemas.openxmlformats.org/drawingml/2006/main">
            <a:off x="9010650" y="3790950"/>
            <a:ext cx="25717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30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요청·응답 데이터 구조</a:t>
            </a:r>
          </a:p>
        </p:txBody>
      </p:sp>
      <p:sp>
        <p:nvSpPr>
          <p:cNvPr id="23" name="">
            <a:extLst xmlns:a="http://schemas.openxmlformats.org/drawingml/2006/main">
              <a:ext uri="{FF2B5EF4-FFF2-40B4-BE49-F238E27FC236}">
                <a16:creationId xmlns:a16="http://schemas.microsoft.com/office/drawing/2014/main" id="{0E7BDC49-C8E6-4758-A6FB-959AF2C2308D}"/>
              </a:ext>
            </a:extLst>
          </p:cNvPr>
          <p:cNvSpPr>
            <a:spLocks xmlns:a="http://schemas.openxmlformats.org/drawingml/2006/main" noGrp="1"/>
          </p:cNvSpPr>
          <p:nvPr/>
        </p:nvSpPr>
        <p:spPr>
          <a:xfrm xmlns:a="http://schemas.openxmlformats.org/drawingml/2006/main">
            <a:off x="609600" y="5581650"/>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FFFFFF"/>
                </a:solidFill>
                <a:latin typeface="AppleGothic"/>
                <a:ea typeface="AppleGothic"/>
                <a:cs typeface="AppleGothic"/>
              </a:defRPr>
            </a:pPr>
            <a:r>
              <a:rPr sz="1500" b="1">
                <a:solidFill>
                  <a:srgbClr val="FFFFFF"/>
                </a:solidFill>
                <a:latin typeface="AppleGothic"/>
                <a:ea typeface="AppleGothic"/>
                <a:cs typeface="AppleGothic"/>
              </a:rPr>
              <a:t>실행 한 건 · 사람의 비교 · 운영 수집 · 계약 확인의 서로 다른 관점</a:t>
            </a:r>
          </a:p>
        </p:txBody>
      </p:sp>
    </p:spTree>
    <p:extLst>
      <p:ext uri="{BB962C8B-B14F-4D97-AF65-F5344CB8AC3E}">
        <p14:creationId xmlns:p14="http://schemas.microsoft.com/office/powerpoint/2010/main" val="315510586"/>
      </p:ext>
    </p:extLst>
  </p:cSld>
</p:sld>
</file>

<file path=ppt/slides/slide74.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3D74DDE-0931-411B-AA3B-5B36783C302A}"/>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LAB</a:t>
            </a:r>
          </a:p>
        </p:txBody>
      </p:sp>
      <p:sp>
        <p:nvSpPr>
          <p:cNvPr id="2" name="">
            <a:extLst xmlns:a="http://schemas.openxmlformats.org/drawingml/2006/main">
              <a:ext uri="{FF2B5EF4-FFF2-40B4-BE49-F238E27FC236}">
                <a16:creationId xmlns:a16="http://schemas.microsoft.com/office/drawing/2014/main" id="{E1C79FD0-9788-49EE-AB15-265AE84047E5}"/>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74</a:t>
            </a:r>
          </a:p>
        </p:txBody>
      </p:sp>
      <p:sp>
        <p:nvSpPr>
          <p:cNvPr id="3" name="">
            <a:extLst xmlns:a="http://schemas.openxmlformats.org/drawingml/2006/main">
              <a:ext uri="{FF2B5EF4-FFF2-40B4-BE49-F238E27FC236}">
                <a16:creationId xmlns:a16="http://schemas.microsoft.com/office/drawing/2014/main" id="{9ACFD8E7-C3FE-411B-B50F-D1BFA3953AEC}"/>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04BCED4F-0178-491A-83E9-93F7F0D406DD}"/>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5E9BF2C3-D1CD-476D-8615-730751E41230}"/>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EBA4D435-9CBB-4413-B229-659243EBBA2E}"/>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실습 사용자 화면의 입력 구성</a:t>
            </a:r>
          </a:p>
        </p:txBody>
      </p:sp>
      <p:sp>
        <p:nvSpPr>
          <p:cNvPr id="7" name="">
            <a:extLst xmlns:a="http://schemas.openxmlformats.org/drawingml/2006/main">
              <a:ext uri="{FF2B5EF4-FFF2-40B4-BE49-F238E27FC236}">
                <a16:creationId xmlns:a16="http://schemas.microsoft.com/office/drawing/2014/main" id="{FA5F63C4-2830-4CFB-9898-F25A2C3158B0}"/>
              </a:ext>
            </a:extLst>
          </p:cNvPr>
          <p:cNvSpPr>
            <a:spLocks xmlns:a="http://schemas.openxmlformats.org/drawingml/2006/main" noGrp="1"/>
          </p:cNvSpPr>
          <p:nvPr/>
        </p:nvSpPr>
        <p:spPr>
          <a:xfrm xmlns:a="http://schemas.openxmlformats.org/drawingml/2006/main" rot="0">
            <a:off x="609600" y="1390650"/>
            <a:ext cx="10972800" cy="4552950"/>
          </a:xfrm>
          <a:prstGeom xmlns:a="http://schemas.openxmlformats.org/drawingml/2006/main" prst="rect">
            <a:avLst/>
          </a:prstGeom>
          <a:solidFill xmlns:a="http://schemas.openxmlformats.org/drawingml/2006/main">
            <a:srgbClr val="050505"/>
          </a:solidFill>
          <a:ln xmlns:a="http://schemas.openxmlformats.org/drawingml/2006/main" w="9525">
            <a:solidFill>
              <a:srgbClr val="25324A"/>
            </a:solidFill>
            <a:prstDash val="solid"/>
          </a:ln>
        </p:spPr>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2f2dd101249f4fc0"/>
          <a:srcRect xmlns:a="http://schemas.openxmlformats.org/drawingml/2006/main" l="0" t="13481" r="0" b="13481"/>
          <a:stretch xmlns:a="http://schemas.openxmlformats.org/drawingml/2006/main">
            <a:fillRect l="0" t="0" r="0" b="0"/>
          </a:stretch>
        </p:blipFill>
        <p:spPr>
          <a:xfrm xmlns:a="http://schemas.openxmlformats.org/drawingml/2006/main">
            <a:off x="647700" y="1428750"/>
            <a:ext cx="10896600" cy="4476750"/>
          </a:xfrm>
          <a:prstGeom xmlns:a="http://schemas.openxmlformats.org/drawingml/2006/main" prst="rect">
            <a:avLst/>
          </a:prstGeom>
        </p:spPr>
      </p:pic>
    </p:spTree>
    <p:extLst>
      <p:ext uri="{BB962C8B-B14F-4D97-AF65-F5344CB8AC3E}">
        <p14:creationId xmlns:p14="http://schemas.microsoft.com/office/powerpoint/2010/main" val="1461348686"/>
      </p:ext>
    </p:extLst>
  </p:cSld>
</p:sld>
</file>

<file path=ppt/slides/slide75.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9A43C788-9BC2-4904-BC50-38A00EA7AB87}"/>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LAB</a:t>
            </a:r>
          </a:p>
        </p:txBody>
      </p:sp>
      <p:sp>
        <p:nvSpPr>
          <p:cNvPr id="2" name="">
            <a:extLst xmlns:a="http://schemas.openxmlformats.org/drawingml/2006/main">
              <a:ext uri="{FF2B5EF4-FFF2-40B4-BE49-F238E27FC236}">
                <a16:creationId xmlns:a16="http://schemas.microsoft.com/office/drawing/2014/main" id="{7F557AFA-1208-4A30-8F8F-4B7813480986}"/>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75</a:t>
            </a:r>
          </a:p>
        </p:txBody>
      </p:sp>
      <p:sp>
        <p:nvSpPr>
          <p:cNvPr id="3" name="">
            <a:extLst xmlns:a="http://schemas.openxmlformats.org/drawingml/2006/main">
              <a:ext uri="{FF2B5EF4-FFF2-40B4-BE49-F238E27FC236}">
                <a16:creationId xmlns:a16="http://schemas.microsoft.com/office/drawing/2014/main" id="{191311BA-DE28-4001-9F53-96ABCC94F4C3}"/>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1C0A315D-DB39-458B-AAB3-3DC98E8D992D}"/>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6EE84455-36A9-42A5-A1B0-116B4ACC01F4}"/>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86E71E44-06BD-4B97-81AD-F4A2120C889A}"/>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실행 결과와 추적 증거의 동시 확인</a:t>
            </a:r>
          </a:p>
        </p:txBody>
      </p:sp>
      <p:sp>
        <p:nvSpPr>
          <p:cNvPr id="7" name="">
            <a:extLst xmlns:a="http://schemas.openxmlformats.org/drawingml/2006/main">
              <a:ext uri="{FF2B5EF4-FFF2-40B4-BE49-F238E27FC236}">
                <a16:creationId xmlns:a16="http://schemas.microsoft.com/office/drawing/2014/main" id="{8623C99C-5831-47E1-B308-8C5A7CB21CB6}"/>
              </a:ext>
            </a:extLst>
          </p:cNvPr>
          <p:cNvSpPr>
            <a:spLocks xmlns:a="http://schemas.openxmlformats.org/drawingml/2006/main" noGrp="1"/>
          </p:cNvSpPr>
          <p:nvPr/>
        </p:nvSpPr>
        <p:spPr>
          <a:xfrm xmlns:a="http://schemas.openxmlformats.org/drawingml/2006/main" rot="0">
            <a:off x="609600" y="1390650"/>
            <a:ext cx="8020050" cy="4552950"/>
          </a:xfrm>
          <a:prstGeom xmlns:a="http://schemas.openxmlformats.org/drawingml/2006/main" prst="rect">
            <a:avLst/>
          </a:prstGeom>
          <a:solidFill xmlns:a="http://schemas.openxmlformats.org/drawingml/2006/main">
            <a:srgbClr val="050505"/>
          </a:solidFill>
          <a:ln xmlns:a="http://schemas.openxmlformats.org/drawingml/2006/main" w="9525">
            <a:solidFill>
              <a:srgbClr val="25324A"/>
            </a:solidFill>
            <a:prstDash val="solid"/>
          </a:ln>
        </p:spPr>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10dad938db1b4e6f"/>
          <a:srcRect xmlns:a="http://schemas.openxmlformats.org/drawingml/2006/main" l="93" t="0" r="93" b="0"/>
          <a:stretch xmlns:a="http://schemas.openxmlformats.org/drawingml/2006/main">
            <a:fillRect l="0" t="0" r="0" b="0"/>
          </a:stretch>
        </p:blipFill>
        <p:spPr>
          <a:xfrm xmlns:a="http://schemas.openxmlformats.org/drawingml/2006/main">
            <a:off x="647700" y="1428750"/>
            <a:ext cx="7943850" cy="447675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52F37F88-AA0D-4519-B03C-C24813107D35}"/>
              </a:ext>
            </a:extLst>
          </p:cNvPr>
          <p:cNvSpPr>
            <a:spLocks xmlns:a="http://schemas.openxmlformats.org/drawingml/2006/main" noGrp="1"/>
          </p:cNvSpPr>
          <p:nvPr/>
        </p:nvSpPr>
        <p:spPr>
          <a:xfrm xmlns:a="http://schemas.openxmlformats.org/drawingml/2006/main">
            <a:off x="9010650" y="1504950"/>
            <a:ext cx="2571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AppleGothic"/>
                <a:ea typeface="AppleGothic"/>
                <a:cs typeface="AppleGothic"/>
              </a:defRPr>
            </a:pPr>
            <a:r>
              <a:rPr sz="1050" b="1">
                <a:solidFill>
                  <a:srgbClr val="2563EB"/>
                </a:solidFill>
                <a:latin typeface="AppleGothic"/>
                <a:ea typeface="AppleGothic"/>
                <a:cs typeface="AppleGothic"/>
              </a:rPr>
              <a:t>실행 추적 ff2c901e8a16</a:t>
            </a:r>
          </a:p>
        </p:txBody>
      </p:sp>
      <p:sp>
        <p:nvSpPr>
          <p:cNvPr id="10" name="">
            <a:extLst xmlns:a="http://schemas.openxmlformats.org/drawingml/2006/main">
              <a:ext uri="{FF2B5EF4-FFF2-40B4-BE49-F238E27FC236}">
                <a16:creationId xmlns:a16="http://schemas.microsoft.com/office/drawing/2014/main" id="{D810DF7B-E918-4040-B877-81A13A645664}"/>
              </a:ext>
            </a:extLst>
          </p:cNvPr>
          <p:cNvSpPr>
            <a:spLocks xmlns:a="http://schemas.openxmlformats.org/drawingml/2006/main" noGrp="1"/>
          </p:cNvSpPr>
          <p:nvPr/>
        </p:nvSpPr>
        <p:spPr>
          <a:xfrm xmlns:a="http://schemas.openxmlformats.org/drawingml/2006/main">
            <a:off x="9010650" y="2019300"/>
            <a:ext cx="2571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98A2B3"/>
                </a:solidFill>
                <a:latin typeface="AppleGothic"/>
                <a:ea typeface="AppleGothic"/>
                <a:cs typeface="AppleGothic"/>
              </a:defRPr>
            </a:pPr>
            <a:r>
              <a:rPr sz="1200" b="1">
                <a:solidFill>
                  <a:srgbClr val="98A2B3"/>
                </a:solidFill>
                <a:latin typeface="AppleGothic"/>
                <a:ea typeface="AppleGothic"/>
                <a:cs typeface="AppleGothic"/>
              </a:rPr>
              <a:t>실행 상태</a:t>
            </a:r>
          </a:p>
        </p:txBody>
      </p:sp>
      <p:sp>
        <p:nvSpPr>
          <p:cNvPr id="11" name="">
            <a:extLst xmlns:a="http://schemas.openxmlformats.org/drawingml/2006/main">
              <a:ext uri="{FF2B5EF4-FFF2-40B4-BE49-F238E27FC236}">
                <a16:creationId xmlns:a16="http://schemas.microsoft.com/office/drawing/2014/main" id="{10D72C32-7FCC-4E6D-B744-560DC5B382F3}"/>
              </a:ext>
            </a:extLst>
          </p:cNvPr>
          <p:cNvSpPr>
            <a:spLocks xmlns:a="http://schemas.openxmlformats.org/drawingml/2006/main" noGrp="1"/>
          </p:cNvSpPr>
          <p:nvPr/>
        </p:nvSpPr>
        <p:spPr>
          <a:xfrm xmlns:a="http://schemas.openxmlformats.org/drawingml/2006/main">
            <a:off x="9010650" y="2381250"/>
            <a:ext cx="2571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0000"/>
              </a:lnSpc>
              <a:buNone/>
              <a:defRPr sz="1800" b="1">
                <a:solidFill>
                  <a:srgbClr val="FFFFFF"/>
                </a:solidFill>
                <a:latin typeface="AppleGothic"/>
                <a:ea typeface="AppleGothic"/>
                <a:cs typeface="AppleGothic"/>
              </a:defRPr>
            </a:pPr>
            <a:r>
              <a:rPr sz="1800" b="1">
                <a:solidFill>
                  <a:srgbClr val="FFFFFF"/>
                </a:solidFill>
                <a:latin typeface="AppleGothic"/>
                <a:ea typeface="AppleGothic"/>
                <a:cs typeface="AppleGothic"/>
              </a:rPr>
              <a:t>정상</a:t>
            </a:r>
          </a:p>
        </p:txBody>
      </p:sp>
      <p:sp>
        <p:nvSpPr>
          <p:cNvPr id="12" name="">
            <a:extLst xmlns:a="http://schemas.openxmlformats.org/drawingml/2006/main">
              <a:ext uri="{FF2B5EF4-FFF2-40B4-BE49-F238E27FC236}">
                <a16:creationId xmlns:a16="http://schemas.microsoft.com/office/drawing/2014/main" id="{B7A7C2D1-F147-4C1E-A7AB-F47CF26EAAE2}"/>
              </a:ext>
            </a:extLst>
          </p:cNvPr>
          <p:cNvSpPr>
            <a:spLocks xmlns:a="http://schemas.openxmlformats.org/drawingml/2006/main" noGrp="1"/>
          </p:cNvSpPr>
          <p:nvPr/>
        </p:nvSpPr>
        <p:spPr>
          <a:xfrm xmlns:a="http://schemas.openxmlformats.org/drawingml/2006/main" flipH="0" flipV="0">
            <a:off x="9010650" y="2933700"/>
            <a:ext cx="257175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3" name="">
            <a:extLst xmlns:a="http://schemas.openxmlformats.org/drawingml/2006/main">
              <a:ext uri="{FF2B5EF4-FFF2-40B4-BE49-F238E27FC236}">
                <a16:creationId xmlns:a16="http://schemas.microsoft.com/office/drawing/2014/main" id="{3211DB76-0789-4496-AC27-E2488D5C7258}"/>
              </a:ext>
            </a:extLst>
          </p:cNvPr>
          <p:cNvSpPr>
            <a:spLocks xmlns:a="http://schemas.openxmlformats.org/drawingml/2006/main" noGrp="1"/>
          </p:cNvSpPr>
          <p:nvPr/>
        </p:nvSpPr>
        <p:spPr>
          <a:xfrm xmlns:a="http://schemas.openxmlformats.org/drawingml/2006/main">
            <a:off x="9010650" y="3143250"/>
            <a:ext cx="2571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98A2B3"/>
                </a:solidFill>
                <a:latin typeface="AppleGothic"/>
                <a:ea typeface="AppleGothic"/>
                <a:cs typeface="AppleGothic"/>
              </a:defRPr>
            </a:pPr>
            <a:r>
              <a:rPr sz="1200" b="1">
                <a:solidFill>
                  <a:srgbClr val="98A2B3"/>
                </a:solidFill>
                <a:latin typeface="AppleGothic"/>
                <a:ea typeface="AppleGothic"/>
                <a:cs typeface="AppleGothic"/>
              </a:rPr>
              <a:t>응답 지연</a:t>
            </a:r>
          </a:p>
        </p:txBody>
      </p:sp>
      <p:sp>
        <p:nvSpPr>
          <p:cNvPr id="14" name="">
            <a:extLst xmlns:a="http://schemas.openxmlformats.org/drawingml/2006/main">
              <a:ext uri="{FF2B5EF4-FFF2-40B4-BE49-F238E27FC236}">
                <a16:creationId xmlns:a16="http://schemas.microsoft.com/office/drawing/2014/main" id="{75088662-07D3-46EF-AE13-83C325087288}"/>
              </a:ext>
            </a:extLst>
          </p:cNvPr>
          <p:cNvSpPr>
            <a:spLocks xmlns:a="http://schemas.openxmlformats.org/drawingml/2006/main" noGrp="1"/>
          </p:cNvSpPr>
          <p:nvPr/>
        </p:nvSpPr>
        <p:spPr>
          <a:xfrm xmlns:a="http://schemas.openxmlformats.org/drawingml/2006/main">
            <a:off x="9010650" y="3505200"/>
            <a:ext cx="2571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0000"/>
              </a:lnSpc>
              <a:buNone/>
              <a:defRPr sz="1800" b="1">
                <a:solidFill>
                  <a:srgbClr val="FFFFFF"/>
                </a:solidFill>
                <a:latin typeface="AppleGothic"/>
                <a:ea typeface="AppleGothic"/>
                <a:cs typeface="AppleGothic"/>
              </a:defRPr>
            </a:pPr>
            <a:r>
              <a:rPr sz="1800" b="1">
                <a:solidFill>
                  <a:srgbClr val="FFFFFF"/>
                </a:solidFill>
                <a:latin typeface="AppleGothic"/>
                <a:ea typeface="AppleGothic"/>
                <a:cs typeface="AppleGothic"/>
              </a:rPr>
              <a:t>0.12 ms</a:t>
            </a:r>
          </a:p>
        </p:txBody>
      </p:sp>
      <p:sp>
        <p:nvSpPr>
          <p:cNvPr id="15" name="">
            <a:extLst xmlns:a="http://schemas.openxmlformats.org/drawingml/2006/main">
              <a:ext uri="{FF2B5EF4-FFF2-40B4-BE49-F238E27FC236}">
                <a16:creationId xmlns:a16="http://schemas.microsoft.com/office/drawing/2014/main" id="{0355DAF3-25AE-47F1-9CE2-DA707D3ED4FF}"/>
              </a:ext>
            </a:extLst>
          </p:cNvPr>
          <p:cNvSpPr>
            <a:spLocks xmlns:a="http://schemas.openxmlformats.org/drawingml/2006/main" noGrp="1"/>
          </p:cNvSpPr>
          <p:nvPr/>
        </p:nvSpPr>
        <p:spPr>
          <a:xfrm xmlns:a="http://schemas.openxmlformats.org/drawingml/2006/main" flipH="0" flipV="0">
            <a:off x="9010650" y="4057650"/>
            <a:ext cx="257175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6" name="">
            <a:extLst xmlns:a="http://schemas.openxmlformats.org/drawingml/2006/main">
              <a:ext uri="{FF2B5EF4-FFF2-40B4-BE49-F238E27FC236}">
                <a16:creationId xmlns:a16="http://schemas.microsoft.com/office/drawing/2014/main" id="{C851C7DF-7531-470E-889E-ACBEC31ACC6E}"/>
              </a:ext>
            </a:extLst>
          </p:cNvPr>
          <p:cNvSpPr>
            <a:spLocks xmlns:a="http://schemas.openxmlformats.org/drawingml/2006/main" noGrp="1"/>
          </p:cNvSpPr>
          <p:nvPr/>
        </p:nvSpPr>
        <p:spPr>
          <a:xfrm xmlns:a="http://schemas.openxmlformats.org/drawingml/2006/main">
            <a:off x="9010650" y="4267200"/>
            <a:ext cx="2571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98A2B3"/>
                </a:solidFill>
                <a:latin typeface="AppleGothic"/>
                <a:ea typeface="AppleGothic"/>
                <a:cs typeface="AppleGothic"/>
              </a:defRPr>
            </a:pPr>
            <a:r>
              <a:rPr sz="1200" b="1">
                <a:solidFill>
                  <a:srgbClr val="98A2B3"/>
                </a:solidFill>
                <a:latin typeface="AppleGothic"/>
                <a:ea typeface="AppleGothic"/>
                <a:cs typeface="AppleGothic"/>
              </a:rPr>
              <a:t>추정 토큰</a:t>
            </a:r>
          </a:p>
        </p:txBody>
      </p:sp>
      <p:sp>
        <p:nvSpPr>
          <p:cNvPr id="17" name="">
            <a:extLst xmlns:a="http://schemas.openxmlformats.org/drawingml/2006/main">
              <a:ext uri="{FF2B5EF4-FFF2-40B4-BE49-F238E27FC236}">
                <a16:creationId xmlns:a16="http://schemas.microsoft.com/office/drawing/2014/main" id="{78391CD5-056C-47DC-A85F-930823AAD914}"/>
              </a:ext>
            </a:extLst>
          </p:cNvPr>
          <p:cNvSpPr>
            <a:spLocks xmlns:a="http://schemas.openxmlformats.org/drawingml/2006/main" noGrp="1"/>
          </p:cNvSpPr>
          <p:nvPr/>
        </p:nvSpPr>
        <p:spPr>
          <a:xfrm xmlns:a="http://schemas.openxmlformats.org/drawingml/2006/main">
            <a:off x="9010650" y="4629150"/>
            <a:ext cx="2571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0000"/>
              </a:lnSpc>
              <a:buNone/>
              <a:defRPr sz="1800" b="1">
                <a:solidFill>
                  <a:srgbClr val="FFFFFF"/>
                </a:solidFill>
                <a:latin typeface="AppleGothic"/>
                <a:ea typeface="AppleGothic"/>
                <a:cs typeface="AppleGothic"/>
              </a:defRPr>
            </a:pPr>
            <a:r>
              <a:rPr sz="1800" b="1">
                <a:solidFill>
                  <a:srgbClr val="FFFFFF"/>
                </a:solidFill>
                <a:latin typeface="AppleGothic"/>
                <a:ea typeface="AppleGothic"/>
                <a:cs typeface="AppleGothic"/>
              </a:rPr>
              <a:t>63</a:t>
            </a:r>
          </a:p>
        </p:txBody>
      </p:sp>
      <p:sp>
        <p:nvSpPr>
          <p:cNvPr id="18" name="">
            <a:extLst xmlns:a="http://schemas.openxmlformats.org/drawingml/2006/main">
              <a:ext uri="{FF2B5EF4-FFF2-40B4-BE49-F238E27FC236}">
                <a16:creationId xmlns:a16="http://schemas.microsoft.com/office/drawing/2014/main" id="{D7214FE6-B2B5-4E46-B6FA-7D73E901B7BF}"/>
              </a:ext>
            </a:extLst>
          </p:cNvPr>
          <p:cNvSpPr>
            <a:spLocks xmlns:a="http://schemas.openxmlformats.org/drawingml/2006/main" noGrp="1"/>
          </p:cNvSpPr>
          <p:nvPr/>
        </p:nvSpPr>
        <p:spPr>
          <a:xfrm xmlns:a="http://schemas.openxmlformats.org/drawingml/2006/main" flipH="0" flipV="0">
            <a:off x="9010650" y="5181600"/>
            <a:ext cx="257175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Tree>
    <p:extLst>
      <p:ext uri="{BB962C8B-B14F-4D97-AF65-F5344CB8AC3E}">
        <p14:creationId xmlns:p14="http://schemas.microsoft.com/office/powerpoint/2010/main" val="85235841"/>
      </p:ext>
    </p:extLst>
  </p:cSld>
</p:sld>
</file>

<file path=ppt/slides/slide76.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48" name="">
            <a:extLst xmlns:a="http://schemas.openxmlformats.org/drawingml/2006/main">
              <a:ext uri="{FF2B5EF4-FFF2-40B4-BE49-F238E27FC236}">
                <a16:creationId xmlns:a16="http://schemas.microsoft.com/office/drawing/2014/main" id="{A0F2F566-D25D-4A57-B655-DD4828ACD9F0}"/>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LAB</a:t>
            </a:r>
          </a:p>
        </p:txBody>
      </p:sp>
      <p:sp>
        <p:nvSpPr>
          <p:cNvPr id="2" name="">
            <a:extLst xmlns:a="http://schemas.openxmlformats.org/drawingml/2006/main">
              <a:ext uri="{FF2B5EF4-FFF2-40B4-BE49-F238E27FC236}">
                <a16:creationId xmlns:a16="http://schemas.microsoft.com/office/drawing/2014/main" id="{A1B99B1E-EB8F-420B-96FE-0E19F8503C7D}"/>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76</a:t>
            </a:r>
          </a:p>
        </p:txBody>
      </p:sp>
      <p:sp>
        <p:nvSpPr>
          <p:cNvPr id="3" name="">
            <a:extLst xmlns:a="http://schemas.openxmlformats.org/drawingml/2006/main">
              <a:ext uri="{FF2B5EF4-FFF2-40B4-BE49-F238E27FC236}">
                <a16:creationId xmlns:a16="http://schemas.microsoft.com/office/drawing/2014/main" id="{7F726DA9-379C-4F38-A0B1-D1A72327BEC3}"/>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A4D2C4A2-E3C4-4680-8435-B1334CE313A9}"/>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1A229B31-5276-4F90-93BC-21A6AA9E94AA}"/>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84F8B197-8B82-449E-AC10-3B0A4E53E505}"/>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기준선·변형의 단일 변수 실험</a:t>
            </a:r>
          </a:p>
        </p:txBody>
      </p:sp>
      <p:sp>
        <p:nvSpPr>
          <p:cNvPr id="7" name="">
            <a:extLst xmlns:a="http://schemas.openxmlformats.org/drawingml/2006/main">
              <a:ext uri="{FF2B5EF4-FFF2-40B4-BE49-F238E27FC236}">
                <a16:creationId xmlns:a16="http://schemas.microsoft.com/office/drawing/2014/main" id="{A3AC1AA2-CACD-4237-A48F-AAD8B7B81AB1}"/>
              </a:ext>
            </a:extLst>
          </p:cNvPr>
          <p:cNvSpPr>
            <a:spLocks xmlns:a="http://schemas.openxmlformats.org/drawingml/2006/main" noGrp="1"/>
          </p:cNvSpPr>
          <p:nvPr/>
        </p:nvSpPr>
        <p:spPr>
          <a:xfrm xmlns:a="http://schemas.openxmlformats.org/drawingml/2006/main" rot="0">
            <a:off x="609600" y="1752600"/>
            <a:ext cx="2114550" cy="53340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8" name="">
            <a:extLst xmlns:a="http://schemas.openxmlformats.org/drawingml/2006/main">
              <a:ext uri="{FF2B5EF4-FFF2-40B4-BE49-F238E27FC236}">
                <a16:creationId xmlns:a16="http://schemas.microsoft.com/office/drawing/2014/main" id="{C06D2003-0472-4D4C-94AF-C5F256D9FE83}"/>
              </a:ext>
            </a:extLst>
          </p:cNvPr>
          <p:cNvSpPr>
            <a:spLocks xmlns:a="http://schemas.openxmlformats.org/drawingml/2006/main" noGrp="1"/>
          </p:cNvSpPr>
          <p:nvPr/>
        </p:nvSpPr>
        <p:spPr>
          <a:xfrm xmlns:a="http://schemas.openxmlformats.org/drawingml/2006/main">
            <a:off x="723900" y="1752600"/>
            <a:ext cx="18859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r>
              <a:t/>
            </a:r>
          </a:p>
        </p:txBody>
      </p:sp>
      <p:sp>
        <p:nvSpPr>
          <p:cNvPr id="9" name="">
            <a:extLst xmlns:a="http://schemas.openxmlformats.org/drawingml/2006/main">
              <a:ext uri="{FF2B5EF4-FFF2-40B4-BE49-F238E27FC236}">
                <a16:creationId xmlns:a16="http://schemas.microsoft.com/office/drawing/2014/main" id="{42DFF52B-6548-4C9E-BCA9-DDD19BD90FCD}"/>
              </a:ext>
            </a:extLst>
          </p:cNvPr>
          <p:cNvSpPr>
            <a:spLocks xmlns:a="http://schemas.openxmlformats.org/drawingml/2006/main" noGrp="1"/>
          </p:cNvSpPr>
          <p:nvPr/>
        </p:nvSpPr>
        <p:spPr>
          <a:xfrm xmlns:a="http://schemas.openxmlformats.org/drawingml/2006/main" rot="0">
            <a:off x="2724150" y="1752600"/>
            <a:ext cx="3543300" cy="53340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0" name="">
            <a:extLst xmlns:a="http://schemas.openxmlformats.org/drawingml/2006/main">
              <a:ext uri="{FF2B5EF4-FFF2-40B4-BE49-F238E27FC236}">
                <a16:creationId xmlns:a16="http://schemas.microsoft.com/office/drawing/2014/main" id="{671AFCB1-76F6-44FA-AFEF-F333AD0C8392}"/>
              </a:ext>
            </a:extLst>
          </p:cNvPr>
          <p:cNvSpPr>
            <a:spLocks xmlns:a="http://schemas.openxmlformats.org/drawingml/2006/main" noGrp="1"/>
          </p:cNvSpPr>
          <p:nvPr/>
        </p:nvSpPr>
        <p:spPr>
          <a:xfrm xmlns:a="http://schemas.openxmlformats.org/drawingml/2006/main">
            <a:off x="2838450" y="1752600"/>
            <a:ext cx="33147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200" b="1">
                <a:solidFill>
                  <a:srgbClr val="FFFFFF"/>
                </a:solidFill>
                <a:latin typeface="Menlo"/>
                <a:ea typeface="Menlo"/>
                <a:cs typeface="Menlo"/>
              </a:defRPr>
            </a:pPr>
            <a:r>
              <a:rPr sz="1200" b="1">
                <a:solidFill>
                  <a:srgbClr val="FFFFFF"/>
                </a:solidFill>
                <a:latin typeface="Menlo"/>
                <a:ea typeface="Menlo"/>
                <a:cs typeface="Menlo"/>
              </a:rPr>
              <a:t>RUN A / BASELINE</a:t>
            </a:r>
          </a:p>
        </p:txBody>
      </p:sp>
      <p:sp>
        <p:nvSpPr>
          <p:cNvPr id="11" name="">
            <a:extLst xmlns:a="http://schemas.openxmlformats.org/drawingml/2006/main">
              <a:ext uri="{FF2B5EF4-FFF2-40B4-BE49-F238E27FC236}">
                <a16:creationId xmlns:a16="http://schemas.microsoft.com/office/drawing/2014/main" id="{B07217BB-6C02-4794-BB2D-0B9C2A17B115}"/>
              </a:ext>
            </a:extLst>
          </p:cNvPr>
          <p:cNvSpPr>
            <a:spLocks xmlns:a="http://schemas.openxmlformats.org/drawingml/2006/main" noGrp="1"/>
          </p:cNvSpPr>
          <p:nvPr/>
        </p:nvSpPr>
        <p:spPr>
          <a:xfrm xmlns:a="http://schemas.openxmlformats.org/drawingml/2006/main" rot="0">
            <a:off x="6267450" y="1752600"/>
            <a:ext cx="1333500" cy="533400"/>
          </a:xfrm>
          <a:prstGeom xmlns:a="http://schemas.openxmlformats.org/drawingml/2006/main" prst="rect">
            <a:avLst/>
          </a:prstGeom>
          <a:solidFill xmlns:a="http://schemas.openxmlformats.org/drawingml/2006/main">
            <a:srgbClr val="2563EB"/>
          </a:solidFill>
          <a:ln xmlns:a="http://schemas.openxmlformats.org/drawingml/2006/main" w="0">
            <a:solidFill>
              <a:srgbClr val="2563EB"/>
            </a:solidFill>
            <a:prstDash val="solid"/>
          </a:ln>
        </p:spPr>
      </p:sp>
      <p:sp>
        <p:nvSpPr>
          <p:cNvPr id="12" name="">
            <a:extLst xmlns:a="http://schemas.openxmlformats.org/drawingml/2006/main">
              <a:ext uri="{FF2B5EF4-FFF2-40B4-BE49-F238E27FC236}">
                <a16:creationId xmlns:a16="http://schemas.microsoft.com/office/drawing/2014/main" id="{5B7ABE24-A456-4030-AB59-34A6776E0EA9}"/>
              </a:ext>
            </a:extLst>
          </p:cNvPr>
          <p:cNvSpPr>
            <a:spLocks xmlns:a="http://schemas.openxmlformats.org/drawingml/2006/main" noGrp="1"/>
          </p:cNvSpPr>
          <p:nvPr/>
        </p:nvSpPr>
        <p:spPr>
          <a:xfrm xmlns:a="http://schemas.openxmlformats.org/drawingml/2006/main">
            <a:off x="6381750" y="1752600"/>
            <a:ext cx="11049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200" b="1">
                <a:solidFill>
                  <a:srgbClr val="FFFFFF"/>
                </a:solidFill>
                <a:latin typeface="Menlo"/>
                <a:ea typeface="Menlo"/>
                <a:cs typeface="Menlo"/>
              </a:defRPr>
            </a:pPr>
            <a:r>
              <a:rPr sz="1200" b="1">
                <a:solidFill>
                  <a:srgbClr val="FFFFFF"/>
                </a:solidFill>
                <a:latin typeface="Menlo"/>
                <a:ea typeface="Menlo"/>
                <a:cs typeface="Menlo"/>
              </a:rPr>
              <a:t>Δ</a:t>
            </a:r>
          </a:p>
        </p:txBody>
      </p:sp>
      <p:sp>
        <p:nvSpPr>
          <p:cNvPr id="13" name="">
            <a:extLst xmlns:a="http://schemas.openxmlformats.org/drawingml/2006/main">
              <a:ext uri="{FF2B5EF4-FFF2-40B4-BE49-F238E27FC236}">
                <a16:creationId xmlns:a16="http://schemas.microsoft.com/office/drawing/2014/main" id="{1A01342A-9C50-4317-9726-2C3C40E8FC94}"/>
              </a:ext>
            </a:extLst>
          </p:cNvPr>
          <p:cNvSpPr>
            <a:spLocks xmlns:a="http://schemas.openxmlformats.org/drawingml/2006/main" noGrp="1"/>
          </p:cNvSpPr>
          <p:nvPr/>
        </p:nvSpPr>
        <p:spPr>
          <a:xfrm xmlns:a="http://schemas.openxmlformats.org/drawingml/2006/main" rot="0">
            <a:off x="7600950" y="1752600"/>
            <a:ext cx="3981450" cy="53340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4" name="">
            <a:extLst xmlns:a="http://schemas.openxmlformats.org/drawingml/2006/main">
              <a:ext uri="{FF2B5EF4-FFF2-40B4-BE49-F238E27FC236}">
                <a16:creationId xmlns:a16="http://schemas.microsoft.com/office/drawing/2014/main" id="{F1318E18-3334-4F6D-82DF-3D313D86A8E5}"/>
              </a:ext>
            </a:extLst>
          </p:cNvPr>
          <p:cNvSpPr>
            <a:spLocks xmlns:a="http://schemas.openxmlformats.org/drawingml/2006/main" noGrp="1"/>
          </p:cNvSpPr>
          <p:nvPr/>
        </p:nvSpPr>
        <p:spPr>
          <a:xfrm xmlns:a="http://schemas.openxmlformats.org/drawingml/2006/main">
            <a:off x="7715250" y="1752600"/>
            <a:ext cx="37528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200" b="1">
                <a:solidFill>
                  <a:srgbClr val="FFFFFF"/>
                </a:solidFill>
                <a:latin typeface="Menlo"/>
                <a:ea typeface="Menlo"/>
                <a:cs typeface="Menlo"/>
              </a:defRPr>
            </a:pPr>
            <a:r>
              <a:rPr sz="1200" b="1">
                <a:solidFill>
                  <a:srgbClr val="FFFFFF"/>
                </a:solidFill>
                <a:latin typeface="Menlo"/>
                <a:ea typeface="Menlo"/>
                <a:cs typeface="Menlo"/>
              </a:rPr>
              <a:t>RUN B / VARIANT</a:t>
            </a:r>
          </a:p>
        </p:txBody>
      </p:sp>
      <p:sp>
        <p:nvSpPr>
          <p:cNvPr id="15" name="">
            <a:extLst xmlns:a="http://schemas.openxmlformats.org/drawingml/2006/main">
              <a:ext uri="{FF2B5EF4-FFF2-40B4-BE49-F238E27FC236}">
                <a16:creationId xmlns:a16="http://schemas.microsoft.com/office/drawing/2014/main" id="{685B60F3-F6E2-48DE-B691-E9A1322254DF}"/>
              </a:ext>
            </a:extLst>
          </p:cNvPr>
          <p:cNvSpPr>
            <a:spLocks xmlns:a="http://schemas.openxmlformats.org/drawingml/2006/main" noGrp="1"/>
          </p:cNvSpPr>
          <p:nvPr/>
        </p:nvSpPr>
        <p:spPr>
          <a:xfrm xmlns:a="http://schemas.openxmlformats.org/drawingml/2006/main" rot="0">
            <a:off x="609600" y="2286000"/>
            <a:ext cx="211455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6" name="">
            <a:extLst xmlns:a="http://schemas.openxmlformats.org/drawingml/2006/main">
              <a:ext uri="{FF2B5EF4-FFF2-40B4-BE49-F238E27FC236}">
                <a16:creationId xmlns:a16="http://schemas.microsoft.com/office/drawing/2014/main" id="{28D39424-9BEE-4FA3-AE93-4F9C176F23B5}"/>
              </a:ext>
            </a:extLst>
          </p:cNvPr>
          <p:cNvSpPr>
            <a:spLocks xmlns:a="http://schemas.openxmlformats.org/drawingml/2006/main" noGrp="1"/>
          </p:cNvSpPr>
          <p:nvPr/>
        </p:nvSpPr>
        <p:spPr>
          <a:xfrm xmlns:a="http://schemas.openxmlformats.org/drawingml/2006/main">
            <a:off x="723900" y="2286000"/>
            <a:ext cx="18859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75" b="1">
                <a:solidFill>
                  <a:srgbClr val="191919"/>
                </a:solidFill>
                <a:latin typeface="Menlo"/>
                <a:ea typeface="Menlo"/>
                <a:cs typeface="Menlo"/>
              </a:defRPr>
            </a:pPr>
            <a:r>
              <a:rPr sz="1275" b="1">
                <a:solidFill>
                  <a:srgbClr val="191919"/>
                </a:solidFill>
                <a:latin typeface="Menlo"/>
                <a:ea typeface="Menlo"/>
                <a:cs typeface="Menlo"/>
              </a:rPr>
              <a:t>입력</a:t>
            </a:r>
          </a:p>
        </p:txBody>
      </p:sp>
      <p:sp>
        <p:nvSpPr>
          <p:cNvPr id="17" name="">
            <a:extLst xmlns:a="http://schemas.openxmlformats.org/drawingml/2006/main">
              <a:ext uri="{FF2B5EF4-FFF2-40B4-BE49-F238E27FC236}">
                <a16:creationId xmlns:a16="http://schemas.microsoft.com/office/drawing/2014/main" id="{D05BD9EC-A358-4EDF-8548-79D00587BBCE}"/>
              </a:ext>
            </a:extLst>
          </p:cNvPr>
          <p:cNvSpPr>
            <a:spLocks xmlns:a="http://schemas.openxmlformats.org/drawingml/2006/main" noGrp="1"/>
          </p:cNvSpPr>
          <p:nvPr/>
        </p:nvSpPr>
        <p:spPr>
          <a:xfrm xmlns:a="http://schemas.openxmlformats.org/drawingml/2006/main" rot="0">
            <a:off x="2724150" y="2286000"/>
            <a:ext cx="35433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8" name="">
            <a:extLst xmlns:a="http://schemas.openxmlformats.org/drawingml/2006/main">
              <a:ext uri="{FF2B5EF4-FFF2-40B4-BE49-F238E27FC236}">
                <a16:creationId xmlns:a16="http://schemas.microsoft.com/office/drawing/2014/main" id="{BD51E352-115A-42C6-A323-4150759286D8}"/>
              </a:ext>
            </a:extLst>
          </p:cNvPr>
          <p:cNvSpPr>
            <a:spLocks xmlns:a="http://schemas.openxmlformats.org/drawingml/2006/main" noGrp="1"/>
          </p:cNvSpPr>
          <p:nvPr/>
        </p:nvSpPr>
        <p:spPr>
          <a:xfrm xmlns:a="http://schemas.openxmlformats.org/drawingml/2006/main">
            <a:off x="2838450" y="2286000"/>
            <a:ext cx="33147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350" b="0">
                <a:solidFill>
                  <a:srgbClr val="191919"/>
                </a:solidFill>
                <a:latin typeface="AppleGothic"/>
                <a:ea typeface="AppleGothic"/>
                <a:cs typeface="AppleGothic"/>
              </a:defRPr>
            </a:pPr>
            <a:r>
              <a:rPr sz="1350" b="0">
                <a:solidFill>
                  <a:srgbClr val="191919"/>
                </a:solidFill>
                <a:latin typeface="AppleGothic"/>
                <a:ea typeface="AppleGothic"/>
                <a:cs typeface="AppleGothic"/>
              </a:rPr>
              <a:t>동일 합성 고객 피드백</a:t>
            </a:r>
          </a:p>
        </p:txBody>
      </p:sp>
      <p:sp>
        <p:nvSpPr>
          <p:cNvPr id="19" name="">
            <a:extLst xmlns:a="http://schemas.openxmlformats.org/drawingml/2006/main">
              <a:ext uri="{FF2B5EF4-FFF2-40B4-BE49-F238E27FC236}">
                <a16:creationId xmlns:a16="http://schemas.microsoft.com/office/drawing/2014/main" id="{E8B7E36E-6B27-4952-97D7-732A0D6AF041}"/>
              </a:ext>
            </a:extLst>
          </p:cNvPr>
          <p:cNvSpPr>
            <a:spLocks xmlns:a="http://schemas.openxmlformats.org/drawingml/2006/main" noGrp="1"/>
          </p:cNvSpPr>
          <p:nvPr/>
        </p:nvSpPr>
        <p:spPr>
          <a:xfrm xmlns:a="http://schemas.openxmlformats.org/drawingml/2006/main" rot="0">
            <a:off x="6267450" y="2286000"/>
            <a:ext cx="13335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20" name="">
            <a:extLst xmlns:a="http://schemas.openxmlformats.org/drawingml/2006/main">
              <a:ext uri="{FF2B5EF4-FFF2-40B4-BE49-F238E27FC236}">
                <a16:creationId xmlns:a16="http://schemas.microsoft.com/office/drawing/2014/main" id="{4298FE9D-B542-43A9-A5DF-32884DB9554B}"/>
              </a:ext>
            </a:extLst>
          </p:cNvPr>
          <p:cNvSpPr>
            <a:spLocks xmlns:a="http://schemas.openxmlformats.org/drawingml/2006/main" noGrp="1"/>
          </p:cNvSpPr>
          <p:nvPr/>
        </p:nvSpPr>
        <p:spPr>
          <a:xfrm xmlns:a="http://schemas.openxmlformats.org/drawingml/2006/main">
            <a:off x="6381750" y="2286000"/>
            <a:ext cx="11049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350" b="1">
                <a:solidFill>
                  <a:srgbClr val="2563EB"/>
                </a:solidFill>
                <a:latin typeface="AppleGothic"/>
                <a:ea typeface="AppleGothic"/>
                <a:cs typeface="AppleGothic"/>
              </a:defRPr>
            </a:pPr>
            <a:r>
              <a:rPr sz="1350" b="1">
                <a:solidFill>
                  <a:srgbClr val="2563EB"/>
                </a:solidFill>
                <a:latin typeface="AppleGothic"/>
                <a:ea typeface="AppleGothic"/>
                <a:cs typeface="AppleGothic"/>
              </a:rPr>
              <a:t>=</a:t>
            </a:r>
          </a:p>
        </p:txBody>
      </p:sp>
      <p:sp>
        <p:nvSpPr>
          <p:cNvPr id="21" name="">
            <a:extLst xmlns:a="http://schemas.openxmlformats.org/drawingml/2006/main">
              <a:ext uri="{FF2B5EF4-FFF2-40B4-BE49-F238E27FC236}">
                <a16:creationId xmlns:a16="http://schemas.microsoft.com/office/drawing/2014/main" id="{384A4BA2-3372-4BE4-859A-CC7CB5AB317B}"/>
              </a:ext>
            </a:extLst>
          </p:cNvPr>
          <p:cNvSpPr>
            <a:spLocks xmlns:a="http://schemas.openxmlformats.org/drawingml/2006/main" noGrp="1"/>
          </p:cNvSpPr>
          <p:nvPr/>
        </p:nvSpPr>
        <p:spPr>
          <a:xfrm xmlns:a="http://schemas.openxmlformats.org/drawingml/2006/main" rot="0">
            <a:off x="7600950" y="2286000"/>
            <a:ext cx="398145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22" name="">
            <a:extLst xmlns:a="http://schemas.openxmlformats.org/drawingml/2006/main">
              <a:ext uri="{FF2B5EF4-FFF2-40B4-BE49-F238E27FC236}">
                <a16:creationId xmlns:a16="http://schemas.microsoft.com/office/drawing/2014/main" id="{EEE5C6F2-BE05-4628-A799-EDFB356C3393}"/>
              </a:ext>
            </a:extLst>
          </p:cNvPr>
          <p:cNvSpPr>
            <a:spLocks xmlns:a="http://schemas.openxmlformats.org/drawingml/2006/main" noGrp="1"/>
          </p:cNvSpPr>
          <p:nvPr/>
        </p:nvSpPr>
        <p:spPr>
          <a:xfrm xmlns:a="http://schemas.openxmlformats.org/drawingml/2006/main">
            <a:off x="7715250" y="2286000"/>
            <a:ext cx="37528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350" b="0">
                <a:solidFill>
                  <a:srgbClr val="191919"/>
                </a:solidFill>
                <a:latin typeface="AppleGothic"/>
                <a:ea typeface="AppleGothic"/>
                <a:cs typeface="AppleGothic"/>
              </a:defRPr>
            </a:pPr>
            <a:r>
              <a:rPr sz="1350" b="0">
                <a:solidFill>
                  <a:srgbClr val="191919"/>
                </a:solidFill>
                <a:latin typeface="AppleGothic"/>
                <a:ea typeface="AppleGothic"/>
                <a:cs typeface="AppleGothic"/>
              </a:rPr>
              <a:t>동일 합성 고객 피드백</a:t>
            </a:r>
          </a:p>
        </p:txBody>
      </p:sp>
      <p:sp>
        <p:nvSpPr>
          <p:cNvPr id="23" name="">
            <a:extLst xmlns:a="http://schemas.openxmlformats.org/drawingml/2006/main">
              <a:ext uri="{FF2B5EF4-FFF2-40B4-BE49-F238E27FC236}">
                <a16:creationId xmlns:a16="http://schemas.microsoft.com/office/drawing/2014/main" id="{96378F22-F8F5-4F9F-AE11-181D7EB0A9F4}"/>
              </a:ext>
            </a:extLst>
          </p:cNvPr>
          <p:cNvSpPr>
            <a:spLocks xmlns:a="http://schemas.openxmlformats.org/drawingml/2006/main" noGrp="1"/>
          </p:cNvSpPr>
          <p:nvPr/>
        </p:nvSpPr>
        <p:spPr>
          <a:xfrm xmlns:a="http://schemas.openxmlformats.org/drawingml/2006/main" rot="0">
            <a:off x="609600" y="2971800"/>
            <a:ext cx="2114550" cy="685800"/>
          </a:xfrm>
          <a:prstGeom xmlns:a="http://schemas.openxmlformats.org/drawingml/2006/main" prst="rect">
            <a:avLst/>
          </a:prstGeom>
          <a:solidFill xmlns:a="http://schemas.openxmlformats.org/drawingml/2006/main">
            <a:srgbClr val="F7F8FA"/>
          </a:solidFill>
          <a:ln xmlns:a="http://schemas.openxmlformats.org/drawingml/2006/main" w="9525">
            <a:solidFill>
              <a:srgbClr val="D0D5DD"/>
            </a:solidFill>
            <a:prstDash val="solid"/>
          </a:ln>
        </p:spPr>
      </p:sp>
      <p:sp>
        <p:nvSpPr>
          <p:cNvPr id="24" name="">
            <a:extLst xmlns:a="http://schemas.openxmlformats.org/drawingml/2006/main">
              <a:ext uri="{FF2B5EF4-FFF2-40B4-BE49-F238E27FC236}">
                <a16:creationId xmlns:a16="http://schemas.microsoft.com/office/drawing/2014/main" id="{8BC85FF7-3AF3-47AD-9FD7-3BB81BD0A6A8}"/>
              </a:ext>
            </a:extLst>
          </p:cNvPr>
          <p:cNvSpPr>
            <a:spLocks xmlns:a="http://schemas.openxmlformats.org/drawingml/2006/main" noGrp="1"/>
          </p:cNvSpPr>
          <p:nvPr/>
        </p:nvSpPr>
        <p:spPr>
          <a:xfrm xmlns:a="http://schemas.openxmlformats.org/drawingml/2006/main">
            <a:off x="723900" y="2971800"/>
            <a:ext cx="18859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75" b="1">
                <a:solidFill>
                  <a:srgbClr val="191919"/>
                </a:solidFill>
                <a:latin typeface="Menlo"/>
                <a:ea typeface="Menlo"/>
                <a:cs typeface="Menlo"/>
              </a:defRPr>
            </a:pPr>
            <a:r>
              <a:rPr sz="1275" b="1">
                <a:solidFill>
                  <a:srgbClr val="191919"/>
                </a:solidFill>
                <a:latin typeface="Menlo"/>
                <a:ea typeface="Menlo"/>
                <a:cs typeface="Menlo"/>
              </a:rPr>
              <a:t>작업·모델</a:t>
            </a:r>
          </a:p>
        </p:txBody>
      </p:sp>
      <p:sp>
        <p:nvSpPr>
          <p:cNvPr id="25" name="">
            <a:extLst xmlns:a="http://schemas.openxmlformats.org/drawingml/2006/main">
              <a:ext uri="{FF2B5EF4-FFF2-40B4-BE49-F238E27FC236}">
                <a16:creationId xmlns:a16="http://schemas.microsoft.com/office/drawing/2014/main" id="{BDE8C6FB-C458-4E70-BE1B-F897F33526F5}"/>
              </a:ext>
            </a:extLst>
          </p:cNvPr>
          <p:cNvSpPr>
            <a:spLocks xmlns:a="http://schemas.openxmlformats.org/drawingml/2006/main" noGrp="1"/>
          </p:cNvSpPr>
          <p:nvPr/>
        </p:nvSpPr>
        <p:spPr>
          <a:xfrm xmlns:a="http://schemas.openxmlformats.org/drawingml/2006/main" rot="0">
            <a:off x="2724150" y="2971800"/>
            <a:ext cx="3543300" cy="685800"/>
          </a:xfrm>
          <a:prstGeom xmlns:a="http://schemas.openxmlformats.org/drawingml/2006/main" prst="rect">
            <a:avLst/>
          </a:prstGeom>
          <a:solidFill xmlns:a="http://schemas.openxmlformats.org/drawingml/2006/main">
            <a:srgbClr val="F7F8FA"/>
          </a:solidFill>
          <a:ln xmlns:a="http://schemas.openxmlformats.org/drawingml/2006/main" w="9525">
            <a:solidFill>
              <a:srgbClr val="D0D5DD"/>
            </a:solidFill>
            <a:prstDash val="solid"/>
          </a:ln>
        </p:spPr>
      </p:sp>
      <p:sp>
        <p:nvSpPr>
          <p:cNvPr id="26" name="">
            <a:extLst xmlns:a="http://schemas.openxmlformats.org/drawingml/2006/main">
              <a:ext uri="{FF2B5EF4-FFF2-40B4-BE49-F238E27FC236}">
                <a16:creationId xmlns:a16="http://schemas.microsoft.com/office/drawing/2014/main" id="{4410170C-FE74-4251-8960-CA3C1558786D}"/>
              </a:ext>
            </a:extLst>
          </p:cNvPr>
          <p:cNvSpPr>
            <a:spLocks xmlns:a="http://schemas.openxmlformats.org/drawingml/2006/main" noGrp="1"/>
          </p:cNvSpPr>
          <p:nvPr/>
        </p:nvSpPr>
        <p:spPr>
          <a:xfrm xmlns:a="http://schemas.openxmlformats.org/drawingml/2006/main">
            <a:off x="2838450" y="2971800"/>
            <a:ext cx="33147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350" b="0">
                <a:solidFill>
                  <a:srgbClr val="191919"/>
                </a:solidFill>
                <a:latin typeface="AppleGothic"/>
                <a:ea typeface="AppleGothic"/>
                <a:cs typeface="AppleGothic"/>
              </a:defRPr>
            </a:pPr>
            <a:r>
              <a:rPr sz="1350" b="0">
                <a:solidFill>
                  <a:srgbClr val="191919"/>
                </a:solidFill>
                <a:latin typeface="AppleGothic"/>
                <a:ea typeface="AppleGothic"/>
                <a:cs typeface="AppleGothic"/>
              </a:rPr>
              <a:t>구조 추출 · llama3.1:8b</a:t>
            </a:r>
          </a:p>
        </p:txBody>
      </p:sp>
      <p:sp>
        <p:nvSpPr>
          <p:cNvPr id="27" name="">
            <a:extLst xmlns:a="http://schemas.openxmlformats.org/drawingml/2006/main">
              <a:ext uri="{FF2B5EF4-FFF2-40B4-BE49-F238E27FC236}">
                <a16:creationId xmlns:a16="http://schemas.microsoft.com/office/drawing/2014/main" id="{2425CC25-88FF-4EBE-A825-FFBB72857504}"/>
              </a:ext>
            </a:extLst>
          </p:cNvPr>
          <p:cNvSpPr>
            <a:spLocks xmlns:a="http://schemas.openxmlformats.org/drawingml/2006/main" noGrp="1"/>
          </p:cNvSpPr>
          <p:nvPr/>
        </p:nvSpPr>
        <p:spPr>
          <a:xfrm xmlns:a="http://schemas.openxmlformats.org/drawingml/2006/main" rot="0">
            <a:off x="6267450" y="2971800"/>
            <a:ext cx="1333500" cy="685800"/>
          </a:xfrm>
          <a:prstGeom xmlns:a="http://schemas.openxmlformats.org/drawingml/2006/main" prst="rect">
            <a:avLst/>
          </a:prstGeom>
          <a:solidFill xmlns:a="http://schemas.openxmlformats.org/drawingml/2006/main">
            <a:srgbClr val="F7F8FA"/>
          </a:solidFill>
          <a:ln xmlns:a="http://schemas.openxmlformats.org/drawingml/2006/main" w="9525">
            <a:solidFill>
              <a:srgbClr val="D0D5DD"/>
            </a:solidFill>
            <a:prstDash val="solid"/>
          </a:ln>
        </p:spPr>
      </p:sp>
      <p:sp>
        <p:nvSpPr>
          <p:cNvPr id="28" name="">
            <a:extLst xmlns:a="http://schemas.openxmlformats.org/drawingml/2006/main">
              <a:ext uri="{FF2B5EF4-FFF2-40B4-BE49-F238E27FC236}">
                <a16:creationId xmlns:a16="http://schemas.microsoft.com/office/drawing/2014/main" id="{8DCA236D-98D3-4664-BABB-1986AC4ECA8F}"/>
              </a:ext>
            </a:extLst>
          </p:cNvPr>
          <p:cNvSpPr>
            <a:spLocks xmlns:a="http://schemas.openxmlformats.org/drawingml/2006/main" noGrp="1"/>
          </p:cNvSpPr>
          <p:nvPr/>
        </p:nvSpPr>
        <p:spPr>
          <a:xfrm xmlns:a="http://schemas.openxmlformats.org/drawingml/2006/main">
            <a:off x="6381750" y="2971800"/>
            <a:ext cx="11049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350" b="1">
                <a:solidFill>
                  <a:srgbClr val="2563EB"/>
                </a:solidFill>
                <a:latin typeface="AppleGothic"/>
                <a:ea typeface="AppleGothic"/>
                <a:cs typeface="AppleGothic"/>
              </a:defRPr>
            </a:pPr>
            <a:r>
              <a:rPr sz="1350" b="1">
                <a:solidFill>
                  <a:srgbClr val="2563EB"/>
                </a:solidFill>
                <a:latin typeface="AppleGothic"/>
                <a:ea typeface="AppleGothic"/>
                <a:cs typeface="AppleGothic"/>
              </a:rPr>
              <a:t>=</a:t>
            </a:r>
          </a:p>
        </p:txBody>
      </p:sp>
      <p:sp>
        <p:nvSpPr>
          <p:cNvPr id="29" name="">
            <a:extLst xmlns:a="http://schemas.openxmlformats.org/drawingml/2006/main">
              <a:ext uri="{FF2B5EF4-FFF2-40B4-BE49-F238E27FC236}">
                <a16:creationId xmlns:a16="http://schemas.microsoft.com/office/drawing/2014/main" id="{0FCC7873-3922-45BF-99E3-CC2CAD5B8380}"/>
              </a:ext>
            </a:extLst>
          </p:cNvPr>
          <p:cNvSpPr>
            <a:spLocks xmlns:a="http://schemas.openxmlformats.org/drawingml/2006/main" noGrp="1"/>
          </p:cNvSpPr>
          <p:nvPr/>
        </p:nvSpPr>
        <p:spPr>
          <a:xfrm xmlns:a="http://schemas.openxmlformats.org/drawingml/2006/main" rot="0">
            <a:off x="7600950" y="2971800"/>
            <a:ext cx="3981450" cy="685800"/>
          </a:xfrm>
          <a:prstGeom xmlns:a="http://schemas.openxmlformats.org/drawingml/2006/main" prst="rect">
            <a:avLst/>
          </a:prstGeom>
          <a:solidFill xmlns:a="http://schemas.openxmlformats.org/drawingml/2006/main">
            <a:srgbClr val="F7F8FA"/>
          </a:solidFill>
          <a:ln xmlns:a="http://schemas.openxmlformats.org/drawingml/2006/main" w="9525">
            <a:solidFill>
              <a:srgbClr val="D0D5DD"/>
            </a:solidFill>
            <a:prstDash val="solid"/>
          </a:ln>
        </p:spPr>
      </p:sp>
      <p:sp>
        <p:nvSpPr>
          <p:cNvPr id="30" name="">
            <a:extLst xmlns:a="http://schemas.openxmlformats.org/drawingml/2006/main">
              <a:ext uri="{FF2B5EF4-FFF2-40B4-BE49-F238E27FC236}">
                <a16:creationId xmlns:a16="http://schemas.microsoft.com/office/drawing/2014/main" id="{85D1728B-337A-4223-BB73-E8F690316FD0}"/>
              </a:ext>
            </a:extLst>
          </p:cNvPr>
          <p:cNvSpPr>
            <a:spLocks xmlns:a="http://schemas.openxmlformats.org/drawingml/2006/main" noGrp="1"/>
          </p:cNvSpPr>
          <p:nvPr/>
        </p:nvSpPr>
        <p:spPr>
          <a:xfrm xmlns:a="http://schemas.openxmlformats.org/drawingml/2006/main">
            <a:off x="7715250" y="2971800"/>
            <a:ext cx="37528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350" b="0">
                <a:solidFill>
                  <a:srgbClr val="191919"/>
                </a:solidFill>
                <a:latin typeface="AppleGothic"/>
                <a:ea typeface="AppleGothic"/>
                <a:cs typeface="AppleGothic"/>
              </a:defRPr>
            </a:pPr>
            <a:r>
              <a:rPr sz="1350" b="0">
                <a:solidFill>
                  <a:srgbClr val="191919"/>
                </a:solidFill>
                <a:latin typeface="AppleGothic"/>
                <a:ea typeface="AppleGothic"/>
                <a:cs typeface="AppleGothic"/>
              </a:rPr>
              <a:t>구조 추출 · llama3.1:8b</a:t>
            </a:r>
          </a:p>
        </p:txBody>
      </p:sp>
      <p:sp>
        <p:nvSpPr>
          <p:cNvPr id="31" name="">
            <a:extLst xmlns:a="http://schemas.openxmlformats.org/drawingml/2006/main">
              <a:ext uri="{FF2B5EF4-FFF2-40B4-BE49-F238E27FC236}">
                <a16:creationId xmlns:a16="http://schemas.microsoft.com/office/drawing/2014/main" id="{48EA2640-B8F7-4F1D-BCD3-C5F26C66C3BB}"/>
              </a:ext>
            </a:extLst>
          </p:cNvPr>
          <p:cNvSpPr>
            <a:spLocks xmlns:a="http://schemas.openxmlformats.org/drawingml/2006/main" noGrp="1"/>
          </p:cNvSpPr>
          <p:nvPr/>
        </p:nvSpPr>
        <p:spPr>
          <a:xfrm xmlns:a="http://schemas.openxmlformats.org/drawingml/2006/main" rot="0">
            <a:off x="609600" y="3657600"/>
            <a:ext cx="211455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32" name="">
            <a:extLst xmlns:a="http://schemas.openxmlformats.org/drawingml/2006/main">
              <a:ext uri="{FF2B5EF4-FFF2-40B4-BE49-F238E27FC236}">
                <a16:creationId xmlns:a16="http://schemas.microsoft.com/office/drawing/2014/main" id="{5ABB5C9D-E49B-4BDE-8898-A522E962A180}"/>
              </a:ext>
            </a:extLst>
          </p:cNvPr>
          <p:cNvSpPr>
            <a:spLocks xmlns:a="http://schemas.openxmlformats.org/drawingml/2006/main" noGrp="1"/>
          </p:cNvSpPr>
          <p:nvPr/>
        </p:nvSpPr>
        <p:spPr>
          <a:xfrm xmlns:a="http://schemas.openxmlformats.org/drawingml/2006/main">
            <a:off x="723900" y="3657600"/>
            <a:ext cx="18859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75" b="1">
                <a:solidFill>
                  <a:srgbClr val="191919"/>
                </a:solidFill>
                <a:latin typeface="Menlo"/>
                <a:ea typeface="Menlo"/>
                <a:cs typeface="Menlo"/>
              </a:defRPr>
            </a:pPr>
            <a:r>
              <a:rPr sz="1275" b="1">
                <a:solidFill>
                  <a:srgbClr val="191919"/>
                </a:solidFill>
                <a:latin typeface="Menlo"/>
                <a:ea typeface="Menlo"/>
                <a:cs typeface="Menlo"/>
              </a:rPr>
              <a:t>생성 무작위성</a:t>
            </a:r>
          </a:p>
        </p:txBody>
      </p:sp>
      <p:sp>
        <p:nvSpPr>
          <p:cNvPr id="33" name="">
            <a:extLst xmlns:a="http://schemas.openxmlformats.org/drawingml/2006/main">
              <a:ext uri="{FF2B5EF4-FFF2-40B4-BE49-F238E27FC236}">
                <a16:creationId xmlns:a16="http://schemas.microsoft.com/office/drawing/2014/main" id="{98420359-B820-475B-9AC9-AA0F54B3D585}"/>
              </a:ext>
            </a:extLst>
          </p:cNvPr>
          <p:cNvSpPr>
            <a:spLocks xmlns:a="http://schemas.openxmlformats.org/drawingml/2006/main" noGrp="1"/>
          </p:cNvSpPr>
          <p:nvPr/>
        </p:nvSpPr>
        <p:spPr>
          <a:xfrm xmlns:a="http://schemas.openxmlformats.org/drawingml/2006/main" rot="0">
            <a:off x="2724150" y="3657600"/>
            <a:ext cx="35433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34" name="">
            <a:extLst xmlns:a="http://schemas.openxmlformats.org/drawingml/2006/main">
              <a:ext uri="{FF2B5EF4-FFF2-40B4-BE49-F238E27FC236}">
                <a16:creationId xmlns:a16="http://schemas.microsoft.com/office/drawing/2014/main" id="{04CE7412-3A78-4AFA-ABC7-F2537648C3E3}"/>
              </a:ext>
            </a:extLst>
          </p:cNvPr>
          <p:cNvSpPr>
            <a:spLocks xmlns:a="http://schemas.openxmlformats.org/drawingml/2006/main" noGrp="1"/>
          </p:cNvSpPr>
          <p:nvPr/>
        </p:nvSpPr>
        <p:spPr>
          <a:xfrm xmlns:a="http://schemas.openxmlformats.org/drawingml/2006/main">
            <a:off x="2838450" y="3657600"/>
            <a:ext cx="33147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350" b="0">
                <a:solidFill>
                  <a:srgbClr val="191919"/>
                </a:solidFill>
                <a:latin typeface="AppleGothic"/>
                <a:ea typeface="AppleGothic"/>
                <a:cs typeface="AppleGothic"/>
              </a:defRPr>
            </a:pPr>
            <a:r>
              <a:rPr sz="1350" b="0">
                <a:solidFill>
                  <a:srgbClr val="191919"/>
                </a:solidFill>
                <a:latin typeface="AppleGothic"/>
                <a:ea typeface="AppleGothic"/>
                <a:cs typeface="AppleGothic"/>
              </a:rPr>
              <a:t>온도 0.2</a:t>
            </a:r>
          </a:p>
        </p:txBody>
      </p:sp>
      <p:sp>
        <p:nvSpPr>
          <p:cNvPr id="35" name="">
            <a:extLst xmlns:a="http://schemas.openxmlformats.org/drawingml/2006/main">
              <a:ext uri="{FF2B5EF4-FFF2-40B4-BE49-F238E27FC236}">
                <a16:creationId xmlns:a16="http://schemas.microsoft.com/office/drawing/2014/main" id="{9CA6B218-9F4C-45BD-8381-FBCEA064D16A}"/>
              </a:ext>
            </a:extLst>
          </p:cNvPr>
          <p:cNvSpPr>
            <a:spLocks xmlns:a="http://schemas.openxmlformats.org/drawingml/2006/main" noGrp="1"/>
          </p:cNvSpPr>
          <p:nvPr/>
        </p:nvSpPr>
        <p:spPr>
          <a:xfrm xmlns:a="http://schemas.openxmlformats.org/drawingml/2006/main" rot="0">
            <a:off x="6267450" y="3657600"/>
            <a:ext cx="13335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36" name="">
            <a:extLst xmlns:a="http://schemas.openxmlformats.org/drawingml/2006/main">
              <a:ext uri="{FF2B5EF4-FFF2-40B4-BE49-F238E27FC236}">
                <a16:creationId xmlns:a16="http://schemas.microsoft.com/office/drawing/2014/main" id="{A64441A7-6CFE-4D5D-9C85-0A3B5B32BC08}"/>
              </a:ext>
            </a:extLst>
          </p:cNvPr>
          <p:cNvSpPr>
            <a:spLocks xmlns:a="http://schemas.openxmlformats.org/drawingml/2006/main" noGrp="1"/>
          </p:cNvSpPr>
          <p:nvPr/>
        </p:nvSpPr>
        <p:spPr>
          <a:xfrm xmlns:a="http://schemas.openxmlformats.org/drawingml/2006/main">
            <a:off x="6381750" y="3657600"/>
            <a:ext cx="11049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350" b="1">
                <a:solidFill>
                  <a:srgbClr val="2563EB"/>
                </a:solidFill>
                <a:latin typeface="AppleGothic"/>
                <a:ea typeface="AppleGothic"/>
                <a:cs typeface="AppleGothic"/>
              </a:defRPr>
            </a:pPr>
            <a:r>
              <a:rPr sz="1350" b="1">
                <a:solidFill>
                  <a:srgbClr val="2563EB"/>
                </a:solidFill>
                <a:latin typeface="AppleGothic"/>
                <a:ea typeface="AppleGothic"/>
                <a:cs typeface="AppleGothic"/>
              </a:rPr>
              <a:t>Δ</a:t>
            </a:r>
          </a:p>
        </p:txBody>
      </p:sp>
      <p:sp>
        <p:nvSpPr>
          <p:cNvPr id="37" name="">
            <a:extLst xmlns:a="http://schemas.openxmlformats.org/drawingml/2006/main">
              <a:ext uri="{FF2B5EF4-FFF2-40B4-BE49-F238E27FC236}">
                <a16:creationId xmlns:a16="http://schemas.microsoft.com/office/drawing/2014/main" id="{5C7AD60C-3416-4C53-88A2-74C80496E0B6}"/>
              </a:ext>
            </a:extLst>
          </p:cNvPr>
          <p:cNvSpPr>
            <a:spLocks xmlns:a="http://schemas.openxmlformats.org/drawingml/2006/main" noGrp="1"/>
          </p:cNvSpPr>
          <p:nvPr/>
        </p:nvSpPr>
        <p:spPr>
          <a:xfrm xmlns:a="http://schemas.openxmlformats.org/drawingml/2006/main" rot="0">
            <a:off x="7600950" y="3657600"/>
            <a:ext cx="398145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38" name="">
            <a:extLst xmlns:a="http://schemas.openxmlformats.org/drawingml/2006/main">
              <a:ext uri="{FF2B5EF4-FFF2-40B4-BE49-F238E27FC236}">
                <a16:creationId xmlns:a16="http://schemas.microsoft.com/office/drawing/2014/main" id="{BFCCC129-843A-4123-BB82-C711773DBABB}"/>
              </a:ext>
            </a:extLst>
          </p:cNvPr>
          <p:cNvSpPr>
            <a:spLocks xmlns:a="http://schemas.openxmlformats.org/drawingml/2006/main" noGrp="1"/>
          </p:cNvSpPr>
          <p:nvPr/>
        </p:nvSpPr>
        <p:spPr>
          <a:xfrm xmlns:a="http://schemas.openxmlformats.org/drawingml/2006/main">
            <a:off x="7715250" y="3657600"/>
            <a:ext cx="37528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350" b="0">
                <a:solidFill>
                  <a:srgbClr val="191919"/>
                </a:solidFill>
                <a:latin typeface="AppleGothic"/>
                <a:ea typeface="AppleGothic"/>
                <a:cs typeface="AppleGothic"/>
              </a:defRPr>
            </a:pPr>
            <a:r>
              <a:rPr sz="1350" b="0">
                <a:solidFill>
                  <a:srgbClr val="191919"/>
                </a:solidFill>
                <a:latin typeface="AppleGothic"/>
                <a:ea typeface="AppleGothic"/>
                <a:cs typeface="AppleGothic"/>
              </a:rPr>
              <a:t>온도 0.8</a:t>
            </a:r>
          </a:p>
        </p:txBody>
      </p:sp>
      <p:sp>
        <p:nvSpPr>
          <p:cNvPr id="39" name="">
            <a:extLst xmlns:a="http://schemas.openxmlformats.org/drawingml/2006/main">
              <a:ext uri="{FF2B5EF4-FFF2-40B4-BE49-F238E27FC236}">
                <a16:creationId xmlns:a16="http://schemas.microsoft.com/office/drawing/2014/main" id="{DCAC0582-71A2-4239-B91F-26D4DF36C041}"/>
              </a:ext>
            </a:extLst>
          </p:cNvPr>
          <p:cNvSpPr>
            <a:spLocks xmlns:a="http://schemas.openxmlformats.org/drawingml/2006/main" noGrp="1"/>
          </p:cNvSpPr>
          <p:nvPr/>
        </p:nvSpPr>
        <p:spPr>
          <a:xfrm xmlns:a="http://schemas.openxmlformats.org/drawingml/2006/main" rot="0">
            <a:off x="609600" y="4343400"/>
            <a:ext cx="2114550" cy="685800"/>
          </a:xfrm>
          <a:prstGeom xmlns:a="http://schemas.openxmlformats.org/drawingml/2006/main" prst="rect">
            <a:avLst/>
          </a:prstGeom>
          <a:solidFill xmlns:a="http://schemas.openxmlformats.org/drawingml/2006/main">
            <a:srgbClr val="F7F8FA"/>
          </a:solidFill>
          <a:ln xmlns:a="http://schemas.openxmlformats.org/drawingml/2006/main" w="9525">
            <a:solidFill>
              <a:srgbClr val="D0D5DD"/>
            </a:solidFill>
            <a:prstDash val="solid"/>
          </a:ln>
        </p:spPr>
      </p:sp>
      <p:sp>
        <p:nvSpPr>
          <p:cNvPr id="40" name="">
            <a:extLst xmlns:a="http://schemas.openxmlformats.org/drawingml/2006/main">
              <a:ext uri="{FF2B5EF4-FFF2-40B4-BE49-F238E27FC236}">
                <a16:creationId xmlns:a16="http://schemas.microsoft.com/office/drawing/2014/main" id="{7FAC3E61-4747-4190-8CC6-ED00EBD1AA84}"/>
              </a:ext>
            </a:extLst>
          </p:cNvPr>
          <p:cNvSpPr>
            <a:spLocks xmlns:a="http://schemas.openxmlformats.org/drawingml/2006/main" noGrp="1"/>
          </p:cNvSpPr>
          <p:nvPr/>
        </p:nvSpPr>
        <p:spPr>
          <a:xfrm xmlns:a="http://schemas.openxmlformats.org/drawingml/2006/main">
            <a:off x="723900" y="4343400"/>
            <a:ext cx="18859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75" b="1">
                <a:solidFill>
                  <a:srgbClr val="191919"/>
                </a:solidFill>
                <a:latin typeface="Menlo"/>
                <a:ea typeface="Menlo"/>
                <a:cs typeface="Menlo"/>
              </a:defRPr>
            </a:pPr>
            <a:r>
              <a:rPr sz="1275" b="1">
                <a:solidFill>
                  <a:srgbClr val="191919"/>
                </a:solidFill>
                <a:latin typeface="Menlo"/>
                <a:ea typeface="Menlo"/>
                <a:cs typeface="Menlo"/>
              </a:rPr>
              <a:t>관찰</a:t>
            </a:r>
          </a:p>
        </p:txBody>
      </p:sp>
      <p:sp>
        <p:nvSpPr>
          <p:cNvPr id="41" name="">
            <a:extLst xmlns:a="http://schemas.openxmlformats.org/drawingml/2006/main">
              <a:ext uri="{FF2B5EF4-FFF2-40B4-BE49-F238E27FC236}">
                <a16:creationId xmlns:a16="http://schemas.microsoft.com/office/drawing/2014/main" id="{6B4A1CC4-A9C0-4D52-9B47-C743B773DC24}"/>
              </a:ext>
            </a:extLst>
          </p:cNvPr>
          <p:cNvSpPr>
            <a:spLocks xmlns:a="http://schemas.openxmlformats.org/drawingml/2006/main" noGrp="1"/>
          </p:cNvSpPr>
          <p:nvPr/>
        </p:nvSpPr>
        <p:spPr>
          <a:xfrm xmlns:a="http://schemas.openxmlformats.org/drawingml/2006/main" rot="0">
            <a:off x="2724150" y="4343400"/>
            <a:ext cx="3543300" cy="685800"/>
          </a:xfrm>
          <a:prstGeom xmlns:a="http://schemas.openxmlformats.org/drawingml/2006/main" prst="rect">
            <a:avLst/>
          </a:prstGeom>
          <a:solidFill xmlns:a="http://schemas.openxmlformats.org/drawingml/2006/main">
            <a:srgbClr val="F7F8FA"/>
          </a:solidFill>
          <a:ln xmlns:a="http://schemas.openxmlformats.org/drawingml/2006/main" w="9525">
            <a:solidFill>
              <a:srgbClr val="D0D5DD"/>
            </a:solidFill>
            <a:prstDash val="solid"/>
          </a:ln>
        </p:spPr>
      </p:sp>
      <p:sp>
        <p:nvSpPr>
          <p:cNvPr id="42" name="">
            <a:extLst xmlns:a="http://schemas.openxmlformats.org/drawingml/2006/main">
              <a:ext uri="{FF2B5EF4-FFF2-40B4-BE49-F238E27FC236}">
                <a16:creationId xmlns:a16="http://schemas.microsoft.com/office/drawing/2014/main" id="{E030FE3D-04C2-4415-A224-B6B048EF43BF}"/>
              </a:ext>
            </a:extLst>
          </p:cNvPr>
          <p:cNvSpPr>
            <a:spLocks xmlns:a="http://schemas.openxmlformats.org/drawingml/2006/main" noGrp="1"/>
          </p:cNvSpPr>
          <p:nvPr/>
        </p:nvSpPr>
        <p:spPr>
          <a:xfrm xmlns:a="http://schemas.openxmlformats.org/drawingml/2006/main">
            <a:off x="2838450" y="4343400"/>
            <a:ext cx="33147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350" b="0">
                <a:solidFill>
                  <a:srgbClr val="191919"/>
                </a:solidFill>
                <a:latin typeface="AppleGothic"/>
                <a:ea typeface="AppleGothic"/>
                <a:cs typeface="AppleGothic"/>
              </a:defRPr>
            </a:pPr>
            <a:r>
              <a:rPr sz="1350" b="0">
                <a:solidFill>
                  <a:srgbClr val="191919"/>
                </a:solidFill>
                <a:latin typeface="AppleGothic"/>
                <a:ea typeface="AppleGothic"/>
                <a:cs typeface="AppleGothic"/>
              </a:rPr>
              <a:t>데이터 구조 · 사실성 · 지연</a:t>
            </a:r>
          </a:p>
        </p:txBody>
      </p:sp>
      <p:sp>
        <p:nvSpPr>
          <p:cNvPr id="43" name="">
            <a:extLst xmlns:a="http://schemas.openxmlformats.org/drawingml/2006/main">
              <a:ext uri="{FF2B5EF4-FFF2-40B4-BE49-F238E27FC236}">
                <a16:creationId xmlns:a16="http://schemas.microsoft.com/office/drawing/2014/main" id="{8016D161-2091-4BB0-BB1F-9AB5550ACAAF}"/>
              </a:ext>
            </a:extLst>
          </p:cNvPr>
          <p:cNvSpPr>
            <a:spLocks xmlns:a="http://schemas.openxmlformats.org/drawingml/2006/main" noGrp="1"/>
          </p:cNvSpPr>
          <p:nvPr/>
        </p:nvSpPr>
        <p:spPr>
          <a:xfrm xmlns:a="http://schemas.openxmlformats.org/drawingml/2006/main" rot="0">
            <a:off x="6267450" y="4343400"/>
            <a:ext cx="1333500" cy="685800"/>
          </a:xfrm>
          <a:prstGeom xmlns:a="http://schemas.openxmlformats.org/drawingml/2006/main" prst="rect">
            <a:avLst/>
          </a:prstGeom>
          <a:solidFill xmlns:a="http://schemas.openxmlformats.org/drawingml/2006/main">
            <a:srgbClr val="F7F8FA"/>
          </a:solidFill>
          <a:ln xmlns:a="http://schemas.openxmlformats.org/drawingml/2006/main" w="9525">
            <a:solidFill>
              <a:srgbClr val="D0D5DD"/>
            </a:solidFill>
            <a:prstDash val="solid"/>
          </a:ln>
        </p:spPr>
      </p:sp>
      <p:sp>
        <p:nvSpPr>
          <p:cNvPr id="44" name="">
            <a:extLst xmlns:a="http://schemas.openxmlformats.org/drawingml/2006/main">
              <a:ext uri="{FF2B5EF4-FFF2-40B4-BE49-F238E27FC236}">
                <a16:creationId xmlns:a16="http://schemas.microsoft.com/office/drawing/2014/main" id="{CDA5CD02-A0B1-45D1-8119-84832273580F}"/>
              </a:ext>
            </a:extLst>
          </p:cNvPr>
          <p:cNvSpPr>
            <a:spLocks xmlns:a="http://schemas.openxmlformats.org/drawingml/2006/main" noGrp="1"/>
          </p:cNvSpPr>
          <p:nvPr/>
        </p:nvSpPr>
        <p:spPr>
          <a:xfrm xmlns:a="http://schemas.openxmlformats.org/drawingml/2006/main">
            <a:off x="6381750" y="4343400"/>
            <a:ext cx="11049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350" b="1">
                <a:solidFill>
                  <a:srgbClr val="2563EB"/>
                </a:solidFill>
                <a:latin typeface="AppleGothic"/>
                <a:ea typeface="AppleGothic"/>
                <a:cs typeface="AppleGothic"/>
              </a:defRPr>
            </a:pPr>
            <a:r>
              <a:rPr sz="1350" b="1">
                <a:solidFill>
                  <a:srgbClr val="2563EB"/>
                </a:solidFill>
                <a:latin typeface="AppleGothic"/>
                <a:ea typeface="AppleGothic"/>
                <a:cs typeface="AppleGothic"/>
              </a:rPr>
              <a:t>↔</a:t>
            </a:r>
          </a:p>
        </p:txBody>
      </p:sp>
      <p:sp>
        <p:nvSpPr>
          <p:cNvPr id="45" name="">
            <a:extLst xmlns:a="http://schemas.openxmlformats.org/drawingml/2006/main">
              <a:ext uri="{FF2B5EF4-FFF2-40B4-BE49-F238E27FC236}">
                <a16:creationId xmlns:a16="http://schemas.microsoft.com/office/drawing/2014/main" id="{F6CC81E0-6660-4A94-B2A2-C55325093E4F}"/>
              </a:ext>
            </a:extLst>
          </p:cNvPr>
          <p:cNvSpPr>
            <a:spLocks xmlns:a="http://schemas.openxmlformats.org/drawingml/2006/main" noGrp="1"/>
          </p:cNvSpPr>
          <p:nvPr/>
        </p:nvSpPr>
        <p:spPr>
          <a:xfrm xmlns:a="http://schemas.openxmlformats.org/drawingml/2006/main" rot="0">
            <a:off x="7600950" y="4343400"/>
            <a:ext cx="3981450" cy="685800"/>
          </a:xfrm>
          <a:prstGeom xmlns:a="http://schemas.openxmlformats.org/drawingml/2006/main" prst="rect">
            <a:avLst/>
          </a:prstGeom>
          <a:solidFill xmlns:a="http://schemas.openxmlformats.org/drawingml/2006/main">
            <a:srgbClr val="F7F8FA"/>
          </a:solidFill>
          <a:ln xmlns:a="http://schemas.openxmlformats.org/drawingml/2006/main" w="9525">
            <a:solidFill>
              <a:srgbClr val="D0D5DD"/>
            </a:solidFill>
            <a:prstDash val="solid"/>
          </a:ln>
        </p:spPr>
      </p:sp>
      <p:sp>
        <p:nvSpPr>
          <p:cNvPr id="46" name="">
            <a:extLst xmlns:a="http://schemas.openxmlformats.org/drawingml/2006/main">
              <a:ext uri="{FF2B5EF4-FFF2-40B4-BE49-F238E27FC236}">
                <a16:creationId xmlns:a16="http://schemas.microsoft.com/office/drawing/2014/main" id="{A8B3191E-10CF-4548-837B-C75622A698B0}"/>
              </a:ext>
            </a:extLst>
          </p:cNvPr>
          <p:cNvSpPr>
            <a:spLocks xmlns:a="http://schemas.openxmlformats.org/drawingml/2006/main" noGrp="1"/>
          </p:cNvSpPr>
          <p:nvPr/>
        </p:nvSpPr>
        <p:spPr>
          <a:xfrm xmlns:a="http://schemas.openxmlformats.org/drawingml/2006/main">
            <a:off x="7715250" y="4343400"/>
            <a:ext cx="37528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350" b="0">
                <a:solidFill>
                  <a:srgbClr val="191919"/>
                </a:solidFill>
                <a:latin typeface="AppleGothic"/>
                <a:ea typeface="AppleGothic"/>
                <a:cs typeface="AppleGothic"/>
              </a:defRPr>
            </a:pPr>
            <a:r>
              <a:rPr sz="1350" b="0">
                <a:solidFill>
                  <a:srgbClr val="191919"/>
                </a:solidFill>
                <a:latin typeface="AppleGothic"/>
                <a:ea typeface="AppleGothic"/>
                <a:cs typeface="AppleGothic"/>
              </a:rPr>
              <a:t>데이터 구조 · 사실성 · 지연</a:t>
            </a:r>
          </a:p>
        </p:txBody>
      </p:sp>
      <p:sp>
        <p:nvSpPr>
          <p:cNvPr id="47" name="">
            <a:extLst xmlns:a="http://schemas.openxmlformats.org/drawingml/2006/main">
              <a:ext uri="{FF2B5EF4-FFF2-40B4-BE49-F238E27FC236}">
                <a16:creationId xmlns:a16="http://schemas.microsoft.com/office/drawing/2014/main" id="{DD15046D-9FD2-4F08-AC88-80D141FD0D9D}"/>
              </a:ext>
            </a:extLst>
          </p:cNvPr>
          <p:cNvSpPr>
            <a:spLocks xmlns:a="http://schemas.openxmlformats.org/drawingml/2006/main" noGrp="1"/>
          </p:cNvSpPr>
          <p:nvPr/>
        </p:nvSpPr>
        <p:spPr>
          <a:xfrm xmlns:a="http://schemas.openxmlformats.org/drawingml/2006/main">
            <a:off x="609600" y="5657850"/>
            <a:ext cx="10972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191919"/>
                </a:solidFill>
                <a:latin typeface="AppleGothic"/>
                <a:ea typeface="AppleGothic"/>
                <a:cs typeface="AppleGothic"/>
              </a:defRPr>
            </a:pPr>
            <a:r>
              <a:rPr sz="1350" b="1">
                <a:solidFill>
                  <a:srgbClr val="191919"/>
                </a:solidFill>
                <a:latin typeface="AppleGothic"/>
                <a:ea typeface="AppleGothic"/>
                <a:cs typeface="AppleGothic"/>
              </a:rPr>
              <a:t>결정론적 데모는 기준선 · 생성 무작위성 차이는 Ollama 선택 경로에서 관찰</a:t>
            </a:r>
          </a:p>
        </p:txBody>
      </p:sp>
    </p:spTree>
    <p:extLst>
      <p:ext uri="{BB962C8B-B14F-4D97-AF65-F5344CB8AC3E}">
        <p14:creationId xmlns:p14="http://schemas.microsoft.com/office/powerpoint/2010/main" val="98174639"/>
      </p:ext>
    </p:extLst>
  </p:cSld>
</p:sld>
</file>

<file path=ppt/slides/slide77.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A7CE2382-772E-4E88-9533-80B30F8A731C}"/>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LAB</a:t>
            </a:r>
          </a:p>
        </p:txBody>
      </p:sp>
      <p:sp>
        <p:nvSpPr>
          <p:cNvPr id="2" name="">
            <a:extLst xmlns:a="http://schemas.openxmlformats.org/drawingml/2006/main">
              <a:ext uri="{FF2B5EF4-FFF2-40B4-BE49-F238E27FC236}">
                <a16:creationId xmlns:a16="http://schemas.microsoft.com/office/drawing/2014/main" id="{BD8BC777-EA06-4796-A07B-5F4092DDE61A}"/>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77</a:t>
            </a:r>
          </a:p>
        </p:txBody>
      </p:sp>
      <p:sp>
        <p:nvSpPr>
          <p:cNvPr id="3" name="">
            <a:extLst xmlns:a="http://schemas.openxmlformats.org/drawingml/2006/main">
              <a:ext uri="{FF2B5EF4-FFF2-40B4-BE49-F238E27FC236}">
                <a16:creationId xmlns:a16="http://schemas.microsoft.com/office/drawing/2014/main" id="{616B7B16-8F86-40DF-87AB-0BDF9F6DC5C2}"/>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5ED1CA52-D0CF-444C-8F6E-5F05C3FEAA27}"/>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278BF6C8-8CBD-4484-8795-8650011F25FD}"/>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E5AC119F-BD35-42B6-8818-6E51C166D846}"/>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실행 화면 기반 판정 증거</a:t>
            </a:r>
          </a:p>
        </p:txBody>
      </p:sp>
      <p:sp>
        <p:nvSpPr>
          <p:cNvPr id="7" name="">
            <a:extLst xmlns:a="http://schemas.openxmlformats.org/drawingml/2006/main">
              <a:ext uri="{FF2B5EF4-FFF2-40B4-BE49-F238E27FC236}">
                <a16:creationId xmlns:a16="http://schemas.microsoft.com/office/drawing/2014/main" id="{8CF98ACC-2CB4-4B41-9374-4CA639B0460D}"/>
              </a:ext>
            </a:extLst>
          </p:cNvPr>
          <p:cNvSpPr>
            <a:spLocks xmlns:a="http://schemas.openxmlformats.org/drawingml/2006/main" noGrp="1"/>
          </p:cNvSpPr>
          <p:nvPr/>
        </p:nvSpPr>
        <p:spPr>
          <a:xfrm xmlns:a="http://schemas.openxmlformats.org/drawingml/2006/main">
            <a:off x="609600" y="1790700"/>
            <a:ext cx="2457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725" b="1">
                <a:solidFill>
                  <a:srgbClr val="191919"/>
                </a:solidFill>
                <a:latin typeface="AppleGothic"/>
                <a:ea typeface="AppleGothic"/>
                <a:cs typeface="AppleGothic"/>
              </a:defRPr>
            </a:pPr>
            <a:r>
              <a:rPr sz="1725" b="1">
                <a:solidFill>
                  <a:srgbClr val="191919"/>
                </a:solidFill>
                <a:latin typeface="AppleGothic"/>
                <a:ea typeface="AppleGothic"/>
                <a:cs typeface="AppleGothic"/>
              </a:rPr>
              <a:t>입력 근거성</a:t>
            </a:r>
          </a:p>
        </p:txBody>
      </p:sp>
      <p:sp>
        <p:nvSpPr>
          <p:cNvPr id="8" name="">
            <a:extLst xmlns:a="http://schemas.openxmlformats.org/drawingml/2006/main">
              <a:ext uri="{FF2B5EF4-FFF2-40B4-BE49-F238E27FC236}">
                <a16:creationId xmlns:a16="http://schemas.microsoft.com/office/drawing/2014/main" id="{EBE33DDB-0B01-4479-8003-2CB88F25FC2A}"/>
              </a:ext>
            </a:extLst>
          </p:cNvPr>
          <p:cNvSpPr>
            <a:spLocks xmlns:a="http://schemas.openxmlformats.org/drawingml/2006/main" noGrp="1"/>
          </p:cNvSpPr>
          <p:nvPr/>
        </p:nvSpPr>
        <p:spPr>
          <a:xfrm xmlns:a="http://schemas.openxmlformats.org/drawingml/2006/main">
            <a:off x="3390900" y="1790700"/>
            <a:ext cx="16002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00" b="1">
                <a:solidFill>
                  <a:srgbClr val="2563EB"/>
                </a:solidFill>
                <a:latin typeface="Menlo"/>
                <a:ea typeface="Menlo"/>
                <a:cs typeface="Menlo"/>
              </a:defRPr>
            </a:pPr>
            <a:r>
              <a:rPr sz="1500" b="1">
                <a:solidFill>
                  <a:srgbClr val="2563EB"/>
                </a:solidFill>
                <a:latin typeface="Menlo"/>
                <a:ea typeface="Menlo"/>
                <a:cs typeface="Menlo"/>
              </a:rPr>
              <a:t>관찰됨</a:t>
            </a:r>
          </a:p>
        </p:txBody>
      </p:sp>
      <p:sp>
        <p:nvSpPr>
          <p:cNvPr id="9" name="">
            <a:extLst xmlns:a="http://schemas.openxmlformats.org/drawingml/2006/main">
              <a:ext uri="{FF2B5EF4-FFF2-40B4-BE49-F238E27FC236}">
                <a16:creationId xmlns:a16="http://schemas.microsoft.com/office/drawing/2014/main" id="{730575C6-84BB-47C8-81DE-C435BE858C22}"/>
              </a:ext>
            </a:extLst>
          </p:cNvPr>
          <p:cNvSpPr>
            <a:spLocks xmlns:a="http://schemas.openxmlformats.org/drawingml/2006/main" noGrp="1"/>
          </p:cNvSpPr>
          <p:nvPr/>
        </p:nvSpPr>
        <p:spPr>
          <a:xfrm xmlns:a="http://schemas.openxmlformats.org/drawingml/2006/main">
            <a:off x="5314950" y="1790700"/>
            <a:ext cx="58864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2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출력의 핵심 신호와 마찰 요인이 합성 입력에 근거</a:t>
            </a:r>
          </a:p>
        </p:txBody>
      </p:sp>
      <p:sp>
        <p:nvSpPr>
          <p:cNvPr id="10" name="">
            <a:extLst xmlns:a="http://schemas.openxmlformats.org/drawingml/2006/main">
              <a:ext uri="{FF2B5EF4-FFF2-40B4-BE49-F238E27FC236}">
                <a16:creationId xmlns:a16="http://schemas.microsoft.com/office/drawing/2014/main" id="{558BB2DB-11F5-4469-A404-F92DD5F28D97}"/>
              </a:ext>
            </a:extLst>
          </p:cNvPr>
          <p:cNvSpPr>
            <a:spLocks xmlns:a="http://schemas.openxmlformats.org/drawingml/2006/main" noGrp="1"/>
          </p:cNvSpPr>
          <p:nvPr/>
        </p:nvSpPr>
        <p:spPr>
          <a:xfrm xmlns:a="http://schemas.openxmlformats.org/drawingml/2006/main" flipH="0" flipV="0">
            <a:off x="609600" y="2419350"/>
            <a:ext cx="10591800" cy="0"/>
          </a:xfrm>
          <a:prstGeom xmlns:a="http://schemas.openxmlformats.org/drawingml/2006/main" prst="line">
            <a:avLst/>
          </a:prstGeom>
          <a:noFill xmlns:a="http://schemas.openxmlformats.org/drawingml/2006/main"/>
          <a:ln xmlns:a="http://schemas.openxmlformats.org/drawingml/2006/main" w="28575">
            <a:solidFill>
              <a:srgbClr val="2563EB"/>
            </a:solidFill>
            <a:prstDash val="solid"/>
          </a:ln>
        </p:spPr>
      </p:sp>
      <p:sp>
        <p:nvSpPr>
          <p:cNvPr id="11" name="">
            <a:extLst xmlns:a="http://schemas.openxmlformats.org/drawingml/2006/main">
              <a:ext uri="{FF2B5EF4-FFF2-40B4-BE49-F238E27FC236}">
                <a16:creationId xmlns:a16="http://schemas.microsoft.com/office/drawing/2014/main" id="{9EAD8AAD-80EB-4CED-8B28-9A655D831BBD}"/>
              </a:ext>
            </a:extLst>
          </p:cNvPr>
          <p:cNvSpPr>
            <a:spLocks xmlns:a="http://schemas.openxmlformats.org/drawingml/2006/main" noGrp="1"/>
          </p:cNvSpPr>
          <p:nvPr/>
        </p:nvSpPr>
        <p:spPr>
          <a:xfrm xmlns:a="http://schemas.openxmlformats.org/drawingml/2006/main">
            <a:off x="609600" y="2781300"/>
            <a:ext cx="2457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725" b="1">
                <a:solidFill>
                  <a:srgbClr val="191919"/>
                </a:solidFill>
                <a:latin typeface="AppleGothic"/>
                <a:ea typeface="AppleGothic"/>
                <a:cs typeface="AppleGothic"/>
              </a:defRPr>
            </a:pPr>
            <a:r>
              <a:rPr sz="1725" b="1">
                <a:solidFill>
                  <a:srgbClr val="191919"/>
                </a:solidFill>
                <a:latin typeface="AppleGothic"/>
                <a:ea typeface="AppleGothic"/>
                <a:cs typeface="AppleGothic"/>
              </a:rPr>
              <a:t>형식 계약</a:t>
            </a:r>
          </a:p>
        </p:txBody>
      </p:sp>
      <p:sp>
        <p:nvSpPr>
          <p:cNvPr id="12" name="">
            <a:extLst xmlns:a="http://schemas.openxmlformats.org/drawingml/2006/main">
              <a:ext uri="{FF2B5EF4-FFF2-40B4-BE49-F238E27FC236}">
                <a16:creationId xmlns:a16="http://schemas.microsoft.com/office/drawing/2014/main" id="{784383F0-0DDB-436C-93A0-D16723971D30}"/>
              </a:ext>
            </a:extLst>
          </p:cNvPr>
          <p:cNvSpPr>
            <a:spLocks xmlns:a="http://schemas.openxmlformats.org/drawingml/2006/main" noGrp="1"/>
          </p:cNvSpPr>
          <p:nvPr/>
        </p:nvSpPr>
        <p:spPr>
          <a:xfrm xmlns:a="http://schemas.openxmlformats.org/drawingml/2006/main">
            <a:off x="3390900" y="2781300"/>
            <a:ext cx="16002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00" b="1">
                <a:solidFill>
                  <a:srgbClr val="0B1F3A"/>
                </a:solidFill>
                <a:latin typeface="Menlo"/>
                <a:ea typeface="Menlo"/>
                <a:cs typeface="Menlo"/>
              </a:defRPr>
            </a:pPr>
            <a:r>
              <a:rPr sz="1500" b="1">
                <a:solidFill>
                  <a:srgbClr val="0B1F3A"/>
                </a:solidFill>
                <a:latin typeface="Menlo"/>
                <a:ea typeface="Menlo"/>
                <a:cs typeface="Menlo"/>
              </a:rPr>
              <a:t>3개 필드</a:t>
            </a:r>
          </a:p>
        </p:txBody>
      </p:sp>
      <p:sp>
        <p:nvSpPr>
          <p:cNvPr id="13" name="">
            <a:extLst xmlns:a="http://schemas.openxmlformats.org/drawingml/2006/main">
              <a:ext uri="{FF2B5EF4-FFF2-40B4-BE49-F238E27FC236}">
                <a16:creationId xmlns:a16="http://schemas.microsoft.com/office/drawing/2014/main" id="{3B19935E-10C8-4062-A3D9-41E247BBC654}"/>
              </a:ext>
            </a:extLst>
          </p:cNvPr>
          <p:cNvSpPr>
            <a:spLocks xmlns:a="http://schemas.openxmlformats.org/drawingml/2006/main" noGrp="1"/>
          </p:cNvSpPr>
          <p:nvPr/>
        </p:nvSpPr>
        <p:spPr>
          <a:xfrm xmlns:a="http://schemas.openxmlformats.org/drawingml/2006/main">
            <a:off x="5314950" y="2781300"/>
            <a:ext cx="58864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2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핵심 신호 · 마찰 요인 · 다음 행동의 구조화 출력</a:t>
            </a:r>
          </a:p>
        </p:txBody>
      </p:sp>
      <p:sp>
        <p:nvSpPr>
          <p:cNvPr id="14" name="">
            <a:extLst xmlns:a="http://schemas.openxmlformats.org/drawingml/2006/main">
              <a:ext uri="{FF2B5EF4-FFF2-40B4-BE49-F238E27FC236}">
                <a16:creationId xmlns:a16="http://schemas.microsoft.com/office/drawing/2014/main" id="{DC484C9B-EBBF-475D-A2BD-89203D949460}"/>
              </a:ext>
            </a:extLst>
          </p:cNvPr>
          <p:cNvSpPr>
            <a:spLocks xmlns:a="http://schemas.openxmlformats.org/drawingml/2006/main" noGrp="1"/>
          </p:cNvSpPr>
          <p:nvPr/>
        </p:nvSpPr>
        <p:spPr>
          <a:xfrm xmlns:a="http://schemas.openxmlformats.org/drawingml/2006/main" flipH="0" flipV="0">
            <a:off x="609600" y="3409950"/>
            <a:ext cx="10591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15" name="">
            <a:extLst xmlns:a="http://schemas.openxmlformats.org/drawingml/2006/main">
              <a:ext uri="{FF2B5EF4-FFF2-40B4-BE49-F238E27FC236}">
                <a16:creationId xmlns:a16="http://schemas.microsoft.com/office/drawing/2014/main" id="{5A21D72C-0321-4792-8613-A7AE66C9A900}"/>
              </a:ext>
            </a:extLst>
          </p:cNvPr>
          <p:cNvSpPr>
            <a:spLocks xmlns:a="http://schemas.openxmlformats.org/drawingml/2006/main" noGrp="1"/>
          </p:cNvSpPr>
          <p:nvPr/>
        </p:nvSpPr>
        <p:spPr>
          <a:xfrm xmlns:a="http://schemas.openxmlformats.org/drawingml/2006/main">
            <a:off x="609600" y="3771900"/>
            <a:ext cx="2457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725" b="1">
                <a:solidFill>
                  <a:srgbClr val="191919"/>
                </a:solidFill>
                <a:latin typeface="AppleGothic"/>
                <a:ea typeface="AppleGothic"/>
                <a:cs typeface="AppleGothic"/>
              </a:defRPr>
            </a:pPr>
            <a:r>
              <a:rPr sz="1725" b="1">
                <a:solidFill>
                  <a:srgbClr val="191919"/>
                </a:solidFill>
                <a:latin typeface="AppleGothic"/>
                <a:ea typeface="AppleGothic"/>
                <a:cs typeface="AppleGothic"/>
              </a:rPr>
              <a:t>실행 상태</a:t>
            </a:r>
          </a:p>
        </p:txBody>
      </p:sp>
      <p:sp>
        <p:nvSpPr>
          <p:cNvPr id="16" name="">
            <a:extLst xmlns:a="http://schemas.openxmlformats.org/drawingml/2006/main">
              <a:ext uri="{FF2B5EF4-FFF2-40B4-BE49-F238E27FC236}">
                <a16:creationId xmlns:a16="http://schemas.microsoft.com/office/drawing/2014/main" id="{D618E70E-ACBE-4BAF-A627-94539214BAE0}"/>
              </a:ext>
            </a:extLst>
          </p:cNvPr>
          <p:cNvSpPr>
            <a:spLocks xmlns:a="http://schemas.openxmlformats.org/drawingml/2006/main" noGrp="1"/>
          </p:cNvSpPr>
          <p:nvPr/>
        </p:nvSpPr>
        <p:spPr>
          <a:xfrm xmlns:a="http://schemas.openxmlformats.org/drawingml/2006/main">
            <a:off x="3390900" y="3771900"/>
            <a:ext cx="16002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00" b="1">
                <a:solidFill>
                  <a:srgbClr val="0B1F3A"/>
                </a:solidFill>
                <a:latin typeface="Menlo"/>
                <a:ea typeface="Menlo"/>
                <a:cs typeface="Menlo"/>
              </a:defRPr>
            </a:pPr>
            <a:r>
              <a:rPr sz="1500" b="1">
                <a:solidFill>
                  <a:srgbClr val="0B1F3A"/>
                </a:solidFill>
                <a:latin typeface="Menlo"/>
                <a:ea typeface="Menlo"/>
                <a:cs typeface="Menlo"/>
              </a:rPr>
              <a:t>정상</a:t>
            </a:r>
          </a:p>
        </p:txBody>
      </p:sp>
      <p:sp>
        <p:nvSpPr>
          <p:cNvPr id="17" name="">
            <a:extLst xmlns:a="http://schemas.openxmlformats.org/drawingml/2006/main">
              <a:ext uri="{FF2B5EF4-FFF2-40B4-BE49-F238E27FC236}">
                <a16:creationId xmlns:a16="http://schemas.microsoft.com/office/drawing/2014/main" id="{8BA31E8C-4006-44EA-8CD3-41C2218DBC5A}"/>
              </a:ext>
            </a:extLst>
          </p:cNvPr>
          <p:cNvSpPr>
            <a:spLocks xmlns:a="http://schemas.openxmlformats.org/drawingml/2006/main" noGrp="1"/>
          </p:cNvSpPr>
          <p:nvPr/>
        </p:nvSpPr>
        <p:spPr>
          <a:xfrm xmlns:a="http://schemas.openxmlformats.org/drawingml/2006/main">
            <a:off x="5314950" y="3771900"/>
            <a:ext cx="58864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2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오류 없이 결과와 실행 추적을 함께 반환</a:t>
            </a:r>
          </a:p>
        </p:txBody>
      </p:sp>
      <p:sp>
        <p:nvSpPr>
          <p:cNvPr id="18" name="">
            <a:extLst xmlns:a="http://schemas.openxmlformats.org/drawingml/2006/main">
              <a:ext uri="{FF2B5EF4-FFF2-40B4-BE49-F238E27FC236}">
                <a16:creationId xmlns:a16="http://schemas.microsoft.com/office/drawing/2014/main" id="{3E3D81FF-002E-4C63-B3BA-03B7880303C6}"/>
              </a:ext>
            </a:extLst>
          </p:cNvPr>
          <p:cNvSpPr>
            <a:spLocks xmlns:a="http://schemas.openxmlformats.org/drawingml/2006/main" noGrp="1"/>
          </p:cNvSpPr>
          <p:nvPr/>
        </p:nvSpPr>
        <p:spPr>
          <a:xfrm xmlns:a="http://schemas.openxmlformats.org/drawingml/2006/main" flipH="0" flipV="0">
            <a:off x="609600" y="4400550"/>
            <a:ext cx="10591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19" name="">
            <a:extLst xmlns:a="http://schemas.openxmlformats.org/drawingml/2006/main">
              <a:ext uri="{FF2B5EF4-FFF2-40B4-BE49-F238E27FC236}">
                <a16:creationId xmlns:a16="http://schemas.microsoft.com/office/drawing/2014/main" id="{DA1FA63F-7BA6-456B-B547-2FED92687886}"/>
              </a:ext>
            </a:extLst>
          </p:cNvPr>
          <p:cNvSpPr>
            <a:spLocks xmlns:a="http://schemas.openxmlformats.org/drawingml/2006/main" noGrp="1"/>
          </p:cNvSpPr>
          <p:nvPr/>
        </p:nvSpPr>
        <p:spPr>
          <a:xfrm xmlns:a="http://schemas.openxmlformats.org/drawingml/2006/main">
            <a:off x="609600" y="4762500"/>
            <a:ext cx="2457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725" b="1">
                <a:solidFill>
                  <a:srgbClr val="191919"/>
                </a:solidFill>
                <a:latin typeface="AppleGothic"/>
                <a:ea typeface="AppleGothic"/>
                <a:cs typeface="AppleGothic"/>
              </a:defRPr>
            </a:pPr>
            <a:r>
              <a:rPr sz="1725" b="1">
                <a:solidFill>
                  <a:srgbClr val="191919"/>
                </a:solidFill>
                <a:latin typeface="AppleGothic"/>
                <a:ea typeface="AppleGothic"/>
                <a:cs typeface="AppleGothic"/>
              </a:rPr>
              <a:t>응답 지연</a:t>
            </a:r>
          </a:p>
        </p:txBody>
      </p:sp>
      <p:sp>
        <p:nvSpPr>
          <p:cNvPr id="20" name="">
            <a:extLst xmlns:a="http://schemas.openxmlformats.org/drawingml/2006/main">
              <a:ext uri="{FF2B5EF4-FFF2-40B4-BE49-F238E27FC236}">
                <a16:creationId xmlns:a16="http://schemas.microsoft.com/office/drawing/2014/main" id="{77384443-E56E-4561-B299-0563426463B3}"/>
              </a:ext>
            </a:extLst>
          </p:cNvPr>
          <p:cNvSpPr>
            <a:spLocks xmlns:a="http://schemas.openxmlformats.org/drawingml/2006/main" noGrp="1"/>
          </p:cNvSpPr>
          <p:nvPr/>
        </p:nvSpPr>
        <p:spPr>
          <a:xfrm xmlns:a="http://schemas.openxmlformats.org/drawingml/2006/main">
            <a:off x="3390900" y="4762500"/>
            <a:ext cx="16002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00" b="1">
                <a:solidFill>
                  <a:srgbClr val="2563EB"/>
                </a:solidFill>
                <a:latin typeface="Menlo"/>
                <a:ea typeface="Menlo"/>
                <a:cs typeface="Menlo"/>
              </a:defRPr>
            </a:pPr>
            <a:r>
              <a:rPr sz="1500" b="1">
                <a:solidFill>
                  <a:srgbClr val="2563EB"/>
                </a:solidFill>
                <a:latin typeface="Menlo"/>
                <a:ea typeface="Menlo"/>
                <a:cs typeface="Menlo"/>
              </a:rPr>
              <a:t>0.12 ms</a:t>
            </a:r>
          </a:p>
        </p:txBody>
      </p:sp>
      <p:sp>
        <p:nvSpPr>
          <p:cNvPr id="21" name="">
            <a:extLst xmlns:a="http://schemas.openxmlformats.org/drawingml/2006/main">
              <a:ext uri="{FF2B5EF4-FFF2-40B4-BE49-F238E27FC236}">
                <a16:creationId xmlns:a16="http://schemas.microsoft.com/office/drawing/2014/main" id="{11AF10A4-D2CA-47EC-94CF-4EB37A93FFFB}"/>
              </a:ext>
            </a:extLst>
          </p:cNvPr>
          <p:cNvSpPr>
            <a:spLocks xmlns:a="http://schemas.openxmlformats.org/drawingml/2006/main" noGrp="1"/>
          </p:cNvSpPr>
          <p:nvPr/>
        </p:nvSpPr>
        <p:spPr>
          <a:xfrm xmlns:a="http://schemas.openxmlformats.org/drawingml/2006/main">
            <a:off x="5314950" y="4762500"/>
            <a:ext cx="58864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2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현재 로컬 결정론적 데모 호출의 관찰값</a:t>
            </a:r>
          </a:p>
        </p:txBody>
      </p:sp>
      <p:sp>
        <p:nvSpPr>
          <p:cNvPr id="22" name="">
            <a:extLst xmlns:a="http://schemas.openxmlformats.org/drawingml/2006/main">
              <a:ext uri="{FF2B5EF4-FFF2-40B4-BE49-F238E27FC236}">
                <a16:creationId xmlns:a16="http://schemas.microsoft.com/office/drawing/2014/main" id="{A26AF30E-1D31-477B-A958-2C4597274B3D}"/>
              </a:ext>
            </a:extLst>
          </p:cNvPr>
          <p:cNvSpPr>
            <a:spLocks xmlns:a="http://schemas.openxmlformats.org/drawingml/2006/main" noGrp="1"/>
          </p:cNvSpPr>
          <p:nvPr/>
        </p:nvSpPr>
        <p:spPr>
          <a:xfrm xmlns:a="http://schemas.openxmlformats.org/drawingml/2006/main" flipH="0" flipV="0">
            <a:off x="609600" y="5391150"/>
            <a:ext cx="10591800" cy="0"/>
          </a:xfrm>
          <a:prstGeom xmlns:a="http://schemas.openxmlformats.org/drawingml/2006/main" prst="line">
            <a:avLst/>
          </a:prstGeom>
          <a:noFill xmlns:a="http://schemas.openxmlformats.org/drawingml/2006/main"/>
          <a:ln xmlns:a="http://schemas.openxmlformats.org/drawingml/2006/main" w="28575">
            <a:solidFill>
              <a:srgbClr val="2563EB"/>
            </a:solidFill>
            <a:prstDash val="solid"/>
          </a:ln>
        </p:spPr>
      </p:sp>
      <p:sp>
        <p:nvSpPr>
          <p:cNvPr id="23" name="">
            <a:extLst xmlns:a="http://schemas.openxmlformats.org/drawingml/2006/main">
              <a:ext uri="{FF2B5EF4-FFF2-40B4-BE49-F238E27FC236}">
                <a16:creationId xmlns:a16="http://schemas.microsoft.com/office/drawing/2014/main" id="{ED57C3FF-723A-42E5-B914-29EE3B79EA17}"/>
              </a:ext>
            </a:extLst>
          </p:cNvPr>
          <p:cNvSpPr>
            <a:spLocks xmlns:a="http://schemas.openxmlformats.org/drawingml/2006/main" noGrp="1"/>
          </p:cNvSpPr>
          <p:nvPr/>
        </p:nvSpPr>
        <p:spPr>
          <a:xfrm xmlns:a="http://schemas.openxmlformats.org/drawingml/2006/main">
            <a:off x="609600" y="5657850"/>
            <a:ext cx="10972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191919"/>
                </a:solidFill>
                <a:latin typeface="AppleGothic"/>
                <a:ea typeface="AppleGothic"/>
                <a:cs typeface="AppleGothic"/>
              </a:defRPr>
            </a:pPr>
            <a:r>
              <a:rPr sz="1350" b="1">
                <a:solidFill>
                  <a:srgbClr val="191919"/>
                </a:solidFill>
                <a:latin typeface="AppleGothic"/>
                <a:ea typeface="AppleGothic"/>
                <a:cs typeface="AppleGothic"/>
              </a:rPr>
              <a:t>가상 점수 대신 화면에서 확인한 상태·형식·응답 지연과 근거 판단</a:t>
            </a:r>
          </a:p>
        </p:txBody>
      </p:sp>
    </p:spTree>
    <p:extLst>
      <p:ext uri="{BB962C8B-B14F-4D97-AF65-F5344CB8AC3E}">
        <p14:creationId xmlns:p14="http://schemas.microsoft.com/office/powerpoint/2010/main" val="2053598964"/>
      </p:ext>
    </p:extLst>
  </p:cSld>
</p:sld>
</file>

<file path=ppt/slides/slide78.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91539696-8A4C-4D96-85FA-33FF1D8EFBB5}"/>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LAB</a:t>
            </a:r>
          </a:p>
        </p:txBody>
      </p:sp>
      <p:sp>
        <p:nvSpPr>
          <p:cNvPr id="2" name="">
            <a:extLst xmlns:a="http://schemas.openxmlformats.org/drawingml/2006/main">
              <a:ext uri="{FF2B5EF4-FFF2-40B4-BE49-F238E27FC236}">
                <a16:creationId xmlns:a16="http://schemas.microsoft.com/office/drawing/2014/main" id="{AC97F444-2E23-459A-86B6-01F8B761A1E1}"/>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78</a:t>
            </a:r>
          </a:p>
        </p:txBody>
      </p:sp>
      <p:sp>
        <p:nvSpPr>
          <p:cNvPr id="3" name="">
            <a:extLst xmlns:a="http://schemas.openxmlformats.org/drawingml/2006/main">
              <a:ext uri="{FF2B5EF4-FFF2-40B4-BE49-F238E27FC236}">
                <a16:creationId xmlns:a16="http://schemas.microsoft.com/office/drawing/2014/main" id="{ED1B73C8-CFA6-4D99-A99A-3A049C23C4CD}"/>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83DBAC04-7EE4-4466-952B-8C23FB592E55}"/>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320692C4-0C4E-425B-8D1E-5A2FA49A5C55}"/>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EB49CBC2-B5C5-4F25-B75F-3770DAF16B1F}"/>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구조 추출의 판정 기준</a:t>
            </a:r>
          </a:p>
        </p:txBody>
      </p:sp>
      <p:sp>
        <p:nvSpPr>
          <p:cNvPr id="7" name="">
            <a:extLst xmlns:a="http://schemas.openxmlformats.org/drawingml/2006/main">
              <a:ext uri="{FF2B5EF4-FFF2-40B4-BE49-F238E27FC236}">
                <a16:creationId xmlns:a16="http://schemas.microsoft.com/office/drawing/2014/main" id="{2652B6ED-326C-41CD-BE58-31E5ADA70315}"/>
              </a:ext>
            </a:extLst>
          </p:cNvPr>
          <p:cNvSpPr>
            <a:spLocks xmlns:a="http://schemas.openxmlformats.org/drawingml/2006/main" noGrp="1"/>
          </p:cNvSpPr>
          <p:nvPr/>
        </p:nvSpPr>
        <p:spPr>
          <a:xfrm xmlns:a="http://schemas.openxmlformats.org/drawingml/2006/main">
            <a:off x="609600" y="1790700"/>
            <a:ext cx="35052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700" b="1">
                <a:solidFill>
                  <a:srgbClr val="667085"/>
                </a:solidFill>
                <a:latin typeface="Menlo"/>
                <a:ea typeface="Menlo"/>
                <a:cs typeface="Menlo"/>
              </a:defRPr>
            </a:pPr>
            <a:r>
              <a:rPr sz="2700" b="1">
                <a:solidFill>
                  <a:srgbClr val="667085"/>
                </a:solidFill>
                <a:latin typeface="Menlo"/>
                <a:ea typeface="Menlo"/>
                <a:cs typeface="Menlo"/>
              </a:rPr>
              <a:t>01</a:t>
            </a:r>
          </a:p>
        </p:txBody>
      </p:sp>
      <p:sp>
        <p:nvSpPr>
          <p:cNvPr id="8" name="">
            <a:extLst xmlns:a="http://schemas.openxmlformats.org/drawingml/2006/main">
              <a:ext uri="{FF2B5EF4-FFF2-40B4-BE49-F238E27FC236}">
                <a16:creationId xmlns:a16="http://schemas.microsoft.com/office/drawing/2014/main" id="{D8400655-241F-44B6-9B93-DD37EC43566B}"/>
              </a:ext>
            </a:extLst>
          </p:cNvPr>
          <p:cNvSpPr>
            <a:spLocks xmlns:a="http://schemas.openxmlformats.org/drawingml/2006/main" noGrp="1"/>
          </p:cNvSpPr>
          <p:nvPr/>
        </p:nvSpPr>
        <p:spPr>
          <a:xfrm xmlns:a="http://schemas.openxmlformats.org/drawingml/2006/main">
            <a:off x="609600" y="2571750"/>
            <a:ext cx="35052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800" b="1">
                <a:solidFill>
                  <a:srgbClr val="191919"/>
                </a:solidFill>
                <a:latin typeface="AppleGothic"/>
                <a:ea typeface="AppleGothic"/>
                <a:cs typeface="AppleGothic"/>
              </a:defRPr>
            </a:pPr>
            <a:r>
              <a:rPr sz="1800" b="1">
                <a:solidFill>
                  <a:srgbClr val="191919"/>
                </a:solidFill>
                <a:latin typeface="AppleGothic"/>
                <a:ea typeface="AppleGothic"/>
                <a:cs typeface="AppleGothic"/>
              </a:rPr>
              <a:t>핵심 신호</a:t>
            </a:r>
          </a:p>
        </p:txBody>
      </p:sp>
      <p:sp>
        <p:nvSpPr>
          <p:cNvPr id="9" name="">
            <a:extLst xmlns:a="http://schemas.openxmlformats.org/drawingml/2006/main">
              <a:ext uri="{FF2B5EF4-FFF2-40B4-BE49-F238E27FC236}">
                <a16:creationId xmlns:a16="http://schemas.microsoft.com/office/drawing/2014/main" id="{4F3A822B-7859-4342-B068-58538FDB0109}"/>
              </a:ext>
            </a:extLst>
          </p:cNvPr>
          <p:cNvSpPr>
            <a:spLocks xmlns:a="http://schemas.openxmlformats.org/drawingml/2006/main" noGrp="1"/>
          </p:cNvSpPr>
          <p:nvPr/>
        </p:nvSpPr>
        <p:spPr>
          <a:xfrm xmlns:a="http://schemas.openxmlformats.org/drawingml/2006/main" flipH="0" flipV="0">
            <a:off x="609600" y="3162300"/>
            <a:ext cx="3505200" cy="0"/>
          </a:xfrm>
          <a:prstGeom xmlns:a="http://schemas.openxmlformats.org/drawingml/2006/main" prst="line">
            <a:avLst/>
          </a:prstGeom>
          <a:noFill xmlns:a="http://schemas.openxmlformats.org/drawingml/2006/main"/>
          <a:ln xmlns:a="http://schemas.openxmlformats.org/drawingml/2006/main" w="9525">
            <a:solidFill>
              <a:srgbClr val="191919"/>
            </a:solidFill>
            <a:prstDash val="solid"/>
          </a:ln>
        </p:spPr>
      </p:sp>
      <p:sp>
        <p:nvSpPr>
          <p:cNvPr id="10" name="">
            <a:extLst xmlns:a="http://schemas.openxmlformats.org/drawingml/2006/main">
              <a:ext uri="{FF2B5EF4-FFF2-40B4-BE49-F238E27FC236}">
                <a16:creationId xmlns:a16="http://schemas.microsoft.com/office/drawing/2014/main" id="{711899BE-189B-45BB-8F15-CF5F1C32B1F5}"/>
              </a:ext>
            </a:extLst>
          </p:cNvPr>
          <p:cNvSpPr>
            <a:spLocks xmlns:a="http://schemas.openxmlformats.org/drawingml/2006/main" noGrp="1"/>
          </p:cNvSpPr>
          <p:nvPr/>
        </p:nvSpPr>
        <p:spPr>
          <a:xfrm xmlns:a="http://schemas.openxmlformats.org/drawingml/2006/main">
            <a:off x="609600" y="3467100"/>
            <a:ext cx="3505200" cy="1314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사용자가 실제로 말한 핵심 관찰</a:t>
            </a:r>
          </a:p>
        </p:txBody>
      </p:sp>
      <p:sp>
        <p:nvSpPr>
          <p:cNvPr id="11" name="">
            <a:extLst xmlns:a="http://schemas.openxmlformats.org/drawingml/2006/main">
              <a:ext uri="{FF2B5EF4-FFF2-40B4-BE49-F238E27FC236}">
                <a16:creationId xmlns:a16="http://schemas.microsoft.com/office/drawing/2014/main" id="{A59E3F22-9FDC-4FD2-9401-4A17B600C8DB}"/>
              </a:ext>
            </a:extLst>
          </p:cNvPr>
          <p:cNvSpPr>
            <a:spLocks xmlns:a="http://schemas.openxmlformats.org/drawingml/2006/main" noGrp="1"/>
          </p:cNvSpPr>
          <p:nvPr/>
        </p:nvSpPr>
        <p:spPr>
          <a:xfrm xmlns:a="http://schemas.openxmlformats.org/drawingml/2006/main">
            <a:off x="609600" y="5143500"/>
            <a:ext cx="35052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191919"/>
                </a:solidFill>
                <a:latin typeface="Menlo"/>
                <a:ea typeface="Menlo"/>
                <a:cs typeface="Menlo"/>
              </a:defRPr>
            </a:pPr>
            <a:r>
              <a:rPr sz="1200" b="1">
                <a:solidFill>
                  <a:srgbClr val="191919"/>
                </a:solidFill>
                <a:latin typeface="Menlo"/>
                <a:ea typeface="Menlo"/>
                <a:cs typeface="Menlo"/>
              </a:rPr>
              <a:t>존재 · 입력 근거</a:t>
            </a:r>
          </a:p>
        </p:txBody>
      </p:sp>
      <p:sp>
        <p:nvSpPr>
          <p:cNvPr id="12" name="">
            <a:extLst xmlns:a="http://schemas.openxmlformats.org/drawingml/2006/main">
              <a:ext uri="{FF2B5EF4-FFF2-40B4-BE49-F238E27FC236}">
                <a16:creationId xmlns:a16="http://schemas.microsoft.com/office/drawing/2014/main" id="{581658B9-A97E-4057-B9BE-819632152C42}"/>
              </a:ext>
            </a:extLst>
          </p:cNvPr>
          <p:cNvSpPr>
            <a:spLocks xmlns:a="http://schemas.openxmlformats.org/drawingml/2006/main" noGrp="1"/>
          </p:cNvSpPr>
          <p:nvPr/>
        </p:nvSpPr>
        <p:spPr>
          <a:xfrm xmlns:a="http://schemas.openxmlformats.org/drawingml/2006/main">
            <a:off x="4343400" y="1790700"/>
            <a:ext cx="35052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700" b="1">
                <a:solidFill>
                  <a:srgbClr val="667085"/>
                </a:solidFill>
                <a:latin typeface="Menlo"/>
                <a:ea typeface="Menlo"/>
                <a:cs typeface="Menlo"/>
              </a:defRPr>
            </a:pPr>
            <a:r>
              <a:rPr sz="2700" b="1">
                <a:solidFill>
                  <a:srgbClr val="667085"/>
                </a:solidFill>
                <a:latin typeface="Menlo"/>
                <a:ea typeface="Menlo"/>
                <a:cs typeface="Menlo"/>
              </a:rPr>
              <a:t>02</a:t>
            </a:r>
          </a:p>
        </p:txBody>
      </p:sp>
      <p:sp>
        <p:nvSpPr>
          <p:cNvPr id="13" name="">
            <a:extLst xmlns:a="http://schemas.openxmlformats.org/drawingml/2006/main">
              <a:ext uri="{FF2B5EF4-FFF2-40B4-BE49-F238E27FC236}">
                <a16:creationId xmlns:a16="http://schemas.microsoft.com/office/drawing/2014/main" id="{744C3842-55C7-4A07-952B-AE50A8BD2974}"/>
              </a:ext>
            </a:extLst>
          </p:cNvPr>
          <p:cNvSpPr>
            <a:spLocks xmlns:a="http://schemas.openxmlformats.org/drawingml/2006/main" noGrp="1"/>
          </p:cNvSpPr>
          <p:nvPr/>
        </p:nvSpPr>
        <p:spPr>
          <a:xfrm xmlns:a="http://schemas.openxmlformats.org/drawingml/2006/main">
            <a:off x="4343400" y="2571750"/>
            <a:ext cx="35052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800" b="1">
                <a:solidFill>
                  <a:srgbClr val="191919"/>
                </a:solidFill>
                <a:latin typeface="AppleGothic"/>
                <a:ea typeface="AppleGothic"/>
                <a:cs typeface="AppleGothic"/>
              </a:defRPr>
            </a:pPr>
            <a:r>
              <a:rPr sz="1800" b="1">
                <a:solidFill>
                  <a:srgbClr val="191919"/>
                </a:solidFill>
                <a:latin typeface="AppleGothic"/>
                <a:ea typeface="AppleGothic"/>
                <a:cs typeface="AppleGothic"/>
              </a:rPr>
              <a:t>마찰 요인</a:t>
            </a:r>
          </a:p>
        </p:txBody>
      </p:sp>
      <p:sp>
        <p:nvSpPr>
          <p:cNvPr id="14" name="">
            <a:extLst xmlns:a="http://schemas.openxmlformats.org/drawingml/2006/main">
              <a:ext uri="{FF2B5EF4-FFF2-40B4-BE49-F238E27FC236}">
                <a16:creationId xmlns:a16="http://schemas.microsoft.com/office/drawing/2014/main" id="{39D753BF-DF7E-4B28-B43A-0DEA32C21643}"/>
              </a:ext>
            </a:extLst>
          </p:cNvPr>
          <p:cNvSpPr>
            <a:spLocks xmlns:a="http://schemas.openxmlformats.org/drawingml/2006/main" noGrp="1"/>
          </p:cNvSpPr>
          <p:nvPr/>
        </p:nvSpPr>
        <p:spPr>
          <a:xfrm xmlns:a="http://schemas.openxmlformats.org/drawingml/2006/main" flipH="0" flipV="0">
            <a:off x="4343400" y="3162300"/>
            <a:ext cx="3505200" cy="0"/>
          </a:xfrm>
          <a:prstGeom xmlns:a="http://schemas.openxmlformats.org/drawingml/2006/main" prst="line">
            <a:avLst/>
          </a:prstGeom>
          <a:noFill xmlns:a="http://schemas.openxmlformats.org/drawingml/2006/main"/>
          <a:ln xmlns:a="http://schemas.openxmlformats.org/drawingml/2006/main" w="9525">
            <a:solidFill>
              <a:srgbClr val="191919"/>
            </a:solidFill>
            <a:prstDash val="solid"/>
          </a:ln>
        </p:spPr>
      </p:sp>
      <p:sp>
        <p:nvSpPr>
          <p:cNvPr id="15" name="">
            <a:extLst xmlns:a="http://schemas.openxmlformats.org/drawingml/2006/main">
              <a:ext uri="{FF2B5EF4-FFF2-40B4-BE49-F238E27FC236}">
                <a16:creationId xmlns:a16="http://schemas.microsoft.com/office/drawing/2014/main" id="{DFB2037A-9F96-4A01-BD59-98323AF7B7E7}"/>
              </a:ext>
            </a:extLst>
          </p:cNvPr>
          <p:cNvSpPr>
            <a:spLocks xmlns:a="http://schemas.openxmlformats.org/drawingml/2006/main" noGrp="1"/>
          </p:cNvSpPr>
          <p:nvPr/>
        </p:nvSpPr>
        <p:spPr>
          <a:xfrm xmlns:a="http://schemas.openxmlformats.org/drawingml/2006/main">
            <a:off x="4343400" y="3467100"/>
            <a:ext cx="3505200" cy="1314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결정이나 행동을 막는 구체적 불편</a:t>
            </a:r>
          </a:p>
        </p:txBody>
      </p:sp>
      <p:sp>
        <p:nvSpPr>
          <p:cNvPr id="16" name="">
            <a:extLst xmlns:a="http://schemas.openxmlformats.org/drawingml/2006/main">
              <a:ext uri="{FF2B5EF4-FFF2-40B4-BE49-F238E27FC236}">
                <a16:creationId xmlns:a16="http://schemas.microsoft.com/office/drawing/2014/main" id="{1951079B-4154-4772-80C4-779CA629DB96}"/>
              </a:ext>
            </a:extLst>
          </p:cNvPr>
          <p:cNvSpPr>
            <a:spLocks xmlns:a="http://schemas.openxmlformats.org/drawingml/2006/main" noGrp="1"/>
          </p:cNvSpPr>
          <p:nvPr/>
        </p:nvSpPr>
        <p:spPr>
          <a:xfrm xmlns:a="http://schemas.openxmlformats.org/drawingml/2006/main">
            <a:off x="4343400" y="5143500"/>
            <a:ext cx="35052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191919"/>
                </a:solidFill>
                <a:latin typeface="Menlo"/>
                <a:ea typeface="Menlo"/>
                <a:cs typeface="Menlo"/>
              </a:defRPr>
            </a:pPr>
            <a:r>
              <a:rPr sz="1200" b="1">
                <a:solidFill>
                  <a:srgbClr val="191919"/>
                </a:solidFill>
                <a:latin typeface="Menlo"/>
                <a:ea typeface="Menlo"/>
                <a:cs typeface="Menlo"/>
              </a:rPr>
              <a:t>구체성 · 행동 연결</a:t>
            </a:r>
          </a:p>
        </p:txBody>
      </p:sp>
      <p:sp>
        <p:nvSpPr>
          <p:cNvPr id="17" name="">
            <a:extLst xmlns:a="http://schemas.openxmlformats.org/drawingml/2006/main">
              <a:ext uri="{FF2B5EF4-FFF2-40B4-BE49-F238E27FC236}">
                <a16:creationId xmlns:a16="http://schemas.microsoft.com/office/drawing/2014/main" id="{7164BD00-C2DD-40D6-B64C-CB415E90FDC4}"/>
              </a:ext>
            </a:extLst>
          </p:cNvPr>
          <p:cNvSpPr>
            <a:spLocks xmlns:a="http://schemas.openxmlformats.org/drawingml/2006/main" noGrp="1"/>
          </p:cNvSpPr>
          <p:nvPr/>
        </p:nvSpPr>
        <p:spPr>
          <a:xfrm xmlns:a="http://schemas.openxmlformats.org/drawingml/2006/main">
            <a:off x="8077200" y="1790700"/>
            <a:ext cx="35052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700" b="1">
                <a:solidFill>
                  <a:srgbClr val="667085"/>
                </a:solidFill>
                <a:latin typeface="Menlo"/>
                <a:ea typeface="Menlo"/>
                <a:cs typeface="Menlo"/>
              </a:defRPr>
            </a:pPr>
            <a:r>
              <a:rPr sz="2700" b="1">
                <a:solidFill>
                  <a:srgbClr val="667085"/>
                </a:solidFill>
                <a:latin typeface="Menlo"/>
                <a:ea typeface="Menlo"/>
                <a:cs typeface="Menlo"/>
              </a:rPr>
              <a:t>03</a:t>
            </a:r>
          </a:p>
        </p:txBody>
      </p:sp>
      <p:sp>
        <p:nvSpPr>
          <p:cNvPr id="18" name="">
            <a:extLst xmlns:a="http://schemas.openxmlformats.org/drawingml/2006/main">
              <a:ext uri="{FF2B5EF4-FFF2-40B4-BE49-F238E27FC236}">
                <a16:creationId xmlns:a16="http://schemas.microsoft.com/office/drawing/2014/main" id="{186D7DC5-C12B-42D9-AE21-3ACB99C7C221}"/>
              </a:ext>
            </a:extLst>
          </p:cNvPr>
          <p:cNvSpPr>
            <a:spLocks xmlns:a="http://schemas.openxmlformats.org/drawingml/2006/main" noGrp="1"/>
          </p:cNvSpPr>
          <p:nvPr/>
        </p:nvSpPr>
        <p:spPr>
          <a:xfrm xmlns:a="http://schemas.openxmlformats.org/drawingml/2006/main">
            <a:off x="8077200" y="2571750"/>
            <a:ext cx="35052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800" b="1">
                <a:solidFill>
                  <a:srgbClr val="191919"/>
                </a:solidFill>
                <a:latin typeface="AppleGothic"/>
                <a:ea typeface="AppleGothic"/>
                <a:cs typeface="AppleGothic"/>
              </a:defRPr>
            </a:pPr>
            <a:r>
              <a:rPr sz="1800" b="1">
                <a:solidFill>
                  <a:srgbClr val="191919"/>
                </a:solidFill>
                <a:latin typeface="AppleGothic"/>
                <a:ea typeface="AppleGothic"/>
                <a:cs typeface="AppleGothic"/>
              </a:rPr>
              <a:t>다음 행동</a:t>
            </a:r>
          </a:p>
        </p:txBody>
      </p:sp>
      <p:sp>
        <p:nvSpPr>
          <p:cNvPr id="19" name="">
            <a:extLst xmlns:a="http://schemas.openxmlformats.org/drawingml/2006/main">
              <a:ext uri="{FF2B5EF4-FFF2-40B4-BE49-F238E27FC236}">
                <a16:creationId xmlns:a16="http://schemas.microsoft.com/office/drawing/2014/main" id="{7D7031AE-0DE4-48ED-9A99-3486F69BD45C}"/>
              </a:ext>
            </a:extLst>
          </p:cNvPr>
          <p:cNvSpPr>
            <a:spLocks xmlns:a="http://schemas.openxmlformats.org/drawingml/2006/main" noGrp="1"/>
          </p:cNvSpPr>
          <p:nvPr/>
        </p:nvSpPr>
        <p:spPr>
          <a:xfrm xmlns:a="http://schemas.openxmlformats.org/drawingml/2006/main" flipH="0" flipV="0">
            <a:off x="8077200" y="3162300"/>
            <a:ext cx="3505200" cy="0"/>
          </a:xfrm>
          <a:prstGeom xmlns:a="http://schemas.openxmlformats.org/drawingml/2006/main" prst="line">
            <a:avLst/>
          </a:prstGeom>
          <a:noFill xmlns:a="http://schemas.openxmlformats.org/drawingml/2006/main"/>
          <a:ln xmlns:a="http://schemas.openxmlformats.org/drawingml/2006/main" w="9525">
            <a:solidFill>
              <a:srgbClr val="191919"/>
            </a:solidFill>
            <a:prstDash val="solid"/>
          </a:ln>
        </p:spPr>
      </p:sp>
      <p:sp>
        <p:nvSpPr>
          <p:cNvPr id="20" name="">
            <a:extLst xmlns:a="http://schemas.openxmlformats.org/drawingml/2006/main">
              <a:ext uri="{FF2B5EF4-FFF2-40B4-BE49-F238E27FC236}">
                <a16:creationId xmlns:a16="http://schemas.microsoft.com/office/drawing/2014/main" id="{53B82EDC-56C4-471D-8348-B227CF7184B1}"/>
              </a:ext>
            </a:extLst>
          </p:cNvPr>
          <p:cNvSpPr>
            <a:spLocks xmlns:a="http://schemas.openxmlformats.org/drawingml/2006/main" noGrp="1"/>
          </p:cNvSpPr>
          <p:nvPr/>
        </p:nvSpPr>
        <p:spPr>
          <a:xfrm xmlns:a="http://schemas.openxmlformats.org/drawingml/2006/main">
            <a:off x="8077200" y="3467100"/>
            <a:ext cx="3505200" cy="1314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다음 실험 또는 제품 행동</a:t>
            </a:r>
          </a:p>
        </p:txBody>
      </p:sp>
      <p:sp>
        <p:nvSpPr>
          <p:cNvPr id="21" name="">
            <a:extLst xmlns:a="http://schemas.openxmlformats.org/drawingml/2006/main">
              <a:ext uri="{FF2B5EF4-FFF2-40B4-BE49-F238E27FC236}">
                <a16:creationId xmlns:a16="http://schemas.microsoft.com/office/drawing/2014/main" id="{0D9B0FF8-9F8A-4B40-AF66-7C887E083434}"/>
              </a:ext>
            </a:extLst>
          </p:cNvPr>
          <p:cNvSpPr>
            <a:spLocks xmlns:a="http://schemas.openxmlformats.org/drawingml/2006/main" noGrp="1"/>
          </p:cNvSpPr>
          <p:nvPr/>
        </p:nvSpPr>
        <p:spPr>
          <a:xfrm xmlns:a="http://schemas.openxmlformats.org/drawingml/2006/main">
            <a:off x="8077200" y="5143500"/>
            <a:ext cx="35052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191919"/>
                </a:solidFill>
                <a:latin typeface="Menlo"/>
                <a:ea typeface="Menlo"/>
                <a:cs typeface="Menlo"/>
              </a:defRPr>
            </a:pPr>
            <a:r>
              <a:rPr sz="1200" b="1">
                <a:solidFill>
                  <a:srgbClr val="191919"/>
                </a:solidFill>
                <a:latin typeface="Menlo"/>
                <a:ea typeface="Menlo"/>
                <a:cs typeface="Menlo"/>
              </a:rPr>
              <a:t>담당 · 검증 가능</a:t>
            </a:r>
          </a:p>
        </p:txBody>
      </p:sp>
      <p:sp>
        <p:nvSpPr>
          <p:cNvPr id="22" name="">
            <a:extLst xmlns:a="http://schemas.openxmlformats.org/drawingml/2006/main">
              <a:ext uri="{FF2B5EF4-FFF2-40B4-BE49-F238E27FC236}">
                <a16:creationId xmlns:a16="http://schemas.microsoft.com/office/drawing/2014/main" id="{FC9AA358-A0D7-4CAF-B174-F3A41A7C1B6B}"/>
              </a:ext>
            </a:extLst>
          </p:cNvPr>
          <p:cNvSpPr>
            <a:spLocks xmlns:a="http://schemas.openxmlformats.org/drawingml/2006/main" noGrp="1"/>
          </p:cNvSpPr>
          <p:nvPr/>
        </p:nvSpPr>
        <p:spPr>
          <a:xfrm xmlns:a="http://schemas.openxmlformats.org/drawingml/2006/main">
            <a:off x="609600" y="5695950"/>
            <a:ext cx="10972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191919"/>
                </a:solidFill>
                <a:latin typeface="AppleGothic"/>
                <a:ea typeface="AppleGothic"/>
                <a:cs typeface="AppleGothic"/>
              </a:defRPr>
            </a:pPr>
            <a:r>
              <a:rPr sz="1350" b="1">
                <a:solidFill>
                  <a:srgbClr val="191919"/>
                </a:solidFill>
                <a:latin typeface="AppleGothic"/>
                <a:ea typeface="AppleGothic"/>
                <a:cs typeface="AppleGothic"/>
              </a:rPr>
              <a:t>출력 데이터 구조가 형식 평가의 최소 기준 · 내용의 근거성과 별도 판정</a:t>
            </a:r>
          </a:p>
        </p:txBody>
      </p:sp>
    </p:spTree>
    <p:extLst>
      <p:ext uri="{BB962C8B-B14F-4D97-AF65-F5344CB8AC3E}">
        <p14:creationId xmlns:p14="http://schemas.microsoft.com/office/powerpoint/2010/main" val="1776439851"/>
      </p:ext>
    </p:extLst>
  </p:cSld>
</p:sld>
</file>

<file path=ppt/slides/slide79.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297B3477-8084-409D-B88C-8D0204D90624}"/>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LAB</a:t>
            </a:r>
          </a:p>
        </p:txBody>
      </p:sp>
      <p:sp>
        <p:nvSpPr>
          <p:cNvPr id="2" name="">
            <a:extLst xmlns:a="http://schemas.openxmlformats.org/drawingml/2006/main">
              <a:ext uri="{FF2B5EF4-FFF2-40B4-BE49-F238E27FC236}">
                <a16:creationId xmlns:a16="http://schemas.microsoft.com/office/drawing/2014/main" id="{9BAD380D-3B5C-4841-8EA4-7F8724DA38BC}"/>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79</a:t>
            </a:r>
          </a:p>
        </p:txBody>
      </p:sp>
      <p:sp>
        <p:nvSpPr>
          <p:cNvPr id="3" name="">
            <a:extLst xmlns:a="http://schemas.openxmlformats.org/drawingml/2006/main">
              <a:ext uri="{FF2B5EF4-FFF2-40B4-BE49-F238E27FC236}">
                <a16:creationId xmlns:a16="http://schemas.microsoft.com/office/drawing/2014/main" id="{7940AF33-E95D-4E44-9AAA-83BCE2CF31C0}"/>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02BA5B1F-9B0A-401A-8696-4BA258D35BFE}"/>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2DD3D187-0458-42D2-9979-F636F191B193}"/>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3F53435B-20E9-48B8-B7E9-FF29510636D2}"/>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실패 유형별 복구 경로</a:t>
            </a:r>
          </a:p>
        </p:txBody>
      </p:sp>
      <p:sp>
        <p:nvSpPr>
          <p:cNvPr id="7" name="">
            <a:extLst xmlns:a="http://schemas.openxmlformats.org/drawingml/2006/main">
              <a:ext uri="{FF2B5EF4-FFF2-40B4-BE49-F238E27FC236}">
                <a16:creationId xmlns:a16="http://schemas.microsoft.com/office/drawing/2014/main" id="{09CF74E3-AFFC-4CD5-8118-53A6F4BBFE22}"/>
              </a:ext>
            </a:extLst>
          </p:cNvPr>
          <p:cNvSpPr>
            <a:spLocks xmlns:a="http://schemas.openxmlformats.org/drawingml/2006/main" noGrp="1"/>
          </p:cNvSpPr>
          <p:nvPr/>
        </p:nvSpPr>
        <p:spPr>
          <a:xfrm xmlns:a="http://schemas.openxmlformats.org/drawingml/2006/main">
            <a:off x="609600" y="1619250"/>
            <a:ext cx="1428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800" b="1">
                <a:solidFill>
                  <a:srgbClr val="FFFFFF"/>
                </a:solidFill>
                <a:latin typeface="Menlo"/>
                <a:ea typeface="Menlo"/>
                <a:cs typeface="Menlo"/>
              </a:defRPr>
            </a:pPr>
            <a:r>
              <a:rPr sz="1800" b="1">
                <a:solidFill>
                  <a:srgbClr val="FFFFFF"/>
                </a:solidFill>
                <a:latin typeface="Menlo"/>
                <a:ea typeface="Menlo"/>
                <a:cs typeface="Menlo"/>
              </a:rPr>
              <a:t>422</a:t>
            </a:r>
          </a:p>
        </p:txBody>
      </p:sp>
      <p:sp>
        <p:nvSpPr>
          <p:cNvPr id="8" name="">
            <a:extLst xmlns:a="http://schemas.openxmlformats.org/drawingml/2006/main">
              <a:ext uri="{FF2B5EF4-FFF2-40B4-BE49-F238E27FC236}">
                <a16:creationId xmlns:a16="http://schemas.microsoft.com/office/drawing/2014/main" id="{33FEC9A3-EBC7-4A6C-8606-4A8FA671691C}"/>
              </a:ext>
            </a:extLst>
          </p:cNvPr>
          <p:cNvSpPr>
            <a:spLocks xmlns:a="http://schemas.openxmlformats.org/drawingml/2006/main" noGrp="1"/>
          </p:cNvSpPr>
          <p:nvPr/>
        </p:nvSpPr>
        <p:spPr>
          <a:xfrm xmlns:a="http://schemas.openxmlformats.org/drawingml/2006/main">
            <a:off x="2324100" y="1619250"/>
            <a:ext cx="3276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00" b="1">
                <a:solidFill>
                  <a:srgbClr val="FFFFFF"/>
                </a:solidFill>
                <a:latin typeface="AppleGothic"/>
                <a:ea typeface="AppleGothic"/>
                <a:cs typeface="AppleGothic"/>
              </a:defRPr>
            </a:pPr>
            <a:r>
              <a:rPr sz="1500" b="1">
                <a:solidFill>
                  <a:srgbClr val="FFFFFF"/>
                </a:solidFill>
                <a:latin typeface="AppleGothic"/>
                <a:ea typeface="AppleGothic"/>
                <a:cs typeface="AppleGothic"/>
              </a:rPr>
              <a:t>요청 데이터 구조 오류</a:t>
            </a:r>
          </a:p>
        </p:txBody>
      </p:sp>
      <p:sp>
        <p:nvSpPr>
          <p:cNvPr id="9" name="">
            <a:extLst xmlns:a="http://schemas.openxmlformats.org/drawingml/2006/main">
              <a:ext uri="{FF2B5EF4-FFF2-40B4-BE49-F238E27FC236}">
                <a16:creationId xmlns:a16="http://schemas.microsoft.com/office/drawing/2014/main" id="{9869F4A6-C88E-4CEF-A036-A4CD576F439C}"/>
              </a:ext>
            </a:extLst>
          </p:cNvPr>
          <p:cNvSpPr>
            <a:spLocks xmlns:a="http://schemas.openxmlformats.org/drawingml/2006/main" noGrp="1"/>
          </p:cNvSpPr>
          <p:nvPr/>
        </p:nvSpPr>
        <p:spPr>
          <a:xfrm xmlns:a="http://schemas.openxmlformats.org/drawingml/2006/main">
            <a:off x="5810250" y="1619250"/>
            <a:ext cx="5334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98A2B3"/>
                </a:solidFill>
                <a:latin typeface="Menlo"/>
                <a:ea typeface="Menlo"/>
                <a:cs typeface="Menlo"/>
              </a:defRPr>
            </a:pPr>
            <a:r>
              <a:rPr sz="1650" b="1">
                <a:solidFill>
                  <a:srgbClr val="98A2B3"/>
                </a:solidFill>
                <a:latin typeface="Menlo"/>
                <a:ea typeface="Menlo"/>
                <a:cs typeface="Menlo"/>
              </a:rPr>
              <a:t>→</a:t>
            </a:r>
          </a:p>
        </p:txBody>
      </p:sp>
      <p:sp>
        <p:nvSpPr>
          <p:cNvPr id="10" name="">
            <a:extLst xmlns:a="http://schemas.openxmlformats.org/drawingml/2006/main">
              <a:ext uri="{FF2B5EF4-FFF2-40B4-BE49-F238E27FC236}">
                <a16:creationId xmlns:a16="http://schemas.microsoft.com/office/drawing/2014/main" id="{687B658E-EC4E-4440-B76B-84C074A370F2}"/>
              </a:ext>
            </a:extLst>
          </p:cNvPr>
          <p:cNvSpPr>
            <a:spLocks xmlns:a="http://schemas.openxmlformats.org/drawingml/2006/main" noGrp="1"/>
          </p:cNvSpPr>
          <p:nvPr/>
        </p:nvSpPr>
        <p:spPr>
          <a:xfrm xmlns:a="http://schemas.openxmlformats.org/drawingml/2006/main">
            <a:off x="6591300" y="1619250"/>
            <a:ext cx="46101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작업·제공자·온도 범위 확인</a:t>
            </a:r>
          </a:p>
        </p:txBody>
      </p:sp>
      <p:sp>
        <p:nvSpPr>
          <p:cNvPr id="11" name="">
            <a:extLst xmlns:a="http://schemas.openxmlformats.org/drawingml/2006/main">
              <a:ext uri="{FF2B5EF4-FFF2-40B4-BE49-F238E27FC236}">
                <a16:creationId xmlns:a16="http://schemas.microsoft.com/office/drawing/2014/main" id="{D989FD47-2B91-4A3D-8315-F2CE98100FC6}"/>
              </a:ext>
            </a:extLst>
          </p:cNvPr>
          <p:cNvSpPr>
            <a:spLocks xmlns:a="http://schemas.openxmlformats.org/drawingml/2006/main" noGrp="1"/>
          </p:cNvSpPr>
          <p:nvPr/>
        </p:nvSpPr>
        <p:spPr>
          <a:xfrm xmlns:a="http://schemas.openxmlformats.org/drawingml/2006/main" flipH="0" flipV="0">
            <a:off x="2324100" y="2209800"/>
            <a:ext cx="88773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2" name="">
            <a:extLst xmlns:a="http://schemas.openxmlformats.org/drawingml/2006/main">
              <a:ext uri="{FF2B5EF4-FFF2-40B4-BE49-F238E27FC236}">
                <a16:creationId xmlns:a16="http://schemas.microsoft.com/office/drawing/2014/main" id="{378078D3-2236-45EB-BF28-1DED05BF75C0}"/>
              </a:ext>
            </a:extLst>
          </p:cNvPr>
          <p:cNvSpPr>
            <a:spLocks xmlns:a="http://schemas.openxmlformats.org/drawingml/2006/main" noGrp="1"/>
          </p:cNvSpPr>
          <p:nvPr/>
        </p:nvSpPr>
        <p:spPr>
          <a:xfrm xmlns:a="http://schemas.openxmlformats.org/drawingml/2006/main">
            <a:off x="609600" y="2609850"/>
            <a:ext cx="1428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800" b="1">
                <a:solidFill>
                  <a:srgbClr val="FFFFFF"/>
                </a:solidFill>
                <a:latin typeface="Menlo"/>
                <a:ea typeface="Menlo"/>
                <a:cs typeface="Menlo"/>
              </a:defRPr>
            </a:pPr>
            <a:r>
              <a:rPr sz="1800" b="1">
                <a:solidFill>
                  <a:srgbClr val="FFFFFF"/>
                </a:solidFill>
                <a:latin typeface="Menlo"/>
                <a:ea typeface="Menlo"/>
                <a:cs typeface="Menlo"/>
              </a:rPr>
              <a:t>503</a:t>
            </a:r>
          </a:p>
        </p:txBody>
      </p:sp>
      <p:sp>
        <p:nvSpPr>
          <p:cNvPr id="13" name="">
            <a:extLst xmlns:a="http://schemas.openxmlformats.org/drawingml/2006/main">
              <a:ext uri="{FF2B5EF4-FFF2-40B4-BE49-F238E27FC236}">
                <a16:creationId xmlns:a16="http://schemas.microsoft.com/office/drawing/2014/main" id="{D56E5A79-9F81-489D-8B6E-F643BC371023}"/>
              </a:ext>
            </a:extLst>
          </p:cNvPr>
          <p:cNvSpPr>
            <a:spLocks xmlns:a="http://schemas.openxmlformats.org/drawingml/2006/main" noGrp="1"/>
          </p:cNvSpPr>
          <p:nvPr/>
        </p:nvSpPr>
        <p:spPr>
          <a:xfrm xmlns:a="http://schemas.openxmlformats.org/drawingml/2006/main">
            <a:off x="2324100" y="2609850"/>
            <a:ext cx="3276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00" b="1">
                <a:solidFill>
                  <a:srgbClr val="FFFFFF"/>
                </a:solidFill>
                <a:latin typeface="AppleGothic"/>
                <a:ea typeface="AppleGothic"/>
                <a:cs typeface="AppleGothic"/>
              </a:defRPr>
            </a:pPr>
            <a:r>
              <a:rPr sz="1500" b="1">
                <a:solidFill>
                  <a:srgbClr val="FFFFFF"/>
                </a:solidFill>
                <a:latin typeface="AppleGothic"/>
                <a:ea typeface="AppleGothic"/>
                <a:cs typeface="AppleGothic"/>
              </a:rPr>
              <a:t>Ollama 연결 또는 모델 부재</a:t>
            </a:r>
          </a:p>
        </p:txBody>
      </p:sp>
      <p:sp>
        <p:nvSpPr>
          <p:cNvPr id="14" name="">
            <a:extLst xmlns:a="http://schemas.openxmlformats.org/drawingml/2006/main">
              <a:ext uri="{FF2B5EF4-FFF2-40B4-BE49-F238E27FC236}">
                <a16:creationId xmlns:a16="http://schemas.microsoft.com/office/drawing/2014/main" id="{34320CD7-2627-4D68-B75B-783B90FA1699}"/>
              </a:ext>
            </a:extLst>
          </p:cNvPr>
          <p:cNvSpPr>
            <a:spLocks xmlns:a="http://schemas.openxmlformats.org/drawingml/2006/main" noGrp="1"/>
          </p:cNvSpPr>
          <p:nvPr/>
        </p:nvSpPr>
        <p:spPr>
          <a:xfrm xmlns:a="http://schemas.openxmlformats.org/drawingml/2006/main">
            <a:off x="5810250" y="2609850"/>
            <a:ext cx="5334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98A2B3"/>
                </a:solidFill>
                <a:latin typeface="Menlo"/>
                <a:ea typeface="Menlo"/>
                <a:cs typeface="Menlo"/>
              </a:defRPr>
            </a:pPr>
            <a:r>
              <a:rPr sz="1650" b="1">
                <a:solidFill>
                  <a:srgbClr val="98A2B3"/>
                </a:solidFill>
                <a:latin typeface="Menlo"/>
                <a:ea typeface="Menlo"/>
                <a:cs typeface="Menlo"/>
              </a:rPr>
              <a:t>→</a:t>
            </a:r>
          </a:p>
        </p:txBody>
      </p:sp>
      <p:sp>
        <p:nvSpPr>
          <p:cNvPr id="15" name="">
            <a:extLst xmlns:a="http://schemas.openxmlformats.org/drawingml/2006/main">
              <a:ext uri="{FF2B5EF4-FFF2-40B4-BE49-F238E27FC236}">
                <a16:creationId xmlns:a16="http://schemas.microsoft.com/office/drawing/2014/main" id="{2614854C-EA3C-442A-AE87-BA1826292039}"/>
              </a:ext>
            </a:extLst>
          </p:cNvPr>
          <p:cNvSpPr>
            <a:spLocks xmlns:a="http://schemas.openxmlformats.org/drawingml/2006/main" noGrp="1"/>
          </p:cNvSpPr>
          <p:nvPr/>
        </p:nvSpPr>
        <p:spPr>
          <a:xfrm xmlns:a="http://schemas.openxmlformats.org/drawingml/2006/main">
            <a:off x="6591300" y="2609850"/>
            <a:ext cx="46101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데모로 완주 → Ollama 실행·모델 다운로드 확인</a:t>
            </a:r>
          </a:p>
        </p:txBody>
      </p:sp>
      <p:sp>
        <p:nvSpPr>
          <p:cNvPr id="16" name="">
            <a:extLst xmlns:a="http://schemas.openxmlformats.org/drawingml/2006/main">
              <a:ext uri="{FF2B5EF4-FFF2-40B4-BE49-F238E27FC236}">
                <a16:creationId xmlns:a16="http://schemas.microsoft.com/office/drawing/2014/main" id="{48D9368B-BBC1-4453-9F67-241A4709E57F}"/>
              </a:ext>
            </a:extLst>
          </p:cNvPr>
          <p:cNvSpPr>
            <a:spLocks xmlns:a="http://schemas.openxmlformats.org/drawingml/2006/main" noGrp="1"/>
          </p:cNvSpPr>
          <p:nvPr/>
        </p:nvSpPr>
        <p:spPr>
          <a:xfrm xmlns:a="http://schemas.openxmlformats.org/drawingml/2006/main" flipH="0" flipV="0">
            <a:off x="2324100" y="3200400"/>
            <a:ext cx="88773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7" name="">
            <a:extLst xmlns:a="http://schemas.openxmlformats.org/drawingml/2006/main">
              <a:ext uri="{FF2B5EF4-FFF2-40B4-BE49-F238E27FC236}">
                <a16:creationId xmlns:a16="http://schemas.microsoft.com/office/drawing/2014/main" id="{80CF1C5D-34A8-4243-A4E8-08D5F0341976}"/>
              </a:ext>
            </a:extLst>
          </p:cNvPr>
          <p:cNvSpPr>
            <a:spLocks xmlns:a="http://schemas.openxmlformats.org/drawingml/2006/main" noGrp="1"/>
          </p:cNvSpPr>
          <p:nvPr/>
        </p:nvSpPr>
        <p:spPr>
          <a:xfrm xmlns:a="http://schemas.openxmlformats.org/drawingml/2006/main">
            <a:off x="609600" y="3600450"/>
            <a:ext cx="1428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800" b="1">
                <a:solidFill>
                  <a:srgbClr val="FFFFFF"/>
                </a:solidFill>
                <a:latin typeface="Menlo"/>
                <a:ea typeface="Menlo"/>
                <a:cs typeface="Menlo"/>
              </a:defRPr>
            </a:pPr>
            <a:r>
              <a:rPr sz="1800" b="1">
                <a:solidFill>
                  <a:srgbClr val="FFFFFF"/>
                </a:solidFill>
                <a:latin typeface="Menlo"/>
                <a:ea typeface="Menlo"/>
                <a:cs typeface="Menlo"/>
              </a:rPr>
              <a:t>시간 초과</a:t>
            </a:r>
          </a:p>
        </p:txBody>
      </p:sp>
      <p:sp>
        <p:nvSpPr>
          <p:cNvPr id="18" name="">
            <a:extLst xmlns:a="http://schemas.openxmlformats.org/drawingml/2006/main">
              <a:ext uri="{FF2B5EF4-FFF2-40B4-BE49-F238E27FC236}">
                <a16:creationId xmlns:a16="http://schemas.microsoft.com/office/drawing/2014/main" id="{8F32BB6F-DF6B-401A-8D52-BEDCE4A71C4D}"/>
              </a:ext>
            </a:extLst>
          </p:cNvPr>
          <p:cNvSpPr>
            <a:spLocks xmlns:a="http://schemas.openxmlformats.org/drawingml/2006/main" noGrp="1"/>
          </p:cNvSpPr>
          <p:nvPr/>
        </p:nvSpPr>
        <p:spPr>
          <a:xfrm xmlns:a="http://schemas.openxmlformats.org/drawingml/2006/main">
            <a:off x="2324100" y="3600450"/>
            <a:ext cx="3276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00" b="1">
                <a:solidFill>
                  <a:srgbClr val="FFFFFF"/>
                </a:solidFill>
                <a:latin typeface="AppleGothic"/>
                <a:ea typeface="AppleGothic"/>
                <a:cs typeface="AppleGothic"/>
              </a:defRPr>
            </a:pPr>
            <a:r>
              <a:rPr sz="1500" b="1">
                <a:solidFill>
                  <a:srgbClr val="FFFFFF"/>
                </a:solidFill>
                <a:latin typeface="AppleGothic"/>
                <a:ea typeface="AppleGothic"/>
                <a:cs typeface="AppleGothic"/>
              </a:rPr>
              <a:t>응답 제한시간 초과</a:t>
            </a:r>
          </a:p>
        </p:txBody>
      </p:sp>
      <p:sp>
        <p:nvSpPr>
          <p:cNvPr id="19" name="">
            <a:extLst xmlns:a="http://schemas.openxmlformats.org/drawingml/2006/main">
              <a:ext uri="{FF2B5EF4-FFF2-40B4-BE49-F238E27FC236}">
                <a16:creationId xmlns:a16="http://schemas.microsoft.com/office/drawing/2014/main" id="{F273B7B0-2410-4344-AFC6-B2E386337008}"/>
              </a:ext>
            </a:extLst>
          </p:cNvPr>
          <p:cNvSpPr>
            <a:spLocks xmlns:a="http://schemas.openxmlformats.org/drawingml/2006/main" noGrp="1"/>
          </p:cNvSpPr>
          <p:nvPr/>
        </p:nvSpPr>
        <p:spPr>
          <a:xfrm xmlns:a="http://schemas.openxmlformats.org/drawingml/2006/main">
            <a:off x="5810250" y="3600450"/>
            <a:ext cx="5334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98A2B3"/>
                </a:solidFill>
                <a:latin typeface="Menlo"/>
                <a:ea typeface="Menlo"/>
                <a:cs typeface="Menlo"/>
              </a:defRPr>
            </a:pPr>
            <a:r>
              <a:rPr sz="1650" b="1">
                <a:solidFill>
                  <a:srgbClr val="98A2B3"/>
                </a:solidFill>
                <a:latin typeface="Menlo"/>
                <a:ea typeface="Menlo"/>
                <a:cs typeface="Menlo"/>
              </a:rPr>
              <a:t>→</a:t>
            </a:r>
          </a:p>
        </p:txBody>
      </p:sp>
      <p:sp>
        <p:nvSpPr>
          <p:cNvPr id="20" name="">
            <a:extLst xmlns:a="http://schemas.openxmlformats.org/drawingml/2006/main">
              <a:ext uri="{FF2B5EF4-FFF2-40B4-BE49-F238E27FC236}">
                <a16:creationId xmlns:a16="http://schemas.microsoft.com/office/drawing/2014/main" id="{F3E61114-24C0-4113-8C87-74BC70E24032}"/>
              </a:ext>
            </a:extLst>
          </p:cNvPr>
          <p:cNvSpPr>
            <a:spLocks xmlns:a="http://schemas.openxmlformats.org/drawingml/2006/main" noGrp="1"/>
          </p:cNvSpPr>
          <p:nvPr/>
        </p:nvSpPr>
        <p:spPr>
          <a:xfrm xmlns:a="http://schemas.openxmlformats.org/drawingml/2006/main">
            <a:off x="6591300" y="3600450"/>
            <a:ext cx="46101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실행 추적 확인 → 입력 길이·모델·제한시간 점검</a:t>
            </a:r>
          </a:p>
        </p:txBody>
      </p:sp>
      <p:sp>
        <p:nvSpPr>
          <p:cNvPr id="21" name="">
            <a:extLst xmlns:a="http://schemas.openxmlformats.org/drawingml/2006/main">
              <a:ext uri="{FF2B5EF4-FFF2-40B4-BE49-F238E27FC236}">
                <a16:creationId xmlns:a16="http://schemas.microsoft.com/office/drawing/2014/main" id="{5B5C8187-9428-4566-923D-4CF14112F899}"/>
              </a:ext>
            </a:extLst>
          </p:cNvPr>
          <p:cNvSpPr>
            <a:spLocks xmlns:a="http://schemas.openxmlformats.org/drawingml/2006/main" noGrp="1"/>
          </p:cNvSpPr>
          <p:nvPr/>
        </p:nvSpPr>
        <p:spPr>
          <a:xfrm xmlns:a="http://schemas.openxmlformats.org/drawingml/2006/main" flipH="0" flipV="0">
            <a:off x="2324100" y="4191000"/>
            <a:ext cx="88773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22" name="">
            <a:extLst xmlns:a="http://schemas.openxmlformats.org/drawingml/2006/main">
              <a:ext uri="{FF2B5EF4-FFF2-40B4-BE49-F238E27FC236}">
                <a16:creationId xmlns:a16="http://schemas.microsoft.com/office/drawing/2014/main" id="{B0A267AB-8574-4098-879A-CDA7478C76E1}"/>
              </a:ext>
            </a:extLst>
          </p:cNvPr>
          <p:cNvSpPr>
            <a:spLocks xmlns:a="http://schemas.openxmlformats.org/drawingml/2006/main" noGrp="1"/>
          </p:cNvSpPr>
          <p:nvPr/>
        </p:nvSpPr>
        <p:spPr>
          <a:xfrm xmlns:a="http://schemas.openxmlformats.org/drawingml/2006/main">
            <a:off x="609600" y="4591050"/>
            <a:ext cx="1428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800" b="1">
                <a:solidFill>
                  <a:srgbClr val="FFFFFF"/>
                </a:solidFill>
                <a:latin typeface="Menlo"/>
                <a:ea typeface="Menlo"/>
                <a:cs typeface="Menlo"/>
              </a:defRPr>
            </a:pPr>
            <a:r>
              <a:rPr sz="1800" b="1">
                <a:solidFill>
                  <a:srgbClr val="FFFFFF"/>
                </a:solidFill>
                <a:latin typeface="Menlo"/>
                <a:ea typeface="Menlo"/>
                <a:cs typeface="Menlo"/>
              </a:rPr>
              <a:t>차이 없음</a:t>
            </a:r>
          </a:p>
        </p:txBody>
      </p:sp>
      <p:sp>
        <p:nvSpPr>
          <p:cNvPr id="23" name="">
            <a:extLst xmlns:a="http://schemas.openxmlformats.org/drawingml/2006/main">
              <a:ext uri="{FF2B5EF4-FFF2-40B4-BE49-F238E27FC236}">
                <a16:creationId xmlns:a16="http://schemas.microsoft.com/office/drawing/2014/main" id="{D5D2D4D9-DAEA-4477-BA71-207095819981}"/>
              </a:ext>
            </a:extLst>
          </p:cNvPr>
          <p:cNvSpPr>
            <a:spLocks xmlns:a="http://schemas.openxmlformats.org/drawingml/2006/main" noGrp="1"/>
          </p:cNvSpPr>
          <p:nvPr/>
        </p:nvSpPr>
        <p:spPr>
          <a:xfrm xmlns:a="http://schemas.openxmlformats.org/drawingml/2006/main">
            <a:off x="2324100" y="4591050"/>
            <a:ext cx="3276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00" b="1">
                <a:solidFill>
                  <a:srgbClr val="FFFFFF"/>
                </a:solidFill>
                <a:latin typeface="AppleGothic"/>
                <a:ea typeface="AppleGothic"/>
                <a:cs typeface="AppleGothic"/>
              </a:defRPr>
            </a:pPr>
            <a:r>
              <a:rPr sz="1500" b="1">
                <a:solidFill>
                  <a:srgbClr val="FFFFFF"/>
                </a:solidFill>
                <a:latin typeface="AppleGothic"/>
                <a:ea typeface="AppleGothic"/>
                <a:cs typeface="AppleGothic"/>
              </a:rPr>
              <a:t>두 실행의 비교 불가</a:t>
            </a:r>
          </a:p>
        </p:txBody>
      </p:sp>
      <p:sp>
        <p:nvSpPr>
          <p:cNvPr id="24" name="">
            <a:extLst xmlns:a="http://schemas.openxmlformats.org/drawingml/2006/main">
              <a:ext uri="{FF2B5EF4-FFF2-40B4-BE49-F238E27FC236}">
                <a16:creationId xmlns:a16="http://schemas.microsoft.com/office/drawing/2014/main" id="{65EC78E2-6F23-445F-B54E-FB7620FC41FB}"/>
              </a:ext>
            </a:extLst>
          </p:cNvPr>
          <p:cNvSpPr>
            <a:spLocks xmlns:a="http://schemas.openxmlformats.org/drawingml/2006/main" noGrp="1"/>
          </p:cNvSpPr>
          <p:nvPr/>
        </p:nvSpPr>
        <p:spPr>
          <a:xfrm xmlns:a="http://schemas.openxmlformats.org/drawingml/2006/main">
            <a:off x="5810250" y="4591050"/>
            <a:ext cx="5334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98A2B3"/>
                </a:solidFill>
                <a:latin typeface="Menlo"/>
                <a:ea typeface="Menlo"/>
                <a:cs typeface="Menlo"/>
              </a:defRPr>
            </a:pPr>
            <a:r>
              <a:rPr sz="1650" b="1">
                <a:solidFill>
                  <a:srgbClr val="98A2B3"/>
                </a:solidFill>
                <a:latin typeface="Menlo"/>
                <a:ea typeface="Menlo"/>
                <a:cs typeface="Menlo"/>
              </a:rPr>
              <a:t>→</a:t>
            </a:r>
          </a:p>
        </p:txBody>
      </p:sp>
      <p:sp>
        <p:nvSpPr>
          <p:cNvPr id="25" name="">
            <a:extLst xmlns:a="http://schemas.openxmlformats.org/drawingml/2006/main">
              <a:ext uri="{FF2B5EF4-FFF2-40B4-BE49-F238E27FC236}">
                <a16:creationId xmlns:a16="http://schemas.microsoft.com/office/drawing/2014/main" id="{28F07176-F377-4155-8801-F57F767C0AF2}"/>
              </a:ext>
            </a:extLst>
          </p:cNvPr>
          <p:cNvSpPr>
            <a:spLocks xmlns:a="http://schemas.openxmlformats.org/drawingml/2006/main" noGrp="1"/>
          </p:cNvSpPr>
          <p:nvPr/>
        </p:nvSpPr>
        <p:spPr>
          <a:xfrm xmlns:a="http://schemas.openxmlformats.org/drawingml/2006/main">
            <a:off x="6591300" y="4591050"/>
            <a:ext cx="46101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동일 입력·평가축 고정 → 변수 하나만 변경</a:t>
            </a:r>
          </a:p>
        </p:txBody>
      </p:sp>
      <p:sp>
        <p:nvSpPr>
          <p:cNvPr id="26" name="">
            <a:extLst xmlns:a="http://schemas.openxmlformats.org/drawingml/2006/main">
              <a:ext uri="{FF2B5EF4-FFF2-40B4-BE49-F238E27FC236}">
                <a16:creationId xmlns:a16="http://schemas.microsoft.com/office/drawing/2014/main" id="{56FC6364-D1A1-418E-8B52-82C55172E0F8}"/>
              </a:ext>
            </a:extLst>
          </p:cNvPr>
          <p:cNvSpPr>
            <a:spLocks xmlns:a="http://schemas.openxmlformats.org/drawingml/2006/main" noGrp="1"/>
          </p:cNvSpPr>
          <p:nvPr/>
        </p:nvSpPr>
        <p:spPr>
          <a:xfrm xmlns:a="http://schemas.openxmlformats.org/drawingml/2006/main" flipH="0" flipV="0">
            <a:off x="2324100" y="5181600"/>
            <a:ext cx="88773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Tree>
    <p:extLst>
      <p:ext uri="{BB962C8B-B14F-4D97-AF65-F5344CB8AC3E}">
        <p14:creationId xmlns:p14="http://schemas.microsoft.com/office/powerpoint/2010/main" val="363637260"/>
      </p:ext>
    </p:extLst>
  </p:cSld>
</p:sld>
</file>

<file path=ppt/slides/slide80.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651E3E26-8311-4612-A5F5-DD52A6E7CFCB}"/>
              </a:ext>
            </a:extLst>
          </p:cNvPr>
          <p:cNvSpPr>
            <a:spLocks xmlns:a="http://schemas.openxmlformats.org/drawingml/2006/main" noGrp="1"/>
          </p:cNvSpPr>
          <p:nvPr/>
        </p:nvSpPr>
        <p:spPr>
          <a:xfrm xmlns:a="http://schemas.openxmlformats.org/drawingml/2006/main">
            <a:off x="609600" y="514350"/>
            <a:ext cx="514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Menlo"/>
                <a:ea typeface="Menlo"/>
                <a:cs typeface="Menlo"/>
              </a:defRPr>
            </a:pPr>
            <a:r>
              <a:rPr sz="1050" b="1">
                <a:solidFill>
                  <a:srgbClr val="2563EB"/>
                </a:solidFill>
                <a:latin typeface="Menlo"/>
                <a:ea typeface="Menlo"/>
                <a:cs typeface="Menlo"/>
              </a:rPr>
              <a:t>FIRST OPERATING RECORD</a:t>
            </a:r>
          </a:p>
        </p:txBody>
      </p:sp>
      <p:sp>
        <p:nvSpPr>
          <p:cNvPr id="2" name="">
            <a:extLst xmlns:a="http://schemas.openxmlformats.org/drawingml/2006/main">
              <a:ext uri="{FF2B5EF4-FFF2-40B4-BE49-F238E27FC236}">
                <a16:creationId xmlns:a16="http://schemas.microsoft.com/office/drawing/2014/main" id="{FB66DC5A-E0B0-4BC3-9DCB-23DA64F840D4}"/>
              </a:ext>
            </a:extLst>
          </p:cNvPr>
          <p:cNvSpPr>
            <a:spLocks xmlns:a="http://schemas.openxmlformats.org/drawingml/2006/main" noGrp="1"/>
          </p:cNvSpPr>
          <p:nvPr/>
        </p:nvSpPr>
        <p:spPr>
          <a:xfrm xmlns:a="http://schemas.openxmlformats.org/drawingml/2006/main">
            <a:off x="609600" y="1219200"/>
            <a:ext cx="10668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600" b="1">
                <a:solidFill>
                  <a:srgbClr val="FFFFFF"/>
                </a:solidFill>
                <a:latin typeface="AppleGothic"/>
                <a:ea typeface="AppleGothic"/>
                <a:cs typeface="AppleGothic"/>
              </a:defRPr>
            </a:pPr>
            <a:r>
              <a:rPr sz="3600" b="1">
                <a:solidFill>
                  <a:srgbClr val="FFFFFF"/>
                </a:solidFill>
                <a:latin typeface="AppleGothic"/>
                <a:ea typeface="AppleGothic"/>
                <a:cs typeface="AppleGothic"/>
              </a:rPr>
              <a:t>첫 포트폴리오 기록</a:t>
            </a:r>
          </a:p>
        </p:txBody>
      </p:sp>
      <p:sp>
        <p:nvSpPr>
          <p:cNvPr id="3" name="">
            <a:extLst xmlns:a="http://schemas.openxmlformats.org/drawingml/2006/main">
              <a:ext uri="{FF2B5EF4-FFF2-40B4-BE49-F238E27FC236}">
                <a16:creationId xmlns:a16="http://schemas.microsoft.com/office/drawing/2014/main" id="{25D676DC-2BED-4849-AA4D-C61E6984FC69}"/>
              </a:ext>
            </a:extLst>
          </p:cNvPr>
          <p:cNvSpPr>
            <a:spLocks xmlns:a="http://schemas.openxmlformats.org/drawingml/2006/main" noGrp="1"/>
          </p:cNvSpPr>
          <p:nvPr/>
        </p:nvSpPr>
        <p:spPr>
          <a:xfrm xmlns:a="http://schemas.openxmlformats.org/drawingml/2006/main">
            <a:off x="609600" y="2438400"/>
            <a:ext cx="533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00" b="1">
                <a:solidFill>
                  <a:srgbClr val="98A2B3"/>
                </a:solidFill>
                <a:latin typeface="Menlo"/>
                <a:ea typeface="Menlo"/>
                <a:cs typeface="Menlo"/>
              </a:defRPr>
            </a:pPr>
            <a:r>
              <a:rPr sz="1500" b="1">
                <a:solidFill>
                  <a:srgbClr val="98A2B3"/>
                </a:solidFill>
                <a:latin typeface="Menlo"/>
                <a:ea typeface="Menlo"/>
                <a:cs typeface="Menlo"/>
              </a:rPr>
              <a:t>01</a:t>
            </a:r>
          </a:p>
        </p:txBody>
      </p:sp>
      <p:sp>
        <p:nvSpPr>
          <p:cNvPr id="4" name="">
            <a:extLst xmlns:a="http://schemas.openxmlformats.org/drawingml/2006/main">
              <a:ext uri="{FF2B5EF4-FFF2-40B4-BE49-F238E27FC236}">
                <a16:creationId xmlns:a16="http://schemas.microsoft.com/office/drawing/2014/main" id="{B7A285D3-F644-4928-9892-9F841C24F60B}"/>
              </a:ext>
            </a:extLst>
          </p:cNvPr>
          <p:cNvSpPr>
            <a:spLocks xmlns:a="http://schemas.openxmlformats.org/drawingml/2006/main" noGrp="1"/>
          </p:cNvSpPr>
          <p:nvPr/>
        </p:nvSpPr>
        <p:spPr>
          <a:xfrm xmlns:a="http://schemas.openxmlformats.org/drawingml/2006/main">
            <a:off x="1390650" y="2438400"/>
            <a:ext cx="2000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FFFFFF"/>
                </a:solidFill>
                <a:latin typeface="Menlo"/>
                <a:ea typeface="Menlo"/>
                <a:cs typeface="Menlo"/>
              </a:defRPr>
            </a:pPr>
            <a:r>
              <a:rPr sz="1650" b="1">
                <a:solidFill>
                  <a:srgbClr val="FFFFFF"/>
                </a:solidFill>
                <a:latin typeface="Menlo"/>
                <a:ea typeface="Menlo"/>
                <a:cs typeface="Menlo"/>
              </a:rPr>
              <a:t>문제 후보</a:t>
            </a:r>
          </a:p>
        </p:txBody>
      </p:sp>
      <p:sp>
        <p:nvSpPr>
          <p:cNvPr id="5" name="">
            <a:extLst xmlns:a="http://schemas.openxmlformats.org/drawingml/2006/main">
              <a:ext uri="{FF2B5EF4-FFF2-40B4-BE49-F238E27FC236}">
                <a16:creationId xmlns:a16="http://schemas.microsoft.com/office/drawing/2014/main" id="{22CE860F-5EF0-40E3-B37B-31EB0655F7D9}"/>
              </a:ext>
            </a:extLst>
          </p:cNvPr>
          <p:cNvSpPr>
            <a:spLocks xmlns:a="http://schemas.openxmlformats.org/drawingml/2006/main" noGrp="1"/>
          </p:cNvSpPr>
          <p:nvPr/>
        </p:nvSpPr>
        <p:spPr>
          <a:xfrm xmlns:a="http://schemas.openxmlformats.org/drawingml/2006/main">
            <a:off x="3714750" y="2438400"/>
            <a:ext cx="74866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00" b="0">
                <a:solidFill>
                  <a:srgbClr val="FFFFFF"/>
                </a:solidFill>
                <a:latin typeface="AppleGothic"/>
                <a:ea typeface="AppleGothic"/>
                <a:cs typeface="AppleGothic"/>
              </a:defRPr>
            </a:pPr>
            <a:r>
              <a:rPr sz="1500" b="0">
                <a:solidFill>
                  <a:srgbClr val="FFFFFF"/>
                </a:solidFill>
                <a:latin typeface="AppleGothic"/>
                <a:ea typeface="AppleGothic"/>
                <a:cs typeface="AppleGothic"/>
              </a:rPr>
              <a:t>기말 프로젝트로 검증할 사용자·문제 후보 1개</a:t>
            </a:r>
          </a:p>
        </p:txBody>
      </p:sp>
      <p:sp>
        <p:nvSpPr>
          <p:cNvPr id="6" name="">
            <a:extLst xmlns:a="http://schemas.openxmlformats.org/drawingml/2006/main">
              <a:ext uri="{FF2B5EF4-FFF2-40B4-BE49-F238E27FC236}">
                <a16:creationId xmlns:a16="http://schemas.microsoft.com/office/drawing/2014/main" id="{9B6EF4E0-34A4-438A-9951-ED4623C9A233}"/>
              </a:ext>
            </a:extLst>
          </p:cNvPr>
          <p:cNvSpPr>
            <a:spLocks xmlns:a="http://schemas.openxmlformats.org/drawingml/2006/main" noGrp="1"/>
          </p:cNvSpPr>
          <p:nvPr/>
        </p:nvSpPr>
        <p:spPr>
          <a:xfrm xmlns:a="http://schemas.openxmlformats.org/drawingml/2006/main" flipH="0" flipV="0">
            <a:off x="1390650" y="2990850"/>
            <a:ext cx="981075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7" name="">
            <a:extLst xmlns:a="http://schemas.openxmlformats.org/drawingml/2006/main">
              <a:ext uri="{FF2B5EF4-FFF2-40B4-BE49-F238E27FC236}">
                <a16:creationId xmlns:a16="http://schemas.microsoft.com/office/drawing/2014/main" id="{304AD5C8-CC50-495F-8658-6DB1EBDC7F02}"/>
              </a:ext>
            </a:extLst>
          </p:cNvPr>
          <p:cNvSpPr>
            <a:spLocks xmlns:a="http://schemas.openxmlformats.org/drawingml/2006/main" noGrp="1"/>
          </p:cNvSpPr>
          <p:nvPr/>
        </p:nvSpPr>
        <p:spPr>
          <a:xfrm xmlns:a="http://schemas.openxmlformats.org/drawingml/2006/main">
            <a:off x="609600" y="3429000"/>
            <a:ext cx="533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00" b="1">
                <a:solidFill>
                  <a:srgbClr val="98A2B3"/>
                </a:solidFill>
                <a:latin typeface="Menlo"/>
                <a:ea typeface="Menlo"/>
                <a:cs typeface="Menlo"/>
              </a:defRPr>
            </a:pPr>
            <a:r>
              <a:rPr sz="1500" b="1">
                <a:solidFill>
                  <a:srgbClr val="98A2B3"/>
                </a:solidFill>
                <a:latin typeface="Menlo"/>
                <a:ea typeface="Menlo"/>
                <a:cs typeface="Menlo"/>
              </a:rPr>
              <a:t>02</a:t>
            </a:r>
          </a:p>
        </p:txBody>
      </p:sp>
      <p:sp>
        <p:nvSpPr>
          <p:cNvPr id="8" name="">
            <a:extLst xmlns:a="http://schemas.openxmlformats.org/drawingml/2006/main">
              <a:ext uri="{FF2B5EF4-FFF2-40B4-BE49-F238E27FC236}">
                <a16:creationId xmlns:a16="http://schemas.microsoft.com/office/drawing/2014/main" id="{F4DA4972-9958-439D-B911-6F6B9C9CF17B}"/>
              </a:ext>
            </a:extLst>
          </p:cNvPr>
          <p:cNvSpPr>
            <a:spLocks xmlns:a="http://schemas.openxmlformats.org/drawingml/2006/main" noGrp="1"/>
          </p:cNvSpPr>
          <p:nvPr/>
        </p:nvSpPr>
        <p:spPr>
          <a:xfrm xmlns:a="http://schemas.openxmlformats.org/drawingml/2006/main">
            <a:off x="1390650" y="3429000"/>
            <a:ext cx="2000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FFFFFF"/>
                </a:solidFill>
                <a:latin typeface="Menlo"/>
                <a:ea typeface="Menlo"/>
                <a:cs typeface="Menlo"/>
              </a:defRPr>
            </a:pPr>
            <a:r>
              <a:rPr sz="1650" b="1">
                <a:solidFill>
                  <a:srgbClr val="FFFFFF"/>
                </a:solidFill>
                <a:latin typeface="Menlo"/>
                <a:ea typeface="Menlo"/>
                <a:cs typeface="Menlo"/>
              </a:rPr>
              <a:t>실행 증거</a:t>
            </a:r>
          </a:p>
        </p:txBody>
      </p:sp>
      <p:sp>
        <p:nvSpPr>
          <p:cNvPr id="9" name="">
            <a:extLst xmlns:a="http://schemas.openxmlformats.org/drawingml/2006/main">
              <a:ext uri="{FF2B5EF4-FFF2-40B4-BE49-F238E27FC236}">
                <a16:creationId xmlns:a16="http://schemas.microsoft.com/office/drawing/2014/main" id="{937B6006-9083-4A24-982A-54924D739BCE}"/>
              </a:ext>
            </a:extLst>
          </p:cNvPr>
          <p:cNvSpPr>
            <a:spLocks xmlns:a="http://schemas.openxmlformats.org/drawingml/2006/main" noGrp="1"/>
          </p:cNvSpPr>
          <p:nvPr/>
        </p:nvSpPr>
        <p:spPr>
          <a:xfrm xmlns:a="http://schemas.openxmlformats.org/drawingml/2006/main">
            <a:off x="3714750" y="3429000"/>
            <a:ext cx="74866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00" b="0">
                <a:solidFill>
                  <a:srgbClr val="FFFFFF"/>
                </a:solidFill>
                <a:latin typeface="AppleGothic"/>
                <a:ea typeface="AppleGothic"/>
                <a:cs typeface="AppleGothic"/>
              </a:defRPr>
            </a:pPr>
            <a:r>
              <a:rPr sz="1500" b="0">
                <a:solidFill>
                  <a:srgbClr val="FFFFFF"/>
                </a:solidFill>
                <a:latin typeface="AppleGothic"/>
                <a:ea typeface="AppleGothic"/>
                <a:cs typeface="AppleGothic"/>
              </a:rPr>
              <a:t>오늘 만든 실행 추적 2건과 비교 판단 1개</a:t>
            </a:r>
          </a:p>
        </p:txBody>
      </p:sp>
      <p:sp>
        <p:nvSpPr>
          <p:cNvPr id="10" name="">
            <a:extLst xmlns:a="http://schemas.openxmlformats.org/drawingml/2006/main">
              <a:ext uri="{FF2B5EF4-FFF2-40B4-BE49-F238E27FC236}">
                <a16:creationId xmlns:a16="http://schemas.microsoft.com/office/drawing/2014/main" id="{79777878-ABBC-4D1F-9CD3-B234BEB2D682}"/>
              </a:ext>
            </a:extLst>
          </p:cNvPr>
          <p:cNvSpPr>
            <a:spLocks xmlns:a="http://schemas.openxmlformats.org/drawingml/2006/main" noGrp="1"/>
          </p:cNvSpPr>
          <p:nvPr/>
        </p:nvSpPr>
        <p:spPr>
          <a:xfrm xmlns:a="http://schemas.openxmlformats.org/drawingml/2006/main" flipH="0" flipV="0">
            <a:off x="1390650" y="3981450"/>
            <a:ext cx="981075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1" name="">
            <a:extLst xmlns:a="http://schemas.openxmlformats.org/drawingml/2006/main">
              <a:ext uri="{FF2B5EF4-FFF2-40B4-BE49-F238E27FC236}">
                <a16:creationId xmlns:a16="http://schemas.microsoft.com/office/drawing/2014/main" id="{734CCA2C-6E7D-42B6-AA86-95E7ED08E02E}"/>
              </a:ext>
            </a:extLst>
          </p:cNvPr>
          <p:cNvSpPr>
            <a:spLocks xmlns:a="http://schemas.openxmlformats.org/drawingml/2006/main" noGrp="1"/>
          </p:cNvSpPr>
          <p:nvPr/>
        </p:nvSpPr>
        <p:spPr>
          <a:xfrm xmlns:a="http://schemas.openxmlformats.org/drawingml/2006/main">
            <a:off x="609600" y="4419600"/>
            <a:ext cx="533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00" b="1">
                <a:solidFill>
                  <a:srgbClr val="98A2B3"/>
                </a:solidFill>
                <a:latin typeface="Menlo"/>
                <a:ea typeface="Menlo"/>
                <a:cs typeface="Menlo"/>
              </a:defRPr>
            </a:pPr>
            <a:r>
              <a:rPr sz="1500" b="1">
                <a:solidFill>
                  <a:srgbClr val="98A2B3"/>
                </a:solidFill>
                <a:latin typeface="Menlo"/>
                <a:ea typeface="Menlo"/>
                <a:cs typeface="Menlo"/>
              </a:rPr>
              <a:t>03</a:t>
            </a:r>
          </a:p>
        </p:txBody>
      </p:sp>
      <p:sp>
        <p:nvSpPr>
          <p:cNvPr id="12" name="">
            <a:extLst xmlns:a="http://schemas.openxmlformats.org/drawingml/2006/main">
              <a:ext uri="{FF2B5EF4-FFF2-40B4-BE49-F238E27FC236}">
                <a16:creationId xmlns:a16="http://schemas.microsoft.com/office/drawing/2014/main" id="{D2AD8867-2635-4863-BA0C-3AAFA8EDA8AE}"/>
              </a:ext>
            </a:extLst>
          </p:cNvPr>
          <p:cNvSpPr>
            <a:spLocks xmlns:a="http://schemas.openxmlformats.org/drawingml/2006/main" noGrp="1"/>
          </p:cNvSpPr>
          <p:nvPr/>
        </p:nvSpPr>
        <p:spPr>
          <a:xfrm xmlns:a="http://schemas.openxmlformats.org/drawingml/2006/main">
            <a:off x="1390650" y="4419600"/>
            <a:ext cx="2000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FFFFFF"/>
                </a:solidFill>
                <a:latin typeface="Menlo"/>
                <a:ea typeface="Menlo"/>
                <a:cs typeface="Menlo"/>
              </a:defRPr>
            </a:pPr>
            <a:r>
              <a:rPr sz="1650" b="1">
                <a:solidFill>
                  <a:srgbClr val="FFFFFF"/>
                </a:solidFill>
                <a:latin typeface="Menlo"/>
                <a:ea typeface="Menlo"/>
                <a:cs typeface="Menlo"/>
              </a:rPr>
              <a:t>교수 질문</a:t>
            </a:r>
          </a:p>
        </p:txBody>
      </p:sp>
      <p:sp>
        <p:nvSpPr>
          <p:cNvPr id="13" name="">
            <a:extLst xmlns:a="http://schemas.openxmlformats.org/drawingml/2006/main">
              <a:ext uri="{FF2B5EF4-FFF2-40B4-BE49-F238E27FC236}">
                <a16:creationId xmlns:a16="http://schemas.microsoft.com/office/drawing/2014/main" id="{4A64594E-A35B-40DD-A814-029805B02072}"/>
              </a:ext>
            </a:extLst>
          </p:cNvPr>
          <p:cNvSpPr>
            <a:spLocks xmlns:a="http://schemas.openxmlformats.org/drawingml/2006/main" noGrp="1"/>
          </p:cNvSpPr>
          <p:nvPr/>
        </p:nvSpPr>
        <p:spPr>
          <a:xfrm xmlns:a="http://schemas.openxmlformats.org/drawingml/2006/main">
            <a:off x="3714750" y="4419600"/>
            <a:ext cx="74866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00" b="0">
                <a:solidFill>
                  <a:srgbClr val="FFFFFF"/>
                </a:solidFill>
                <a:latin typeface="AppleGothic"/>
                <a:ea typeface="AppleGothic"/>
                <a:cs typeface="AppleGothic"/>
              </a:defRPr>
            </a:pPr>
            <a:r>
              <a:rPr sz="1500" b="0">
                <a:solidFill>
                  <a:srgbClr val="FFFFFF"/>
                </a:solidFill>
                <a:latin typeface="AppleGothic"/>
                <a:ea typeface="AppleGothic"/>
                <a:cs typeface="AppleGothic"/>
              </a:rPr>
              <a:t>다음 질의응답에서 확인할 질문 3개와 수정 이력</a:t>
            </a:r>
          </a:p>
        </p:txBody>
      </p:sp>
      <p:sp>
        <p:nvSpPr>
          <p:cNvPr id="14" name="">
            <a:extLst xmlns:a="http://schemas.openxmlformats.org/drawingml/2006/main">
              <a:ext uri="{FF2B5EF4-FFF2-40B4-BE49-F238E27FC236}">
                <a16:creationId xmlns:a16="http://schemas.microsoft.com/office/drawing/2014/main" id="{F00120CF-159D-47F2-85F2-E7772E0F2DFC}"/>
              </a:ext>
            </a:extLst>
          </p:cNvPr>
          <p:cNvSpPr>
            <a:spLocks xmlns:a="http://schemas.openxmlformats.org/drawingml/2006/main" noGrp="1"/>
          </p:cNvSpPr>
          <p:nvPr/>
        </p:nvSpPr>
        <p:spPr>
          <a:xfrm xmlns:a="http://schemas.openxmlformats.org/drawingml/2006/main" flipH="0" flipV="0">
            <a:off x="1390650" y="4972050"/>
            <a:ext cx="981075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5" name="">
            <a:extLst xmlns:a="http://schemas.openxmlformats.org/drawingml/2006/main">
              <a:ext uri="{FF2B5EF4-FFF2-40B4-BE49-F238E27FC236}">
                <a16:creationId xmlns:a16="http://schemas.microsoft.com/office/drawing/2014/main" id="{C928FD7E-4638-4D7E-9238-CEB5BEBBA2F2}"/>
              </a:ext>
            </a:extLst>
          </p:cNvPr>
          <p:cNvSpPr>
            <a:spLocks xmlns:a="http://schemas.openxmlformats.org/drawingml/2006/main" noGrp="1"/>
          </p:cNvSpPr>
          <p:nvPr/>
        </p:nvSpPr>
        <p:spPr>
          <a:xfrm xmlns:a="http://schemas.openxmlformats.org/drawingml/2006/main" flipH="0" flipV="0">
            <a:off x="609600" y="5619750"/>
            <a:ext cx="10972800" cy="0"/>
          </a:xfrm>
          <a:prstGeom xmlns:a="http://schemas.openxmlformats.org/drawingml/2006/main" prst="line">
            <a:avLst/>
          </a:prstGeom>
          <a:noFill xmlns:a="http://schemas.openxmlformats.org/drawingml/2006/main"/>
          <a:ln xmlns:a="http://schemas.openxmlformats.org/drawingml/2006/main" w="19050">
            <a:solidFill>
              <a:srgbClr val="25324A"/>
            </a:solidFill>
            <a:prstDash val="solid"/>
          </a:ln>
        </p:spPr>
      </p:sp>
      <p:sp>
        <p:nvSpPr>
          <p:cNvPr id="16" name="">
            <a:extLst xmlns:a="http://schemas.openxmlformats.org/drawingml/2006/main">
              <a:ext uri="{FF2B5EF4-FFF2-40B4-BE49-F238E27FC236}">
                <a16:creationId xmlns:a16="http://schemas.microsoft.com/office/drawing/2014/main" id="{34B718B8-BE66-4364-965B-70F73081E50E}"/>
              </a:ext>
            </a:extLst>
          </p:cNvPr>
          <p:cNvSpPr>
            <a:spLocks xmlns:a="http://schemas.openxmlformats.org/drawingml/2006/main" noGrp="1"/>
          </p:cNvSpPr>
          <p:nvPr/>
        </p:nvSpPr>
        <p:spPr>
          <a:xfrm xmlns:a="http://schemas.openxmlformats.org/drawingml/2006/main">
            <a:off x="609600" y="5791200"/>
            <a:ext cx="10972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W08 · 온라인 기획서 제출 평가 · W16 · 실시간 온라인 프로젝트 발표</a:t>
            </a:r>
          </a:p>
        </p:txBody>
      </p:sp>
    </p:spTree>
    <p:extLst>
      <p:ext uri="{BB962C8B-B14F-4D97-AF65-F5344CB8AC3E}">
        <p14:creationId xmlns:p14="http://schemas.microsoft.com/office/powerpoint/2010/main" val="1018218640"/>
      </p:ext>
    </p:extLst>
  </p:cSld>
</p:sld>
</file>

<file path=ppt/theme/theme1.xml><?xml version="1.0" encoding="utf-8"?>
<a:theme xmlns:a="http://schemas.openxmlformats.org/drawingml/2006/main" name="ChatGPT">
  <a:themeElements>
    <a:clrScheme name="BLACK WHITE NAVY BLUE">
      <a:dk1>
        <a:srgbClr val="050505"/>
      </a:dk1>
      <a:lt1>
        <a:srgbClr val="FFFFFF"/>
      </a:lt1>
      <a:dk2>
        <a:srgbClr val="0B1F3A"/>
      </a:dk2>
      <a:lt2>
        <a:srgbClr val="F7F8FA"/>
      </a:lt2>
      <a:accent1>
        <a:srgbClr val="2563EB"/>
      </a:accent1>
      <a:accent2>
        <a:srgbClr val="0B1F3A"/>
      </a:accent2>
      <a:accent3>
        <a:srgbClr val="667085"/>
      </a:accent3>
      <a:accent4>
        <a:srgbClr val="E0F0FE"/>
      </a:accent4>
      <a:accent5>
        <a:srgbClr val="191919"/>
      </a:accent5>
      <a:accent6>
        <a:srgbClr val="98A2B3"/>
      </a:accent6>
      <a:hlink>
        <a:srgbClr val="2563EB"/>
      </a:hlink>
      <a:folHlink>
        <a:srgbClr val="0B1F3A"/>
      </a:folHlink>
    </a:clrScheme>
    <a:fontScheme name="Office">
      <a:majorFont>
        <a:latin typeface="Calibri Light"/>
        <a:ea typeface="Calibri Light"/>
        <a:cs typeface="Calibri Light"/>
      </a:majorFont>
      <a:minorFont>
        <a:latin typeface="Calibri"/>
        <a:ea typeface="Calibri"/>
        <a:cs typeface="Calibri"/>
      </a:minorFont>
    </a:fontScheme>
    <a:fmtScheme name="BLACK WHITE NAVY BLU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2026-09-04T03:10:29.4850000Z</dcterms:created>
  <dcterms:modified xsi:type="dcterms:W3CDTF">2026-09-04T03:10:29.4860000Z</dcterms:modified>
</coreProperties>
</file>