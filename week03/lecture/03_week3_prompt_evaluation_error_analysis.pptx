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e9d7f0a97a4cdd" /><Relationship Type="http://schemas.openxmlformats.org/officeDocument/2006/relationships/extended-properties" Target="/docProps/app.xml" Id="R21eb30d3b3f04f26" /><Relationship Type="http://schemas.openxmlformats.org/officeDocument/2006/relationships/officeDocument" Target="/ppt/presentation.xml" Id="R520c00cbe2c5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bad4bd0c240ed"/>
  </p:sldMasterIdLst>
  <p:notesMasterIdLst>
    <p:notesMasterId xmlns:r="http://schemas.openxmlformats.org/officeDocument/2006/relationships" r:id="Ra1d0c22b3b7a41f9"/>
  </p:notesMasterIdLst>
  <p:sldIdLst>
    <p:sldId xmlns:r="http://schemas.openxmlformats.org/officeDocument/2006/relationships" id="256" r:id="R06e8e02ab6c64657"/>
    <p:sldId xmlns:r="http://schemas.openxmlformats.org/officeDocument/2006/relationships" id="257" r:id="R205a0b4575324960"/>
    <p:sldId xmlns:r="http://schemas.openxmlformats.org/officeDocument/2006/relationships" id="258" r:id="R9d65bd2d7758477f"/>
    <p:sldId xmlns:r="http://schemas.openxmlformats.org/officeDocument/2006/relationships" id="259" r:id="R7803ebb32abd4d24"/>
    <p:sldId xmlns:r="http://schemas.openxmlformats.org/officeDocument/2006/relationships" id="260" r:id="R26bb51005c3246e7"/>
    <p:sldId xmlns:r="http://schemas.openxmlformats.org/officeDocument/2006/relationships" id="261" r:id="R927e4444855a4f34"/>
    <p:sldId xmlns:r="http://schemas.openxmlformats.org/officeDocument/2006/relationships" id="262" r:id="Rc7e9b2bb91dc41d9"/>
    <p:sldId xmlns:r="http://schemas.openxmlformats.org/officeDocument/2006/relationships" id="263" r:id="Rfef894a0de1040fa"/>
    <p:sldId xmlns:r="http://schemas.openxmlformats.org/officeDocument/2006/relationships" id="264" r:id="R3ce95b47fdc64582"/>
    <p:sldId xmlns:r="http://schemas.openxmlformats.org/officeDocument/2006/relationships" id="265" r:id="Re240aacab2d148be"/>
    <p:sldId xmlns:r="http://schemas.openxmlformats.org/officeDocument/2006/relationships" id="266" r:id="Ra1cdfa028c1443e3"/>
    <p:sldId xmlns:r="http://schemas.openxmlformats.org/officeDocument/2006/relationships" id="267" r:id="Raa7a394520124434"/>
    <p:sldId xmlns:r="http://schemas.openxmlformats.org/officeDocument/2006/relationships" id="268" r:id="R59cb8ae0b84e4e82"/>
    <p:sldId xmlns:r="http://schemas.openxmlformats.org/officeDocument/2006/relationships" id="269" r:id="Rf5f47455454b4003"/>
    <p:sldId xmlns:r="http://schemas.openxmlformats.org/officeDocument/2006/relationships" id="270" r:id="R2feb7fa63cf84722"/>
    <p:sldId xmlns:r="http://schemas.openxmlformats.org/officeDocument/2006/relationships" id="271" r:id="Recfb58ee7c724471"/>
    <p:sldId xmlns:r="http://schemas.openxmlformats.org/officeDocument/2006/relationships" id="272" r:id="R828a40d585894812"/>
    <p:sldId xmlns:r="http://schemas.openxmlformats.org/officeDocument/2006/relationships" id="273" r:id="R30ebe5d0d4664fa7"/>
    <p:sldId xmlns:r="http://schemas.openxmlformats.org/officeDocument/2006/relationships" id="274" r:id="Rf932cb5bc0324de2"/>
    <p:sldId xmlns:r="http://schemas.openxmlformats.org/officeDocument/2006/relationships" id="275" r:id="R713e7199ea604bfa"/>
    <p:sldId xmlns:r="http://schemas.openxmlformats.org/officeDocument/2006/relationships" id="276" r:id="Re5820559457d4573"/>
    <p:sldId xmlns:r="http://schemas.openxmlformats.org/officeDocument/2006/relationships" id="277" r:id="R671ca3bac01f40db"/>
    <p:sldId xmlns:r="http://schemas.openxmlformats.org/officeDocument/2006/relationships" id="278" r:id="R9626d8f515bb4846"/>
    <p:sldId xmlns:r="http://schemas.openxmlformats.org/officeDocument/2006/relationships" id="279" r:id="Rdd555a33e7064848"/>
    <p:sldId xmlns:r="http://schemas.openxmlformats.org/officeDocument/2006/relationships" id="280" r:id="R5b28cd8f228745e7"/>
    <p:sldId xmlns:r="http://schemas.openxmlformats.org/officeDocument/2006/relationships" id="281" r:id="Re46e085dd7b34f4e"/>
    <p:sldId xmlns:r="http://schemas.openxmlformats.org/officeDocument/2006/relationships" id="282" r:id="R2fc0906d5e9744bf"/>
    <p:sldId xmlns:r="http://schemas.openxmlformats.org/officeDocument/2006/relationships" id="283" r:id="Ref1149055dc843b5"/>
    <p:sldId xmlns:r="http://schemas.openxmlformats.org/officeDocument/2006/relationships" id="284" r:id="R178b155ec40c4328"/>
    <p:sldId xmlns:r="http://schemas.openxmlformats.org/officeDocument/2006/relationships" id="285" r:id="Rc5b495698b714831"/>
    <p:sldId xmlns:r="http://schemas.openxmlformats.org/officeDocument/2006/relationships" id="286" r:id="R81844d557a8a4157"/>
    <p:sldId xmlns:r="http://schemas.openxmlformats.org/officeDocument/2006/relationships" id="287" r:id="Rfd232d2cb63a4c31"/>
    <p:sldId xmlns:r="http://schemas.openxmlformats.org/officeDocument/2006/relationships" id="288" r:id="R04b53738de704208"/>
    <p:sldId xmlns:r="http://schemas.openxmlformats.org/officeDocument/2006/relationships" id="289" r:id="Rfdf9dee020734702"/>
    <p:sldId xmlns:r="http://schemas.openxmlformats.org/officeDocument/2006/relationships" id="290" r:id="Rb3d592cad11e4606"/>
    <p:sldId xmlns:r="http://schemas.openxmlformats.org/officeDocument/2006/relationships" id="291" r:id="R78e41193fd1b4c66"/>
    <p:sldId xmlns:r="http://schemas.openxmlformats.org/officeDocument/2006/relationships" id="292" r:id="R2910671f86da4b5e"/>
    <p:sldId xmlns:r="http://schemas.openxmlformats.org/officeDocument/2006/relationships" id="293" r:id="Rf6f6b2c1fe6c4748"/>
    <p:sldId xmlns:r="http://schemas.openxmlformats.org/officeDocument/2006/relationships" id="294" r:id="Rc83ffa9990654945"/>
    <p:sldId xmlns:r="http://schemas.openxmlformats.org/officeDocument/2006/relationships" id="295" r:id="R9c34751b7bb44351"/>
    <p:sldId xmlns:r="http://schemas.openxmlformats.org/officeDocument/2006/relationships" id="296" r:id="Rfbe400232b2c4b67"/>
    <p:sldId xmlns:r="http://schemas.openxmlformats.org/officeDocument/2006/relationships" id="297" r:id="Rf7c8a7bb21f24e72"/>
    <p:sldId xmlns:r="http://schemas.openxmlformats.org/officeDocument/2006/relationships" id="298" r:id="Rfbbf6f060d244551"/>
    <p:sldId xmlns:r="http://schemas.openxmlformats.org/officeDocument/2006/relationships" id="299" r:id="Rb19fbe82824643fe"/>
    <p:sldId xmlns:r="http://schemas.openxmlformats.org/officeDocument/2006/relationships" id="300" r:id="R6a470debf16844e6"/>
    <p:sldId xmlns:r="http://schemas.openxmlformats.org/officeDocument/2006/relationships" id="301" r:id="Raeafa9dcb6c5496b"/>
    <p:sldId xmlns:r="http://schemas.openxmlformats.org/officeDocument/2006/relationships" id="302" r:id="R148365079e4b432e"/>
    <p:sldId xmlns:r="http://schemas.openxmlformats.org/officeDocument/2006/relationships" id="303" r:id="Reed7605bae4a4e39"/>
    <p:sldId xmlns:r="http://schemas.openxmlformats.org/officeDocument/2006/relationships" id="304" r:id="R1305ad206427420c"/>
    <p:sldId xmlns:r="http://schemas.openxmlformats.org/officeDocument/2006/relationships" id="305" r:id="Rf0d845e6a75d47bf"/>
    <p:sldId xmlns:r="http://schemas.openxmlformats.org/officeDocument/2006/relationships" id="306" r:id="R670c80737a344c56"/>
    <p:sldId xmlns:r="http://schemas.openxmlformats.org/officeDocument/2006/relationships" id="307" r:id="Re06579c1d9c54bff"/>
    <p:sldId xmlns:r="http://schemas.openxmlformats.org/officeDocument/2006/relationships" id="308" r:id="R27109ee89a7040c5"/>
    <p:sldId xmlns:r="http://schemas.openxmlformats.org/officeDocument/2006/relationships" id="309" r:id="R2bc2b1c871104e81"/>
    <p:sldId xmlns:r="http://schemas.openxmlformats.org/officeDocument/2006/relationships" id="310" r:id="R06de3f61ef064d3f"/>
    <p:sldId xmlns:r="http://schemas.openxmlformats.org/officeDocument/2006/relationships" id="311" r:id="Rde6bae645d804627"/>
    <p:sldId xmlns:r="http://schemas.openxmlformats.org/officeDocument/2006/relationships" id="312" r:id="Re0ed180a68f44d5c"/>
    <p:sldId xmlns:r="http://schemas.openxmlformats.org/officeDocument/2006/relationships" id="313" r:id="Rb73beb1f2bc049de"/>
    <p:sldId xmlns:r="http://schemas.openxmlformats.org/officeDocument/2006/relationships" id="314" r:id="Rd3d4cf5d6da24327"/>
    <p:sldId xmlns:r="http://schemas.openxmlformats.org/officeDocument/2006/relationships" id="315" r:id="R96b7ebbedd7a4ecb"/>
    <p:sldId xmlns:r="http://schemas.openxmlformats.org/officeDocument/2006/relationships" id="316" r:id="R1b93bed47bf24009"/>
    <p:sldId xmlns:r="http://schemas.openxmlformats.org/officeDocument/2006/relationships" id="317" r:id="R0fed939959d3464c"/>
    <p:sldId xmlns:r="http://schemas.openxmlformats.org/officeDocument/2006/relationships" id="318" r:id="R9df560e5bd1d49c5"/>
    <p:sldId xmlns:r="http://schemas.openxmlformats.org/officeDocument/2006/relationships" id="319" r:id="Rc968b7b4a92b4832"/>
    <p:sldId xmlns:r="http://schemas.openxmlformats.org/officeDocument/2006/relationships" id="320" r:id="Rfeac317f435d48dc"/>
    <p:sldId xmlns:r="http://schemas.openxmlformats.org/officeDocument/2006/relationships" id="321" r:id="R5f0f25a3f3fa4ddd"/>
    <p:sldId xmlns:r="http://schemas.openxmlformats.org/officeDocument/2006/relationships" id="322" r:id="Rd834399d03ad4d3e"/>
    <p:sldId xmlns:r="http://schemas.openxmlformats.org/officeDocument/2006/relationships" id="323" r:id="Rfcc99c8d872f45d6"/>
    <p:sldId xmlns:r="http://schemas.openxmlformats.org/officeDocument/2006/relationships" id="324" r:id="R10e1d7c871f64161"/>
    <p:sldId xmlns:r="http://schemas.openxmlformats.org/officeDocument/2006/relationships" id="325" r:id="Rd23b872c8a3d4c54"/>
    <p:sldId xmlns:r="http://schemas.openxmlformats.org/officeDocument/2006/relationships" id="326" r:id="R8db331d39302487a"/>
    <p:sldId xmlns:r="http://schemas.openxmlformats.org/officeDocument/2006/relationships" id="327" r:id="R2e503454e2e944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2cd4001bea40da" /><Relationship Type="http://schemas.openxmlformats.org/officeDocument/2006/relationships/slideMaster" Target="/ppt/slideMasters/slideMaster1.xml" Id="R3d4bad4bd0c240ed" /><Relationship Type="http://schemas.openxmlformats.org/officeDocument/2006/relationships/notesMaster" Target="/ppt/notesMasters/notesMaster1.xml" Id="Ra1d0c22b3b7a41f9" /><Relationship Type="http://schemas.openxmlformats.org/officeDocument/2006/relationships/presProps" Target="/ppt/presProps.xml" Id="R523c78c952d749c0" /><Relationship Type="http://schemas.openxmlformats.org/officeDocument/2006/relationships/tableStyles" Target="/ppt/tableStyles.xml" Id="R6001066672a048ef" /><Relationship Type="http://schemas.openxmlformats.org/officeDocument/2006/relationships/slide" Target="/ppt/slides/slide1.xml" Id="R06e8e02ab6c64657" /><Relationship Type="http://schemas.openxmlformats.org/officeDocument/2006/relationships/slide" Target="/ppt/slides/slide2.xml" Id="R205a0b4575324960" /><Relationship Type="http://schemas.openxmlformats.org/officeDocument/2006/relationships/slide" Target="/ppt/slides/slide3.xml" Id="R9d65bd2d7758477f" /><Relationship Type="http://schemas.openxmlformats.org/officeDocument/2006/relationships/slide" Target="/ppt/slides/slide4.xml" Id="R7803ebb32abd4d24" /><Relationship Type="http://schemas.openxmlformats.org/officeDocument/2006/relationships/slide" Target="/ppt/slides/slide5.xml" Id="R26bb51005c3246e7" /><Relationship Type="http://schemas.openxmlformats.org/officeDocument/2006/relationships/slide" Target="/ppt/slides/slide6.xml" Id="R927e4444855a4f34" /><Relationship Type="http://schemas.openxmlformats.org/officeDocument/2006/relationships/slide" Target="/ppt/slides/slide7.xml" Id="Rc7e9b2bb91dc41d9" /><Relationship Type="http://schemas.openxmlformats.org/officeDocument/2006/relationships/slide" Target="/ppt/slides/slide8.xml" Id="Rfef894a0de1040fa" /><Relationship Type="http://schemas.openxmlformats.org/officeDocument/2006/relationships/slide" Target="/ppt/slides/slide9.xml" Id="R3ce95b47fdc64582" /><Relationship Type="http://schemas.openxmlformats.org/officeDocument/2006/relationships/slide" Target="/ppt/slides/slide10.xml" Id="Re240aacab2d148be" /><Relationship Type="http://schemas.openxmlformats.org/officeDocument/2006/relationships/slide" Target="/ppt/slides/slide11.xml" Id="Ra1cdfa028c1443e3" /><Relationship Type="http://schemas.openxmlformats.org/officeDocument/2006/relationships/slide" Target="/ppt/slides/slide12.xml" Id="Raa7a394520124434" /><Relationship Type="http://schemas.openxmlformats.org/officeDocument/2006/relationships/slide" Target="/ppt/slides/slide13.xml" Id="R59cb8ae0b84e4e82" /><Relationship Type="http://schemas.openxmlformats.org/officeDocument/2006/relationships/slide" Target="/ppt/slides/slide14.xml" Id="Rf5f47455454b4003" /><Relationship Type="http://schemas.openxmlformats.org/officeDocument/2006/relationships/slide" Target="/ppt/slides/slide15.xml" Id="R2feb7fa63cf84722" /><Relationship Type="http://schemas.openxmlformats.org/officeDocument/2006/relationships/slide" Target="/ppt/slides/slide16.xml" Id="Recfb58ee7c724471" /><Relationship Type="http://schemas.openxmlformats.org/officeDocument/2006/relationships/slide" Target="/ppt/slides/slide17.xml" Id="R828a40d585894812" /><Relationship Type="http://schemas.openxmlformats.org/officeDocument/2006/relationships/slide" Target="/ppt/slides/slide18.xml" Id="R30ebe5d0d4664fa7" /><Relationship Type="http://schemas.openxmlformats.org/officeDocument/2006/relationships/slide" Target="/ppt/slides/slide19.xml" Id="Rf932cb5bc0324de2" /><Relationship Type="http://schemas.openxmlformats.org/officeDocument/2006/relationships/slide" Target="/ppt/slides/slide20.xml" Id="R713e7199ea604bfa" /><Relationship Type="http://schemas.openxmlformats.org/officeDocument/2006/relationships/slide" Target="/ppt/slides/slide21.xml" Id="Re5820559457d4573" /><Relationship Type="http://schemas.openxmlformats.org/officeDocument/2006/relationships/slide" Target="/ppt/slides/slide22.xml" Id="R671ca3bac01f40db" /><Relationship Type="http://schemas.openxmlformats.org/officeDocument/2006/relationships/slide" Target="/ppt/slides/slide23.xml" Id="R9626d8f515bb4846" /><Relationship Type="http://schemas.openxmlformats.org/officeDocument/2006/relationships/slide" Target="/ppt/slides/slide24.xml" Id="Rdd555a33e7064848" /><Relationship Type="http://schemas.openxmlformats.org/officeDocument/2006/relationships/slide" Target="/ppt/slides/slide25.xml" Id="R5b28cd8f228745e7" /><Relationship Type="http://schemas.openxmlformats.org/officeDocument/2006/relationships/slide" Target="/ppt/slides/slide26.xml" Id="Re46e085dd7b34f4e" /><Relationship Type="http://schemas.openxmlformats.org/officeDocument/2006/relationships/slide" Target="/ppt/slides/slide27.xml" Id="R2fc0906d5e9744bf" /><Relationship Type="http://schemas.openxmlformats.org/officeDocument/2006/relationships/slide" Target="/ppt/slides/slide28.xml" Id="Ref1149055dc843b5" /><Relationship Type="http://schemas.openxmlformats.org/officeDocument/2006/relationships/slide" Target="/ppt/slides/slide29.xml" Id="R178b155ec40c4328" /><Relationship Type="http://schemas.openxmlformats.org/officeDocument/2006/relationships/slide" Target="/ppt/slides/slide30.xml" Id="Rc5b495698b714831" /><Relationship Type="http://schemas.openxmlformats.org/officeDocument/2006/relationships/slide" Target="/ppt/slides/slide31.xml" Id="R81844d557a8a4157" /><Relationship Type="http://schemas.openxmlformats.org/officeDocument/2006/relationships/slide" Target="/ppt/slides/slide32.xml" Id="Rfd232d2cb63a4c31" /><Relationship Type="http://schemas.openxmlformats.org/officeDocument/2006/relationships/slide" Target="/ppt/slides/slide33.xml" Id="R04b53738de704208" /><Relationship Type="http://schemas.openxmlformats.org/officeDocument/2006/relationships/slide" Target="/ppt/slides/slide34.xml" Id="Rfdf9dee020734702" /><Relationship Type="http://schemas.openxmlformats.org/officeDocument/2006/relationships/slide" Target="/ppt/slides/slide35.xml" Id="Rb3d592cad11e4606" /><Relationship Type="http://schemas.openxmlformats.org/officeDocument/2006/relationships/slide" Target="/ppt/slides/slide36.xml" Id="R78e41193fd1b4c66" /><Relationship Type="http://schemas.openxmlformats.org/officeDocument/2006/relationships/slide" Target="/ppt/slides/slide37.xml" Id="R2910671f86da4b5e" /><Relationship Type="http://schemas.openxmlformats.org/officeDocument/2006/relationships/slide" Target="/ppt/slides/slide38.xml" Id="Rf6f6b2c1fe6c4748" /><Relationship Type="http://schemas.openxmlformats.org/officeDocument/2006/relationships/slide" Target="/ppt/slides/slide39.xml" Id="Rc83ffa9990654945" /><Relationship Type="http://schemas.openxmlformats.org/officeDocument/2006/relationships/slide" Target="/ppt/slides/slide40.xml" Id="R9c34751b7bb44351" /><Relationship Type="http://schemas.openxmlformats.org/officeDocument/2006/relationships/slide" Target="/ppt/slides/slide41.xml" Id="Rfbe400232b2c4b67" /><Relationship Type="http://schemas.openxmlformats.org/officeDocument/2006/relationships/slide" Target="/ppt/slides/slide42.xml" Id="Rf7c8a7bb21f24e72" /><Relationship Type="http://schemas.openxmlformats.org/officeDocument/2006/relationships/slide" Target="/ppt/slides/slide43.xml" Id="Rfbbf6f060d244551" /><Relationship Type="http://schemas.openxmlformats.org/officeDocument/2006/relationships/slide" Target="/ppt/slides/slide44.xml" Id="Rb19fbe82824643fe" /><Relationship Type="http://schemas.openxmlformats.org/officeDocument/2006/relationships/slide" Target="/ppt/slides/slide45.xml" Id="R6a470debf16844e6" /><Relationship Type="http://schemas.openxmlformats.org/officeDocument/2006/relationships/slide" Target="/ppt/slides/slide46.xml" Id="Raeafa9dcb6c5496b" /><Relationship Type="http://schemas.openxmlformats.org/officeDocument/2006/relationships/slide" Target="/ppt/slides/slide47.xml" Id="R148365079e4b432e" /><Relationship Type="http://schemas.openxmlformats.org/officeDocument/2006/relationships/slide" Target="/ppt/slides/slide48.xml" Id="Reed7605bae4a4e39" /><Relationship Type="http://schemas.openxmlformats.org/officeDocument/2006/relationships/slide" Target="/ppt/slides/slide49.xml" Id="R1305ad206427420c" /><Relationship Type="http://schemas.openxmlformats.org/officeDocument/2006/relationships/slide" Target="/ppt/slides/slide50.xml" Id="Rf0d845e6a75d47bf" /><Relationship Type="http://schemas.openxmlformats.org/officeDocument/2006/relationships/slide" Target="/ppt/slides/slide51.xml" Id="R670c80737a344c56" /><Relationship Type="http://schemas.openxmlformats.org/officeDocument/2006/relationships/slide" Target="/ppt/slides/slide52.xml" Id="Re06579c1d9c54bff" /><Relationship Type="http://schemas.openxmlformats.org/officeDocument/2006/relationships/slide" Target="/ppt/slides/slide53.xml" Id="R27109ee89a7040c5" /><Relationship Type="http://schemas.openxmlformats.org/officeDocument/2006/relationships/slide" Target="/ppt/slides/slide54.xml" Id="R2bc2b1c871104e81" /><Relationship Type="http://schemas.openxmlformats.org/officeDocument/2006/relationships/slide" Target="/ppt/slides/slide55.xml" Id="R06de3f61ef064d3f" /><Relationship Type="http://schemas.openxmlformats.org/officeDocument/2006/relationships/slide" Target="/ppt/slides/slide56.xml" Id="Rde6bae645d804627" /><Relationship Type="http://schemas.openxmlformats.org/officeDocument/2006/relationships/slide" Target="/ppt/slides/slide57.xml" Id="Re0ed180a68f44d5c" /><Relationship Type="http://schemas.openxmlformats.org/officeDocument/2006/relationships/slide" Target="/ppt/slides/slide58.xml" Id="Rb73beb1f2bc049de" /><Relationship Type="http://schemas.openxmlformats.org/officeDocument/2006/relationships/slide" Target="/ppt/slides/slide59.xml" Id="Rd3d4cf5d6da24327" /><Relationship Type="http://schemas.openxmlformats.org/officeDocument/2006/relationships/slide" Target="/ppt/slides/slide60.xml" Id="R96b7ebbedd7a4ecb" /><Relationship Type="http://schemas.openxmlformats.org/officeDocument/2006/relationships/slide" Target="/ppt/slides/slide61.xml" Id="R1b93bed47bf24009" /><Relationship Type="http://schemas.openxmlformats.org/officeDocument/2006/relationships/slide" Target="/ppt/slides/slide62.xml" Id="R0fed939959d3464c" /><Relationship Type="http://schemas.openxmlformats.org/officeDocument/2006/relationships/slide" Target="/ppt/slides/slide63.xml" Id="R9df560e5bd1d49c5" /><Relationship Type="http://schemas.openxmlformats.org/officeDocument/2006/relationships/slide" Target="/ppt/slides/slide64.xml" Id="Rc968b7b4a92b4832" /><Relationship Type="http://schemas.openxmlformats.org/officeDocument/2006/relationships/slide" Target="/ppt/slides/slide65.xml" Id="Rfeac317f435d48dc" /><Relationship Type="http://schemas.openxmlformats.org/officeDocument/2006/relationships/slide" Target="/ppt/slides/slide66.xml" Id="R5f0f25a3f3fa4ddd" /><Relationship Type="http://schemas.openxmlformats.org/officeDocument/2006/relationships/slide" Target="/ppt/slides/slide67.xml" Id="Rd834399d03ad4d3e" /><Relationship Type="http://schemas.openxmlformats.org/officeDocument/2006/relationships/slide" Target="/ppt/slides/slide68.xml" Id="Rfcc99c8d872f45d6" /><Relationship Type="http://schemas.openxmlformats.org/officeDocument/2006/relationships/slide" Target="/ppt/slides/slide69.xml" Id="R10e1d7c871f64161" /><Relationship Type="http://schemas.openxmlformats.org/officeDocument/2006/relationships/slide" Target="/ppt/slides/slide70.xml" Id="Rd23b872c8a3d4c54" /><Relationship Type="http://schemas.openxmlformats.org/officeDocument/2006/relationships/slide" Target="/ppt/slides/slide71.xml" Id="R8db331d39302487a" /><Relationship Type="http://schemas.openxmlformats.org/officeDocument/2006/relationships/slide" Target="/ppt/slides/slide72.xml" Id="R2e503454e2e9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f067fa9b7343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ACK WHITE NAVY BLUE">
      <a:dk1>
        <a:srgbClr val="050505"/>
      </a:dk1>
      <a:lt1>
        <a:srgbClr val="FFFFFF"/>
      </a:lt1>
      <a:dk2>
        <a:srgbClr val="0B1F3A"/>
      </a:dk2>
      <a:lt2>
        <a:srgbClr val="F7F8FA"/>
      </a:lt2>
      <a:accent1>
        <a:srgbClr val="2563EB"/>
      </a:accent1>
      <a:accent2>
        <a:srgbClr val="0B1F3A"/>
      </a:accent2>
      <a:accent3>
        <a:srgbClr val="667085"/>
      </a:accent3>
      <a:accent4>
        <a:srgbClr val="E0F0FE"/>
      </a:accent4>
      <a:accent5>
        <a:srgbClr val="191919"/>
      </a:accent5>
      <a:accent6>
        <a:srgbClr val="D0D5DD"/>
      </a:accent6>
      <a:hlink>
        <a:srgbClr val="2563EB"/>
      </a:hlink>
      <a:folHlink>
        <a:srgbClr val="0B1F3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NAVY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c1f35e1fe4453" /><Relationship Type="http://schemas.openxmlformats.org/officeDocument/2006/relationships/notesMaster" Target="/ppt/notesMasters/notesMaster1.xml" Id="R932849433cc647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03d2bf1c474155" /><Relationship Type="http://schemas.openxmlformats.org/officeDocument/2006/relationships/notesMaster" Target="/ppt/notesMasters/notesMaster1.xml" Id="R9b40f43e11554c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a68ccbfa864958" /><Relationship Type="http://schemas.openxmlformats.org/officeDocument/2006/relationships/notesMaster" Target="/ppt/notesMasters/notesMaster1.xml" Id="Rea323c5375e540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55937f46f848a2" /><Relationship Type="http://schemas.openxmlformats.org/officeDocument/2006/relationships/notesMaster" Target="/ppt/notesMasters/notesMaster1.xml" Id="R20fb95b381954b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b2ad0ffd4f40c1" /><Relationship Type="http://schemas.openxmlformats.org/officeDocument/2006/relationships/notesMaster" Target="/ppt/notesMasters/notesMaster1.xml" Id="R5224d4ac6c7d4b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384b2841f44bb2" /><Relationship Type="http://schemas.openxmlformats.org/officeDocument/2006/relationships/notesMaster" Target="/ppt/notesMasters/notesMaster1.xml" Id="Rf22ba8f040be44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88695be3844722" /><Relationship Type="http://schemas.openxmlformats.org/officeDocument/2006/relationships/notesMaster" Target="/ppt/notesMasters/notesMaster1.xml" Id="Re18ed0d5d099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a9b045afd94c28" /><Relationship Type="http://schemas.openxmlformats.org/officeDocument/2006/relationships/notesMaster" Target="/ppt/notesMasters/notesMaster1.xml" Id="R4e4d7eda631740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0d0f3e2c9049b8" /><Relationship Type="http://schemas.openxmlformats.org/officeDocument/2006/relationships/notesMaster" Target="/ppt/notesMasters/notesMaster1.xml" Id="R2f56a7775b1e4d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6f4c617dc6417f" /><Relationship Type="http://schemas.openxmlformats.org/officeDocument/2006/relationships/notesMaster" Target="/ppt/notesMasters/notesMaster1.xml" Id="Rfdb8891e854d48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a562e2f6284c4a" /><Relationship Type="http://schemas.openxmlformats.org/officeDocument/2006/relationships/notesMaster" Target="/ppt/notesMasters/notesMaster1.xml" Id="Ra4becb27e7bb46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531363bb304bc9" /><Relationship Type="http://schemas.openxmlformats.org/officeDocument/2006/relationships/notesMaster" Target="/ppt/notesMasters/notesMaster1.xml" Id="Rcb2486386f7541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22969b397d4b4b" /><Relationship Type="http://schemas.openxmlformats.org/officeDocument/2006/relationships/notesMaster" Target="/ppt/notesMasters/notesMaster1.xml" Id="Rabc14c3d73994b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c5c9abc1ab42be" /><Relationship Type="http://schemas.openxmlformats.org/officeDocument/2006/relationships/notesMaster" Target="/ppt/notesMasters/notesMaster1.xml" Id="R73bdcadd964743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7814d022e348bd" /><Relationship Type="http://schemas.openxmlformats.org/officeDocument/2006/relationships/notesMaster" Target="/ppt/notesMasters/notesMaster1.xml" Id="R9a14c83cfa9a4e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b66b7d70424396" /><Relationship Type="http://schemas.openxmlformats.org/officeDocument/2006/relationships/notesMaster" Target="/ppt/notesMasters/notesMaster1.xml" Id="R05688bedbc5d42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ff1a48d1a6402c" /><Relationship Type="http://schemas.openxmlformats.org/officeDocument/2006/relationships/notesMaster" Target="/ppt/notesMasters/notesMaster1.xml" Id="R4d3ad0e4a38d4d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7eeb47deec40b9" /><Relationship Type="http://schemas.openxmlformats.org/officeDocument/2006/relationships/notesMaster" Target="/ppt/notesMasters/notesMaster1.xml" Id="R0e89b73e4323444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15357527e0488a" /><Relationship Type="http://schemas.openxmlformats.org/officeDocument/2006/relationships/notesMaster" Target="/ppt/notesMasters/notesMaster1.xml" Id="R61d5fe3d438545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93a10615664d49" /><Relationship Type="http://schemas.openxmlformats.org/officeDocument/2006/relationships/notesMaster" Target="/ppt/notesMasters/notesMaster1.xml" Id="Re1ff6fae4f6e43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eb9335372c6442f" /><Relationship Type="http://schemas.openxmlformats.org/officeDocument/2006/relationships/notesMaster" Target="/ppt/notesMasters/notesMaster1.xml" Id="Re9e35bf1e6d744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b578b01aee4a79" /><Relationship Type="http://schemas.openxmlformats.org/officeDocument/2006/relationships/notesMaster" Target="/ppt/notesMasters/notesMaster1.xml" Id="Rceed66101e4745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f953197c814335" /><Relationship Type="http://schemas.openxmlformats.org/officeDocument/2006/relationships/notesMaster" Target="/ppt/notesMasters/notesMaster1.xml" Id="R4609766116c142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7db6fff43a4c6b" /><Relationship Type="http://schemas.openxmlformats.org/officeDocument/2006/relationships/notesMaster" Target="/ppt/notesMasters/notesMaster1.xml" Id="R7f616248799a4a8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6281172bb904aa8" /><Relationship Type="http://schemas.openxmlformats.org/officeDocument/2006/relationships/notesMaster" Target="/ppt/notesMasters/notesMaster1.xml" Id="Rc94a88c6066440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27150fbc374fff" /><Relationship Type="http://schemas.openxmlformats.org/officeDocument/2006/relationships/notesMaster" Target="/ppt/notesMasters/notesMaster1.xml" Id="Rab2aed7c08854fa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be3926b5d124dd1" /><Relationship Type="http://schemas.openxmlformats.org/officeDocument/2006/relationships/notesMaster" Target="/ppt/notesMasters/notesMaster1.xml" Id="R88243327c5a144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bcb372491894214" /><Relationship Type="http://schemas.openxmlformats.org/officeDocument/2006/relationships/notesMaster" Target="/ppt/notesMasters/notesMaster1.xml" Id="R48d38cfe62514ab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489d66775e945a6" /><Relationship Type="http://schemas.openxmlformats.org/officeDocument/2006/relationships/notesMaster" Target="/ppt/notesMasters/notesMaster1.xml" Id="R4422f124d2a2431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fca34767f14540" /><Relationship Type="http://schemas.openxmlformats.org/officeDocument/2006/relationships/notesMaster" Target="/ppt/notesMasters/notesMaster1.xml" Id="R57a4e1affc96474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8cd47e4cfb94ad8" /><Relationship Type="http://schemas.openxmlformats.org/officeDocument/2006/relationships/notesMaster" Target="/ppt/notesMasters/notesMaster1.xml" Id="R18980cceb15b43f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02aac8a0d3042f6" /><Relationship Type="http://schemas.openxmlformats.org/officeDocument/2006/relationships/notesMaster" Target="/ppt/notesMasters/notesMaster1.xml" Id="R6246f34a1be54f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668449b3ba44e2e" /><Relationship Type="http://schemas.openxmlformats.org/officeDocument/2006/relationships/notesMaster" Target="/ppt/notesMasters/notesMaster1.xml" Id="R70c23cfc7e4f492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c489308c6f44414" /><Relationship Type="http://schemas.openxmlformats.org/officeDocument/2006/relationships/notesMaster" Target="/ppt/notesMasters/notesMaster1.xml" Id="Rda21114c0da3458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e92b1891394a3e" /><Relationship Type="http://schemas.openxmlformats.org/officeDocument/2006/relationships/notesMaster" Target="/ppt/notesMasters/notesMaster1.xml" Id="R879c745c2c0141b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a5e0fb88178467d" /><Relationship Type="http://schemas.openxmlformats.org/officeDocument/2006/relationships/notesMaster" Target="/ppt/notesMasters/notesMaster1.xml" Id="Red0a8945a11e442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0732d46b1974546" /><Relationship Type="http://schemas.openxmlformats.org/officeDocument/2006/relationships/notesMaster" Target="/ppt/notesMasters/notesMaster1.xml" Id="R7cd9a5ebcd794ed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114593604694317" /><Relationship Type="http://schemas.openxmlformats.org/officeDocument/2006/relationships/notesMaster" Target="/ppt/notesMasters/notesMaster1.xml" Id="R6fcce750cedb47d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0dcaff60eb24085" /><Relationship Type="http://schemas.openxmlformats.org/officeDocument/2006/relationships/notesMaster" Target="/ppt/notesMasters/notesMaster1.xml" Id="R5025379f291e4fe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71f0667feb64710" /><Relationship Type="http://schemas.openxmlformats.org/officeDocument/2006/relationships/notesMaster" Target="/ppt/notesMasters/notesMaster1.xml" Id="R4cb69bb7b21e4cc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9896341f8e74c0f" /><Relationship Type="http://schemas.openxmlformats.org/officeDocument/2006/relationships/notesMaster" Target="/ppt/notesMasters/notesMaster1.xml" Id="Ra10722ce3a5e4b1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ced6ec3b1d64326" /><Relationship Type="http://schemas.openxmlformats.org/officeDocument/2006/relationships/notesMaster" Target="/ppt/notesMasters/notesMaster1.xml" Id="R8d7020c9fedc4c1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6c5ca7c4bbd4f0c" /><Relationship Type="http://schemas.openxmlformats.org/officeDocument/2006/relationships/notesMaster" Target="/ppt/notesMasters/notesMaster1.xml" Id="Re8f43860756a478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fd1930360a14c11" /><Relationship Type="http://schemas.openxmlformats.org/officeDocument/2006/relationships/notesMaster" Target="/ppt/notesMasters/notesMaster1.xml" Id="R58a75b02f1e848d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df460b9933243e7" /><Relationship Type="http://schemas.openxmlformats.org/officeDocument/2006/relationships/notesMaster" Target="/ppt/notesMasters/notesMaster1.xml" Id="R0794c110a47e4ea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a4cc153a24c4c37" /><Relationship Type="http://schemas.openxmlformats.org/officeDocument/2006/relationships/notesMaster" Target="/ppt/notesMasters/notesMaster1.xml" Id="R18fca828953b4f5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4adc4bc84de420a" /><Relationship Type="http://schemas.openxmlformats.org/officeDocument/2006/relationships/notesMaster" Target="/ppt/notesMasters/notesMaster1.xml" Id="Rc0621460fd994b6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dafb90b846b4c93" /><Relationship Type="http://schemas.openxmlformats.org/officeDocument/2006/relationships/notesMaster" Target="/ppt/notesMasters/notesMaster1.xml" Id="R8a6862aee758492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eadeb4ccd4e4ec6" /><Relationship Type="http://schemas.openxmlformats.org/officeDocument/2006/relationships/notesMaster" Target="/ppt/notesMasters/notesMaster1.xml" Id="R154489860cd94a3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7043bb56e6849be" /><Relationship Type="http://schemas.openxmlformats.org/officeDocument/2006/relationships/notesMaster" Target="/ppt/notesMasters/notesMaster1.xml" Id="R232d3aa13e264ca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bfaa6760baf4807" /><Relationship Type="http://schemas.openxmlformats.org/officeDocument/2006/relationships/notesMaster" Target="/ppt/notesMasters/notesMaster1.xml" Id="R9d55d195f7df499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544b7d1fd2f4160" /><Relationship Type="http://schemas.openxmlformats.org/officeDocument/2006/relationships/notesMaster" Target="/ppt/notesMasters/notesMaster1.xml" Id="R5a8cd28ee6014e8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189dd020e0d4634" /><Relationship Type="http://schemas.openxmlformats.org/officeDocument/2006/relationships/notesMaster" Target="/ppt/notesMasters/notesMaster1.xml" Id="R4c42dca34ac94d1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e3378fbd19b4ac2" /><Relationship Type="http://schemas.openxmlformats.org/officeDocument/2006/relationships/notesMaster" Target="/ppt/notesMasters/notesMaster1.xml" Id="Re7a0f679f2cb434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261776637494c04" /><Relationship Type="http://schemas.openxmlformats.org/officeDocument/2006/relationships/notesMaster" Target="/ppt/notesMasters/notesMaster1.xml" Id="R7f2011fc18fa489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021c24f2efe4b8f" /><Relationship Type="http://schemas.openxmlformats.org/officeDocument/2006/relationships/notesMaster" Target="/ppt/notesMasters/notesMaster1.xml" Id="R636cb8cefe554a5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465c49aaf744f27" /><Relationship Type="http://schemas.openxmlformats.org/officeDocument/2006/relationships/notesMaster" Target="/ppt/notesMasters/notesMaster1.xml" Id="Rf1f5e1daae714cf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56fff66f07b4b29" /><Relationship Type="http://schemas.openxmlformats.org/officeDocument/2006/relationships/notesMaster" Target="/ppt/notesMasters/notesMaster1.xml" Id="R8b12b34e2ddb47ad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be6dd4e68b245a5" /><Relationship Type="http://schemas.openxmlformats.org/officeDocument/2006/relationships/notesMaster" Target="/ppt/notesMasters/notesMaster1.xml" Id="R9fad9dd1c64d45c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4d00862cbc9463e" /><Relationship Type="http://schemas.openxmlformats.org/officeDocument/2006/relationships/notesMaster" Target="/ppt/notesMasters/notesMaster1.xml" Id="R4daefc52e5964da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134ade134b445e9" /><Relationship Type="http://schemas.openxmlformats.org/officeDocument/2006/relationships/notesMaster" Target="/ppt/notesMasters/notesMaster1.xml" Id="R2509beab54b4463d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3af0376cbe441a9" /><Relationship Type="http://schemas.openxmlformats.org/officeDocument/2006/relationships/notesMaster" Target="/ppt/notesMasters/notesMaster1.xml" Id="Rbe5b538e6780474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a32bc72827e4933" /><Relationship Type="http://schemas.openxmlformats.org/officeDocument/2006/relationships/notesMaster" Target="/ppt/notesMasters/notesMaster1.xml" Id="Rdad844a2dd5a455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5bec516740845f1" /><Relationship Type="http://schemas.openxmlformats.org/officeDocument/2006/relationships/notesMaster" Target="/ppt/notesMasters/notesMaster1.xml" Id="Ree80aed73e454c7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948d517f1fb411e" /><Relationship Type="http://schemas.openxmlformats.org/officeDocument/2006/relationships/notesMaster" Target="/ppt/notesMasters/notesMaster1.xml" Id="R5fd2b991ecff4d3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198a793312e4881" /><Relationship Type="http://schemas.openxmlformats.org/officeDocument/2006/relationships/notesMaster" Target="/ppt/notesMasters/notesMaster1.xml" Id="R3032dbc14b6e443d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d541c738e5d4cda" /><Relationship Type="http://schemas.openxmlformats.org/officeDocument/2006/relationships/notesMaster" Target="/ppt/notesMasters/notesMaster1.xml" Id="R5ffd0ebae3244b2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8adfa2831d24812" /><Relationship Type="http://schemas.openxmlformats.org/officeDocument/2006/relationships/notesMaster" Target="/ppt/notesMasters/notesMaster1.xml" Id="R46dee4ceaf1341b7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93a52c6898347b4" /><Relationship Type="http://schemas.openxmlformats.org/officeDocument/2006/relationships/notesMaster" Target="/ppt/notesMasters/notesMaster1.xml" Id="Rb9a6e5c8aa2447a2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9016ff4f6224fb0" /><Relationship Type="http://schemas.openxmlformats.org/officeDocument/2006/relationships/notesMaster" Target="/ppt/notesMasters/notesMaster1.xml" Id="Rd603a0b3c9174a1a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628a3b6d3b74f3e" /><Relationship Type="http://schemas.openxmlformats.org/officeDocument/2006/relationships/notesMaster" Target="/ppt/notesMasters/notesMaster1.xml" Id="R41be16a589d2451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d8993f3573940b3" /><Relationship Type="http://schemas.openxmlformats.org/officeDocument/2006/relationships/notesMaster" Target="/ppt/notesMasters/notesMaster1.xml" Id="R2776a26096a54b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0:00–0:30. 오늘은 프롬프트를 고르는 기술보다, 고르기 전에 무엇을 확인할지 정하는 시간을 다룬다. 평가 결과가 좋아도 어떤 사례·기준인지 말할 수 없으면 다음 사람이 재현하거나 반박할 수 없다는 점으로 시작한다.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오늘의 완료 증거의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0:01:30–0:02:30. 전 과정은 온라인이다. 4주차와 6주차는 휴강이 아니라 실시간 강의 대신 녹화영상 업로드로 대체한다. 8주차에는 중간고사·실시간 수업 없이 기획서 온라인 제출·평가, 16주차에는 실시간 온라인 프로젝트 발표를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 주와 오늘의 연결의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100분 수업 구성의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평가의 출발점의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오늘의 실습 산출물의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0:10–0:11. 이 구간에서는 결과를 보기 전에 기준을 고정한다. 기준은 절대적인 정답이 아니라 이번 업무·사례·버전에 대한 합의라는 점을 분명히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대상의 구체화의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결과와 판정의 분리의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하나의 출력 · 네 가지 확인의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계약의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루브릭과 측정값의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 없는 단정의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사실 앵커의 역할의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 분류의 언어의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누락과 왜곡의 차이의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 위치의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사례와 확인 사례의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확인 사례 오염의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적은 사례의 해석의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결정 이전의 질문의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0:32–0:33. 지금부터는 코드·화면을 실행한다. 이 실습은 실제 회의록을 쓰지 않고, 교육용 합성 문장과 고정 응답을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서비스 구성의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합성 회의 발췌의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 두 버전의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가지 검사 규칙의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사례 묶음의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 보고서 구조의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 화면 읽기의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전 점검의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0:43–0:48. 휴식과 환경 준비. 실행이 늦은 수강생은 데모 화면에서 사례·기준·오류 기록을 먼저 완료한다. 로컬 환경 복구는 VS_CODE_GUIDE.md의 순서를 따른다.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01 · 서버 시작의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02 · 평가 실행의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v0.1 · 구조 실패의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M02 · 실행 항목 실패의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M03 · 근거 실패의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 상세의 읽는 순서의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사례 결과의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통과율의 한계의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 기록 문장의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 원문 확인의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03 · 확인 사례 실행의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개발과 확인의 비교의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후보 결정 기록의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보고서 보관의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자동 테스트의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중 질의응답의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1:19–1:20. 실습 결과를 해석한다. 수치가 높다는 이유만으로 자동 채택하지 않고, 사례 수·오류 위험·검사 범위를 함께 이야기한다.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 요약의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오류와 대응의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합계 점수만으로 부족한 이유의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결정 상태의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보류 결정의 근거의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확인 설계의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기획서 연결의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오늘의 기록 양식의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 연결의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오늘의 핵심의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종료 확인의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필드 사전의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형식 검사와 의미 검사의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자동 규칙의 오탐과 누락의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사람 검토의 역할의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루브릭 작성 예시의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 보호 기준의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읽기 지도의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명령 모음의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경로의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자료와 검증 범위의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용어 정리의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자료 위치의 핵심은 평가 결과를 수치 하나가 아니라 사례·기준·오류·다음 확인으로 읽는 것이다. 수강생에게 현재 사례에서 확인 가능한 것과 확인하지 못한 것을 분리해 말하도록 질문한다.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repo:week03/lab/README.md</a:t>
            </a:r>
          </a:p>
          <a:p xmlns:a="http://schemas.openxmlformats.org/drawingml/2006/main">
            <a:r>
              <a:t>- repo:week03/lab/data/cases.json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670d456534e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5d357cc73546d1" /><Relationship Type="http://schemas.openxmlformats.org/officeDocument/2006/relationships/slideLayout" Target="/ppt/slideLayouts/slideLayout1.xml" Id="Re170a23d6e1945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70a23d6e1945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ACK WHITE NAVY BLUE">
      <a:dk1>
        <a:srgbClr val="050505"/>
      </a:dk1>
      <a:lt1>
        <a:srgbClr val="FFFFFF"/>
      </a:lt1>
      <a:dk2>
        <a:srgbClr val="0B1F3A"/>
      </a:dk2>
      <a:lt2>
        <a:srgbClr val="F7F8FA"/>
      </a:lt2>
      <a:accent1>
        <a:srgbClr val="2563EB"/>
      </a:accent1>
      <a:accent2>
        <a:srgbClr val="0B1F3A"/>
      </a:accent2>
      <a:accent3>
        <a:srgbClr val="667085"/>
      </a:accent3>
      <a:accent4>
        <a:srgbClr val="E0F0FE"/>
      </a:accent4>
      <a:accent5>
        <a:srgbClr val="191919"/>
      </a:accent5>
      <a:accent6>
        <a:srgbClr val="D0D5DD"/>
      </a:accent6>
      <a:hlink>
        <a:srgbClr val="2563EB"/>
      </a:hlink>
      <a:folHlink>
        <a:srgbClr val="0B1F3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NAVY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b92dc7feb4823" /><Relationship Type="http://schemas.openxmlformats.org/officeDocument/2006/relationships/notesSlide" Target="/ppt/notesSlides/notesSlide1.xml" Id="R344bf6427d3d4c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cd20ca76b49e7" /><Relationship Type="http://schemas.openxmlformats.org/officeDocument/2006/relationships/notesSlide" Target="/ppt/notesSlides/notesSlide2.xml" Id="R1fa9164e76a6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f0f5c0da9466c" /><Relationship Type="http://schemas.openxmlformats.org/officeDocument/2006/relationships/notesSlide" Target="/ppt/notesSlides/notesSlide3.xml" Id="R389dbe583af148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8a59d80534296" /><Relationship Type="http://schemas.openxmlformats.org/officeDocument/2006/relationships/notesSlide" Target="/ppt/notesSlides/notesSlide4.xml" Id="R28f05987b1e645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3fad64fc4080" /><Relationship Type="http://schemas.openxmlformats.org/officeDocument/2006/relationships/notesSlide" Target="/ppt/notesSlides/notesSlide5.xml" Id="Rf7805f1a48b344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d120a3e804274" /><Relationship Type="http://schemas.openxmlformats.org/officeDocument/2006/relationships/notesSlide" Target="/ppt/notesSlides/notesSlide6.xml" Id="Ra8e79be7162c47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4a2d65d824dd6" /><Relationship Type="http://schemas.openxmlformats.org/officeDocument/2006/relationships/notesSlide" Target="/ppt/notesSlides/notesSlide7.xml" Id="R6e987181bbda4e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5a5fa13ba4752" /><Relationship Type="http://schemas.openxmlformats.org/officeDocument/2006/relationships/notesSlide" Target="/ppt/notesSlides/notesSlide8.xml" Id="R2cb446f9fa8147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1619691ee49c2" /><Relationship Type="http://schemas.openxmlformats.org/officeDocument/2006/relationships/notesSlide" Target="/ppt/notesSlides/notesSlide9.xml" Id="R94a7074ccdb243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0b3ffbc3041ef" /><Relationship Type="http://schemas.openxmlformats.org/officeDocument/2006/relationships/notesSlide" Target="/ppt/notesSlides/notesSlide10.xml" Id="Rf265b4f94d0a41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d50310f55466b" /><Relationship Type="http://schemas.openxmlformats.org/officeDocument/2006/relationships/notesSlide" Target="/ppt/notesSlides/notesSlide11.xml" Id="Rf57f34d0b87b44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df8248e344177" /><Relationship Type="http://schemas.openxmlformats.org/officeDocument/2006/relationships/notesSlide" Target="/ppt/notesSlides/notesSlide12.xml" Id="Ra6a841e1d74e47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cf9058e424206" /><Relationship Type="http://schemas.openxmlformats.org/officeDocument/2006/relationships/notesSlide" Target="/ppt/notesSlides/notesSlide13.xml" Id="R2415a50e5e1143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df813c9584104" /><Relationship Type="http://schemas.openxmlformats.org/officeDocument/2006/relationships/notesSlide" Target="/ppt/notesSlides/notesSlide14.xml" Id="Re0d0c5604b2341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d221138204062" /><Relationship Type="http://schemas.openxmlformats.org/officeDocument/2006/relationships/notesSlide" Target="/ppt/notesSlides/notesSlide15.xml" Id="Rb436cdb66b174b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5b99e936c463d" /><Relationship Type="http://schemas.openxmlformats.org/officeDocument/2006/relationships/notesSlide" Target="/ppt/notesSlides/notesSlide16.xml" Id="R5cc7ff61642040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c8c9219024164" /><Relationship Type="http://schemas.openxmlformats.org/officeDocument/2006/relationships/notesSlide" Target="/ppt/notesSlides/notesSlide17.xml" Id="Rf92f3dc57f9341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3fb48717745c2" /><Relationship Type="http://schemas.openxmlformats.org/officeDocument/2006/relationships/notesSlide" Target="/ppt/notesSlides/notesSlide18.xml" Id="R6d577895206c49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089a1c20e419d" /><Relationship Type="http://schemas.openxmlformats.org/officeDocument/2006/relationships/notesSlide" Target="/ppt/notesSlides/notesSlide19.xml" Id="Rfb4d1d168c0341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b4a2c98234550" /><Relationship Type="http://schemas.openxmlformats.org/officeDocument/2006/relationships/notesSlide" Target="/ppt/notesSlides/notesSlide20.xml" Id="R12ef5c5b29fb45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ca652ad864dc0" /><Relationship Type="http://schemas.openxmlformats.org/officeDocument/2006/relationships/notesSlide" Target="/ppt/notesSlides/notesSlide21.xml" Id="Ra71935e172b745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80df986974021" /><Relationship Type="http://schemas.openxmlformats.org/officeDocument/2006/relationships/notesSlide" Target="/ppt/notesSlides/notesSlide22.xml" Id="R6aaed64bb5054b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c4b77de0b4280" /><Relationship Type="http://schemas.openxmlformats.org/officeDocument/2006/relationships/notesSlide" Target="/ppt/notesSlides/notesSlide23.xml" Id="R48c7f37e9e8d49a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bdefa974e4ec4" /><Relationship Type="http://schemas.openxmlformats.org/officeDocument/2006/relationships/notesSlide" Target="/ppt/notesSlides/notesSlide24.xml" Id="Rd6720175c06143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9be1ade654e96" /><Relationship Type="http://schemas.openxmlformats.org/officeDocument/2006/relationships/notesSlide" Target="/ppt/notesSlides/notesSlide25.xml" Id="Raed30f100ce641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efb3ca3ad4880" /><Relationship Type="http://schemas.openxmlformats.org/officeDocument/2006/relationships/notesSlide" Target="/ppt/notesSlides/notesSlide26.xml" Id="R26eceae9503f473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6ab032c63497d" /><Relationship Type="http://schemas.openxmlformats.org/officeDocument/2006/relationships/notesSlide" Target="/ppt/notesSlides/notesSlide27.xml" Id="Rf4576896c4eb42c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bb2cc4d6b49a1" /><Relationship Type="http://schemas.openxmlformats.org/officeDocument/2006/relationships/notesSlide" Target="/ppt/notesSlides/notesSlide28.xml" Id="Rc248123c37f44b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61c66e0504191" /><Relationship Type="http://schemas.openxmlformats.org/officeDocument/2006/relationships/notesSlide" Target="/ppt/notesSlides/notesSlide29.xml" Id="R8ecc354c1f9540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e8998afa643c7" /><Relationship Type="http://schemas.openxmlformats.org/officeDocument/2006/relationships/notesSlide" Target="/ppt/notesSlides/notesSlide30.xml" Id="R51fc0962498a486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1bf8f60d749d1" /><Relationship Type="http://schemas.openxmlformats.org/officeDocument/2006/relationships/notesSlide" Target="/ppt/notesSlides/notesSlide31.xml" Id="Rd0e336dbdedf4b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2f3bf2cef4db4" /><Relationship Type="http://schemas.openxmlformats.org/officeDocument/2006/relationships/notesSlide" Target="/ppt/notesSlides/notesSlide32.xml" Id="R2bbe34aec988448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75ebd43e2419b" /><Relationship Type="http://schemas.openxmlformats.org/officeDocument/2006/relationships/notesSlide" Target="/ppt/notesSlides/notesSlide33.xml" Id="R1e92d6cb6956451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b93b56e7c4d71" /><Relationship Type="http://schemas.openxmlformats.org/officeDocument/2006/relationships/notesSlide" Target="/ppt/notesSlides/notesSlide34.xml" Id="R8648955f0fd546a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fc62ba50445de" /><Relationship Type="http://schemas.openxmlformats.org/officeDocument/2006/relationships/notesSlide" Target="/ppt/notesSlides/notesSlide35.xml" Id="R5df9ede92f3c48f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c33bb0cd64f90" /><Relationship Type="http://schemas.openxmlformats.org/officeDocument/2006/relationships/notesSlide" Target="/ppt/notesSlides/notesSlide36.xml" Id="R3bf01d93e71448c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00f73dfee42ff" /><Relationship Type="http://schemas.openxmlformats.org/officeDocument/2006/relationships/notesSlide" Target="/ppt/notesSlides/notesSlide37.xml" Id="R0dc8c995194a404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42454eb37478b" /><Relationship Type="http://schemas.openxmlformats.org/officeDocument/2006/relationships/notesSlide" Target="/ppt/notesSlides/notesSlide38.xml" Id="R98a68b9962ac43e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da26a963e46ee" /><Relationship Type="http://schemas.openxmlformats.org/officeDocument/2006/relationships/notesSlide" Target="/ppt/notesSlides/notesSlide39.xml" Id="Rfd696f69699249d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41790b2254af7" /><Relationship Type="http://schemas.openxmlformats.org/officeDocument/2006/relationships/notesSlide" Target="/ppt/notesSlides/notesSlide40.xml" Id="Rc79ca155ab454db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985b73dc54f08" /><Relationship Type="http://schemas.openxmlformats.org/officeDocument/2006/relationships/notesSlide" Target="/ppt/notesSlides/notesSlide41.xml" Id="R3f3aac7cb4bb400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0773245854d8f" /><Relationship Type="http://schemas.openxmlformats.org/officeDocument/2006/relationships/notesSlide" Target="/ppt/notesSlides/notesSlide42.xml" Id="Re5b4aff5ae2f404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524f6372840f3" /><Relationship Type="http://schemas.openxmlformats.org/officeDocument/2006/relationships/notesSlide" Target="/ppt/notesSlides/notesSlide43.xml" Id="Rd54150d898ee47c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20572fa394501" /><Relationship Type="http://schemas.openxmlformats.org/officeDocument/2006/relationships/notesSlide" Target="/ppt/notesSlides/notesSlide44.xml" Id="R416cfc2c7f5f428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c355ca5c42b9" /><Relationship Type="http://schemas.openxmlformats.org/officeDocument/2006/relationships/notesSlide" Target="/ppt/notesSlides/notesSlide45.xml" Id="Rb5d5360aefbb469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8be288b54409c" /><Relationship Type="http://schemas.openxmlformats.org/officeDocument/2006/relationships/notesSlide" Target="/ppt/notesSlides/notesSlide46.xml" Id="Rc0d33c818a5a4a5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09fda844e423c" /><Relationship Type="http://schemas.openxmlformats.org/officeDocument/2006/relationships/notesSlide" Target="/ppt/notesSlides/notesSlide47.xml" Id="R5ac8f278b814417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aaefb71244706" /><Relationship Type="http://schemas.openxmlformats.org/officeDocument/2006/relationships/notesSlide" Target="/ppt/notesSlides/notesSlide48.xml" Id="R3cf62a5373b0436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5ef8a76034df5" /><Relationship Type="http://schemas.openxmlformats.org/officeDocument/2006/relationships/notesSlide" Target="/ppt/notesSlides/notesSlide49.xml" Id="R3c22dca516774eb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37083bcb149ce" /><Relationship Type="http://schemas.openxmlformats.org/officeDocument/2006/relationships/notesSlide" Target="/ppt/notesSlides/notesSlide50.xml" Id="Rb8c66cd10cf14ca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e87122bfe4220" /><Relationship Type="http://schemas.openxmlformats.org/officeDocument/2006/relationships/notesSlide" Target="/ppt/notesSlides/notesSlide51.xml" Id="Rdd958a7713a24e5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ae454f9bd45d1" /><Relationship Type="http://schemas.openxmlformats.org/officeDocument/2006/relationships/notesSlide" Target="/ppt/notesSlides/notesSlide52.xml" Id="R0fc031c5bd7240d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d4b1f22804b01" /><Relationship Type="http://schemas.openxmlformats.org/officeDocument/2006/relationships/notesSlide" Target="/ppt/notesSlides/notesSlide53.xml" Id="Rd876c7e096984a8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c98b633f14882" /><Relationship Type="http://schemas.openxmlformats.org/officeDocument/2006/relationships/notesSlide" Target="/ppt/notesSlides/notesSlide54.xml" Id="Rde0a560bff134e5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c49bcfef0473e" /><Relationship Type="http://schemas.openxmlformats.org/officeDocument/2006/relationships/notesSlide" Target="/ppt/notesSlides/notesSlide55.xml" Id="Rcef543f069774f5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37e6511b24e91" /><Relationship Type="http://schemas.openxmlformats.org/officeDocument/2006/relationships/notesSlide" Target="/ppt/notesSlides/notesSlide56.xml" Id="R868feffa2371476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c729359ff4f4b" /><Relationship Type="http://schemas.openxmlformats.org/officeDocument/2006/relationships/notesSlide" Target="/ppt/notesSlides/notesSlide57.xml" Id="Rb65748ee588f431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8d0bd967d48e1" /><Relationship Type="http://schemas.openxmlformats.org/officeDocument/2006/relationships/notesSlide" Target="/ppt/notesSlides/notesSlide58.xml" Id="Rc58dcae202ea41b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10ecd38274253" /><Relationship Type="http://schemas.openxmlformats.org/officeDocument/2006/relationships/notesSlide" Target="/ppt/notesSlides/notesSlide59.xml" Id="R2bef659f1bb94a2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e33f7b1f04573" /><Relationship Type="http://schemas.openxmlformats.org/officeDocument/2006/relationships/notesSlide" Target="/ppt/notesSlides/notesSlide60.xml" Id="R8af74ac2a7c94e12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53175adaf4d6d" /><Relationship Type="http://schemas.openxmlformats.org/officeDocument/2006/relationships/notesSlide" Target="/ppt/notesSlides/notesSlide61.xml" Id="Ra58aeea6136c41b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acfb49f194872" /><Relationship Type="http://schemas.openxmlformats.org/officeDocument/2006/relationships/notesSlide" Target="/ppt/notesSlides/notesSlide62.xml" Id="R26bd356316894cb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d8d37d49e45d6" /><Relationship Type="http://schemas.openxmlformats.org/officeDocument/2006/relationships/notesSlide" Target="/ppt/notesSlides/notesSlide63.xml" Id="R07091130fa0548c4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c740885374c97" /><Relationship Type="http://schemas.openxmlformats.org/officeDocument/2006/relationships/notesSlide" Target="/ppt/notesSlides/notesSlide64.xml" Id="R4823454c18b64c0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19ac802194f65" /><Relationship Type="http://schemas.openxmlformats.org/officeDocument/2006/relationships/notesSlide" Target="/ppt/notesSlides/notesSlide65.xml" Id="Reac8d371930a471d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5b8d973c949e8" /><Relationship Type="http://schemas.openxmlformats.org/officeDocument/2006/relationships/notesSlide" Target="/ppt/notesSlides/notesSlide66.xml" Id="R10c96c6963b64b4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2269cbcc148d2" /><Relationship Type="http://schemas.openxmlformats.org/officeDocument/2006/relationships/notesSlide" Target="/ppt/notesSlides/notesSlide67.xml" Id="R39e25a1b9d1340a5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81fc703474b92" /><Relationship Type="http://schemas.openxmlformats.org/officeDocument/2006/relationships/notesSlide" Target="/ppt/notesSlides/notesSlide68.xml" Id="R8149afdba1ca436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06285d6604b03" /><Relationship Type="http://schemas.openxmlformats.org/officeDocument/2006/relationships/notesSlide" Target="/ppt/notesSlides/notesSlide69.xml" Id="R9d8dd2a0f062448b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71c7aa234fd1" /><Relationship Type="http://schemas.openxmlformats.org/officeDocument/2006/relationships/notesSlide" Target="/ppt/notesSlides/notesSlide70.xml" Id="Rd769852614f445a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397e6f29c4180" /><Relationship Type="http://schemas.openxmlformats.org/officeDocument/2006/relationships/notesSlide" Target="/ppt/notesSlides/notesSlide71.xml" Id="R7176618a98c0400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532cf9f1e45c8" /><Relationship Type="http://schemas.openxmlformats.org/officeDocument/2006/relationships/notesSlide" Target="/ppt/notesSlides/notesSlide72.xml" Id="Rb8ffe83a2f2b41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B6D82-E62A-42E5-BF31-0498D19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INTEGRATED LLMOPS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BF1D7-64FC-49F9-BB4A-CEA6849F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프롬프트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FAB0D-5587-4C4A-86FD-82531F04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5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오류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98297-EDF0-4A78-8757-5ADD8CD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FA23B-BD12-4474-9D42-90FDFD60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4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평가 기준 · 개발·확인 사례 · 결정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1CD46-19A0-4876-ACD6-7A8B6C41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307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WEEK 03 · 2026.09.18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CFD47-D21D-49AE-A539-B8D2FBF8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7048"/>
            <a:ext cx="10972800" cy="307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합성 회의록 평가 작업대 EVAL/03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40DCA-4284-4437-8DE7-A86F39EA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1096"/>
            <a:ext cx="10972800" cy="307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차성재 · 무신사 Core AI PM × AI 대학원 겸임교수</a:t>
            </a:r>
          </a:p>
        </p:txBody>
      </p:sp>
    </p:spTree>
    <p:extLst>
      <p:ext uri="{BB962C8B-B14F-4D97-AF65-F5344CB8AC3E}">
        <p14:creationId xmlns:p14="http://schemas.microsoft.com/office/powerpoint/2010/main" val="2001651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C8D91-E6D1-4613-B5EA-EAA6233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637BE-282A-4567-BB4B-5841183A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8A71E-6C1E-4672-A318-D0726564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오늘의 완료 증거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308E-D7CC-4D11-B312-32FD2584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C3D7F-FAE3-4127-B74A-4922E928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A6A0C-DEF2-4A84-827F-CF3604C1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74DBF-7ACD-4C15-B30C-DC209E11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A334B-1D23-4BA2-8569-A9035C4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결과를 보기 전에 구조·사실·근거·실행 항목을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5495A-032B-4B55-B283-5BE76BF4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587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C5EED-AD97-41CD-9830-84C87310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47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E5424-DA3D-451B-90A7-CFAF7AD8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5903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개발·확인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89A10-6F5D-45D1-A6DC-2B6D6417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5903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개선에 쓴 사례와 최종 확인 사례를 구분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30638-0823-40FA-A9DC-545F9A6F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96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50D38-077D-40BC-881E-5DB460E2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8256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4CE0B-B454-4EF0-8735-F170DEF5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9681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2A921-574F-4AEE-B27F-A89147AC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9681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후보·보류·제외와 다음 확인을 한 문장으로 남김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2BD8E-1A5F-41D8-92F9-52ECDA2F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343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1637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8C9459-839A-46E4-918F-49F62222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C16FE-C99D-494E-816D-8502A2DA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0093D-70B1-4850-87A2-489449BE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16주 로드맵 · 현재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6E45A-3CCD-48A1-A657-AC1F685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D00E-6F0A-4E75-9C8D-5AC91FA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24CCF-F3EE-4A30-8F22-DD44FA92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D28A8-C903-4BED-A6A2-0ACB86C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28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09.04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C36DC-F99C-4D98-A72E-ACDDCF48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추적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A8A69-AB96-4EAF-9CCB-3B268498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6458B-4AE5-4DE5-97EC-908E4A2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63F2A-64C6-475E-8A9B-7DD6E26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289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09.11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73839-3752-4B6B-A8F4-9BE2FAD9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프롬프트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35999-0DB8-45F3-8977-C94FA4AC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974E5-D4DC-4085-92EB-E9F1B831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5257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8D504-3F7C-41FA-938B-8447ACE1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58BDD-7220-446C-9499-CB6926C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290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09.18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B59EA-E65B-4364-B92D-28F43AEA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평가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28998-BD44-4350-9E03-0BF1AB9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0DFA5-E3E3-49FD-8E45-AA408486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09.25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C4B80-844A-4A7D-9149-FB54E7C9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검색 근거 · 녹화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05435-8AD3-48EA-8970-0F6A4E9E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C3398-B017-41C8-B23F-FCF47A69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6EC37-F230-4C06-8490-AA9D9BFE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292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10.02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6078A-F407-4037-90DB-3B5BF13A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검색 품질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29EB7-AAD4-41F0-B20A-E96B4B51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79C54-48C6-4E60-9571-EB387A15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28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6A5F0-68D3-4B9B-BD17-B9FEDCB1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10.09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16F1A-58A0-4CD4-BCBB-2EDA5DA5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데이터 · 녹화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D77CD-0D99-4EA3-8C92-7029B438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3106C-6E5A-424A-87C6-9295E1C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57C8A4-445B-499A-B826-8CE04B7A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10.16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0181B3-E4A1-432B-B79B-95469202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기술 대안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E7174-2040-4C60-9552-331B46F1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EC5E06-48DB-4305-A64A-E8355241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617C75-8999-48AF-AB0F-CD2BC49A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10.23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B6EE66-C64B-4A42-9690-66202AF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기획서 제출·평가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AD74CD-E398-4525-AAAA-AE8CF3C8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95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2827E1-DC5C-407B-BDED-2F912B59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09–15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CDA014-AA73-4BD6-A116-EBB0C8DB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291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10.30–12.11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E252F6-E6EB-483E-ABFD-8910406F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구현·운영·프로젝트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318F15-A687-4093-9E5B-817764FD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196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C27E0B-9BFF-4786-9DAA-3069DDC4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92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29BB10-1CE8-45C8-95B3-078C492C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292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12.18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C4CB65-D095-41D3-8EA9-9D904840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14950"/>
            <a:ext cx="497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실시간 온라인 발표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7F833D-B25B-4840-9C02-2DA21D82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0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AECE5A-919A-4214-B181-B1A1821A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· 평가 기준과 오류 분류 · 전 과정 온라인 · 현재 주차만 파랑 표시</a:t>
            </a:r>
          </a:p>
        </p:txBody>
      </p:sp>
    </p:spTree>
    <p:extLst>
      <p:ext uri="{BB962C8B-B14F-4D97-AF65-F5344CB8AC3E}">
        <p14:creationId xmlns:p14="http://schemas.microsoft.com/office/powerpoint/2010/main" val="1427561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FC8FF-BA32-4936-BA05-08AF7223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B8006-D2D2-4981-85CB-2F053BE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DB983-255B-4D25-B318-6FFBD892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지난 주와 오늘의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C013B-01A3-4033-B1F5-EEEF2EE3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5BEAE-274B-4946-B0CF-DBC4EAD1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4644C-838C-4090-A9D5-8ECA229C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2주차 ·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D49DF-A5C8-43BE-8D57-36587E93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ABA05-97B5-4C21-9694-DBE5EC8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같은 입력과 조건에서 프롬프트 버전을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3A687-6E17-4022-BEE1-825D9423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변경한 규칙과 결과를 함께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C4FFA-2915-43D9-A0CD-21189773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3주차 · 판정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D6475-9B3D-4B10-9491-0FAA304B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E72C4-55A9-4F03-BCE9-2CA7BFD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무엇이 통과·실패인지 기준을 고정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E9C6C-1FC1-4B06-BC73-C6DAF26C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오류 유형과 다음 확인을 함께 기록</a:t>
            </a:r>
          </a:p>
        </p:txBody>
      </p:sp>
    </p:spTree>
    <p:extLst>
      <p:ext uri="{BB962C8B-B14F-4D97-AF65-F5344CB8AC3E}">
        <p14:creationId xmlns:p14="http://schemas.microsoft.com/office/powerpoint/2010/main" val="1856062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8D966A-4116-4AAC-81E1-6EF7133C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A5F33-3627-4431-9336-36503981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E8366-188F-4269-A151-494E1909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100분 수업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8A2FF-5DF8-4B96-B2C9-FF0E631F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B2188-93E3-410F-94DF-E0243DBA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01F9A-7EBF-427B-B4CA-8E662A69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5E394-23EB-4625-B2F9-B4870B6E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00:00–00:10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9354F-D4E9-43ED-AA3C-548552E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질문·로드맵·완료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5ED57-9189-4CAB-B2F8-8A6372E7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587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44B13-4EC8-4FFA-A109-79935B87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47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7A14F-7820-427D-BC64-E2B8993F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5903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00:10–00:32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F0BC7-A364-4D50-8B36-1794FD03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5903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평가 기준과 오류 분류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0DD95-E84D-4C42-B24D-27B0FA98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96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F3E09-FCCB-4655-A0E6-1DCE428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8256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BDFC1-333C-421B-81E3-27426A5B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9681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00:32–00:43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3A66B-DBC6-4744-BC81-C041AE64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9681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실습 구조와 사례 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56B6B-D084-405A-8D6E-C662A86F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343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B65A5-96E2-4013-B632-732C8F7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2034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19C607-6903-4FCF-83AC-A4E101DC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3459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00:43–00:48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E6A19-F900-45B4-98D6-4C0B17DC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3459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휴식·환경 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AD218-607E-4803-B814-DEE7D84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7212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7D212-D58B-4BF8-85DA-C0D1E3AB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5812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6FD4F-F277-4F0A-B445-21A535A4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17237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00:48–01:19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77551-D7A8-4FF9-87C0-D75BC117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7237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EVAL/03 실행과 기록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0A508-5ADB-4B8E-945C-6D5B1CED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8099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ADAF46-2EA1-4AE2-9EAC-45DF465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959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D2B6E-B018-4953-8F6E-1C73BDEE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8101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01:19–01:40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4ADFCB-28E9-44B2-85C3-C979DE42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8101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결과 해석·다음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CCCFB-A50C-4082-A8B9-294321FA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14476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6289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4662B-F300-4C68-A8E8-A31C4627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600A7-623D-490E-86C7-D5FA60FC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62B9E-81BB-46E3-A59B-95C6697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평가의 출발점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A6D51-0383-431E-A5B8-8446CB03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E380D-F4CA-41E4-BFE8-10DEDA2F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B915A-58CB-46A3-9F9C-73B31D2C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“좋은 답변”이라는 말만으로는 결과를 다시 확인할 수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C6811-EFD7-4EFD-87AA-450DF717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370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2C055-FAF5-4F6B-95F7-533D6281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850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무엇을 보았는지, 어떤 사례에서 어긋났는지, 다음에 무엇을 확인할지를 남긴다.</a:t>
            </a:r>
          </a:p>
        </p:txBody>
      </p:sp>
    </p:spTree>
    <p:extLst>
      <p:ext uri="{BB962C8B-B14F-4D97-AF65-F5344CB8AC3E}">
        <p14:creationId xmlns:p14="http://schemas.microsoft.com/office/powerpoint/2010/main" val="13094881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23293-E2FE-4129-ADFF-8C53B88F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FCD34-4A08-4F2D-8085-068DAA33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9DAD8-2A8D-4EC2-87D3-DA0C8F0B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오늘의 실습 산출물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6AC9E-78C5-4FB8-8CB9-A8218FC1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DFC33-B48F-48B9-AA6C-59285B15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9A989-F2CF-443F-9C8A-40A79627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94DF2-B470-4E65-8F2F-72F3BCDB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0A639-6424-4537-B235-9AB0D28F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B9771-2F7A-47E5-9495-41E5CCB2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76290-124C-464D-BAA2-BA7EBF82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99F02-605C-436C-90E6-8CC870C5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상세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700FB-8508-46F9-AA1D-5C9CDF67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094F8-223A-49B7-9D46-65BDF6C7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60776-D580-4E2C-8B36-17F645F4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후보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EEA19-0EB2-43D3-B234-73D238E1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F4112-F377-4791-928E-E65069B2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823BC-2D64-4945-B73F-42F6750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JSON 보관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7063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72176" y="33623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77288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21FEC-8845-468A-85BA-7440439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프롬프트 v0.1·v0.2 · 합성 회의 발췌 · 고정 응답 · 실제 모델 성능 측정 아님</a:t>
            </a:r>
          </a:p>
        </p:txBody>
      </p:sp>
    </p:spTree>
    <p:extLst>
      <p:ext uri="{BB962C8B-B14F-4D97-AF65-F5344CB8AC3E}">
        <p14:creationId xmlns:p14="http://schemas.microsoft.com/office/powerpoint/2010/main" val="8612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33A91-7BE6-491B-912B-616287C1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40C61-C2F8-40F9-8848-4D969313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D6AEF-8D0D-405A-8097-3BCA59F2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평가 기준과 오류 분류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92645-2C2B-4049-A880-24D6C292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1EFE2-FB4D-47AC-9248-7CB2C68F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점수보다 먼저 판정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A6480-5EB2-47E9-9355-4EDBD02A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6442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사례보다 먼저 기대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0DCE8-A6F8-46E5-AA91-8FDD8205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6634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개선보다 먼저 실패 설명</a:t>
            </a:r>
          </a:p>
        </p:txBody>
      </p:sp>
    </p:spTree>
    <p:extLst>
      <p:ext uri="{BB962C8B-B14F-4D97-AF65-F5344CB8AC3E}">
        <p14:creationId xmlns:p14="http://schemas.microsoft.com/office/powerpoint/2010/main" val="20627236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B8775-F0CC-4C74-BA5A-C6B7AAEB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8E00F-4A4A-4B5D-ABD9-DAE771DB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BF9A2-0BDD-4EE0-8A11-826F09BC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대상의 구체화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52A23-B45E-43E3-8EDD-CCC169EA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0EA0A-37D8-49D9-A198-57B26A03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0EE2E-92B7-4BC5-91D1-E6DAF55F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대상은 “모델” 하나가 아니라 입력·프롬프트·모델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설정·출력 검사로 이루어진 실행 단위다.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4D3C1-C740-4513-A0B6-85249408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328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91316-47C6-462C-B70C-4B7E2F82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08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한 요소를 바꾸면 결과 차이의 원인을 분리해 기록한다.</a:t>
            </a:r>
          </a:p>
        </p:txBody>
      </p:sp>
    </p:spTree>
    <p:extLst>
      <p:ext uri="{BB962C8B-B14F-4D97-AF65-F5344CB8AC3E}">
        <p14:creationId xmlns:p14="http://schemas.microsoft.com/office/powerpoint/2010/main" val="17298767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008F1-3A35-42C6-B685-A16FD446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D7D4A-EF66-48C6-A689-82B61A6C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0922B-9B2C-479A-BCAD-C6F6F3C1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결과와 판정의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08CF3-945E-42D1-9102-1644EFD7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D837F-1991-4D5D-8CE1-7A54837F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27510-FE9D-4AC5-83A2-9A60F9B6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FBED6-BB9E-4B67-B68F-4FADF8D1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B679B-F55E-49E5-B48A-BD784E86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회의록 문장과 섹션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DC65C-79DC-4531-B860-78050996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모델 또는 고정 응답이 만든 산출물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FFEDA-93C9-4C73-AE88-951B7B6C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판정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BDBDD-2A7D-4959-A12B-2E544134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99F9A-C064-4245-ACF9-F357BD8D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통과·실패와 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7EAE9-B6A3-445E-9643-FC7F68C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사전에 정한 루브릭이 만든 해석</a:t>
            </a:r>
          </a:p>
        </p:txBody>
      </p:sp>
    </p:spTree>
    <p:extLst>
      <p:ext uri="{BB962C8B-B14F-4D97-AF65-F5344CB8AC3E}">
        <p14:creationId xmlns:p14="http://schemas.microsoft.com/office/powerpoint/2010/main" val="824835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89823-B04D-4B2B-AFF7-F4F75895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62DCB-2F4D-44A6-AB2D-29D8A5D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4988F-B8E0-4CAC-B915-5E228A0C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하나의 출력 · 네 가지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22B1-A1F4-4A24-B068-01D8A2C0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ED003-6D26-4587-8D19-173C4A1A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12BC6-94FB-4369-877B-D7BAE893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252888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EEB22-4A3C-403C-A385-1546DE6D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185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1C5A3-0B38-4A05-BFB5-B05692C6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1859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24841-0197-4EC5-8C88-D7D2011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1859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필수 섹션 4개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D7E21-9271-4EE0-BA21-0F2002FB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314575"/>
            <a:ext cx="252888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6F827-CC8B-4B74-BB6A-774D9B62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95550"/>
            <a:ext cx="2185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4C0E2-95E6-4B25-B977-16B983A1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009900"/>
            <a:ext cx="21859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사실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CAAA7-A3CD-4CFD-80B6-B6A853A1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581400"/>
            <a:ext cx="21859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앵커 문구 누락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281C8-3029-46D7-8C10-555E189F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14575"/>
            <a:ext cx="252888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6DAF9-25A9-495F-A3CD-4464F695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95550"/>
            <a:ext cx="2185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E8754-E6EE-4814-925B-06A591F1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09900"/>
            <a:ext cx="21859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5A8EE-31C0-4379-96E1-B91EA30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81400"/>
            <a:ext cx="21859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원문 밖 단정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612F2-F177-4DE0-B3A4-CEDE43A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314575"/>
            <a:ext cx="252888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11FAC-5CF1-411B-896C-9F15FF07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495550"/>
            <a:ext cx="2185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3C9CD-19CB-4DA4-B0E5-30168565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3009900"/>
            <a:ext cx="21859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항목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DFF1E-EB95-4655-8436-98AAE280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3581400"/>
            <a:ext cx="21859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담당·기한·미정</a:t>
            </a:r>
          </a:p>
        </p:txBody>
      </p:sp>
    </p:spTree>
    <p:extLst>
      <p:ext uri="{BB962C8B-B14F-4D97-AF65-F5344CB8AC3E}">
        <p14:creationId xmlns:p14="http://schemas.microsoft.com/office/powerpoint/2010/main" val="2069021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FCAC2-F85A-4627-B0C7-B58B3C37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61128-796D-4A16-97DF-FE87178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2A662-077C-40D1-88FF-AA8D888B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계약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F2757-BB00-4917-945B-6BD329EE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8196B-0D02-4BB7-A7E6-BFA716B0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29997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8295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이번 실습의 결정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합성 회의 발췌 6건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결정·실행·위험·다음 단계 회의록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구조·핵심 사실·근거·실행 항목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프롬프트 원문·해시·결과·결정 이유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718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FB290-76E9-4B20-8E30-59276F6A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CDE8A-1A99-48DA-B2C5-9BFB2FD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BBEA3-10EF-474F-AE5A-90A63001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루브릭과 측정값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0F499-7462-4D8F-89A9-3216255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FD514-C5C3-4B29-BA5B-9B5331B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947E7-761C-4904-9871-B3F109C9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루브릭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10175-51D5-4456-B690-E683B1C2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D806E-FCD3-47E5-8D56-1708343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무엇을 통과로 볼지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CA10E-4D31-49E4-8CEF-04D71333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사람이 읽을 수 있는 판단 문장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3891E-8007-45C5-AC5B-608AC0A7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측정값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C518A-C0F7-4026-A2DE-BEBAE42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72AA2-8B7A-4931-809A-8846D62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몇 건이 통과했는지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A5E44-9E61-422F-BD39-F587D24E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루브릭을 집계한 숫자</a:t>
            </a:r>
          </a:p>
        </p:txBody>
      </p:sp>
    </p:spTree>
    <p:extLst>
      <p:ext uri="{BB962C8B-B14F-4D97-AF65-F5344CB8AC3E}">
        <p14:creationId xmlns:p14="http://schemas.microsoft.com/office/powerpoint/2010/main" val="11275799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6EDCB-0E68-49CF-93E2-F41FF524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948D2-67D4-4392-88BF-92DE0EEA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D6815-17A0-4D36-9D2E-6A0050D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없는 단정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A3C49-FFF1-448C-99FD-8D24AC08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D3E90-5FE6-4ED6-8EAE-2BDDF93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1D0B2-A8C6-4832-AF54-5EC4302B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827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9FDB1-0F51-4DE3-A8A5-F2A68020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102870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원문: “이번 달 예산은 아직 검토 중이다.”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124DC-7F3D-4DFB-8334-B857EA47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758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출력: “예산 승인 완료 후 데이터 정제를 진행한다.”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18345-BDCA-437F-9D24-23262A5B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210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판정: 구조가 맞아도 원문에 없는 확정 정보를 추가했으므로 근거 검사 실패</a:t>
            </a:r>
          </a:p>
        </p:txBody>
      </p:sp>
    </p:spTree>
    <p:extLst>
      <p:ext uri="{BB962C8B-B14F-4D97-AF65-F5344CB8AC3E}">
        <p14:creationId xmlns:p14="http://schemas.microsoft.com/office/powerpoint/2010/main" val="14544617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385EA-63F2-4FD1-AD99-7FB4E19E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67F5B-EAE1-4F09-9113-65404758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22C86-50D1-4588-B524-4D80F868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사실 앵커의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64D07-55B3-4D49-A4A9-341632F2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E4DE2-AA3A-455A-A51F-0BF46C12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B7203-6E8E-4126-BA2F-B051CB5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E4FD8-9DB4-4ACB-A33B-1135DF89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802D5-39ED-4ABA-B5A6-CE43D113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 핵심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A5D27-C630-4340-92E6-4D0E4E89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F12DB-16FD-4050-8DC6-844EC2B7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1E771-37CE-4C7D-A056-EF566604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앵커 정의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D672D-AD74-4150-A065-B087DE3C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8B53E-3C6E-427C-9CE8-3BB62756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1D9FD-8998-44A1-BDF3-9018F73A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출력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8880F-A846-4934-B753-5216681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DC906-A73A-4922-B882-F8A7A476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7BB48-920E-4A9F-BFB1-4483A549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누락 기록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7063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72176" y="33623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77288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4B0C7-B965-4B34-9862-024834C3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앵커는 완전한 의미 이해가 아니라, 이번 사례에서 반드시 남아야 하는 사실의 최소 확인점</a:t>
            </a:r>
          </a:p>
        </p:txBody>
      </p:sp>
    </p:spTree>
    <p:extLst>
      <p:ext uri="{BB962C8B-B14F-4D97-AF65-F5344CB8AC3E}">
        <p14:creationId xmlns:p14="http://schemas.microsoft.com/office/powerpoint/2010/main" val="13648272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3FBEA-5890-4995-ABB9-11E1D674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9FE9E-1B79-4B48-B894-68CE03D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84869-53B8-4ED1-B1E1-5F640996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분류의 언어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01508-1A12-49B2-A3EA-164C174D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F9759-808D-40C8-8104-9010E8CC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289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257550"/>
                <a:gridCol w="5524500"/>
              </a:tblGrid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 유형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질문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예시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누락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필요한 사실이 빠졌나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담당자·기한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왜곡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뜻이 달라졌나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중 → 승인 완료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약속한 구조가 있나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섹션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범위 밖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검사하지 않은 문제인가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문체·설득력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8676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B98AF-3E2E-4CB5-B443-4145C6CA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AF70D-9C25-4B05-892E-1D1DFC28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A3093-CAB5-4190-B770-A313A472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누락과 왜곡의 차이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E7FF3-0988-4E1F-8EFE-6DB145D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D1D4C-3440-492E-8422-4C09CD50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DACB4-F8E6-47C9-81D1-7A9CFECF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누락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AE1BF-346F-494A-83F4-ADF8A479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1BF4C-7235-40FA-BF0A-E70627A2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말해야 할 사실을 말하지 않음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FDF32-62EA-496D-BA76-07CDA85A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다음 확인에서 원문과 출력 대조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610B0-A024-44EA-8142-B18FFAA6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왜곡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E6252-2B86-4C1E-A8C1-3A6DF264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DB35C-1C4A-4111-B4BA-7F7E748C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원문에 없는 사실을 더함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62EF8-4182-4FD3-939A-ED9B17AA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근거·정책·책임 판단에 더 큰 위험</a:t>
            </a:r>
          </a:p>
        </p:txBody>
      </p:sp>
    </p:spTree>
    <p:extLst>
      <p:ext uri="{BB962C8B-B14F-4D97-AF65-F5344CB8AC3E}">
        <p14:creationId xmlns:p14="http://schemas.microsoft.com/office/powerpoint/2010/main" val="5101432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A93E8-B192-47F9-BD37-6D9268A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4417E-455E-4ACA-92F1-D86D06B6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8D1BE-66D7-4647-8404-D749E508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B645F-BDA6-4056-B6E9-4276E003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98329-605F-4F4E-A40C-02844097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CFDE4-FAB3-4109-AFF5-1EFBD739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6B8EA-EFE8-4C1D-8459-A4DDB8B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5718C-1DB5-44F5-A3A8-92094EA4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65354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사실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21392-CA43-4FC7-980B-A3042544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3397D-FD0C-4E17-906C-C7237EA7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B3992-C199-4EB6-B60B-1C5CFA08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333750"/>
            <a:ext cx="165354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프롬프트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A1245-86D5-48C5-A194-58291806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36A01-7171-482E-89BD-E0B3FD95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AB825-F2BC-4150-9BC0-795C08C2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333750"/>
            <a:ext cx="165354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F1CA1-D61F-4988-A06C-FB7BCEF2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E43E5-B930-4D1F-B714-57A3CF1E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32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D3233-DB19-4CCC-A04F-52FE6D4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320" y="3333750"/>
            <a:ext cx="165354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규칙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E0DA9-6A8A-4354-A570-52192BF5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F93CD-F101-4B6C-AC2A-2BE5EF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58044-0FB2-4BF2-B934-C9E6F97D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3333750"/>
            <a:ext cx="165354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 기록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0604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5013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9422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33831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F60E3-E3BE-409F-A98A-ED18351B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같은 실패라도 원인은 데이터·지시·생성·검사·해석 중 다른 위치에 있을 수 있다</a:t>
            </a:r>
          </a:p>
        </p:txBody>
      </p:sp>
    </p:spTree>
    <p:extLst>
      <p:ext uri="{BB962C8B-B14F-4D97-AF65-F5344CB8AC3E}">
        <p14:creationId xmlns:p14="http://schemas.microsoft.com/office/powerpoint/2010/main" val="15595970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CA880-4E8B-4298-8F6B-B961F9C6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82C51-654F-4EAA-A361-D03F7BC9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68E6F-C371-4EB6-952D-7730171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개발 사례와 확인 사례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1FECA-C5DC-450F-B861-44D678E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FA192-05BF-4EF4-9DEE-52B5B8F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0AE0-97D8-41B1-9573-CE57B3BC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개발 사례 · dev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E4CA4-897F-45E6-843E-19C753FE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FADD9-95F0-4A78-93CC-360ECFD7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규칙·프롬프트를 다듬는 데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D7471-4A86-4759-9B5F-6C439F65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이번 실습 4건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7BDE9-44E3-43D5-A58F-4BC483A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확인 사례 ·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02757-7A9D-4F4F-950B-7BBB564B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90E1B-CCAA-49E9-B6B0-42CC173B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선택 후에 별도로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73C6C-8BD4-484C-8953-B754D754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이번 실습 2건</a:t>
            </a:r>
          </a:p>
        </p:txBody>
      </p:sp>
    </p:spTree>
    <p:extLst>
      <p:ext uri="{BB962C8B-B14F-4D97-AF65-F5344CB8AC3E}">
        <p14:creationId xmlns:p14="http://schemas.microsoft.com/office/powerpoint/2010/main" val="12673902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68990-22AA-43A0-9C34-E32FABC6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DACD1-A9AD-4927-9A88-8E6C7655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7AB41-C354-47D9-9ABA-E33544CF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사례 오염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178F4-686A-4B2E-9B78-20222664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46256-529E-4267-A0BC-D9D317E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7DCB3-8718-4767-82F9-FC6C744F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 사례를 보며 프롬프트를 계속 고치면, 그 사례는 더 이상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독립적인 확인 근거가 아니다.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D1AD3-5B38-4B9E-94A5-A898AA34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328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9A7E0-B9E5-4364-AAFA-8B9DA7E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08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수정 전후의 데이터 묶음과 선택 시점을 함께 기록한다.</a:t>
            </a:r>
          </a:p>
        </p:txBody>
      </p:sp>
    </p:spTree>
    <p:extLst>
      <p:ext uri="{BB962C8B-B14F-4D97-AF65-F5344CB8AC3E}">
        <p14:creationId xmlns:p14="http://schemas.microsoft.com/office/powerpoint/2010/main" val="21329934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CC9A9-05F7-4698-BBF4-9A8382A3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7C9D4-E2F1-45BB-AEA0-148480D5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A0096-BDA5-448F-9A78-19EDF857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적은 사례의 해석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B9383-5195-4A50-A308-B4146D3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7D52E-C302-448E-ABD6-47525A63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1C835-E9B6-407F-AD3A-CDFAB938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827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B61FA-FC6B-43EC-8194-9AF134F5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102870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2/4와 2/2는 각각 다른 질문에 대한 결과다.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78E13-E858-4A8B-8E5D-BB215F97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758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dev 2/4: 개선에 쓴 작은 사례에서 네 기준을 모두 통과한 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CA3BC-E695-4E44-B05C-536E3A4E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210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test 2/2: 선택 뒤 별도 사례에서 확인한 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71187-191E-402D-A753-A2496503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662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둘 다 일반 성능·운영 준비 완료를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9133470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F1E8F-B29C-4E1E-93D0-2AFDE591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E8549-FC25-4C51-9D82-5B09472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C540-3C02-42B3-A327-740C5F79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 이전의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8F432-F429-4C0B-80D5-E8907A9A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842D5-4A65-43C1-B3E5-E3510B4F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42BFE-7F25-4877-B7C4-236AB85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26FF4-C525-4D0A-969C-CB5A14FD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기준의 적합성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35C30-E95C-48F2-809D-8AAF90AB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이 업무에서 이 네 검사가 충분한가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908BD-3E72-4CB6-8D12-36B0B79C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587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11B64-1D1A-4D09-9FF6-C7F780A0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47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0A96D-A871-4CB5-8833-6CF7793E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5903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사례의 대표성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E0429-A0C4-46ED-AB26-28B23769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5903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빠진 상황과 위험이 무엇인가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53FE0-906E-4835-876C-8849E60A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96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9E741-3BDF-4773-99DA-A538705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8256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94093-73A4-44EA-9AF8-E6997C6E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9681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오류의 설명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74514-2924-401A-B028-99CE6E0A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9681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실패를 다시 만들고 원인을 말할 수 있는가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ABE02-39FD-4432-B754-BDB5CDD8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343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77887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3AA6A-DD53-433F-8741-FB06F59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4FC6E-2825-4420-9CEE-A2614118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12725-AB18-4FF3-8894-53A6B3A8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EVAL/03 평가 작업대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087C9-DDE2-4B88-8659-072FD382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F9104-6150-40D0-A4D0-2AC5078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합성 회의 발췌 · 고정 응답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A7690-ABC9-4E19-93F2-A35369F1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6442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외부 모델·API 키 없이 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1DB74-6F01-40F9-81A8-A9A98B3B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6634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평가 규칙과 결정 기록 중심</a:t>
            </a:r>
          </a:p>
        </p:txBody>
      </p:sp>
    </p:spTree>
    <p:extLst>
      <p:ext uri="{BB962C8B-B14F-4D97-AF65-F5344CB8AC3E}">
        <p14:creationId xmlns:p14="http://schemas.microsoft.com/office/powerpoint/2010/main" val="9620047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CD516-EFD5-4A7D-B338-C3EE5532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80801-F69C-4003-80FA-E246EB1A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B645B-196C-433D-9560-E016F4E7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실습 서비스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F9416-88F0-4939-A009-5B5AADC4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A9A0F-B8E5-4FE9-818E-43E95E8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93097-42BF-4C0E-900D-12896797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BE43E-FEDD-4AA3-8CC3-A7A40A90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C57F6-C4BD-4217-882C-2A6ED9DA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합성 사례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31547-36AD-4150-8884-81D847F2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4BA0D-36ED-467B-A7E8-B53FD506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B48CE-38DA-4999-977D-8CF3ECC2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고정 응답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F8945-362C-4B36-822F-4F7AB746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FF348-1145-4568-9F9A-45A3487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3F291-97D5-4FC5-8EAE-16412F5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루브릭 검사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DF5E8-2EF9-4FA4-A18F-CD812E23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EEC9B-4953-4C4B-9974-3BA0CCCB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98B09-CFDA-4CF6-8AE9-7E5936B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브라우저 보고서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7063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72176" y="33623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77288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B01E4-1781-4AAB-B03F-2B778BA0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EVAL/03은 FastAPI 기반의 로컬 수업 도구 · 주소 http://127.0.0.1:8003</a:t>
            </a:r>
          </a:p>
        </p:txBody>
      </p:sp>
    </p:spTree>
    <p:extLst>
      <p:ext uri="{BB962C8B-B14F-4D97-AF65-F5344CB8AC3E}">
        <p14:creationId xmlns:p14="http://schemas.microsoft.com/office/powerpoint/2010/main" val="6584007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3AB13-DF49-419D-9FC6-7EF4F1B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57ABD-1995-4648-A52C-962BF063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AF636-0214-4ACE-A303-688FA28F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합성 회의 발췌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3115A-62EA-46D6-AD66-DDCC70B0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CF3D0-78F4-466A-BB10-A5B5CB66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69454-9D86-439B-B771-38CD96CD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827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DB4FD-DF10-4130-B2A3-2C67735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102870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M02 · 기한 미정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F40C2-9AA5-436F-B113-935A1D46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758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“검색 결과의 출처 표시는 필요하다. 담당자와 완료일은 정하지 못했다.”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137C5-CB2F-40FC-ACFF-06D846F3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210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실제 회의·학생 개인정보·외부 전송 없음</a:t>
            </a:r>
          </a:p>
        </p:txBody>
      </p:sp>
    </p:spTree>
    <p:extLst>
      <p:ext uri="{BB962C8B-B14F-4D97-AF65-F5344CB8AC3E}">
        <p14:creationId xmlns:p14="http://schemas.microsoft.com/office/powerpoint/2010/main" val="13023371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68B0D-E30B-4E40-84EB-FC4599C7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8D2E2-0FCA-4B2C-99C5-2BE23E37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0B288-4441-4515-80F4-F71C8249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프롬프트 두 버전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05559-D2F9-499F-89C0-59061595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D1687-D331-4C9D-8BDF-3AC2908D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C5B95-C279-499D-93CF-8C69A01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v0.1 · 짧은 요약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F4241-74E6-42F7-9B2D-B7D6DB12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9EC50-BAB6-4A59-82D5-642BA1F6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핵심 논의와 다음 작업을 한 문단으로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B4545-B9E6-4201-B422-DA61004C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필수 섹션 요구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0D360-9CC2-4D96-82C7-0653B0F6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v0.2 · 구조화 회의록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899DD-9DCF-403D-AAD5-DB9822F6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5902E-87A4-42AF-A625-FE9B8CC7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결정·실행·위험·다음 단계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36232-B037-4055-BCE4-D5C1DDF8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원문 밖 사실 금지와 미정 표기 요구</a:t>
            </a:r>
          </a:p>
        </p:txBody>
      </p:sp>
    </p:spTree>
    <p:extLst>
      <p:ext uri="{BB962C8B-B14F-4D97-AF65-F5344CB8AC3E}">
        <p14:creationId xmlns:p14="http://schemas.microsoft.com/office/powerpoint/2010/main" val="14254647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B0E7C-C5E8-4D0E-97D8-B93A6E5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7ABD5-9B17-4D23-87C4-4477EF5C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6D3A6-85C5-4738-B116-1AA6414C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네 가지 검사 규칙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FC264-90E5-44EF-804B-793E77C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7AA85-172F-4359-AE3B-22A6F476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09DBA-BBBC-4134-BD46-D6A0514E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252888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366E7-0107-4508-881C-E86B01BC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2185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1C9AA-126F-445F-A4BE-1FFAC399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1859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C4BE0-1111-4192-972C-7AE006A7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1859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4개 섹션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93DB8-68DC-48AE-84B2-7AE03DD1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314575"/>
            <a:ext cx="252888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D8E37-B57D-44CD-B41A-FA776992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95550"/>
            <a:ext cx="2185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38082-7C35-48B2-A3A3-DB1D8298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009900"/>
            <a:ext cx="21859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사실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283A9-C8D4-4573-A0E4-2BA87239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581400"/>
            <a:ext cx="21859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필수 앵커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CD110-E539-4E92-B4FE-9D7E7A66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14575"/>
            <a:ext cx="252888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54EEC-630E-4196-97CA-2A3B1A1E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95550"/>
            <a:ext cx="2185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45F15-5EAA-44BF-8114-5717168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09900"/>
            <a:ext cx="21859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136DD-1BC2-47AE-8908-937B9BCD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81400"/>
            <a:ext cx="21859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금지 단정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506D8-0EBD-43BB-89F5-11332C48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314575"/>
            <a:ext cx="2528888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D3978-FD52-4F15-ADE4-7E4FF10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2495550"/>
            <a:ext cx="21859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F7914-AE21-4228-B4DD-2A390809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3009900"/>
            <a:ext cx="21859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항목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9EA88-8CA2-44ED-8032-259FBF3B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3581400"/>
            <a:ext cx="21859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담당·기한·미정</a:t>
            </a:r>
          </a:p>
        </p:txBody>
      </p:sp>
    </p:spTree>
    <p:extLst>
      <p:ext uri="{BB962C8B-B14F-4D97-AF65-F5344CB8AC3E}">
        <p14:creationId xmlns:p14="http://schemas.microsoft.com/office/powerpoint/2010/main" val="13314881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5968D-11F2-4E66-9C06-E26FC74E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3080D-67F7-4564-8921-54BEF098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74B05-CE35-428F-B7E9-810CAD0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사례 묶음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7214F-C277-41D4-920D-08391D31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95E45-A3F8-4F86-8339-4FFA53D6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137998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143250"/>
                <a:gridCol w="57340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사례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수업에서 쓰는 이유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M01–M04 · 4건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구조·미정·근거·복합 위험을 읽고 개선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M05–M06 · 2건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후 새 표현과 보류 결정을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9848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3D106-DFBA-4AEF-8B49-77ADB10F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D8006-B1C4-42C5-A338-85CAA37B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C772E-276C-42C7-A7A0-A78BC245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보고서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68F4C-052F-4343-936B-EEDC9857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7845D-FE28-4CCF-B02D-2F76B845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AF01D-B658-4D2C-BD45-440518DA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E5C42-44C9-4A68-8817-9D2B8370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9F4DF-DD40-4EB7-883C-55BBA9A7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세트 해시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5BD22-2BDE-4539-8594-1AF4E359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5A152-ADF5-4863-8A9F-3172D3F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B1FC5-9AE9-4C37-AED0-37F2948A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프롬프트 스냅샷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0C4C6-F979-4DF5-9879-7773D8A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FCAB6-202B-4915-9E6C-7D31EC2B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EE5AE-39F5-446B-819A-017F7974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검사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16B82-A602-4AA8-A4DE-90E36C65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D2F72-7A10-4E70-95CF-244F3EF3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2C506-516C-4CA9-8C8A-97EE1460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판단 근거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7063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72176" y="33623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77288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59BE5-C646-491D-9712-55683AFA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같은 실행을 찾기 위한 식별 정보 · 민감 원문을 익명화하는 기능은 아님</a:t>
            </a:r>
          </a:p>
        </p:txBody>
      </p:sp>
    </p:spTree>
    <p:extLst>
      <p:ext uri="{BB962C8B-B14F-4D97-AF65-F5344CB8AC3E}">
        <p14:creationId xmlns:p14="http://schemas.microsoft.com/office/powerpoint/2010/main" val="11781026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07B6F-85FF-4DBE-9DD6-11B01F7A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AF230-0C46-4214-821A-87864AB0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3ED4C-089E-4DAA-8FAF-145704AD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브라우저 화면 읽기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935F4-B828-4C39-8F4E-53C704D5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1A5D5-219E-4255-A26D-F8BB3208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E7572-2869-4D32-9299-6197774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01 평가 실행 → STEP 02 프롬프트·기준 → STEP 03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결과·오류 → STEP 04 후보 결정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49892-52D8-4777-BBEC-71A74454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328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2FF3F-AC2F-41D1-986A-6D5A13F1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08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수업 중에는 한 결과 행을 열어 원문·출력·실패 이유를 함께 읽는다.</a:t>
            </a:r>
          </a:p>
        </p:txBody>
      </p:sp>
    </p:spTree>
    <p:extLst>
      <p:ext uri="{BB962C8B-B14F-4D97-AF65-F5344CB8AC3E}">
        <p14:creationId xmlns:p14="http://schemas.microsoft.com/office/powerpoint/2010/main" val="209389214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D6A17-4F90-43F7-A900-95774859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E2650-91BC-4097-9E4F-2F495CEB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F1983-D959-420F-99D0-614F40CB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실습 전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8A83A-8FF4-4D60-A0A2-1AD81A7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D12AD-6960-4777-9BAF-FBD7C06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AC0C0-F966-4D7F-B54D-0257D15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72800" cy="107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E14E4-61E5-43A6-AEFC-BA6F080F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0477500" cy="59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.venv/bin/python -m uvicorn eval03.main:app \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--app-dir week03/lab --host 127.0.0.1 --port 8003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1BCDB-051B-4796-9066-D270F945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3613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VS Code → Terminal → Run Task → Week 03: Run EVAL/03 · 브라우저 http://127.0.0.1:8003</a:t>
            </a:r>
          </a:p>
        </p:txBody>
      </p:sp>
    </p:spTree>
    <p:extLst>
      <p:ext uri="{BB962C8B-B14F-4D97-AF65-F5344CB8AC3E}">
        <p14:creationId xmlns:p14="http://schemas.microsoft.com/office/powerpoint/2010/main" val="16706764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43472-F3C7-4376-95C2-869AB2EC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휴식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8F770-C9BE-4443-8EB5-7CB7748F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57B0F-AB34-4B4B-B61E-663E4CED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환경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4C570-01F1-4180-A81F-936741AE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07146-97F7-4441-93F0-0793BC0D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5분 · 서버 시작 · 브라우저 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DAAED-73AB-4A42-BD9E-14EB33B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6442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 필수는 Demo · Ollama·API 키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5078D-E901-4C83-BC51-24FA24D0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6634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막히면 화면을 보며 기준과 실패 유형부터 기록</a:t>
            </a:r>
          </a:p>
        </p:txBody>
      </p:sp>
    </p:spTree>
    <p:extLst>
      <p:ext uri="{BB962C8B-B14F-4D97-AF65-F5344CB8AC3E}">
        <p14:creationId xmlns:p14="http://schemas.microsoft.com/office/powerpoint/2010/main" val="19045639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11A6C-D4C6-4863-BD4C-1A523365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A3E89-1C74-431E-88A6-026845E7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053E9-1E74-4E50-AD69-7BD82243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01 · 서버 시작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FDC14-1B59-4899-BF8B-85C752A6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7A7D5-9099-4928-B642-AA72128E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8619B-C3BD-4753-ADFB-97A79145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72800" cy="1072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24BB-CB7C-42AC-83A3-49C027B8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0477500" cy="59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.venv/bin/python -m uvicorn eval03.main:app \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--app-dir week03/lab --host 127.0.0.1 --port 8003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D5E6F-A386-411D-B2B3-8983B64D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3613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예상 신호 · Uvicorn running on http://127.0.0.1:8003 · 종료는 서버 터미널에서 Ctrl+C</a:t>
            </a:r>
          </a:p>
        </p:txBody>
      </p:sp>
    </p:spTree>
    <p:extLst>
      <p:ext uri="{BB962C8B-B14F-4D97-AF65-F5344CB8AC3E}">
        <p14:creationId xmlns:p14="http://schemas.microsoft.com/office/powerpoint/2010/main" val="5201743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A830C-4284-42C4-86AD-972360E6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E6BB-0450-4B92-9C7E-6BF5067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1DCFD-D3FA-4532-8ABB-CC1E05F8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02 · 평가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54E13-06E9-44A3-91F0-1BF3FC69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66B67-38F3-4267-9D4C-78529E3D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17EFB-C271-4F44-ADC5-BACDD4AD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56174-F6B8-49C7-A4B0-484D30DF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사례 묶음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CF68D-7F80-488A-8062-5D933EC9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dev · 개선에 쓰는 개발 사례 4건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AAE93-96C7-4317-AE56-D9195920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587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BAAD6-1EE1-4805-9117-38C4BEDB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47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8708A-D8B7-4577-8EA3-AE961803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5903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두 버전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A43EF-6F52-40DF-84B0-E6F68BE8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5903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v0.1과 v0.2를 같은 사례에서 실행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5B848-FA1C-4A89-B27C-05F21E2A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96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3D750-3344-4C92-ABF0-69329F0E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8256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152FA-7543-46D1-81D5-F66696DF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9681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행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F8F2C-D9CD-4272-A148-0233185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9681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통과율보다 실패한 기준을 먼저 열기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C5739-546F-4A3B-87B9-917641AB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343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92560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EAE50-2FD4-4346-BA5A-2F82E19D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13E1D-BBD2-45AA-8265-659CE69F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FAD4C-E087-4B0F-837B-6D31EFC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v0.1 · 구조 실패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3836A-92E8-4D61-8449-EEDEC1E4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32933-B6CC-40EB-BD06-2458D364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1F461-0C5A-4844-A84F-432F10DB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827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5D96D-9FDA-45ED-A829-265A1E6B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102870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v0.1 출력: 한 문단 요약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6649E-4C79-4E1F-A282-667849F2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758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루브릭: 결정 사항 · 실행 항목 · 위험·확인 필요 · 다음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A6553-3CF3-4112-A7E4-D08DD732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210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판정: 내용이 자연스러워도 섹션 계약을 지키지 않아 structure_ok = false</a:t>
            </a:r>
          </a:p>
        </p:txBody>
      </p:sp>
    </p:spTree>
    <p:extLst>
      <p:ext uri="{BB962C8B-B14F-4D97-AF65-F5344CB8AC3E}">
        <p14:creationId xmlns:p14="http://schemas.microsoft.com/office/powerpoint/2010/main" val="11959558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9AD67-C724-4CE1-8AA7-DF7F791A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28854-74C4-4BF3-80FF-8902C2CC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82E47-521D-4D47-BAB5-40BF4F96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M02 · 실행 항목 실패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32048-3C6C-42BF-948A-70116A7A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27A27-67B7-407C-8A6D-268AB4E5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0CC17-4C31-4697-8C88-398126E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217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47081-B78C-42EE-9335-90DF23EB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10287000" cy="817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출력의 실행 항목: “디자인 작업은 담당자와 완료일을 정한 뒤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시작한다.”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5CA76-5BB0-4712-A93B-0E7151BD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7222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원문: 담당자와 완료일은 정하지 못했다.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81758-AD6A-456C-BEAE-5D1BDF1A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1742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판정: 전체 사실은 남아도 실행 항목 안에 담당·기한·미정이 없어 action_ok = false</a:t>
            </a:r>
          </a:p>
        </p:txBody>
      </p:sp>
    </p:spTree>
    <p:extLst>
      <p:ext uri="{BB962C8B-B14F-4D97-AF65-F5344CB8AC3E}">
        <p14:creationId xmlns:p14="http://schemas.microsoft.com/office/powerpoint/2010/main" val="411255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F298E-0E90-44C1-BB5F-1A2F69B3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DDF78-4ECB-4497-9954-8B525E7C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9EC78-5B5C-4345-8A0C-D226E896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M03 · 근거 실패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DB4C0-74C5-4D19-8B67-D94019D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8791D-9B4D-4722-AB16-F4F52A01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C2E4C-3852-4567-8F1D-4D5AAAA3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84A7A-60ED-4D5D-A922-6401C52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원문: 이번 달 예산은 아직 검토 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A78B7-3AC2-4971-800C-96479B7D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530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82D0A-A493-426E-9450-94817E05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756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BFF11-532E-458F-8D48-748227F8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756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출력: 예산 승인 완료 후 데이터 정제를 진행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0F020-727C-4F46-B57F-3CE2BD01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3062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DE30E-C17F-4E6B-8F7C-9FD61B3D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762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CF724-0044-4705-AE5A-C4C23B6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762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판정: 금지 단정 “예산 승인 완료”가 있어 evidence_ok = false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AD580-DC76-4029-B967-3C887BDA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7306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03322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732A1-EF4B-47A5-B72F-BF6E54B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749F6-A0D1-459E-BB14-F5A3AFDA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9EAD6-1812-4A42-AD03-72F3A03B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상세의 읽는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C03DA-6B66-452C-890D-DDA561AD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24760-8048-410E-A2B8-511F1039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25F5A-0A32-439E-9748-B6AE5C82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9302F-3337-46B9-BBB1-E1A339B2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606B6-D718-4D01-AF69-303378A8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DE421-32F7-405B-8AD3-40905F81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5CEAB-5E1A-43DE-97EE-8EAA8C7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D352A-C3C3-4D22-B8A1-AE330D18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97C13-1EB7-4935-8C63-92B6A371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559D6-C9D1-403D-A8B8-327B77E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654C0-B416-4B8E-A1BF-E35F5461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검사 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647C3-B723-46DF-AA78-3F20C745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7F403-FFB1-4A41-888D-D60EDFD2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1D980-280E-487C-A169-85264BD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문장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7063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72176" y="33623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77288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778AE-8E4B-462F-BF11-99E02356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“실패했다”에서 멈추지 않고, 어느 기준이 어떤 근거로 실패했는지 읽는다</a:t>
            </a:r>
          </a:p>
        </p:txBody>
      </p:sp>
    </p:spTree>
    <p:extLst>
      <p:ext uri="{BB962C8B-B14F-4D97-AF65-F5344CB8AC3E}">
        <p14:creationId xmlns:p14="http://schemas.microsoft.com/office/powerpoint/2010/main" val="9704916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5795D-5B9B-43E9-9189-6D5FC0A2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6D60C-2D3A-4843-88DF-98121CD4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99FF6-534E-4517-A0CA-E3F135B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개발 사례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A21D3-2906-48A2-A9E1-4BA7EE77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D3FAB-4694-40DF-9411-F629605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137998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143250"/>
                <a:gridCol w="57340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버전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전체 통과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대표 실패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v0.1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 /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섹션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v0.2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 /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M02 실행 항목 · M03 근거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6762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B7D37-ABEA-4BF4-9292-228D95A1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770E1-1F45-48C0-A078-F29F68CF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0506E-ED1E-424C-BFBA-A91DBF70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통과율의 한계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5E14D-F8AF-4D7C-AD18-010D078A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9A431-928A-43E8-BD88-5B1AF97F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1A1F7-2F4E-4666-814F-81BC2B3A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v0.2의 2/4는 “이 고정 응답과 4개 개발 사례에서 네 조건을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모두 통과한 수”다.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B9D94-A7EF-4CE3-9971-7E08B15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328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D4D3C-ADD2-46AE-8845-F3D0714D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08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실제 LLM 성능, 실제 사용자 만족, 다른 업무의 품질을 뜻하지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541853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A3B24-BBFA-4959-8829-0E19B8FB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5D948-5803-4F3A-AE0A-92C4F818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1169F-4457-4DA2-B5CD-6AB21E1E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 기록 문장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8C6E5-3869-414A-9959-863851EE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E7C60-BAF9-4AE6-A2CB-14C583E2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AB852-03F5-42DD-9421-7AB9C378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17CAB-BB93-4E11-BC3B-511783F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사례: M03 / 버전: v0.2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0DF02-E6EA-4F3B-86C9-AEB8032F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530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D14D5-A6DC-4936-AE5F-F8A5B7E6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756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BFD27-EE54-438F-98DE-DCE3361D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756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기준: 근거 없는 단정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79592-A18C-45A1-BC11-7DD3292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3062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F915A-6C36-4D26-9923-3EBE8993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762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999B7-FE69-4133-B0DA-046AE82D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762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관찰: “예산 승인 완료”가 원문에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C44B6-D690-4D74-AF31-F5EE3D9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7306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1B5E4-A73C-4DF3-83BB-5EC3D2D8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976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36CB2-2F87-4848-B5EB-7C33C280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9768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확인: 승인·확정 표현의 부정문과 우회 표현 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52257-2AD0-44AD-9767-188FE9AE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307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00743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026DD-27CD-406C-8336-5B817B25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67F7C-77B3-4148-8E5C-03621277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1F6F5-DB00-407E-AC85-AB758C35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프롬프트 원문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CC057-035B-422D-9739-3F2A6B64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7AD48-D69E-4E3C-B3AD-A8C91270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FB57D-A5CA-4607-AC34-1D9A3D10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72800" cy="16494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1FCF0-3C00-42ED-87C3-46949364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0477500" cy="1173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week03/lab/prompts/meeting_minutes_v0.2.md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결정 사항, 실행 항목, 위험·확인 필요, 다음 단계를 분리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원문에 없는 사실을 추가하지 않음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 담당자·완료일이 없으면 “미정”으로 남김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DF4A1-E561-40BB-9A0F-C7A4DF38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0701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Demo 응답은 고정이므로 프롬프트 파일을 수정해도 화면의 결과는 바뀌지 않는다</a:t>
            </a:r>
          </a:p>
        </p:txBody>
      </p:sp>
    </p:spTree>
    <p:extLst>
      <p:ext uri="{BB962C8B-B14F-4D97-AF65-F5344CB8AC3E}">
        <p14:creationId xmlns:p14="http://schemas.microsoft.com/office/powerpoint/2010/main" val="36446646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18386-C0B5-4903-9900-51F158BF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5211E-7E9E-407D-A8E2-4F3D067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EAC57-D302-42A9-B445-FB71195A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03 · 확인 사례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A7FE6-E900-4250-A8A9-9A89B6B3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745E0-10B5-4A2F-861E-A06C117B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5096B-6F9F-41E7-9913-6724235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1BA0C-32B8-4FBA-9FC3-D7A6D80A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사례 묶음 변경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4086A-58EB-4058-BA86-D3F34C1C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test · 최종 확인 사례 2건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D8EF5-0C04-4E86-9AC2-1B304008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587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66C14-F2DB-4AB5-BAB0-F51E3F8F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47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C5966-D905-4F2D-8F71-C3ED0B9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5903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기준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07C9A-F076-40A8-BCBC-70870BD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5903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선택 뒤 새로운 사례에서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F7E06-4C13-465A-AC90-76629A35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96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21D5F-05BC-45AF-8DE6-5D9DA72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8256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07077-CF48-4911-A76B-6395AC9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9681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해석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D8C87-9341-4D9F-9BD5-60424B0E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9681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2/2는 작은 확인 결과이지 일반 성능이 아님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E98FF-C53E-4257-B55A-63D99801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343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346832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60082-6C57-422C-AD23-6D7BC8E7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BE629-163F-46CF-97BA-B327916F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4B1DF-6B5E-4140-B6AF-392AB722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개발과 확인의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ACB67-9A90-4FF1-9C23-8069791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6B31F-3F9B-4BEF-AEB1-89DF3A9C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42AA3-BB88-479B-B13D-2573365E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dev · 4건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C6A8B-9290-4930-8E15-5E27BE19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37D66-E5D7-48C9-95E2-0097F031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개선에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4BF6F-040D-496C-B5D0-433EF1A0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v0.2 전체 통과 2/4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1EFBD-F08A-4624-BA04-5C89BD13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test · 2건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8675B-DFBC-4922-AD4F-AF5C1FAD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FBB0A-9814-4BB8-AE07-607B9B5B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선택 뒤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D5EDB-6746-4150-BFC6-AB01B9A2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v0.2 전체 통과 2/2</a:t>
            </a:r>
          </a:p>
        </p:txBody>
      </p:sp>
    </p:spTree>
    <p:extLst>
      <p:ext uri="{BB962C8B-B14F-4D97-AF65-F5344CB8AC3E}">
        <p14:creationId xmlns:p14="http://schemas.microsoft.com/office/powerpoint/2010/main" val="160161582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D1F12-0DBB-4125-8D26-AAC4C90A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DD99C-DE35-460B-B952-2002709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04FFF-44CC-4E81-B8CB-9E1D9FF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후보 결정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385F5-E2BC-49F4-9ABA-C6C2D627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88B60-FA14-46CF-959C-39627595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183997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8295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기록 예시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후보 버전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v0.2 · 구조화 회의록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판단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보류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근거와 다음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M02 미정 표기와 M03 단정 오류를 수정 기준으로 추가 사례 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05347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FD0C2-BBF6-4E6E-8B56-59BAA43D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73AA1-3179-413A-8776-6C9E1D66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29CB1-FF4C-4CC3-947D-61C0AC57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JSON 보고서 보관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EA38D-E513-4FDE-8116-E1C93304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BC1F2-17E8-4941-A9D1-3659BE3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1510F-647A-4A2F-A871-4E32B15B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F7A8A-9489-40A6-BB31-A973F716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B0ED9-9CE1-411A-80B4-37D80A83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6138E-EB28-42D1-AF91-C5A2C677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70CC7-8FEF-471D-B6B8-84379B48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FCDB3-4476-4406-B00E-CC906557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74E44-4471-43DE-9589-70E56656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EFF61-B335-4333-BCBD-8BF3933E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57791-A496-41A8-9E31-A5A3663A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251F0-0DDB-4FAB-A6DE-C6BDDC81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FB5A8-402A-4AE6-A816-5DA1E115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D8BE3-74D6-4D65-BB87-6620E4D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JSON 내보내기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7063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72176" y="33623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77288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A2AD6-1BF1-4AEE-AF18-B5E5B3A2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서버 메모리 기록은 재시작하면 초기화 · 수업 종료 전에 저장</a:t>
            </a:r>
          </a:p>
        </p:txBody>
      </p:sp>
    </p:spTree>
    <p:extLst>
      <p:ext uri="{BB962C8B-B14F-4D97-AF65-F5344CB8AC3E}">
        <p14:creationId xmlns:p14="http://schemas.microsoft.com/office/powerpoint/2010/main" val="154570586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68ABA-30BA-4037-ADF5-DC0BA1D7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9D869-E59F-45DF-A937-34AC9EE5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C8EFC-1363-4BFD-AB3F-7DFC25F6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테스트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FFBE0-E0D5-4220-9B00-38742EEC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A9B63-BDF2-4184-A9B5-994FF317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F51B5-8FF7-4B02-9D64-031955D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72800" cy="1360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4EA07-81EC-4342-AD62-8F31CDFA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0477500" cy="884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PYTHONPATH=week03/lab .venv/bin/python -m eval03.smoke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PYTHONPATH=week03/lab .venv/bin/python -m pytest week03/lab/tests -q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.venv/bin/python -m ruff check week03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390BC-A8E2-4787-BEE6-18EB5313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2157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검증 범위 · 상태 확인, 4×2 개발 결과, 오류 규칙, 결정 기록, JSON 내보내기</a:t>
            </a:r>
          </a:p>
        </p:txBody>
      </p:sp>
    </p:spTree>
    <p:extLst>
      <p:ext uri="{BB962C8B-B14F-4D97-AF65-F5344CB8AC3E}">
        <p14:creationId xmlns:p14="http://schemas.microsoft.com/office/powerpoint/2010/main" val="97457031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47FD3-3CB6-4039-9A89-B6CB9B58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CF120-A8D0-455B-8FF3-F19C8CC0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91B27-5D8C-4E49-AE84-48286D61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실습 중 질의응답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C00D6-0E6B-4A4F-AF2C-D73672D0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C1F4E-EB70-4746-ADFC-139AE4A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6CF00-1C3A-4E2C-9B3F-839E6C32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BB2DD-D13E-474B-807F-DCE6339D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기준이 실제 프로젝트에 가장 먼저 필요한가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E79D6-56E7-4874-B0C4-7A22A956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530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1947A-2F8D-4D6C-9821-549A0DE8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756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68EF7-2046-444F-8B31-C5C64EA7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756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기준으로 놓치는 오류는 무엇인가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06C80-4EFB-430C-834E-6294EAE6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3062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9CC48-8EA0-4827-85C9-F0E66589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762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48728-A202-47AE-8CAC-1FECF676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762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확인 사례를 어떤 업무 상황에서 만들 것인가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DA62C-60C5-4E7F-8158-EF67ED6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7306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A069D-992F-49C1-98DE-93BF471B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976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B2DB0-0BD7-4561-A628-C7856FEB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9768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결과를 후보·보류·제외 중 무엇으로 기록할 것인가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B6A18-37BE-4194-9975-ED03180C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307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695549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2A707-B578-4C98-BEFA-4283D14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1DE66-348E-4D43-BC92-174DFEC9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85D33-4867-4C7F-B942-96316AEF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6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6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 해석과 버전 결정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89B30-35DE-44D7-9191-B57A85AA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7C4C7-6632-4769-A6BA-3F0DB51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작은 평가 세트의 결과를 과장하지 않기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24C62-BD0B-41F1-B9B8-4FBFD8F1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6442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통과율·실패 유형·남은 위험을 함께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22389-4744-4780-9C10-521E77A6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6634"/>
            <a:ext cx="10477500" cy="36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기획서의 선택 근거로 누적하기</a:t>
            </a:r>
          </a:p>
        </p:txBody>
      </p:sp>
    </p:spTree>
    <p:extLst>
      <p:ext uri="{BB962C8B-B14F-4D97-AF65-F5344CB8AC3E}">
        <p14:creationId xmlns:p14="http://schemas.microsoft.com/office/powerpoint/2010/main" val="181006464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0913D-338E-47C8-9AEC-AF367F7C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3519E-B39B-4C73-A67A-0DAA9BC1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5B484-9CDE-4221-8DF6-39D7CB53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BC198-3CD6-4681-9170-819043FD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CFE80-E9E5-43AA-B33C-A9D86BD9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183134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257550"/>
                <a:gridCol w="5524500"/>
              </a:tblGrid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v0.1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v0.2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dev 전체 통과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 /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 / 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test 전체 통과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 /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 /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해석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구조 불충족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구조 개선 · 근거·미정 오류 남음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5042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6E307-E6C2-442B-A3E5-9352A57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9E2AA-3AC6-4373-A8F5-95FE8E6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C9848-4CA3-4F39-B33A-A6E1189F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오류와 대응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25D98-B380-46B6-B659-9EA68695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1C3FC-2699-4FA3-BC07-6397DA22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183997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143250"/>
                <a:gridCol w="57340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오류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현재 관찰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다음 대응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v0.1에 필수 섹션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출력 구조 요구와 검사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항목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M02에 미정 정보가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미정 표기 사례 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M03에 승인 완료 단정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확정 표현과 원문 근거 대조 확대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4802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2175F-CD05-4091-B661-EC3850EE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53289-1CD1-4BA0-B853-8C21D0E0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99661-D271-4DCA-AE1D-A3E8CFA3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합계 점수만으로 부족한 이유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87DFD-A622-45E1-BB99-F3C8E054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6AD2D-AE97-4D9A-B0E9-E35F7371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701B3-6569-4A92-8326-9E764D0E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동일한 2/4라도 실패가 문체인지, 근거 없는 약속인지에 따라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다음 행동이 다르다.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1D3B1-A91A-411F-8CE5-EC33554C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328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65884-20F9-46C3-A869-860F2DFC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08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업무 위험이 큰 오류는 같은 한 건이어도 별도 기준·사람 검토가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71677463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70D74-2BE7-4C56-BF89-82174171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34DDD-8F13-4BAF-A31E-5D971215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04039-5AB3-48E6-BB73-BADB9BC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FA29A-E293-4564-B96A-3FC76331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83737-79AC-4582-96DC-2141974E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79B5-1A57-401E-9773-C825857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49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B3629-E9B6-47B3-98F7-F97320A6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14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BB645-C750-480D-91A9-8386E4A6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31496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후보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48DBF-2511-4CBF-B8A9-6D40B2BF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857500"/>
            <a:ext cx="349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49116-8C66-49DA-9FC9-1BB7F5C0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009900"/>
            <a:ext cx="314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F461F-6137-4A24-873A-7FA02C0E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333750"/>
            <a:ext cx="31496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보류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76605-3C50-4439-A5FF-2038BEE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857500"/>
            <a:ext cx="349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8299A-F029-45E0-9EF4-8EAD8FE8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009900"/>
            <a:ext cx="314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21AA3-FE90-43CE-8C26-C2B84A4D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333750"/>
            <a:ext cx="31496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제외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10210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4225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5FC18-87FA-45DA-843A-61414523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후보: 다음 확인 가능 · 보류: 근거 부족 또는 위험 남음 · 제외: 현재 기준에서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206297835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5C454-1DE7-46BB-8A13-8F4510A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EF0BA-8991-4E42-B04E-6C82947B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5F55A-604B-4518-9015-103ED6CA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보류 결정의 근거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19C4E-8892-487F-8E31-0AFAE3B8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D27A0-2DE6-4A43-A6B9-BDB87DB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4FE78-7AD4-4E19-825F-B0B6E34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827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A39A7-5F36-4E07-84DC-5894C7B1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102870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기록: v0.2를 보류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F7E8D-DF94-4897-B038-E64EA53E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758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이유: dev에서 M02 실행 항목, M03 근거 오류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C87ED-4A74-4437-964A-C03F9C8D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210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다음 확인: 미정·확정 표현의 변형 사례와 사람 검토 결과를 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AAF59-5559-49FF-8109-4D877CAD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6626"/>
            <a:ext cx="102870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범위: 교육용 고정 응답 · 실제 배포 없음</a:t>
            </a:r>
          </a:p>
        </p:txBody>
      </p:sp>
    </p:spTree>
    <p:extLst>
      <p:ext uri="{BB962C8B-B14F-4D97-AF65-F5344CB8AC3E}">
        <p14:creationId xmlns:p14="http://schemas.microsoft.com/office/powerpoint/2010/main" val="2913433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0E889-81DD-4310-9C5E-357F2C5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20B8B-2FCC-48B1-8F4D-556EE9FE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66257-2010-4759-ABDF-D722B93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확인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FFEAE-6178-41EB-A825-C14C4E27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0464B-60F5-4006-B901-245CE1FE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148DE-3663-4F9C-BE4C-F5792191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6CEF4-DF65-40EB-B1FF-67FA85E8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사례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51F16-F07F-403C-8EB6-8E0DDCB7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미정·부정문·조건부 약속을 포함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B5705-AC24-426A-9200-DD004FED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587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4B714-D790-4D9E-97F8-8F2F24D2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47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3D0C2-3C87-4B66-B1BE-B0D7AA10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5903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루브릭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70CB1-B46C-48AA-BC3B-2399E587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5903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바뀌지 않은 기준과 새 기준을 구분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EF111-C99C-4915-B150-F2764F9C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96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A8AA1-4202-4098-A2B0-E882930D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8256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8F6BB-17DF-405A-B6FD-BC829A48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9681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5EA6A-1F6E-41A7-A132-24C6DA3A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9681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자동 규칙이 놓친 의미·업무 위험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0B919-08D1-43D0-A075-909D7EB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343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271416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11BA6-A93D-40E2-B795-CE1F4373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0CDBA-7C1C-45B1-91CC-5698439D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251D6-9950-4779-A959-72AD829C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프로젝트 기획서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0B2AE-979E-4B7E-ADAE-6D0515C2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1E26F-37E1-4173-926C-52294FE5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8AC38-3761-438A-8A64-CB30CCD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F98E6-56CE-4893-A915-BF6045AD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C8A43-5AD1-4A83-AF7F-7C16BA45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 정의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7313E-33D8-46F9-978D-51A655AF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F35652-A38F-4F9C-B941-3EF400C7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A83A5-ADA0-465B-A216-B386EC3D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수용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9C64F-9AC2-477A-81C7-75548ED5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1FE32-5F4D-4CB1-A3E1-64E4EAA3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48092-D371-4046-B66B-70761C6F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사례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F54D0-E306-4A7C-80DF-963CC48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57500"/>
            <a:ext cx="2557463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9A492-80D4-499E-89FB-AD9E2089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009900"/>
            <a:ext cx="221456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107F5-3EE5-4101-92A6-B67556FB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333750"/>
            <a:ext cx="2214563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 근거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67063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72176" y="3362325"/>
            <a:ext cx="24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77288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D7CE9-D3F2-416A-A0FF-2A2D62CC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8주차 온라인 기획서 제출·평가를 위해, 자신의 서비스에 필요한 평가 기준과 대표 실패를 누적</a:t>
            </a:r>
          </a:p>
        </p:txBody>
      </p:sp>
    </p:spTree>
    <p:extLst>
      <p:ext uri="{BB962C8B-B14F-4D97-AF65-F5344CB8AC3E}">
        <p14:creationId xmlns:p14="http://schemas.microsoft.com/office/powerpoint/2010/main" val="105371206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F6135-0EB7-4DE9-ADC7-8516D6C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C0E49-87D3-4836-9303-346411ED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439A3-2F42-437E-BCE5-3AF735D5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오늘의 기록 양식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C7637-FD81-4CDE-A7DD-94B859EF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02BA4-9E44-4FF1-9D0A-84882658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39C13-3815-43BF-986B-900B1AB8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BC352-656C-4FDD-A865-D0CE8DCE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서비스에서 만들고 싶은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3CE89-979A-4EAE-AFDC-DB529D3E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530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D561F-9079-449D-976C-24702BC1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756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00DEA-6E99-4A78-9768-2C7B32AF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756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결과가 맞다고 볼 최소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82891-96A0-4B58-9E44-44EC731C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3062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E04F0-4546-4608-9E6D-4B23CB22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762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BBFE2-B69C-4901-A66B-A5D78FA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762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성공 사례 1건과 실패 사례 1건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C54FB-93CC-4ECF-B28D-C761BA16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7306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C8D78-BB1E-47E1-B57D-76C16A9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976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EE4AE-9882-4084-943E-0957A747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9768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후보·보류·제외 중 현재 판단과 다음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43152-8B3E-4E31-A043-99A6B6B9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307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643535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801F5-46D2-46CE-8324-4851926F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98B12-396E-473F-A4CB-51B1D7B4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2524D-F769-4EC3-B31F-C90557F6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주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8EE37-3786-47FB-AA4F-A667E93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CF1D1-BD64-47AA-A9B7-54BE2824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C5650-58B3-4CE6-A3FB-DDE41A00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주에는 검색 증강 생성(Retrieval-Augmented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Generation, RAG)의 근거와 인용을 다룬다.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CFB01-7652-48FE-98E2-1414762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328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08D9E-7A68-43BC-ADE0-7AB8EC06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085"/>
            <a:ext cx="10477500" cy="63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검색 결과도 “찾았다”가 아니라 어떤 문서·근거를 답변에 사용했는지 평가 대상으로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만든다.</a:t>
            </a:r>
          </a:p>
        </p:txBody>
      </p:sp>
    </p:spTree>
    <p:extLst>
      <p:ext uri="{BB962C8B-B14F-4D97-AF65-F5344CB8AC3E}">
        <p14:creationId xmlns:p14="http://schemas.microsoft.com/office/powerpoint/2010/main" val="80933135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671A0-9BF7-43A2-9C1D-607B4BF7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CB868-4F4B-4A51-92FB-FFBC231D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90962-3384-4E0D-9193-9B5E0242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오늘의 핵심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CD3F0-85DD-4AE9-B310-6A9CC13E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BBDB1-8145-4975-9B0F-7BCECC1C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75CE2-9BFE-4985-9981-4C09392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3CBFD-6DF6-4548-9661-7802E3E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6C345-D393-43E0-963D-8E3D35B0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결과보다 먼저 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97550-4D9B-418F-87C3-28A8DC3B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587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D5658-3DC8-4CA8-AC8B-84FDFC8A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47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13AAE-A7E8-46F2-A021-74AEFAEB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5903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C60B7-DAE1-4827-A34E-B7861649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5903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개발과 확인을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3ABB7-3B5E-4A51-9CA7-05423701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96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3A33D-0AF1-445A-BC76-181F8D2D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8256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21424-2825-4635-AC06-56E2574F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9681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3F0DC-1F74-426C-A14B-B28D491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9681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누락·왜곡·형식·범위를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82ED2-08A2-47EA-8B07-7DDEB533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343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8A9C2-5957-46AF-8313-A227CA3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2034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1D751-B8D9-4DD6-8D14-AA7075A9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3459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8D0E5-719A-4609-9ECD-7B6C6089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3459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결정과 다음 확인을 남김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82F98-0ACF-4C98-93D7-5FD4B1F5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7212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91776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6F85E-850B-41A5-A9A4-1A8FBFE4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C6A3-2E7C-477E-85B7-A4403D6D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93668-5D32-46C6-A307-2870B2C1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 종료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C2424-C3DB-45F7-9020-8E2FCA56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5F065-2DE8-4C84-AC19-C10FF053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550B5-F7CA-4C78-B7D4-5D84CBB6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실습 화면에서 JSON을 저장했는가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7271B-7E61-4365-8EA5-09D7251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370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5143F-430F-4A0A-8168-7F95D7F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850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대표 실패 1건을 기준·관찰·다음 확인으로 설명할 수 있는가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34314-C991-42AB-8133-ABDF26D6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682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2주차 과제 01의 마감과 4주차 격주 과제를 분리해 확인했는가</a:t>
            </a:r>
          </a:p>
        </p:txBody>
      </p:sp>
    </p:spTree>
    <p:extLst>
      <p:ext uri="{BB962C8B-B14F-4D97-AF65-F5344CB8AC3E}">
        <p14:creationId xmlns:p14="http://schemas.microsoft.com/office/powerpoint/2010/main" val="21514389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FD5A3-12F5-4132-A04E-BFB16EC1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D547E-5734-4CE7-84F5-520593C4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2D427-D378-4E71-977D-8CD7DF4A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필드 사전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6064A-33B9-4E94-99BA-4B1F40BE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9A033-B26F-43F3-B820-576FF745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7599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8295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뜻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structure_ok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네 필수 섹션 존재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coverage_ok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사례별 핵심 앵커 누락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evidence_ok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금지 단정 미포함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action_ok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항목에 담당·기한 또는 미정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overall_ok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네 필드 모두 true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57671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41349-C4C1-416D-A7FC-9AB45A4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67B65-EE94-4F4C-AEEF-1EE40A62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A5A87-AA00-4DDA-83B1-4EBAB03B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형식 검사와 의미 검사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E83EB-AA10-417A-9AA4-58171895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51254-27C8-407C-AB34-288766A4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41E40-62E8-4776-9FA2-75B03D6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형식 검사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290AF-7C27-4D2D-93A1-6F8CF0EE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3FC82-FCE9-4A0D-A90C-445B339C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제목·섹션·자료형처럼 비교적 명확한 계약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2B0D7-EBF0-4F67-B304-C48B1F02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자동화하기 쉬우나 충분 조건은 아님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DC602-8798-4E09-B4A9-A7C86253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257800" cy="42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의미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D1041-A4FF-48A2-9D40-3E59C41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C1A6F-7443-41E7-81F2-8A04B28B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원문과의 일치·업무 위험·문맥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AC0AA-7B50-4997-9C40-B3DD38FD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8720"/>
            <a:ext cx="52578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사람 검토·표본·추가 규칙이 필요</a:t>
            </a:r>
          </a:p>
        </p:txBody>
      </p:sp>
    </p:spTree>
    <p:extLst>
      <p:ext uri="{BB962C8B-B14F-4D97-AF65-F5344CB8AC3E}">
        <p14:creationId xmlns:p14="http://schemas.microsoft.com/office/powerpoint/2010/main" val="73093433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7E355-8930-46C5-BBDB-5C33DA84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0A50C-377F-4E1D-835D-70FED1A8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B6816-516E-4E53-9040-FE17661E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자동 규칙의 오탐과 누락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89F19-AAD9-46C3-98F0-1DA43D15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9FDB8-BD2F-4803-8EED-E91429B0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183134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257550"/>
                <a:gridCol w="5524500"/>
              </a:tblGrid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의미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대응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오탐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 없는데 실패로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규칙·사례·사람 검토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누락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문제 있는데 통과로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새 실패 사례와 보완 기준 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835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2563EB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미평가</a:t>
                      </a:r>
                    </a:p>
                  </a:txBody>
                  <a:tcPr marL="91440" marR="91440" marT="45720" marB="45720" anchor="ctr">
                    <a:solidFill>
                      <a:srgbClr val="E0F0FE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검사 범위 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통과로 해석하지 않음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8705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63860-7821-470F-875E-E9E7BA90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D7E7B-E904-4E40-9301-6AFC6A1C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E4085-3DCE-401E-BCB2-EAE2AD67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검토의 역할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D8BEC-C903-47C8-95D9-06DA89FB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160DF-94BB-4B81-9B6B-C72F8E71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D6263-AB6F-4987-B8D6-39A0346E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사람 검토는 자동 평가를 무효화하는 과정이 아니라, 자동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규칙이 다루지 못한 맥락·정책·위험을 보완하는 과정이다.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E1DFD-A980-43A6-BCF3-1B51DCAE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328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6EBD2-A109-4A9F-9B88-4DFD6D65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08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검토 결과도 사례·판단자·근거·불일치를 기록해야 비교 가능하다.</a:t>
            </a:r>
          </a:p>
        </p:txBody>
      </p:sp>
    </p:spTree>
    <p:extLst>
      <p:ext uri="{BB962C8B-B14F-4D97-AF65-F5344CB8AC3E}">
        <p14:creationId xmlns:p14="http://schemas.microsoft.com/office/powerpoint/2010/main" val="54796108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D62C5-3CC5-4FAA-90E8-8EAB8FD4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26149-CEEA-4645-BEEA-547135DE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C495A-7D4D-47F6-AA90-A0165B2C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루브릭 작성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21E26-22D5-4201-9D15-E9DB9FE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CFA64-030F-4783-95C2-E2BAF8EB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183997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143250"/>
                <a:gridCol w="57340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나쁜 기준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가능한 기준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사실에 맞음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원문에 없는 확정·승인 표현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일이 명확함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항목에 담당자·기한 또는 미정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읽기 좋음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네 섹션을 제목으로 구분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11082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F96457-501D-4CCA-8FF9-6EB53472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2279D-13E7-4764-B8D8-0A4C8C56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89941-88F8-422C-987F-0F9E1ED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데이터 보호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37181-95AF-4E3E-A507-2782A64A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27277-A603-44EB-AE11-37F0B342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B7A0B-CABB-4F94-971C-E5CAA779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89B14-D11E-4410-852E-FE58A219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62125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합성 데이터 우선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B53F2-FA4F-4B2E-9D5A-E67CAF43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실제 회의·고객·학생 자료를 실습에 넣지 않음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06616-642E-494B-9EA5-3F34C88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587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D0EC7-E4B3-4499-AEAC-F5C559BB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4478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D9964-9A08-4CD2-9949-1E981E44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25903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식별 정보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AF702-75F3-4ADD-95C9-88595A9E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5903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이름·연락처·토큰·내부 문서 제거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A0099-6B39-40C0-8412-6048FD2E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96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807C1-87E7-498C-A86B-AA142E3B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8256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612CF-2027-4503-A8B3-BF74FA93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9681"/>
            <a:ext cx="295275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해시의 한계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7E66A-4EF5-45C1-9AAA-73517534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9681"/>
            <a:ext cx="6629400" cy="382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동일성 확인용 식별자이며 익명화가 아님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A828A-ED2A-4ECB-AFB9-8F877AF7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343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445140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13227-C017-486B-959E-98B9DF43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97087-70B1-434E-BA0A-53B60039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92900-5B26-4CD6-B740-0950AE86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 읽기 지도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69D24-447A-4501-BF34-56725FFE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CE1FC-333F-4E37-8218-EFC0CA18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296D7-4FB6-4097-8879-A5FD1C41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9554F-531B-410A-84D9-721FE87F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1F6DF-E806-4CCE-BC2B-EAC0725E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65354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cases.json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516A8-2D3E-4B98-83BB-AD791F34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72EB4-5D43-4021-B20C-E01D061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2563E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4A0D0-5958-4036-A65E-89647A1F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333750"/>
            <a:ext cx="1653540" cy="63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demo_outputs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0B45C-62ED-4EFC-8385-CDDC0762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7937A-C635-47A5-9ED4-E9DF3859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995AF-4FF1-4BC5-B5EE-CBF7B60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30" y="3333750"/>
            <a:ext cx="165354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core.py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FDFC8-A6E5-4F67-BDBF-D19BC35F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8BCC2-DBD8-442A-9BF6-F8E60055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32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71849-DDC0-4B60-AC3F-FA9B20E4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320" y="3333750"/>
            <a:ext cx="1653540" cy="63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experiments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4BC0A-BF83-4D91-828A-7C920452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2857500"/>
            <a:ext cx="199644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C6F62-4559-4838-A672-103CDDD3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3009900"/>
            <a:ext cx="165354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84A66-0A8C-4539-B834-0CC7CE94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3333750"/>
            <a:ext cx="165354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main.py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0604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5013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9422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338310" y="3362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085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D6269-9171-48B0-BB74-887894C6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데이터 → 고정 결과 → 루브릭 → 실행 보고서 → 화면·API</a:t>
            </a:r>
          </a:p>
        </p:txBody>
      </p:sp>
    </p:spTree>
    <p:extLst>
      <p:ext uri="{BB962C8B-B14F-4D97-AF65-F5344CB8AC3E}">
        <p14:creationId xmlns:p14="http://schemas.microsoft.com/office/powerpoint/2010/main" val="36271926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5C9CD-FC8C-4AE8-ADEF-75A3F291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8915A-3CF7-47AC-B6ED-48240429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684E6-171F-4CCF-A251-3153A685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실습 명령 모음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46964-B50C-44FB-ABDF-02B05B3D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5AED0-5112-4E8F-B923-1F3E9A16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560F2-1765-41CB-908E-1F33FF9F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72800" cy="1938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25BF3-6C2F-4F36-999E-DBD0B087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0477500" cy="1461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서버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.venv/bin/python -m uvicorn eval03.main:app --app-dir week03/lab --port 8003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검증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PYTHONPATH=week03/lab .venv/bin/python -m eval03.smoke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098A9-C1A6-40B2-82C9-021C9CC9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924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macOS/Linux 기준 · Windows는 week03/VS_CODE_GUIDE.md의 PowerShell 안내 사용</a:t>
            </a:r>
          </a:p>
        </p:txBody>
      </p:sp>
    </p:spTree>
    <p:extLst>
      <p:ext uri="{BB962C8B-B14F-4D97-AF65-F5344CB8AC3E}">
        <p14:creationId xmlns:p14="http://schemas.microsoft.com/office/powerpoint/2010/main" val="91551922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F32B5-954C-4BF4-9829-00193FF2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22673-E4D4-4E39-9971-518073BD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D2C53-37CC-4DFF-8D36-53766741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 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6ABB5-03D9-4C5B-8C7B-EC876E83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95C2C-8AC9-4B66-BA94-BC7DC47A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27599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143250"/>
                <a:gridCol w="57340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메서드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경로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용도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/health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서비스 상태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/api/catalog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프롬프트·루브릭 목록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/api/evaluations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dev 또는 test 평가 실행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/api/decisions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후보·보류·제외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/api/evaluations/{run_id}/export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JSON 보고서 내보내기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30209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3D714-A733-4819-959A-F7A1BD66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91DED-A45C-401B-BC74-87D26C51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C5BC7-FAC3-4BAE-A621-D0AB8052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자료와 검증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EF0AB-4543-4B5A-B660-7970F3EB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3B852-761B-4AE8-B2B4-31A375A4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4042F-E8F2-411D-8932-F5AABFC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160E1-D222-451B-B877-9668A8D7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09750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cases.json · 합성 사례·기대 앵커·금지 단정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6D5BC-729C-4008-85F2-D560430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53056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E6244-1C06-4070-B038-10D81466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756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7CC24-08A0-4562-B88B-06A47ADF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756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demo_outputs.json · 수업용 고정 응답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7A5FC-A287-4803-8FEB-58C3E0F5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3062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E1D0C-B170-41B2-AD8B-546ADC44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762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044B7-B7AD-4126-A320-D03CF536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29762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 · 규칙·API 테스트 10개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2A678-8DDC-412D-A202-4FAEBF5E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73068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0930E-64B4-49BB-8CDC-23EA223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976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F6F0E-52D9-4551-98A5-EF8F1775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39768"/>
            <a:ext cx="9906000" cy="352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VS_CODE_GUIDE.md · 환경·실행·오류 복구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675FE-0C83-414D-981E-ED9DF61C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3074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8416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2D2FD-9F10-4D05-9BB6-5E46FAA1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9DCC5-7158-482C-ADE1-88C9523B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667085"/>
                </a:solidFill>
                <a:latin typeface="Menlo"/>
                <a:ea typeface="Menlo"/>
                <a:cs typeface="Menlo"/>
              </a:rPr>
              <a:t>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4D526-A9F9-4900-B82A-C6C46420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용어 정리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7A368-971F-4AF4-9442-B0BEF88C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43DFD-1BEE-4E6B-8D22-6258EB9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010408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7829550"/>
              </a:tblGrid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용어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수업에서의 뜻</a:t>
                      </a:r>
                    </a:p>
                  </a:txBody>
                  <a:tcPr marL="91440" marR="91440" marT="45720" marB="45720" anchor="ctr">
                    <a:solidFill>
                      <a:srgbClr val="191919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평가 세트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출력과 기준을 비교하는 사례 묶음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루브릭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통과·실패를 정하는 판단 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개발 사례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개선에 사용할 수 있는 사례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9994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 사례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뒤 별도로 확인할 사례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0438"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Retrieval-Augmented</a:t>
                      </a:r>
                    </a:p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Generation, RAG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42875" tIns="104775" rIns="142875" bIns="104775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919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문서를 근거로 답하는 생성 방식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04790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B238D-E898-4301-94ED-85E9FD41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W03 / 참고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9B9D7-BFD3-4F05-8592-C3E75AF3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AFB8C7"/>
                </a:solidFill>
                <a:latin typeface="Menlo"/>
                <a:ea typeface="Menlo"/>
                <a:cs typeface="Menlo"/>
              </a:rPr>
              <a:t>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9E40A-C590-416F-B60D-17DE9B2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수업 자료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0E4D7-F362-47A0-96BA-1CB1776C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40626-D010-4597-A66C-2FB431C3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LLMOPS · 통합 강좌 · 프롬프트 평가와 오류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665CC-E180-443C-AC5A-6890ECAF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PPT · week03/lecture/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03_week3_prompt_evaluation_error_analysis.pptx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29D95-2A18-4A55-96E7-0EB8610C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328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2D03C-0199-4200-BC4D-A307A28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8085"/>
            <a:ext cx="10477500" cy="637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학생용 PDF · output/pdf/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03_week3_prompt_evaluation_error_analysis.pdf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E78F0-ECC4-45BD-9EFD-5C2C3BF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125"/>
            <a:ext cx="10477500" cy="337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AFB8C7"/>
                </a:solidFill>
                <a:latin typeface="AppleGothic"/>
                <a:ea typeface="AppleGothic"/>
                <a:cs typeface="AppleGothic"/>
              </a:rPr>
              <a:t>실습 안내 · week03/README.md · 실행 가이드 · week03/VS_CODE_GUIDE.md</a:t>
            </a:r>
          </a:p>
        </p:txBody>
      </p:sp>
    </p:spTree>
    <p:extLst>
      <p:ext uri="{BB962C8B-B14F-4D97-AF65-F5344CB8AC3E}">
        <p14:creationId xmlns:p14="http://schemas.microsoft.com/office/powerpoint/2010/main" val="988814245"/>
      </p:ext>
    </p:extLst>
  </p:cSld>
</p:sld>
</file>

<file path=ppt/theme/theme1.xml><?xml version="1.0" encoding="utf-8"?>
<a:theme xmlns:a="http://schemas.openxmlformats.org/drawingml/2006/main" name="ChatGPT">
  <a:themeElements>
    <a:clrScheme name="BLACK WHITE NAVY BLUE">
      <a:dk1>
        <a:srgbClr val="050505"/>
      </a:dk1>
      <a:lt1>
        <a:srgbClr val="FFFFFF"/>
      </a:lt1>
      <a:dk2>
        <a:srgbClr val="0B1F3A"/>
      </a:dk2>
      <a:lt2>
        <a:srgbClr val="F7F8FA"/>
      </a:lt2>
      <a:accent1>
        <a:srgbClr val="2563EB"/>
      </a:accent1>
      <a:accent2>
        <a:srgbClr val="0B1F3A"/>
      </a:accent2>
      <a:accent3>
        <a:srgbClr val="667085"/>
      </a:accent3>
      <a:accent4>
        <a:srgbClr val="E0F0FE"/>
      </a:accent4>
      <a:accent5>
        <a:srgbClr val="191919"/>
      </a:accent5>
      <a:accent6>
        <a:srgbClr val="D0D5DD"/>
      </a:accent6>
      <a:hlink>
        <a:srgbClr val="2563EB"/>
      </a:hlink>
      <a:folHlink>
        <a:srgbClr val="0B1F3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NAVY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2026-09-18T04:27:19.5910000Z</dcterms:created>
  <dcterms:modified xsi:type="dcterms:W3CDTF">2026-09-18T04:27:19.5910000Z</dcterms:modified>
</coreProperties>
</file>